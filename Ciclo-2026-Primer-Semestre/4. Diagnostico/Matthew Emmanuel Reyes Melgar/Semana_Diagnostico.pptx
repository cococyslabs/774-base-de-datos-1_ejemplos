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Open Sans Bold" charset="1" panose="00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064" y="4430942"/>
            <a:ext cx="15055872" cy="3260979"/>
            <a:chOff x="0" y="0"/>
            <a:chExt cx="20074496" cy="4347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74510" cy="4347972"/>
            </a:xfrm>
            <a:custGeom>
              <a:avLst/>
              <a:gdLst/>
              <a:ahLst/>
              <a:cxnLst/>
              <a:rect r="r" b="b" t="t" l="l"/>
              <a:pathLst>
                <a:path h="4347972" w="20074510">
                  <a:moveTo>
                    <a:pt x="0" y="0"/>
                  </a:moveTo>
                  <a:lnTo>
                    <a:pt x="20074510" y="0"/>
                  </a:lnTo>
                  <a:lnTo>
                    <a:pt x="20074510" y="4347972"/>
                  </a:lnTo>
                  <a:lnTo>
                    <a:pt x="0" y="4347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94" t="0" r="-3694" b="0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15263" y="2057393"/>
          <a:ext cx="5367223" cy="2076450"/>
        </p:xfrm>
        <a:graphic>
          <a:graphicData uri="http://schemas.openxmlformats.org/drawingml/2006/table">
            <a:tbl>
              <a:tblPr/>
              <a:tblGrid>
                <a:gridCol w="2683612"/>
                <a:gridCol w="2683612"/>
              </a:tblGrid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Fecha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xx/xx/xx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82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Inicio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17:20 - 19:00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64539" y="9153525"/>
            <a:ext cx="6702904" cy="129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Ingeniería</a:t>
            </a:r>
          </a:p>
          <a:p>
            <a:pPr algn="ctr">
              <a:lnSpc>
                <a:spcPts val="4030"/>
              </a:lnSpc>
            </a:pP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Ingeniería de Ciencias Y Sistemas</a:t>
            </a:r>
          </a:p>
          <a:p>
            <a:pPr algn="ctr">
              <a:lnSpc>
                <a:spcPts val="235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561396" y="5197896"/>
            <a:ext cx="13165208" cy="153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6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[0774] Sistemas de Bases de Datos 1 - Sección N</a:t>
            </a:r>
          </a:p>
          <a:p>
            <a:pPr algn="ctr">
              <a:lnSpc>
                <a:spcPts val="5376"/>
              </a:lnSpc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Tutor: Matthew Emmanuel Reyes Melgar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47363" y="0"/>
            <a:ext cx="10640637" cy="1262151"/>
          </a:xfrm>
          <a:custGeom>
            <a:avLst/>
            <a:gdLst/>
            <a:ahLst/>
            <a:cxnLst/>
            <a:rect r="r" b="b" t="t" l="l"/>
            <a:pathLst>
              <a:path h="1262151" w="10640637">
                <a:moveTo>
                  <a:pt x="0" y="0"/>
                </a:moveTo>
                <a:lnTo>
                  <a:pt x="10640637" y="0"/>
                </a:lnTo>
                <a:lnTo>
                  <a:pt x="10640637" y="1262151"/>
                </a:lnTo>
                <a:lnTo>
                  <a:pt x="0" y="1262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1869" y="5143500"/>
            <a:ext cx="5034160" cy="3756742"/>
          </a:xfrm>
          <a:custGeom>
            <a:avLst/>
            <a:gdLst/>
            <a:ahLst/>
            <a:cxnLst/>
            <a:rect r="r" b="b" t="t" l="l"/>
            <a:pathLst>
              <a:path h="3756742" w="5034160">
                <a:moveTo>
                  <a:pt x="0" y="0"/>
                </a:moveTo>
                <a:lnTo>
                  <a:pt x="5034160" y="0"/>
                </a:lnTo>
                <a:lnTo>
                  <a:pt x="5034160" y="3756742"/>
                </a:lnTo>
                <a:lnTo>
                  <a:pt x="0" y="3756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41971" y="2628898"/>
            <a:ext cx="14404058" cy="1740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82"/>
              </a:lnSpc>
            </a:pPr>
            <a:r>
              <a:rPr lang="en-US" b="true" sz="8799">
                <a:solidFill>
                  <a:srgbClr val="FCFB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Semana de Diagnóstico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334" y="6386229"/>
            <a:ext cx="14404058" cy="288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4"/>
              </a:lnSpc>
            </a:pPr>
            <a:r>
              <a:rPr lang="en-US" sz="4699" b="true">
                <a:solidFill>
                  <a:srgbClr val="FCFB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Sistemas de Bases de Datos 1</a:t>
            </a:r>
          </a:p>
          <a:p>
            <a:pPr algn="l">
              <a:lnSpc>
                <a:spcPts val="5039"/>
              </a:lnSpc>
            </a:pPr>
            <a:r>
              <a:rPr lang="en-US" sz="2999" b="true">
                <a:solidFill>
                  <a:srgbClr val="FCFB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Escuela de Ingeniería en Sistemas</a:t>
            </a:r>
          </a:p>
          <a:p>
            <a:pPr algn="l">
              <a:lnSpc>
                <a:spcPts val="5039"/>
              </a:lnSpc>
            </a:pPr>
            <a:r>
              <a:rPr lang="en-US" sz="2999" b="true">
                <a:solidFill>
                  <a:srgbClr val="FCFB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Facultad de Ingeniería</a:t>
            </a:r>
          </a:p>
          <a:p>
            <a:pPr algn="l">
              <a:lnSpc>
                <a:spcPts val="5039"/>
              </a:lnSpc>
            </a:pPr>
            <a:r>
              <a:rPr lang="en-US" sz="2999" b="true">
                <a:solidFill>
                  <a:srgbClr val="FCFB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Universidad San Carlos de Guatemala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2358556" y="1990438"/>
            <a:ext cx="3466467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872923" y="3579356"/>
            <a:ext cx="485633" cy="590629"/>
            <a:chOff x="0" y="0"/>
            <a:chExt cx="904253" cy="1099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2923" y="2502952"/>
            <a:ext cx="485633" cy="590629"/>
            <a:chOff x="0" y="0"/>
            <a:chExt cx="904253" cy="1099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72923" y="4655759"/>
            <a:ext cx="485633" cy="590629"/>
            <a:chOff x="0" y="0"/>
            <a:chExt cx="904253" cy="1099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72923" y="6808567"/>
            <a:ext cx="485633" cy="590629"/>
            <a:chOff x="0" y="0"/>
            <a:chExt cx="904253" cy="1099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72923" y="5732163"/>
            <a:ext cx="485633" cy="590629"/>
            <a:chOff x="0" y="0"/>
            <a:chExt cx="904253" cy="1099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72923" y="7884971"/>
            <a:ext cx="485633" cy="590629"/>
            <a:chOff x="0" y="0"/>
            <a:chExt cx="904253" cy="10997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72923" y="9033060"/>
            <a:ext cx="485633" cy="590629"/>
            <a:chOff x="0" y="0"/>
            <a:chExt cx="904253" cy="10997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4240" cy="1099820"/>
            </a:xfrm>
            <a:custGeom>
              <a:avLst/>
              <a:gdLst/>
              <a:ahLst/>
              <a:cxnLst/>
              <a:rect r="r" b="b" t="t" l="l"/>
              <a:pathLst>
                <a:path h="1099820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1099820"/>
                  </a:lnTo>
                  <a:lnTo>
                    <a:pt x="0" y="109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5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906456" y="3336468"/>
            <a:ext cx="4556176" cy="4791390"/>
          </a:xfrm>
          <a:custGeom>
            <a:avLst/>
            <a:gdLst/>
            <a:ahLst/>
            <a:cxnLst/>
            <a:rect r="r" b="b" t="t" l="l"/>
            <a:pathLst>
              <a:path h="4791390" w="4556176">
                <a:moveTo>
                  <a:pt x="0" y="0"/>
                </a:moveTo>
                <a:lnTo>
                  <a:pt x="4556177" y="0"/>
                </a:lnTo>
                <a:lnTo>
                  <a:pt x="4556177" y="4791390"/>
                </a:lnTo>
                <a:lnTo>
                  <a:pt x="0" y="479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19461" y="775418"/>
            <a:ext cx="4245832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98836" y="2476262"/>
            <a:ext cx="9591361" cy="71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del tutor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Evaluación de conocimientos previos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de los estudiantes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Censo de Horarios de calificación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Programa del curso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5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Evaluación de conocimientos sobre el curso</a:t>
            </a:r>
          </a:p>
          <a:p>
            <a:pPr algn="l">
              <a:lnSpc>
                <a:spcPts val="4365"/>
              </a:lnSpc>
            </a:pPr>
          </a:p>
          <a:p>
            <a:pPr algn="l" marL="561339" indent="-280669" lvl="1">
              <a:lnSpc>
                <a:spcPts val="4366"/>
              </a:lnSpc>
              <a:spcBef>
                <a:spcPct val="0"/>
              </a:spcBef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Tarea de fortalecimiento académico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17405" y="-525331"/>
            <a:ext cx="7276977" cy="4114800"/>
            <a:chOff x="0" y="0"/>
            <a:chExt cx="9702637" cy="548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2637" cy="5486400"/>
            </a:xfrm>
            <a:custGeom>
              <a:avLst/>
              <a:gdLst/>
              <a:ahLst/>
              <a:cxnLst/>
              <a:rect r="r" b="b" t="t" l="l"/>
              <a:pathLst>
                <a:path h="5486400" w="9702637">
                  <a:moveTo>
                    <a:pt x="0" y="0"/>
                  </a:moveTo>
                  <a:lnTo>
                    <a:pt x="9702637" y="0"/>
                  </a:lnTo>
                  <a:lnTo>
                    <a:pt x="970263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18828" y="2443811"/>
              <a:ext cx="9283808" cy="969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7"/>
                </a:lnSpc>
                <a:spcBef>
                  <a:spcPct val="0"/>
                </a:spcBef>
              </a:pPr>
              <a:r>
                <a:rPr lang="en-US" b="true" sz="39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Presentación del Tutor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95831" y="3732411"/>
            <a:ext cx="9616408" cy="1373881"/>
            <a:chOff x="0" y="0"/>
            <a:chExt cx="12821877" cy="1831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21877" cy="1831842"/>
            </a:xfrm>
            <a:custGeom>
              <a:avLst/>
              <a:gdLst/>
              <a:ahLst/>
              <a:cxnLst/>
              <a:rect r="r" b="b" t="t" l="l"/>
              <a:pathLst>
                <a:path h="1831842" w="12821877">
                  <a:moveTo>
                    <a:pt x="0" y="0"/>
                  </a:moveTo>
                  <a:lnTo>
                    <a:pt x="12821877" y="0"/>
                  </a:lnTo>
                  <a:lnTo>
                    <a:pt x="12821877" y="1831842"/>
                  </a:lnTo>
                  <a:lnTo>
                    <a:pt x="0" y="1831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6513" r="0" b="-2373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81074" y="351109"/>
              <a:ext cx="11153546" cy="948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13"/>
                </a:lnSpc>
                <a:spcBef>
                  <a:spcPct val="0"/>
                </a:spcBef>
              </a:pPr>
              <a:r>
                <a:rPr lang="en-US" b="true" sz="381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Matthew Emmanuel Reyes Mlegar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923708" y="5106292"/>
            <a:ext cx="9388531" cy="4412367"/>
          </a:xfrm>
          <a:custGeom>
            <a:avLst/>
            <a:gdLst/>
            <a:ahLst/>
            <a:cxnLst/>
            <a:rect r="r" b="b" t="t" l="l"/>
            <a:pathLst>
              <a:path h="4412367" w="9388531">
                <a:moveTo>
                  <a:pt x="0" y="0"/>
                </a:moveTo>
                <a:lnTo>
                  <a:pt x="9388531" y="0"/>
                </a:lnTo>
                <a:lnTo>
                  <a:pt x="9388531" y="4412367"/>
                </a:lnTo>
                <a:lnTo>
                  <a:pt x="0" y="4412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541" r="0" b="-2354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09770" y="5106292"/>
            <a:ext cx="9616408" cy="5427162"/>
            <a:chOff x="0" y="0"/>
            <a:chExt cx="12821877" cy="72362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21877" cy="7236215"/>
            </a:xfrm>
            <a:custGeom>
              <a:avLst/>
              <a:gdLst/>
              <a:ahLst/>
              <a:cxnLst/>
              <a:rect r="r" b="b" t="t" l="l"/>
              <a:pathLst>
                <a:path h="7236215" w="12821877">
                  <a:moveTo>
                    <a:pt x="0" y="0"/>
                  </a:moveTo>
                  <a:lnTo>
                    <a:pt x="12821877" y="0"/>
                  </a:lnTo>
                  <a:lnTo>
                    <a:pt x="12821877" y="7236215"/>
                  </a:lnTo>
                  <a:lnTo>
                    <a:pt x="0" y="723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" t="0" r="-254" b="-231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543514" y="408259"/>
              <a:ext cx="12040803" cy="5495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32"/>
                </a:lnSpc>
              </a:pPr>
              <a:r>
                <a:rPr lang="en-US" sz="2818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Semestre Actual: </a:t>
              </a:r>
              <a:r>
                <a:rPr lang="en-US" sz="28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Noveno</a:t>
              </a:r>
            </a:p>
            <a:p>
              <a:pPr algn="l">
                <a:lnSpc>
                  <a:spcPts val="4732"/>
                </a:lnSpc>
              </a:pPr>
              <a:r>
                <a:rPr lang="en-US" sz="2818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Forma de contacto:</a:t>
              </a:r>
            </a:p>
            <a:p>
              <a:pPr algn="l" marL="608576" indent="-304288" lvl="1">
                <a:lnSpc>
                  <a:spcPts val="4732"/>
                </a:lnSpc>
                <a:buFont typeface="Arial"/>
                <a:buChar char="•"/>
              </a:pPr>
              <a:r>
                <a:rPr lang="en-US" b="true" sz="281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correo1: </a:t>
              </a:r>
              <a:r>
                <a:rPr lang="en-US" sz="28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matthewrm99@gmail.com</a:t>
              </a:r>
            </a:p>
            <a:p>
              <a:pPr algn="l" marL="608576" indent="-304288" lvl="1">
                <a:lnSpc>
                  <a:spcPts val="4732"/>
                </a:lnSpc>
                <a:buFont typeface="Arial"/>
                <a:buChar char="•"/>
              </a:pPr>
              <a:r>
                <a:rPr lang="en-US" b="true" sz="281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correo2: </a:t>
              </a:r>
              <a:r>
                <a:rPr lang="en-US" sz="28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3594521240101@ingenieria.usac.edu.gt</a:t>
              </a:r>
            </a:p>
            <a:p>
              <a:pPr algn="l" marL="608576" indent="-304288" lvl="1">
                <a:lnSpc>
                  <a:spcPts val="4732"/>
                </a:lnSpc>
                <a:buFont typeface="Arial"/>
                <a:buChar char="•"/>
              </a:pPr>
              <a:r>
                <a:rPr lang="en-US" b="true" sz="281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teléfono: </a:t>
              </a:r>
              <a:r>
                <a:rPr lang="en-US" sz="281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56140515</a:t>
              </a:r>
            </a:p>
            <a:p>
              <a:pPr algn="l">
                <a:lnSpc>
                  <a:spcPts val="4732"/>
                </a:lnSpc>
              </a:pPr>
              <a:r>
                <a:rPr lang="en-US" sz="2818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Github: MReyes09</a:t>
              </a:r>
            </a:p>
            <a:p>
              <a:pPr algn="l">
                <a:lnSpc>
                  <a:spcPts val="473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356844" y="5403859"/>
            <a:ext cx="4294383" cy="4114800"/>
          </a:xfrm>
          <a:custGeom>
            <a:avLst/>
            <a:gdLst/>
            <a:ahLst/>
            <a:cxnLst/>
            <a:rect r="r" b="b" t="t" l="l"/>
            <a:pathLst>
              <a:path h="4114800" w="4294383">
                <a:moveTo>
                  <a:pt x="0" y="0"/>
                </a:moveTo>
                <a:lnTo>
                  <a:pt x="4294383" y="0"/>
                </a:lnTo>
                <a:lnTo>
                  <a:pt x="42943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88868" y="2586262"/>
            <a:ext cx="4983382" cy="2181566"/>
          </a:xfrm>
          <a:custGeom>
            <a:avLst/>
            <a:gdLst/>
            <a:ahLst/>
            <a:cxnLst/>
            <a:rect r="r" b="b" t="t" l="l"/>
            <a:pathLst>
              <a:path h="2181566" w="4983382">
                <a:moveTo>
                  <a:pt x="0" y="0"/>
                </a:moveTo>
                <a:lnTo>
                  <a:pt x="4983382" y="0"/>
                </a:lnTo>
                <a:lnTo>
                  <a:pt x="4983382" y="2181567"/>
                </a:lnTo>
                <a:lnTo>
                  <a:pt x="0" y="2181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4338" y="5143500"/>
            <a:ext cx="6982838" cy="4652316"/>
          </a:xfrm>
          <a:custGeom>
            <a:avLst/>
            <a:gdLst/>
            <a:ahLst/>
            <a:cxnLst/>
            <a:rect r="r" b="b" t="t" l="l"/>
            <a:pathLst>
              <a:path h="4652316" w="6982838">
                <a:moveTo>
                  <a:pt x="0" y="0"/>
                </a:moveTo>
                <a:lnTo>
                  <a:pt x="6982837" y="0"/>
                </a:lnTo>
                <a:lnTo>
                  <a:pt x="6982837" y="4652316"/>
                </a:lnTo>
                <a:lnTo>
                  <a:pt x="0" y="465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4338" y="781050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Evaluación de Conocimientos Previos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44536" y="2663643"/>
            <a:ext cx="4574143" cy="101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5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Acceso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2380415" y="1842859"/>
            <a:ext cx="13382354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2421" y="3563266"/>
            <a:ext cx="4825458" cy="4114800"/>
          </a:xfrm>
          <a:custGeom>
            <a:avLst/>
            <a:gdLst/>
            <a:ahLst/>
            <a:cxnLst/>
            <a:rect r="r" b="b" t="t" l="l"/>
            <a:pathLst>
              <a:path h="4114800" w="4825458">
                <a:moveTo>
                  <a:pt x="0" y="0"/>
                </a:moveTo>
                <a:lnTo>
                  <a:pt x="4825459" y="0"/>
                </a:lnTo>
                <a:lnTo>
                  <a:pt x="4825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8643" y="804862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de los Estudiantes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7402" y="4363054"/>
            <a:ext cx="7476598" cy="295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8576" indent="-304288" lvl="1">
              <a:lnSpc>
                <a:spcPts val="4732"/>
              </a:lnSpc>
              <a:buAutoNum type="arabicPeriod" startAt="1"/>
            </a:pPr>
            <a:r>
              <a:rPr lang="en-US" b="true" sz="28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Nombre y Edad</a:t>
            </a:r>
          </a:p>
          <a:p>
            <a:pPr algn="l" marL="608576" indent="-304288" lvl="1">
              <a:lnSpc>
                <a:spcPts val="4732"/>
              </a:lnSpc>
              <a:buAutoNum type="arabicPeriod" startAt="1"/>
            </a:pPr>
            <a:r>
              <a:rPr lang="en-US" b="true" sz="28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Cursos de tu semestre</a:t>
            </a:r>
          </a:p>
          <a:p>
            <a:pPr algn="l" marL="608576" indent="-304288" lvl="1">
              <a:lnSpc>
                <a:spcPts val="4732"/>
              </a:lnSpc>
              <a:buAutoNum type="arabicPeriod" startAt="1"/>
            </a:pPr>
            <a:r>
              <a:rPr lang="en-US" b="true" sz="28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Expectativa de este curso</a:t>
            </a:r>
          </a:p>
          <a:p>
            <a:pPr algn="l" marL="608576" indent="-304288" lvl="1">
              <a:lnSpc>
                <a:spcPts val="4732"/>
              </a:lnSpc>
              <a:buAutoNum type="arabicPeriod" startAt="1"/>
            </a:pPr>
            <a:r>
              <a:rPr lang="en-US" b="true" sz="28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¿Has trabajado con docker y Oracle?</a:t>
            </a:r>
          </a:p>
          <a:p>
            <a:pPr algn="l">
              <a:lnSpc>
                <a:spcPts val="4734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 flipH="true">
            <a:off x="3426461" y="1866671"/>
            <a:ext cx="11435077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8643" y="804862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Censo Para Horarios de Calificación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2660383" y="1866671"/>
            <a:ext cx="12595204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660383" y="5143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92163" y="5488240"/>
            <a:ext cx="3425320" cy="3425320"/>
          </a:xfrm>
          <a:custGeom>
            <a:avLst/>
            <a:gdLst/>
            <a:ahLst/>
            <a:cxnLst/>
            <a:rect r="r" b="b" t="t" l="l"/>
            <a:pathLst>
              <a:path h="3425320" w="3425320">
                <a:moveTo>
                  <a:pt x="0" y="0"/>
                </a:moveTo>
                <a:lnTo>
                  <a:pt x="3425321" y="0"/>
                </a:lnTo>
                <a:lnTo>
                  <a:pt x="3425321" y="3425320"/>
                </a:lnTo>
                <a:lnTo>
                  <a:pt x="0" y="34253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7646903" y="3567034"/>
            <a:ext cx="1309255" cy="4114800"/>
          </a:xfrm>
          <a:custGeom>
            <a:avLst/>
            <a:gdLst/>
            <a:ahLst/>
            <a:cxnLst/>
            <a:rect r="r" b="b" t="t" l="l"/>
            <a:pathLst>
              <a:path h="4114800" w="1309255">
                <a:moveTo>
                  <a:pt x="0" y="0"/>
                </a:moveTo>
                <a:lnTo>
                  <a:pt x="1309255" y="0"/>
                </a:lnTo>
                <a:lnTo>
                  <a:pt x="1309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28225" y="3093586"/>
            <a:ext cx="7476598" cy="55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  <a:spcBef>
                <a:spcPct val="0"/>
              </a:spcBef>
            </a:pPr>
            <a:r>
              <a:rPr lang="en-US" b="true" sz="28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Link forms: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8643" y="804862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Presentación Programa del Curso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3032408" y="1866671"/>
            <a:ext cx="12026118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032862" y="3716478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5761406" y="2792675"/>
            <a:ext cx="5872968" cy="5962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0954" y="2586262"/>
            <a:ext cx="4983382" cy="2181566"/>
          </a:xfrm>
          <a:custGeom>
            <a:avLst/>
            <a:gdLst/>
            <a:ahLst/>
            <a:cxnLst/>
            <a:rect r="r" b="b" t="t" l="l"/>
            <a:pathLst>
              <a:path h="2181566" w="4983382">
                <a:moveTo>
                  <a:pt x="0" y="0"/>
                </a:moveTo>
                <a:lnTo>
                  <a:pt x="4983382" y="0"/>
                </a:lnTo>
                <a:lnTo>
                  <a:pt x="4983382" y="2181567"/>
                </a:lnTo>
                <a:lnTo>
                  <a:pt x="0" y="2181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4338" y="781050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Evaluación de Conocimientos del Curso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2270978" y="1842859"/>
            <a:ext cx="1366689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601548" y="5467468"/>
            <a:ext cx="2777793" cy="4114800"/>
          </a:xfrm>
          <a:custGeom>
            <a:avLst/>
            <a:gdLst/>
            <a:ahLst/>
            <a:cxnLst/>
            <a:rect r="r" b="b" t="t" l="l"/>
            <a:pathLst>
              <a:path h="4114800" w="2777793">
                <a:moveTo>
                  <a:pt x="0" y="0"/>
                </a:moveTo>
                <a:lnTo>
                  <a:pt x="2777793" y="0"/>
                </a:lnTo>
                <a:lnTo>
                  <a:pt x="27777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63724" y="2663643"/>
            <a:ext cx="4574143" cy="1013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5"/>
              </a:lnSpc>
              <a:spcBef>
                <a:spcPct val="0"/>
              </a:spcBef>
            </a:pPr>
            <a:r>
              <a:rPr lang="en-US" b="true" sz="51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Acceso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4338" y="781050"/>
            <a:ext cx="14839324" cy="106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9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Tarea de Fortalecimiento Académico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2270978" y="1842859"/>
            <a:ext cx="1366689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636841" y="4243981"/>
            <a:ext cx="5014319" cy="5014319"/>
          </a:xfrm>
          <a:custGeom>
            <a:avLst/>
            <a:gdLst/>
            <a:ahLst/>
            <a:cxnLst/>
            <a:rect r="r" b="b" t="t" l="l"/>
            <a:pathLst>
              <a:path h="5014319" w="5014319">
                <a:moveTo>
                  <a:pt x="0" y="0"/>
                </a:moveTo>
                <a:lnTo>
                  <a:pt x="5014318" y="0"/>
                </a:lnTo>
                <a:lnTo>
                  <a:pt x="5014318" y="5014319"/>
                </a:lnTo>
                <a:lnTo>
                  <a:pt x="0" y="5014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16089" y="2919877"/>
            <a:ext cx="10855821" cy="85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1"/>
              </a:lnSpc>
              <a:spcBef>
                <a:spcPct val="0"/>
              </a:spcBef>
            </a:pPr>
            <a:r>
              <a:rPr lang="en-US" b="true" sz="4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 enunciado de la Tarea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61683" y="595293"/>
            <a:ext cx="10564635" cy="8663007"/>
            <a:chOff x="0" y="0"/>
            <a:chExt cx="14086180" cy="115506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86205" cy="11550650"/>
            </a:xfrm>
            <a:custGeom>
              <a:avLst/>
              <a:gdLst/>
              <a:ahLst/>
              <a:cxnLst/>
              <a:rect r="r" b="b" t="t" l="l"/>
              <a:pathLst>
                <a:path h="11550650" w="14086205">
                  <a:moveTo>
                    <a:pt x="0" y="0"/>
                  </a:moveTo>
                  <a:lnTo>
                    <a:pt x="14086205" y="0"/>
                  </a:lnTo>
                  <a:lnTo>
                    <a:pt x="14086205" y="11550650"/>
                  </a:lnTo>
                  <a:lnTo>
                    <a:pt x="0" y="1155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5619" y="118053"/>
            <a:ext cx="16659111" cy="10287000"/>
            <a:chOff x="0" y="0"/>
            <a:chExt cx="2221214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1217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212173">
                  <a:moveTo>
                    <a:pt x="0" y="0"/>
                  </a:moveTo>
                  <a:lnTo>
                    <a:pt x="22212173" y="0"/>
                  </a:lnTo>
                  <a:lnTo>
                    <a:pt x="222121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" t="0" r="-2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DAHMehdhu9Q</dc:identifier>
  <dcterms:modified xsi:type="dcterms:W3CDTF">2011-08-01T06:04:30Z</dcterms:modified>
  <cp:revision>1</cp:revision>
  <dc:title>Semana-Diagnostico</dc:title>
</cp:coreProperties>
</file>