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6" r:id="rId4"/>
  </p:sldMasterIdLst>
  <p:sldIdLst>
    <p:sldId id="256" r:id="rId5"/>
    <p:sldId id="257" r:id="rId6"/>
    <p:sldId id="258" r:id="rId7"/>
    <p:sldId id="259" r:id="rId8"/>
    <p:sldId id="260" r:id="rId9"/>
    <p:sldId id="264" r:id="rId10"/>
    <p:sldId id="261" r:id="rId11"/>
    <p:sldId id="262" r:id="rId12"/>
    <p:sldId id="265" r:id="rId13"/>
    <p:sldId id="263" r:id="rId14"/>
  </p:sldIdLst>
  <p:sldSz cx="18288000" cy="10287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47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2351160" y="255240"/>
            <a:ext cx="1358496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 name="PlaceHolder 2"/>
          <p:cNvSpPr>
            <a:spLocks noGrp="1"/>
          </p:cNvSpPr>
          <p:nvPr>
            <p:ph/>
          </p:nvPr>
        </p:nvSpPr>
        <p:spPr>
          <a:xfrm>
            <a:off x="914400" y="2406960"/>
            <a:ext cx="16458480" cy="596556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1F492752-4D71-4B6A-BBD3-6FA574813A6F}" type="slidenum">
              <a:t>‹Nº›</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2351160" y="255240"/>
            <a:ext cx="1358496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3" name="PlaceHolder 2"/>
          <p:cNvSpPr>
            <a:spLocks noGrp="1"/>
          </p:cNvSpPr>
          <p:nvPr>
            <p:ph/>
          </p:nvPr>
        </p:nvSpPr>
        <p:spPr>
          <a:xfrm>
            <a:off x="914400" y="2406960"/>
            <a:ext cx="16458480" cy="596556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84AE6C1E-A6A8-40BF-9712-B31E1505D222}" type="slidenum">
              <a:t>‹Nº›</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2351160" y="255240"/>
            <a:ext cx="1358496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0" name="PlaceHolder 2"/>
          <p:cNvSpPr>
            <a:spLocks noGrp="1"/>
          </p:cNvSpPr>
          <p:nvPr>
            <p:ph/>
          </p:nvPr>
        </p:nvSpPr>
        <p:spPr>
          <a:xfrm>
            <a:off x="914400" y="2406960"/>
            <a:ext cx="16458480" cy="596556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CA29F6D4-10EE-47A8-B7EF-5FFBB32FEC6E}" type="slidenum">
              <a:t>‹Nº›</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34" name="PlaceHolder 1"/>
          <p:cNvSpPr>
            <a:spLocks noGrp="1"/>
          </p:cNvSpPr>
          <p:nvPr>
            <p:ph type="title"/>
          </p:nvPr>
        </p:nvSpPr>
        <p:spPr>
          <a:xfrm>
            <a:off x="2351160" y="255240"/>
            <a:ext cx="1358496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5" name="PlaceHolder 2"/>
          <p:cNvSpPr>
            <a:spLocks noGrp="1"/>
          </p:cNvSpPr>
          <p:nvPr>
            <p:ph/>
          </p:nvPr>
        </p:nvSpPr>
        <p:spPr>
          <a:xfrm>
            <a:off x="914400" y="2406960"/>
            <a:ext cx="16458480" cy="596556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4"/>
          </p:nvPr>
        </p:nvSpPr>
        <p:spPr/>
        <p:txBody>
          <a:bodyPr/>
          <a:lstStyle/>
          <a:p>
            <a:fld id="{7EAA54B7-0C3A-4EB0-A404-98FA072F96AC}" type="slidenum">
              <a:t>‹Nº›</a:t>
            </a:fld>
            <a:endParaRPr/>
          </a:p>
        </p:txBody>
      </p:sp>
      <p:sp>
        <p:nvSpPr>
          <p:cNvPr id="6" name="PlaceHolder 5"/>
          <p:cNvSpPr>
            <a:spLocks noGrp="1"/>
          </p:cNvSpPr>
          <p:nvPr>
            <p:ph type="dt" idx="15"/>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351160" y="255240"/>
            <a:ext cx="13584960" cy="171756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6" name="PlaceHolder 2"/>
          <p:cNvSpPr>
            <a:spLocks noGrp="1"/>
          </p:cNvSpPr>
          <p:nvPr>
            <p:ph type="body"/>
          </p:nvPr>
        </p:nvSpPr>
        <p:spPr>
          <a:xfrm>
            <a:off x="914400" y="2406960"/>
            <a:ext cx="1645848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 name="PlaceHolder 3"/>
          <p:cNvSpPr>
            <a:spLocks noGrp="1"/>
          </p:cNvSpPr>
          <p:nvPr>
            <p:ph type="ftr" idx="1"/>
          </p:nvPr>
        </p:nvSpPr>
        <p:spPr>
          <a:xfrm>
            <a:off x="6217920" y="9567000"/>
            <a:ext cx="5851440" cy="513720"/>
          </a:xfrm>
          <a:prstGeom prst="rect">
            <a:avLst/>
          </a:prstGeom>
          <a:noFill/>
          <a:ln w="0">
            <a:noFill/>
          </a:ln>
        </p:spPr>
        <p:txBody>
          <a:bodyPr lIns="0" tIns="0" rIns="0" bIns="0" anchor="t">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3" name="PlaceHolder 4"/>
          <p:cNvSpPr>
            <a:spLocks noGrp="1"/>
          </p:cNvSpPr>
          <p:nvPr>
            <p:ph type="sldNum" idx="2"/>
          </p:nvPr>
        </p:nvSpPr>
        <p:spPr>
          <a:xfrm>
            <a:off x="13167360" y="9567000"/>
            <a:ext cx="4205520" cy="513720"/>
          </a:xfrm>
          <a:prstGeom prst="rect">
            <a:avLst/>
          </a:prstGeom>
          <a:noFill/>
          <a:ln w="0">
            <a:noFill/>
          </a:ln>
        </p:spPr>
        <p:txBody>
          <a:bodyPr lIns="0" tIns="0" rIns="0" bIns="0" anchor="t">
            <a:noAutofit/>
          </a:bodyPr>
          <a:lstStyle>
            <a:lvl1pPr indent="0" algn="r">
              <a:lnSpc>
                <a:spcPct val="100000"/>
              </a:lnSpc>
              <a:buNone/>
              <a:tabLst>
                <a:tab pos="0" algn="l"/>
              </a:tabLst>
              <a:defRPr lang="en-US" sz="1400" b="0" strike="noStrike" spc="-1">
                <a:solidFill>
                  <a:schemeClr val="dk1">
                    <a:tint val="75000"/>
                  </a:schemeClr>
                </a:solidFill>
                <a:latin typeface="Times New Roman"/>
              </a:defRPr>
            </a:lvl1pPr>
          </a:lstStyle>
          <a:p>
            <a:pPr indent="0" algn="r">
              <a:lnSpc>
                <a:spcPct val="100000"/>
              </a:lnSpc>
              <a:buNone/>
              <a:tabLst>
                <a:tab pos="0" algn="l"/>
              </a:tabLst>
            </a:pPr>
            <a:fld id="{6205B04A-105D-403A-9E82-355BDFFBE171}" type="slidenum">
              <a:rPr lang="en-US" sz="1400" b="0" strike="noStrike" spc="-1">
                <a:solidFill>
                  <a:schemeClr val="dk1">
                    <a:tint val="75000"/>
                  </a:schemeClr>
                </a:solidFill>
                <a:latin typeface="Times New Roman"/>
              </a:rPr>
              <a:t>‹Nº›</a:t>
            </a:fld>
            <a:endParaRPr lang="en-US" sz="1400" b="0" strike="noStrike" spc="-1">
              <a:solidFill>
                <a:srgbClr val="000000"/>
              </a:solidFill>
              <a:latin typeface="Times New Roman"/>
            </a:endParaRPr>
          </a:p>
        </p:txBody>
      </p:sp>
      <p:sp>
        <p:nvSpPr>
          <p:cNvPr id="4" name="PlaceHolder 5"/>
          <p:cNvSpPr>
            <a:spLocks noGrp="1"/>
          </p:cNvSpPr>
          <p:nvPr>
            <p:ph type="dt" idx="3"/>
          </p:nvPr>
        </p:nvSpPr>
        <p:spPr>
          <a:xfrm>
            <a:off x="914400" y="9567000"/>
            <a:ext cx="4205520" cy="513720"/>
          </a:xfrm>
          <a:prstGeom prst="rect">
            <a:avLst/>
          </a:prstGeom>
          <a:noFill/>
          <a:ln w="0">
            <a:noFill/>
          </a:ln>
        </p:spPr>
        <p:txBody>
          <a:bodyPr lIns="0" tIns="0" rIns="0" bIns="0" anchor="t">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2351160" y="255240"/>
            <a:ext cx="13584960" cy="171756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8" name="PlaceHolder 2"/>
          <p:cNvSpPr>
            <a:spLocks noGrp="1"/>
          </p:cNvSpPr>
          <p:nvPr>
            <p:ph type="body"/>
          </p:nvPr>
        </p:nvSpPr>
        <p:spPr>
          <a:xfrm>
            <a:off x="914400" y="2406960"/>
            <a:ext cx="1645848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9" name="PlaceHolder 3"/>
          <p:cNvSpPr>
            <a:spLocks noGrp="1"/>
          </p:cNvSpPr>
          <p:nvPr>
            <p:ph type="ftr" idx="4"/>
          </p:nvPr>
        </p:nvSpPr>
        <p:spPr>
          <a:xfrm>
            <a:off x="6217920" y="9567000"/>
            <a:ext cx="5851440" cy="513720"/>
          </a:xfrm>
          <a:prstGeom prst="rect">
            <a:avLst/>
          </a:prstGeom>
          <a:noFill/>
          <a:ln w="0">
            <a:noFill/>
          </a:ln>
        </p:spPr>
        <p:txBody>
          <a:bodyPr lIns="0" tIns="0" rIns="0" bIns="0" anchor="t">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0" name="PlaceHolder 4"/>
          <p:cNvSpPr>
            <a:spLocks noGrp="1"/>
          </p:cNvSpPr>
          <p:nvPr>
            <p:ph type="sldNum" idx="5"/>
          </p:nvPr>
        </p:nvSpPr>
        <p:spPr>
          <a:xfrm>
            <a:off x="13167360" y="9567000"/>
            <a:ext cx="4205520" cy="513720"/>
          </a:xfrm>
          <a:prstGeom prst="rect">
            <a:avLst/>
          </a:prstGeom>
          <a:noFill/>
          <a:ln w="0">
            <a:noFill/>
          </a:ln>
        </p:spPr>
        <p:txBody>
          <a:bodyPr lIns="0" tIns="0" rIns="0" bIns="0" anchor="t">
            <a:noAutofit/>
          </a:bodyPr>
          <a:lstStyle>
            <a:lvl1pPr indent="0" algn="r">
              <a:lnSpc>
                <a:spcPct val="100000"/>
              </a:lnSpc>
              <a:buNone/>
              <a:tabLst>
                <a:tab pos="0" algn="l"/>
              </a:tabLst>
              <a:defRPr lang="en-US" sz="1400" b="0" strike="noStrike" spc="-1">
                <a:solidFill>
                  <a:schemeClr val="dk1">
                    <a:tint val="75000"/>
                  </a:schemeClr>
                </a:solidFill>
                <a:latin typeface="Times New Roman"/>
              </a:defRPr>
            </a:lvl1pPr>
          </a:lstStyle>
          <a:p>
            <a:pPr indent="0" algn="r">
              <a:lnSpc>
                <a:spcPct val="100000"/>
              </a:lnSpc>
              <a:buNone/>
              <a:tabLst>
                <a:tab pos="0" algn="l"/>
              </a:tabLst>
            </a:pPr>
            <a:fld id="{60FD59C2-33FF-488A-86D0-4C6A3B6CA0FA}" type="slidenum">
              <a:rPr lang="en-US" sz="1400" b="0" strike="noStrike" spc="-1">
                <a:solidFill>
                  <a:schemeClr val="dk1">
                    <a:tint val="75000"/>
                  </a:schemeClr>
                </a:solidFill>
                <a:latin typeface="Times New Roman"/>
              </a:rPr>
              <a:t>‹Nº›</a:t>
            </a:fld>
            <a:endParaRPr lang="en-US" sz="1400" b="0" strike="noStrike" spc="-1">
              <a:solidFill>
                <a:srgbClr val="000000"/>
              </a:solidFill>
              <a:latin typeface="Times New Roman"/>
            </a:endParaRPr>
          </a:p>
        </p:txBody>
      </p:sp>
      <p:sp>
        <p:nvSpPr>
          <p:cNvPr id="11" name="PlaceHolder 5"/>
          <p:cNvSpPr>
            <a:spLocks noGrp="1"/>
          </p:cNvSpPr>
          <p:nvPr>
            <p:ph type="dt" idx="6"/>
          </p:nvPr>
        </p:nvSpPr>
        <p:spPr>
          <a:xfrm>
            <a:off x="914400" y="9567000"/>
            <a:ext cx="4205520" cy="513720"/>
          </a:xfrm>
          <a:prstGeom prst="rect">
            <a:avLst/>
          </a:prstGeom>
          <a:noFill/>
          <a:ln w="0">
            <a:noFill/>
          </a:ln>
        </p:spPr>
        <p:txBody>
          <a:bodyPr lIns="0" tIns="0" rIns="0" bIns="0" anchor="t">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2351160" y="255240"/>
            <a:ext cx="13584960" cy="171756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5" name="PlaceHolder 2"/>
          <p:cNvSpPr>
            <a:spLocks noGrp="1"/>
          </p:cNvSpPr>
          <p:nvPr>
            <p:ph type="body"/>
          </p:nvPr>
        </p:nvSpPr>
        <p:spPr>
          <a:xfrm>
            <a:off x="914400" y="2406960"/>
            <a:ext cx="1645848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6" name="PlaceHolder 3"/>
          <p:cNvSpPr>
            <a:spLocks noGrp="1"/>
          </p:cNvSpPr>
          <p:nvPr>
            <p:ph type="ftr" idx="7"/>
          </p:nvPr>
        </p:nvSpPr>
        <p:spPr>
          <a:xfrm>
            <a:off x="6217920" y="9567000"/>
            <a:ext cx="5851440" cy="513720"/>
          </a:xfrm>
          <a:prstGeom prst="rect">
            <a:avLst/>
          </a:prstGeom>
          <a:noFill/>
          <a:ln w="0">
            <a:noFill/>
          </a:ln>
        </p:spPr>
        <p:txBody>
          <a:bodyPr lIns="0" tIns="0" rIns="0" bIns="0" anchor="t">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7" name="PlaceHolder 4"/>
          <p:cNvSpPr>
            <a:spLocks noGrp="1"/>
          </p:cNvSpPr>
          <p:nvPr>
            <p:ph type="sldNum" idx="8"/>
          </p:nvPr>
        </p:nvSpPr>
        <p:spPr>
          <a:xfrm>
            <a:off x="13167360" y="9567000"/>
            <a:ext cx="4205520" cy="513720"/>
          </a:xfrm>
          <a:prstGeom prst="rect">
            <a:avLst/>
          </a:prstGeom>
          <a:noFill/>
          <a:ln w="0">
            <a:noFill/>
          </a:ln>
        </p:spPr>
        <p:txBody>
          <a:bodyPr lIns="0" tIns="0" rIns="0" bIns="0" anchor="t">
            <a:noAutofit/>
          </a:bodyPr>
          <a:lstStyle>
            <a:lvl1pPr indent="0" algn="r">
              <a:lnSpc>
                <a:spcPct val="100000"/>
              </a:lnSpc>
              <a:buNone/>
              <a:tabLst>
                <a:tab pos="0" algn="l"/>
              </a:tabLst>
              <a:defRPr lang="en-US" sz="1400" b="0" strike="noStrike" spc="-1">
                <a:solidFill>
                  <a:schemeClr val="dk1">
                    <a:tint val="75000"/>
                  </a:schemeClr>
                </a:solidFill>
                <a:latin typeface="Times New Roman"/>
              </a:defRPr>
            </a:lvl1pPr>
          </a:lstStyle>
          <a:p>
            <a:pPr indent="0" algn="r">
              <a:lnSpc>
                <a:spcPct val="100000"/>
              </a:lnSpc>
              <a:buNone/>
              <a:tabLst>
                <a:tab pos="0" algn="l"/>
              </a:tabLst>
            </a:pPr>
            <a:fld id="{01A48C13-9C7D-4975-9E3B-BA6AC983BD43}" type="slidenum">
              <a:rPr lang="en-US" sz="1400" b="0" strike="noStrike" spc="-1">
                <a:solidFill>
                  <a:schemeClr val="dk1">
                    <a:tint val="75000"/>
                  </a:schemeClr>
                </a:solidFill>
                <a:latin typeface="Times New Roman"/>
              </a:rPr>
              <a:t>‹Nº›</a:t>
            </a:fld>
            <a:endParaRPr lang="en-US" sz="1400" b="0" strike="noStrike" spc="-1">
              <a:solidFill>
                <a:srgbClr val="000000"/>
              </a:solidFill>
              <a:latin typeface="Times New Roman"/>
            </a:endParaRPr>
          </a:p>
        </p:txBody>
      </p:sp>
      <p:sp>
        <p:nvSpPr>
          <p:cNvPr id="18" name="PlaceHolder 5"/>
          <p:cNvSpPr>
            <a:spLocks noGrp="1"/>
          </p:cNvSpPr>
          <p:nvPr>
            <p:ph type="dt" idx="9"/>
          </p:nvPr>
        </p:nvSpPr>
        <p:spPr>
          <a:xfrm>
            <a:off x="914400" y="9567000"/>
            <a:ext cx="4205520" cy="513720"/>
          </a:xfrm>
          <a:prstGeom prst="rect">
            <a:avLst/>
          </a:prstGeom>
          <a:noFill/>
          <a:ln w="0">
            <a:noFill/>
          </a:ln>
        </p:spPr>
        <p:txBody>
          <a:bodyPr lIns="0" tIns="0" rIns="0" bIns="0" anchor="t">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8" name="bg object 16"/>
          <p:cNvPicPr/>
          <p:nvPr/>
        </p:nvPicPr>
        <p:blipFill>
          <a:blip r:embed="rId3"/>
          <a:stretch/>
        </p:blipFill>
        <p:spPr>
          <a:xfrm>
            <a:off x="12541320" y="0"/>
            <a:ext cx="5542200" cy="1649880"/>
          </a:xfrm>
          <a:prstGeom prst="rect">
            <a:avLst/>
          </a:prstGeom>
          <a:ln w="0">
            <a:noFill/>
          </a:ln>
        </p:spPr>
      </p:pic>
      <p:sp>
        <p:nvSpPr>
          <p:cNvPr id="29" name="PlaceHolder 1"/>
          <p:cNvSpPr>
            <a:spLocks noGrp="1"/>
          </p:cNvSpPr>
          <p:nvPr>
            <p:ph type="title"/>
          </p:nvPr>
        </p:nvSpPr>
        <p:spPr>
          <a:xfrm>
            <a:off x="2351160" y="255240"/>
            <a:ext cx="13584960" cy="171756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30" name="PlaceHolder 2"/>
          <p:cNvSpPr>
            <a:spLocks noGrp="1"/>
          </p:cNvSpPr>
          <p:nvPr>
            <p:ph type="body"/>
          </p:nvPr>
        </p:nvSpPr>
        <p:spPr>
          <a:xfrm>
            <a:off x="914400" y="2406960"/>
            <a:ext cx="1645848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31" name="PlaceHolder 3"/>
          <p:cNvSpPr>
            <a:spLocks noGrp="1"/>
          </p:cNvSpPr>
          <p:nvPr>
            <p:ph type="ftr" idx="13"/>
          </p:nvPr>
        </p:nvSpPr>
        <p:spPr>
          <a:xfrm>
            <a:off x="6217920" y="9567000"/>
            <a:ext cx="5851440" cy="513720"/>
          </a:xfrm>
          <a:prstGeom prst="rect">
            <a:avLst/>
          </a:prstGeom>
          <a:noFill/>
          <a:ln w="0">
            <a:noFill/>
          </a:ln>
        </p:spPr>
        <p:txBody>
          <a:bodyPr lIns="0" tIns="0" rIns="0" bIns="0" anchor="t">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32" name="PlaceHolder 4"/>
          <p:cNvSpPr>
            <a:spLocks noGrp="1"/>
          </p:cNvSpPr>
          <p:nvPr>
            <p:ph type="sldNum" idx="14"/>
          </p:nvPr>
        </p:nvSpPr>
        <p:spPr>
          <a:xfrm>
            <a:off x="13167360" y="9567000"/>
            <a:ext cx="4205520" cy="513720"/>
          </a:xfrm>
          <a:prstGeom prst="rect">
            <a:avLst/>
          </a:prstGeom>
          <a:noFill/>
          <a:ln w="0">
            <a:noFill/>
          </a:ln>
        </p:spPr>
        <p:txBody>
          <a:bodyPr lIns="0" tIns="0" rIns="0" bIns="0" anchor="t">
            <a:noAutofit/>
          </a:bodyPr>
          <a:lstStyle>
            <a:lvl1pPr indent="0" algn="r">
              <a:lnSpc>
                <a:spcPct val="100000"/>
              </a:lnSpc>
              <a:buNone/>
              <a:tabLst>
                <a:tab pos="0" algn="l"/>
              </a:tabLst>
              <a:defRPr lang="en-US" sz="1400" b="0" strike="noStrike" spc="-1">
                <a:solidFill>
                  <a:schemeClr val="dk1">
                    <a:tint val="75000"/>
                  </a:schemeClr>
                </a:solidFill>
                <a:latin typeface="Times New Roman"/>
              </a:defRPr>
            </a:lvl1pPr>
          </a:lstStyle>
          <a:p>
            <a:pPr indent="0" algn="r">
              <a:lnSpc>
                <a:spcPct val="100000"/>
              </a:lnSpc>
              <a:buNone/>
              <a:tabLst>
                <a:tab pos="0" algn="l"/>
              </a:tabLst>
            </a:pPr>
            <a:fld id="{44BC1647-FF71-45AF-9323-3F6DD4EB2EA3}" type="slidenum">
              <a:rPr lang="en-US" sz="1400" b="0" strike="noStrike" spc="-1">
                <a:solidFill>
                  <a:schemeClr val="dk1">
                    <a:tint val="75000"/>
                  </a:schemeClr>
                </a:solidFill>
                <a:latin typeface="Times New Roman"/>
              </a:rPr>
              <a:t>‹Nº›</a:t>
            </a:fld>
            <a:endParaRPr lang="en-US" sz="1400" b="0" strike="noStrike" spc="-1">
              <a:solidFill>
                <a:srgbClr val="000000"/>
              </a:solidFill>
              <a:latin typeface="Times New Roman"/>
            </a:endParaRPr>
          </a:p>
        </p:txBody>
      </p:sp>
      <p:sp>
        <p:nvSpPr>
          <p:cNvPr id="33" name="PlaceHolder 5"/>
          <p:cNvSpPr>
            <a:spLocks noGrp="1"/>
          </p:cNvSpPr>
          <p:nvPr>
            <p:ph type="dt" idx="15"/>
          </p:nvPr>
        </p:nvSpPr>
        <p:spPr>
          <a:xfrm>
            <a:off x="914400" y="9567000"/>
            <a:ext cx="4205520" cy="513720"/>
          </a:xfrm>
          <a:prstGeom prst="rect">
            <a:avLst/>
          </a:prstGeom>
          <a:noFill/>
          <a:ln w="0">
            <a:noFill/>
          </a:ln>
        </p:spPr>
        <p:txBody>
          <a:bodyPr lIns="0" tIns="0" rIns="0" bIns="0" anchor="t">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9"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
              <a:alphaModFix/>
            </a:blip>
            <a:stretch>
              <a:fillRect/>
            </a:stretch>
          </a:blipFill>
          <a:ln>
            <a:noFill/>
          </a:ln>
        </p:spPr>
      </p:sp>
      <p:sp>
        <p:nvSpPr>
          <p:cNvPr id="36" name="object 2"/>
          <p:cNvSpPr/>
          <p:nvPr/>
        </p:nvSpPr>
        <p:spPr>
          <a:xfrm>
            <a:off x="3241189" y="2945974"/>
            <a:ext cx="11805622" cy="3373643"/>
          </a:xfrm>
          <a:prstGeom prst="rect">
            <a:avLst/>
          </a:prstGeom>
          <a:noFill/>
          <a:ln w="0">
            <a:noFill/>
          </a:ln>
        </p:spPr>
        <p:style>
          <a:lnRef idx="0">
            <a:scrgbClr r="0" g="0" b="0"/>
          </a:lnRef>
          <a:fillRef idx="0">
            <a:scrgbClr r="0" g="0" b="0"/>
          </a:fillRef>
          <a:effectRef idx="0">
            <a:scrgbClr r="0" g="0" b="0"/>
          </a:effectRef>
          <a:fontRef idx="minor"/>
        </p:style>
        <p:txBody>
          <a:bodyPr wrap="square" lIns="0" tIns="12600" rIns="0" bIns="0" anchor="t">
            <a:spAutoFit/>
          </a:bodyPr>
          <a:lstStyle/>
          <a:p>
            <a:pPr marL="2706840" indent="-2694960" algn="ctr">
              <a:lnSpc>
                <a:spcPct val="140000"/>
              </a:lnSpc>
              <a:spcBef>
                <a:spcPts val="666"/>
              </a:spcBef>
              <a:spcAft>
                <a:spcPts val="567"/>
              </a:spcAft>
              <a:tabLst>
                <a:tab pos="0" algn="l"/>
              </a:tabLst>
            </a:pPr>
            <a:r>
              <a:rPr lang="en-US" sz="7800" b="0" strike="noStrike" spc="-792" dirty="0" smtClean="0">
                <a:solidFill>
                  <a:srgbClr val="131416"/>
                </a:solidFill>
                <a:latin typeface="Arial Black"/>
              </a:rPr>
              <a:t>774</a:t>
            </a:r>
            <a:r>
              <a:rPr lang="en-US" sz="7800" b="0" strike="noStrike" spc="-585" dirty="0" smtClean="0">
                <a:solidFill>
                  <a:srgbClr val="131416"/>
                </a:solidFill>
                <a:latin typeface="Arial Black"/>
              </a:rPr>
              <a:t> </a:t>
            </a:r>
            <a:r>
              <a:rPr lang="en-US" sz="7800" b="0" strike="noStrike" spc="-111" dirty="0">
                <a:solidFill>
                  <a:srgbClr val="131416"/>
                </a:solidFill>
                <a:latin typeface="Arial Black"/>
              </a:rPr>
              <a:t>-</a:t>
            </a:r>
            <a:r>
              <a:rPr lang="en-US" sz="7800" b="0" strike="noStrike" spc="-582" dirty="0">
                <a:solidFill>
                  <a:srgbClr val="131416"/>
                </a:solidFill>
                <a:latin typeface="Arial Black"/>
              </a:rPr>
              <a:t> </a:t>
            </a:r>
            <a:r>
              <a:rPr lang="en-US" sz="7800" b="0" strike="noStrike" spc="-786" dirty="0">
                <a:solidFill>
                  <a:srgbClr val="131416"/>
                </a:solidFill>
                <a:latin typeface="Arial Black"/>
              </a:rPr>
              <a:t>Bases</a:t>
            </a:r>
            <a:r>
              <a:rPr lang="en-US" sz="7800" b="0" strike="noStrike" spc="-582" dirty="0">
                <a:solidFill>
                  <a:srgbClr val="131416"/>
                </a:solidFill>
                <a:latin typeface="Arial Black"/>
              </a:rPr>
              <a:t> </a:t>
            </a:r>
            <a:r>
              <a:rPr lang="en-US" sz="7800" b="0" strike="noStrike" spc="-477" dirty="0">
                <a:solidFill>
                  <a:srgbClr val="131416"/>
                </a:solidFill>
                <a:latin typeface="Arial Black"/>
              </a:rPr>
              <a:t>de</a:t>
            </a:r>
            <a:r>
              <a:rPr lang="en-US" sz="7800" b="0" strike="noStrike" spc="-582" dirty="0">
                <a:solidFill>
                  <a:srgbClr val="131416"/>
                </a:solidFill>
                <a:latin typeface="Arial Black"/>
              </a:rPr>
              <a:t> </a:t>
            </a:r>
            <a:r>
              <a:rPr lang="en-US" sz="7800" b="0" strike="noStrike" spc="-435" dirty="0" err="1">
                <a:solidFill>
                  <a:srgbClr val="131416"/>
                </a:solidFill>
                <a:latin typeface="Arial Black"/>
              </a:rPr>
              <a:t>datos</a:t>
            </a:r>
            <a:r>
              <a:rPr lang="en-US" sz="7800" b="0" strike="noStrike" spc="-582" dirty="0">
                <a:solidFill>
                  <a:srgbClr val="131416"/>
                </a:solidFill>
                <a:latin typeface="Arial Black"/>
              </a:rPr>
              <a:t> </a:t>
            </a:r>
            <a:r>
              <a:rPr lang="en-US" sz="7800" b="0" strike="noStrike" spc="-831" dirty="0" smtClean="0">
                <a:solidFill>
                  <a:srgbClr val="131416"/>
                </a:solidFill>
                <a:latin typeface="Arial Black"/>
              </a:rPr>
              <a:t>1</a:t>
            </a:r>
          </a:p>
          <a:p>
            <a:pPr marL="2706840" indent="-2694960" algn="ctr">
              <a:lnSpc>
                <a:spcPct val="140000"/>
              </a:lnSpc>
              <a:spcBef>
                <a:spcPts val="666"/>
              </a:spcBef>
              <a:spcAft>
                <a:spcPts val="567"/>
              </a:spcAft>
              <a:tabLst>
                <a:tab pos="0" algn="l"/>
              </a:tabLst>
            </a:pPr>
            <a:r>
              <a:rPr lang="en-US" sz="7800" b="0" strike="noStrike" spc="-330" dirty="0" err="1" smtClean="0">
                <a:solidFill>
                  <a:srgbClr val="131416"/>
                </a:solidFill>
                <a:latin typeface="Arial Black"/>
              </a:rPr>
              <a:t>Laboratorio</a:t>
            </a:r>
            <a:endParaRPr lang="en-US" sz="7800" b="0" strike="noStrike" spc="-1" dirty="0">
              <a:solidFill>
                <a:srgbClr val="000000"/>
              </a:solidFill>
              <a:latin typeface="Arial"/>
              <a:ea typeface="Noto Sans CJK SC"/>
            </a:endParaRPr>
          </a:p>
        </p:txBody>
      </p:sp>
      <p:sp>
        <p:nvSpPr>
          <p:cNvPr id="37" name="object 3"/>
          <p:cNvSpPr/>
          <p:nvPr/>
        </p:nvSpPr>
        <p:spPr>
          <a:xfrm>
            <a:off x="300240" y="8971560"/>
            <a:ext cx="7036920" cy="131544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12600" indent="34920">
              <a:lnSpc>
                <a:spcPct val="122000"/>
              </a:lnSpc>
              <a:spcBef>
                <a:spcPts val="96"/>
              </a:spcBef>
              <a:tabLst>
                <a:tab pos="0" algn="l"/>
              </a:tabLst>
            </a:pPr>
            <a:r>
              <a:rPr lang="en-US" sz="2500" b="0" strike="noStrike" spc="-222" dirty="0" err="1">
                <a:solidFill>
                  <a:srgbClr val="131416"/>
                </a:solidFill>
                <a:latin typeface="Arial Black"/>
              </a:rPr>
              <a:t>Escuela</a:t>
            </a:r>
            <a:r>
              <a:rPr lang="en-US" sz="2500" b="0" strike="noStrike" spc="-171" dirty="0">
                <a:solidFill>
                  <a:srgbClr val="131416"/>
                </a:solidFill>
                <a:latin typeface="Arial Black"/>
              </a:rPr>
              <a:t> </a:t>
            </a:r>
            <a:r>
              <a:rPr lang="en-US" sz="2500" b="0" strike="noStrike" spc="-145" dirty="0">
                <a:solidFill>
                  <a:srgbClr val="131416"/>
                </a:solidFill>
                <a:latin typeface="Arial Black"/>
              </a:rPr>
              <a:t>de</a:t>
            </a:r>
            <a:r>
              <a:rPr lang="en-US" sz="2500" b="0" strike="noStrike" spc="-165" dirty="0">
                <a:solidFill>
                  <a:srgbClr val="131416"/>
                </a:solidFill>
                <a:latin typeface="Arial Black"/>
              </a:rPr>
              <a:t> </a:t>
            </a:r>
            <a:r>
              <a:rPr lang="en-US" sz="2500" b="0" strike="noStrike" spc="-114" dirty="0" err="1">
                <a:solidFill>
                  <a:srgbClr val="131416"/>
                </a:solidFill>
                <a:latin typeface="Arial Black"/>
              </a:rPr>
              <a:t>Ingeniería</a:t>
            </a:r>
            <a:r>
              <a:rPr lang="en-US" sz="2500" b="0" strike="noStrike" spc="-165" dirty="0">
                <a:solidFill>
                  <a:srgbClr val="131416"/>
                </a:solidFill>
                <a:latin typeface="Arial Black"/>
              </a:rPr>
              <a:t> </a:t>
            </a:r>
            <a:r>
              <a:rPr lang="en-US" sz="2500" b="0" strike="noStrike" spc="-145" dirty="0">
                <a:solidFill>
                  <a:srgbClr val="131416"/>
                </a:solidFill>
                <a:latin typeface="Arial Black"/>
              </a:rPr>
              <a:t>de</a:t>
            </a:r>
            <a:r>
              <a:rPr lang="en-US" sz="2500" b="0" strike="noStrike" spc="-165" dirty="0">
                <a:solidFill>
                  <a:srgbClr val="131416"/>
                </a:solidFill>
                <a:latin typeface="Arial Black"/>
              </a:rPr>
              <a:t> </a:t>
            </a:r>
            <a:r>
              <a:rPr lang="en-US" sz="2500" b="0" strike="noStrike" spc="-202" dirty="0" err="1">
                <a:solidFill>
                  <a:srgbClr val="131416"/>
                </a:solidFill>
                <a:latin typeface="Arial Black"/>
              </a:rPr>
              <a:t>Ciencias</a:t>
            </a:r>
            <a:r>
              <a:rPr lang="en-US" sz="2500" b="0" strike="noStrike" spc="-165" dirty="0">
                <a:solidFill>
                  <a:srgbClr val="131416"/>
                </a:solidFill>
                <a:latin typeface="Arial Black"/>
              </a:rPr>
              <a:t> </a:t>
            </a:r>
            <a:r>
              <a:rPr lang="en-US" sz="2500" b="0" strike="noStrike" spc="-392" dirty="0">
                <a:solidFill>
                  <a:srgbClr val="131416"/>
                </a:solidFill>
                <a:latin typeface="Arial Black"/>
              </a:rPr>
              <a:t>Y</a:t>
            </a:r>
            <a:r>
              <a:rPr lang="en-US" sz="2500" b="0" strike="noStrike" spc="-165" dirty="0">
                <a:solidFill>
                  <a:srgbClr val="131416"/>
                </a:solidFill>
                <a:latin typeface="Arial Black"/>
              </a:rPr>
              <a:t> </a:t>
            </a:r>
            <a:r>
              <a:rPr lang="en-US" sz="2500" b="0" strike="noStrike" spc="-191" dirty="0" err="1">
                <a:solidFill>
                  <a:srgbClr val="131416"/>
                </a:solidFill>
                <a:latin typeface="Arial Black"/>
              </a:rPr>
              <a:t>Sistemas</a:t>
            </a:r>
            <a:r>
              <a:rPr lang="en-US" sz="2500" b="0" strike="noStrike" spc="-191" dirty="0">
                <a:solidFill>
                  <a:srgbClr val="131416"/>
                </a:solidFill>
                <a:latin typeface="Arial Black"/>
              </a:rPr>
              <a:t> </a:t>
            </a:r>
            <a:r>
              <a:rPr lang="en-US" sz="2500" b="0" strike="noStrike" spc="-160" dirty="0" err="1">
                <a:solidFill>
                  <a:srgbClr val="131416"/>
                </a:solidFill>
                <a:latin typeface="Arial Black"/>
              </a:rPr>
              <a:t>Facultad</a:t>
            </a:r>
            <a:r>
              <a:rPr lang="en-US" sz="2500" b="0" strike="noStrike" spc="-157" dirty="0">
                <a:solidFill>
                  <a:srgbClr val="131416"/>
                </a:solidFill>
                <a:latin typeface="Arial Black"/>
              </a:rPr>
              <a:t> </a:t>
            </a:r>
            <a:r>
              <a:rPr lang="en-US" sz="2500" b="0" strike="noStrike" spc="-145" dirty="0">
                <a:solidFill>
                  <a:srgbClr val="131416"/>
                </a:solidFill>
                <a:latin typeface="Arial Black"/>
              </a:rPr>
              <a:t>de</a:t>
            </a:r>
            <a:r>
              <a:rPr lang="en-US" sz="2500" b="0" strike="noStrike" spc="-157" dirty="0">
                <a:solidFill>
                  <a:srgbClr val="131416"/>
                </a:solidFill>
                <a:latin typeface="Arial Black"/>
              </a:rPr>
              <a:t> </a:t>
            </a:r>
            <a:r>
              <a:rPr lang="en-US" sz="2500" b="0" strike="noStrike" spc="-21" dirty="0" err="1">
                <a:solidFill>
                  <a:srgbClr val="131416"/>
                </a:solidFill>
                <a:latin typeface="Arial Black"/>
              </a:rPr>
              <a:t>Ingeniería</a:t>
            </a:r>
            <a:endParaRPr lang="en-US" sz="2500" b="0" strike="noStrike" spc="-1" dirty="0">
              <a:solidFill>
                <a:srgbClr val="000000"/>
              </a:solidFill>
              <a:latin typeface="Arial"/>
            </a:endParaRPr>
          </a:p>
          <a:p>
            <a:pPr marL="13320">
              <a:lnSpc>
                <a:spcPts val="2951"/>
              </a:lnSpc>
              <a:tabLst>
                <a:tab pos="0" algn="l"/>
              </a:tabLst>
            </a:pPr>
            <a:r>
              <a:rPr lang="en-US" sz="2500" b="0" strike="noStrike" spc="-131" dirty="0">
                <a:solidFill>
                  <a:srgbClr val="131416"/>
                </a:solidFill>
                <a:latin typeface="Arial Black"/>
              </a:rPr>
              <a:t>Universidad</a:t>
            </a:r>
            <a:r>
              <a:rPr lang="en-US" sz="2500" b="0" strike="noStrike" spc="-160" dirty="0">
                <a:solidFill>
                  <a:srgbClr val="131416"/>
                </a:solidFill>
                <a:latin typeface="Arial Black"/>
              </a:rPr>
              <a:t> </a:t>
            </a:r>
            <a:r>
              <a:rPr lang="en-US" sz="2500" b="0" strike="noStrike" spc="-145" dirty="0">
                <a:solidFill>
                  <a:srgbClr val="131416"/>
                </a:solidFill>
                <a:latin typeface="Arial Black"/>
              </a:rPr>
              <a:t>de</a:t>
            </a:r>
            <a:r>
              <a:rPr lang="en-US" sz="2500" b="0" strike="noStrike" spc="-160" dirty="0">
                <a:solidFill>
                  <a:srgbClr val="131416"/>
                </a:solidFill>
                <a:latin typeface="Arial Black"/>
              </a:rPr>
              <a:t> </a:t>
            </a:r>
            <a:r>
              <a:rPr lang="en-US" sz="2500" b="0" strike="noStrike" spc="-211" dirty="0">
                <a:solidFill>
                  <a:srgbClr val="131416"/>
                </a:solidFill>
                <a:latin typeface="Arial Black"/>
              </a:rPr>
              <a:t>San</a:t>
            </a:r>
            <a:r>
              <a:rPr lang="en-US" sz="2500" b="0" strike="noStrike" spc="-160" dirty="0">
                <a:solidFill>
                  <a:srgbClr val="131416"/>
                </a:solidFill>
                <a:latin typeface="Arial Black"/>
              </a:rPr>
              <a:t> </a:t>
            </a:r>
            <a:r>
              <a:rPr lang="en-US" sz="2500" b="0" strike="noStrike" spc="-171" dirty="0">
                <a:solidFill>
                  <a:srgbClr val="131416"/>
                </a:solidFill>
                <a:latin typeface="Arial Black"/>
              </a:rPr>
              <a:t>Carlos</a:t>
            </a:r>
            <a:r>
              <a:rPr lang="en-US" sz="2500" b="0" strike="noStrike" spc="-157" dirty="0">
                <a:solidFill>
                  <a:srgbClr val="131416"/>
                </a:solidFill>
                <a:latin typeface="Arial Black"/>
              </a:rPr>
              <a:t> </a:t>
            </a:r>
            <a:r>
              <a:rPr lang="en-US" sz="2500" b="0" strike="noStrike" spc="-145" dirty="0">
                <a:solidFill>
                  <a:srgbClr val="131416"/>
                </a:solidFill>
                <a:latin typeface="Arial Black"/>
              </a:rPr>
              <a:t>de</a:t>
            </a:r>
            <a:r>
              <a:rPr lang="en-US" sz="2500" b="0" strike="noStrike" spc="-160" dirty="0">
                <a:solidFill>
                  <a:srgbClr val="131416"/>
                </a:solidFill>
                <a:latin typeface="Arial Black"/>
              </a:rPr>
              <a:t> </a:t>
            </a:r>
            <a:r>
              <a:rPr lang="en-US" sz="2500" b="0" strike="noStrike" spc="-12" dirty="0">
                <a:solidFill>
                  <a:srgbClr val="131416"/>
                </a:solidFill>
                <a:latin typeface="Arial Black"/>
              </a:rPr>
              <a:t>Guatemala</a:t>
            </a:r>
            <a:endParaRPr lang="en-US" sz="2500" b="0" strike="noStrike" spc="-1" dirty="0">
              <a:solidFill>
                <a:srgbClr val="000000"/>
              </a:solidFill>
              <a:latin typeface="Arial"/>
            </a:endParaRPr>
          </a:p>
        </p:txBody>
      </p:sp>
      <p:pic>
        <p:nvPicPr>
          <p:cNvPr id="38" name="object 4"/>
          <p:cNvPicPr/>
          <p:nvPr/>
        </p:nvPicPr>
        <p:blipFill>
          <a:blip r:embed="rId3"/>
          <a:stretch/>
        </p:blipFill>
        <p:spPr>
          <a:xfrm>
            <a:off x="5072274" y="0"/>
            <a:ext cx="6715534" cy="2924100"/>
          </a:xfrm>
          <a:prstGeom prst="rect">
            <a:avLst/>
          </a:prstGeom>
          <a:ln w="0">
            <a:noFill/>
          </a:ln>
        </p:spPr>
      </p:pic>
      <p:pic>
        <p:nvPicPr>
          <p:cNvPr id="39" name="object 5"/>
          <p:cNvPicPr/>
          <p:nvPr/>
        </p:nvPicPr>
        <p:blipFill>
          <a:blip r:embed="rId4"/>
          <a:stretch/>
        </p:blipFill>
        <p:spPr>
          <a:xfrm>
            <a:off x="11270974" y="6142382"/>
            <a:ext cx="7017026" cy="4183137"/>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object 2"/>
          <p:cNvSpPr/>
          <p:nvPr/>
        </p:nvSpPr>
        <p:spPr>
          <a:xfrm>
            <a:off x="2022480" y="3951720"/>
            <a:ext cx="11381040" cy="6540151"/>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33200">
              <a:lnSpc>
                <a:spcPct val="100000"/>
              </a:lnSpc>
              <a:spcBef>
                <a:spcPts val="99"/>
              </a:spcBef>
            </a:pPr>
            <a:r>
              <a:rPr lang="en-US" sz="2800" b="0" strike="noStrike" spc="-26" dirty="0" err="1">
                <a:solidFill>
                  <a:srgbClr val="000000"/>
                </a:solidFill>
                <a:latin typeface="Arial MT"/>
              </a:rPr>
              <a:t>Presentación</a:t>
            </a:r>
            <a:r>
              <a:rPr lang="en-US" sz="2800" b="0" strike="noStrike" spc="-171" dirty="0">
                <a:solidFill>
                  <a:srgbClr val="000000"/>
                </a:solidFill>
                <a:latin typeface="Arial MT"/>
              </a:rPr>
              <a:t> </a:t>
            </a:r>
            <a:r>
              <a:rPr lang="en-US" sz="2800" b="0" strike="noStrike" spc="-1" dirty="0" err="1">
                <a:solidFill>
                  <a:srgbClr val="000000"/>
                </a:solidFill>
                <a:latin typeface="Arial MT"/>
              </a:rPr>
              <a:t>Auxiliar</a:t>
            </a:r>
            <a:r>
              <a:rPr lang="en-US" sz="2800" b="0" strike="noStrike" spc="-32" dirty="0">
                <a:solidFill>
                  <a:srgbClr val="000000"/>
                </a:solidFill>
                <a:latin typeface="Arial MT"/>
              </a:rPr>
              <a:t> </a:t>
            </a:r>
            <a:r>
              <a:rPr lang="en-US" sz="2800" b="0" strike="noStrike" spc="-1" dirty="0">
                <a:solidFill>
                  <a:srgbClr val="000000"/>
                </a:solidFill>
                <a:latin typeface="Arial MT"/>
              </a:rPr>
              <a:t>de</a:t>
            </a:r>
            <a:r>
              <a:rPr lang="en-US" sz="2800" b="0" strike="noStrike" spc="-21" dirty="0">
                <a:solidFill>
                  <a:srgbClr val="000000"/>
                </a:solidFill>
                <a:latin typeface="Arial MT"/>
              </a:rPr>
              <a:t> </a:t>
            </a:r>
            <a:r>
              <a:rPr lang="en-US" sz="2800" b="0" strike="noStrike" spc="-12" dirty="0" err="1">
                <a:solidFill>
                  <a:srgbClr val="000000"/>
                </a:solidFill>
                <a:latin typeface="Arial MT"/>
              </a:rPr>
              <a:t>curso</a:t>
            </a:r>
            <a:endParaRPr lang="en-US" sz="2800" b="0" strike="noStrike" spc="-1" dirty="0">
              <a:solidFill>
                <a:srgbClr val="000000"/>
              </a:solidFill>
              <a:latin typeface="Arial"/>
            </a:endParaRPr>
          </a:p>
          <a:p>
            <a:pPr marL="133200">
              <a:lnSpc>
                <a:spcPct val="100000"/>
              </a:lnSpc>
              <a:spcBef>
                <a:spcPts val="785"/>
              </a:spcBef>
            </a:pPr>
            <a:endParaRPr lang="en-US" sz="2800" b="0" strike="noStrike" spc="-1" dirty="0">
              <a:solidFill>
                <a:srgbClr val="000000"/>
              </a:solidFill>
              <a:latin typeface="Arial"/>
            </a:endParaRPr>
          </a:p>
          <a:p>
            <a:pPr marL="132120">
              <a:lnSpc>
                <a:spcPct val="100000"/>
              </a:lnSpc>
            </a:pPr>
            <a:r>
              <a:rPr lang="en-US" sz="2800" b="0" strike="noStrike" spc="-1" dirty="0" err="1">
                <a:solidFill>
                  <a:srgbClr val="000000"/>
                </a:solidFill>
                <a:latin typeface="Arial MT"/>
              </a:rPr>
              <a:t>Presentación</a:t>
            </a:r>
            <a:r>
              <a:rPr lang="en-US" sz="2800" b="0" strike="noStrike" spc="69" dirty="0">
                <a:solidFill>
                  <a:srgbClr val="000000"/>
                </a:solidFill>
                <a:latin typeface="Arial MT"/>
              </a:rPr>
              <a:t> </a:t>
            </a:r>
            <a:r>
              <a:rPr lang="en-US" sz="2800" b="0" strike="noStrike" spc="-1" dirty="0">
                <a:solidFill>
                  <a:srgbClr val="000000"/>
                </a:solidFill>
                <a:latin typeface="Arial MT"/>
              </a:rPr>
              <a:t>de</a:t>
            </a:r>
            <a:r>
              <a:rPr lang="en-US" sz="2800" b="0" strike="noStrike" spc="80" dirty="0">
                <a:solidFill>
                  <a:srgbClr val="000000"/>
                </a:solidFill>
                <a:latin typeface="Arial MT"/>
              </a:rPr>
              <a:t> </a:t>
            </a:r>
            <a:r>
              <a:rPr lang="en-US" sz="2800" b="0" strike="noStrike" spc="-12" dirty="0" err="1">
                <a:solidFill>
                  <a:srgbClr val="000000"/>
                </a:solidFill>
                <a:latin typeface="Arial MT"/>
              </a:rPr>
              <a:t>estudiantes</a:t>
            </a:r>
            <a:endParaRPr lang="en-US" sz="2800" b="0" strike="noStrike" spc="-1" dirty="0">
              <a:solidFill>
                <a:srgbClr val="000000"/>
              </a:solidFill>
              <a:latin typeface="Arial"/>
            </a:endParaRPr>
          </a:p>
          <a:p>
            <a:pPr marL="129600">
              <a:lnSpc>
                <a:spcPct val="100000"/>
              </a:lnSpc>
              <a:spcBef>
                <a:spcPts val="3195"/>
              </a:spcBef>
            </a:pPr>
            <a:r>
              <a:rPr lang="en-US" sz="2800" b="0" strike="noStrike" spc="-1" dirty="0" err="1">
                <a:solidFill>
                  <a:srgbClr val="000000"/>
                </a:solidFill>
                <a:latin typeface="Arial MT"/>
              </a:rPr>
              <a:t>Evaluación</a:t>
            </a:r>
            <a:r>
              <a:rPr lang="en-US" sz="2800" b="0" strike="noStrike" spc="-100" dirty="0">
                <a:solidFill>
                  <a:srgbClr val="000000"/>
                </a:solidFill>
                <a:latin typeface="Arial MT"/>
              </a:rPr>
              <a:t> </a:t>
            </a:r>
            <a:r>
              <a:rPr lang="en-US" sz="2800" b="0" strike="noStrike" spc="-1" dirty="0">
                <a:solidFill>
                  <a:srgbClr val="000000"/>
                </a:solidFill>
                <a:latin typeface="Arial MT"/>
              </a:rPr>
              <a:t>de</a:t>
            </a:r>
            <a:r>
              <a:rPr lang="en-US" sz="2800" b="0" strike="noStrike" spc="-97" dirty="0">
                <a:solidFill>
                  <a:srgbClr val="000000"/>
                </a:solidFill>
                <a:latin typeface="Arial MT"/>
              </a:rPr>
              <a:t> </a:t>
            </a:r>
            <a:r>
              <a:rPr lang="en-US" sz="2800" b="0" strike="noStrike" spc="-1" dirty="0" err="1">
                <a:solidFill>
                  <a:srgbClr val="000000"/>
                </a:solidFill>
                <a:latin typeface="Arial MT"/>
              </a:rPr>
              <a:t>Conocimientos</a:t>
            </a:r>
            <a:r>
              <a:rPr lang="en-US" sz="2800" b="0" strike="noStrike" spc="-97" dirty="0">
                <a:solidFill>
                  <a:srgbClr val="000000"/>
                </a:solidFill>
                <a:latin typeface="Arial MT"/>
              </a:rPr>
              <a:t> </a:t>
            </a:r>
            <a:r>
              <a:rPr lang="en-US" sz="2800" b="0" strike="noStrike" spc="-1" dirty="0">
                <a:solidFill>
                  <a:srgbClr val="000000"/>
                </a:solidFill>
                <a:latin typeface="Arial MT"/>
              </a:rPr>
              <a:t>de</a:t>
            </a:r>
            <a:r>
              <a:rPr lang="en-US" sz="2800" b="0" strike="noStrike" spc="-100" dirty="0">
                <a:solidFill>
                  <a:srgbClr val="000000"/>
                </a:solidFill>
                <a:latin typeface="Arial MT"/>
              </a:rPr>
              <a:t> </a:t>
            </a:r>
            <a:r>
              <a:rPr lang="en-US" sz="2800" b="0" strike="noStrike" spc="-1" dirty="0" err="1">
                <a:solidFill>
                  <a:srgbClr val="000000"/>
                </a:solidFill>
                <a:latin typeface="Arial MT"/>
              </a:rPr>
              <a:t>Manejo</a:t>
            </a:r>
            <a:r>
              <a:rPr lang="en-US" sz="2800" b="0" strike="noStrike" spc="-97" dirty="0">
                <a:solidFill>
                  <a:srgbClr val="000000"/>
                </a:solidFill>
                <a:latin typeface="Arial MT"/>
              </a:rPr>
              <a:t> </a:t>
            </a:r>
            <a:r>
              <a:rPr lang="en-US" sz="2800" b="0" strike="noStrike" spc="-1" dirty="0">
                <a:solidFill>
                  <a:srgbClr val="000000"/>
                </a:solidFill>
                <a:latin typeface="Arial MT"/>
              </a:rPr>
              <a:t>e</a:t>
            </a:r>
            <a:r>
              <a:rPr lang="en-US" sz="2800" b="0" strike="noStrike" spc="-97" dirty="0">
                <a:solidFill>
                  <a:srgbClr val="000000"/>
                </a:solidFill>
                <a:latin typeface="Arial MT"/>
              </a:rPr>
              <a:t> </a:t>
            </a:r>
            <a:r>
              <a:rPr lang="en-US" sz="2800" b="0" strike="noStrike" spc="-12" dirty="0" err="1">
                <a:solidFill>
                  <a:srgbClr val="000000"/>
                </a:solidFill>
                <a:latin typeface="Arial MT"/>
              </a:rPr>
              <a:t>implementación</a:t>
            </a:r>
            <a:r>
              <a:rPr lang="en-US" sz="2800" b="0" strike="noStrike" spc="-97" dirty="0">
                <a:solidFill>
                  <a:srgbClr val="000000"/>
                </a:solidFill>
                <a:latin typeface="Arial MT"/>
              </a:rPr>
              <a:t> </a:t>
            </a:r>
            <a:r>
              <a:rPr lang="en-US" sz="2800" b="0" strike="noStrike" spc="-1" dirty="0">
                <a:solidFill>
                  <a:srgbClr val="000000"/>
                </a:solidFill>
                <a:latin typeface="Arial MT"/>
              </a:rPr>
              <a:t>de</a:t>
            </a:r>
            <a:r>
              <a:rPr lang="en-US" sz="2800" b="0" strike="noStrike" spc="-100" dirty="0">
                <a:solidFill>
                  <a:srgbClr val="000000"/>
                </a:solidFill>
                <a:latin typeface="Arial MT"/>
              </a:rPr>
              <a:t> </a:t>
            </a:r>
            <a:r>
              <a:rPr lang="en-US" sz="2800" b="0" strike="noStrike" spc="-12" dirty="0" err="1">
                <a:solidFill>
                  <a:srgbClr val="000000"/>
                </a:solidFill>
                <a:latin typeface="Arial MT"/>
              </a:rPr>
              <a:t>archivos</a:t>
            </a:r>
            <a:endParaRPr lang="en-US" sz="2800" b="0" strike="noStrike" spc="-1" dirty="0">
              <a:solidFill>
                <a:srgbClr val="000000"/>
              </a:solidFill>
              <a:latin typeface="Arial"/>
            </a:endParaRPr>
          </a:p>
          <a:p>
            <a:pPr marL="12600" indent="37440">
              <a:lnSpc>
                <a:spcPct val="225000"/>
              </a:lnSpc>
              <a:spcBef>
                <a:spcPts val="734"/>
              </a:spcBef>
              <a:tabLst>
                <a:tab pos="0" algn="l"/>
              </a:tabLst>
            </a:pPr>
            <a:r>
              <a:rPr lang="en-US" sz="2800" b="0" strike="noStrike" spc="-12" dirty="0" err="1" smtClean="0">
                <a:solidFill>
                  <a:srgbClr val="000000"/>
                </a:solidFill>
                <a:latin typeface="Arial MT"/>
              </a:rPr>
              <a:t>Senso</a:t>
            </a:r>
            <a:r>
              <a:rPr lang="en-US" sz="2800" b="0" strike="noStrike" spc="-12" dirty="0" smtClean="0">
                <a:solidFill>
                  <a:srgbClr val="000000"/>
                </a:solidFill>
                <a:latin typeface="Arial MT"/>
              </a:rPr>
              <a:t> de </a:t>
            </a:r>
            <a:r>
              <a:rPr lang="en-US" sz="2800" b="0" strike="noStrike" spc="-12" dirty="0" err="1" smtClean="0">
                <a:solidFill>
                  <a:srgbClr val="000000"/>
                </a:solidFill>
                <a:latin typeface="Arial MT"/>
              </a:rPr>
              <a:t>horarios</a:t>
            </a:r>
            <a:r>
              <a:rPr lang="en-US" sz="2800" b="0" strike="noStrike" spc="-12" dirty="0" smtClean="0">
                <a:solidFill>
                  <a:srgbClr val="000000"/>
                </a:solidFill>
                <a:latin typeface="Arial MT"/>
              </a:rPr>
              <a:t> de </a:t>
            </a:r>
            <a:r>
              <a:rPr lang="en-US" sz="2800" b="0" strike="noStrike" spc="-12" dirty="0" err="1" smtClean="0">
                <a:solidFill>
                  <a:srgbClr val="000000"/>
                </a:solidFill>
                <a:latin typeface="Arial MT"/>
              </a:rPr>
              <a:t>calificación</a:t>
            </a:r>
            <a:endParaRPr lang="en-US" sz="2800" b="0" strike="noStrike" spc="-12" dirty="0" smtClean="0">
              <a:solidFill>
                <a:srgbClr val="000000"/>
              </a:solidFill>
              <a:latin typeface="Arial MT"/>
            </a:endParaRPr>
          </a:p>
          <a:p>
            <a:pPr marL="12600" indent="37440">
              <a:lnSpc>
                <a:spcPct val="225000"/>
              </a:lnSpc>
              <a:spcBef>
                <a:spcPts val="734"/>
              </a:spcBef>
              <a:tabLst>
                <a:tab pos="0" algn="l"/>
              </a:tabLst>
            </a:pPr>
            <a:r>
              <a:rPr lang="en-US" sz="2800" b="0" strike="noStrike" spc="-12" dirty="0" err="1" smtClean="0">
                <a:solidFill>
                  <a:srgbClr val="000000"/>
                </a:solidFill>
                <a:latin typeface="Arial MT"/>
              </a:rPr>
              <a:t>Presentación</a:t>
            </a:r>
            <a:r>
              <a:rPr lang="en-US" sz="2800" b="0" strike="noStrike" spc="-97" dirty="0" smtClean="0">
                <a:solidFill>
                  <a:srgbClr val="000000"/>
                </a:solidFill>
                <a:latin typeface="Arial MT"/>
              </a:rPr>
              <a:t> </a:t>
            </a:r>
            <a:r>
              <a:rPr lang="en-US" sz="2800" b="0" strike="noStrike" spc="-1" dirty="0">
                <a:solidFill>
                  <a:srgbClr val="000000"/>
                </a:solidFill>
                <a:latin typeface="Arial MT"/>
              </a:rPr>
              <a:t>del</a:t>
            </a:r>
            <a:r>
              <a:rPr lang="en-US" sz="2800" b="0" strike="noStrike" spc="-92" dirty="0">
                <a:solidFill>
                  <a:srgbClr val="000000"/>
                </a:solidFill>
                <a:latin typeface="Arial MT"/>
              </a:rPr>
              <a:t> </a:t>
            </a:r>
            <a:r>
              <a:rPr lang="en-US" sz="2800" b="0" strike="noStrike" spc="-1" dirty="0" err="1">
                <a:solidFill>
                  <a:srgbClr val="000000"/>
                </a:solidFill>
                <a:latin typeface="Arial MT"/>
              </a:rPr>
              <a:t>programa</a:t>
            </a:r>
            <a:r>
              <a:rPr lang="en-US" sz="2800" b="0" strike="noStrike" spc="-97" dirty="0">
                <a:solidFill>
                  <a:srgbClr val="000000"/>
                </a:solidFill>
                <a:latin typeface="Arial MT"/>
              </a:rPr>
              <a:t> </a:t>
            </a:r>
            <a:r>
              <a:rPr lang="en-US" sz="2800" b="0" strike="noStrike" spc="-1" dirty="0">
                <a:solidFill>
                  <a:srgbClr val="000000"/>
                </a:solidFill>
                <a:latin typeface="Arial MT"/>
              </a:rPr>
              <a:t>del</a:t>
            </a:r>
            <a:r>
              <a:rPr lang="en-US" sz="2800" b="0" strike="noStrike" spc="-92" dirty="0">
                <a:solidFill>
                  <a:srgbClr val="000000"/>
                </a:solidFill>
                <a:latin typeface="Arial MT"/>
              </a:rPr>
              <a:t> </a:t>
            </a:r>
            <a:r>
              <a:rPr lang="en-US" sz="2800" b="0" strike="noStrike" spc="-12" dirty="0" err="1">
                <a:solidFill>
                  <a:srgbClr val="000000"/>
                </a:solidFill>
                <a:latin typeface="Arial MT"/>
              </a:rPr>
              <a:t>laboratorio</a:t>
            </a:r>
            <a:r>
              <a:rPr lang="en-US" sz="2800" b="0" strike="noStrike" spc="-12" dirty="0">
                <a:solidFill>
                  <a:srgbClr val="000000"/>
                </a:solidFill>
                <a:latin typeface="Arial MT"/>
              </a:rPr>
              <a:t> </a:t>
            </a:r>
            <a:endParaRPr lang="en-US" sz="2800" b="0" strike="noStrike" spc="-12" dirty="0" smtClean="0">
              <a:solidFill>
                <a:srgbClr val="000000"/>
              </a:solidFill>
              <a:latin typeface="Arial MT"/>
            </a:endParaRPr>
          </a:p>
          <a:p>
            <a:pPr marL="12600" indent="37440">
              <a:lnSpc>
                <a:spcPct val="225000"/>
              </a:lnSpc>
              <a:spcBef>
                <a:spcPts val="734"/>
              </a:spcBef>
              <a:tabLst>
                <a:tab pos="0" algn="l"/>
              </a:tabLst>
            </a:pPr>
            <a:r>
              <a:rPr lang="en-US" sz="2800" b="0" strike="noStrike" spc="-1" dirty="0" err="1" smtClean="0">
                <a:solidFill>
                  <a:srgbClr val="000000"/>
                </a:solidFill>
                <a:latin typeface="Arial MT"/>
              </a:rPr>
              <a:t>Evaluación</a:t>
            </a:r>
            <a:r>
              <a:rPr lang="en-US" sz="2800" b="0" strike="noStrike" spc="-100" dirty="0" smtClean="0">
                <a:solidFill>
                  <a:srgbClr val="000000"/>
                </a:solidFill>
                <a:latin typeface="Arial MT"/>
              </a:rPr>
              <a:t> </a:t>
            </a:r>
            <a:r>
              <a:rPr lang="en-US" sz="2800" b="0" strike="noStrike" spc="-1" dirty="0">
                <a:solidFill>
                  <a:srgbClr val="000000"/>
                </a:solidFill>
                <a:latin typeface="Arial MT"/>
              </a:rPr>
              <a:t>de</a:t>
            </a:r>
            <a:r>
              <a:rPr lang="en-US" sz="2800" b="0" strike="noStrike" spc="-97" dirty="0">
                <a:solidFill>
                  <a:srgbClr val="000000"/>
                </a:solidFill>
                <a:latin typeface="Arial MT"/>
              </a:rPr>
              <a:t> </a:t>
            </a:r>
            <a:r>
              <a:rPr lang="en-US" sz="2800" b="0" strike="noStrike" spc="-1" dirty="0" err="1">
                <a:solidFill>
                  <a:srgbClr val="000000"/>
                </a:solidFill>
                <a:latin typeface="Arial MT"/>
              </a:rPr>
              <a:t>Conocimientos</a:t>
            </a:r>
            <a:r>
              <a:rPr lang="en-US" sz="2800" b="0" strike="noStrike" spc="-100" dirty="0">
                <a:solidFill>
                  <a:srgbClr val="000000"/>
                </a:solidFill>
                <a:latin typeface="Arial MT"/>
              </a:rPr>
              <a:t> </a:t>
            </a:r>
            <a:r>
              <a:rPr lang="en-US" sz="2800" b="0" strike="noStrike" spc="-1" dirty="0">
                <a:solidFill>
                  <a:srgbClr val="000000"/>
                </a:solidFill>
                <a:latin typeface="Arial MT"/>
              </a:rPr>
              <a:t>en</a:t>
            </a:r>
            <a:r>
              <a:rPr lang="en-US" sz="2800" b="0" strike="noStrike" spc="-97" dirty="0">
                <a:solidFill>
                  <a:srgbClr val="000000"/>
                </a:solidFill>
                <a:latin typeface="Arial MT"/>
              </a:rPr>
              <a:t> </a:t>
            </a:r>
            <a:r>
              <a:rPr lang="en-US" sz="2800" b="0" strike="noStrike" spc="-1" dirty="0">
                <a:solidFill>
                  <a:srgbClr val="000000"/>
                </a:solidFill>
                <a:latin typeface="Arial MT"/>
              </a:rPr>
              <a:t>bases</a:t>
            </a:r>
            <a:r>
              <a:rPr lang="en-US" sz="2800" b="0" strike="noStrike" spc="-97" dirty="0">
                <a:solidFill>
                  <a:srgbClr val="000000"/>
                </a:solidFill>
                <a:latin typeface="Arial MT"/>
              </a:rPr>
              <a:t> </a:t>
            </a:r>
            <a:r>
              <a:rPr lang="en-US" sz="2800" b="0" strike="noStrike" spc="-1" dirty="0">
                <a:solidFill>
                  <a:srgbClr val="000000"/>
                </a:solidFill>
                <a:latin typeface="Arial MT"/>
              </a:rPr>
              <a:t>de</a:t>
            </a:r>
            <a:r>
              <a:rPr lang="en-US" sz="2800" b="0" strike="noStrike" spc="-100" dirty="0">
                <a:solidFill>
                  <a:srgbClr val="000000"/>
                </a:solidFill>
                <a:latin typeface="Arial MT"/>
              </a:rPr>
              <a:t> </a:t>
            </a:r>
            <a:r>
              <a:rPr lang="en-US" sz="2800" b="0" strike="noStrike" spc="-12" dirty="0" err="1">
                <a:solidFill>
                  <a:srgbClr val="000000"/>
                </a:solidFill>
                <a:latin typeface="Arial MT"/>
              </a:rPr>
              <a:t>datos</a:t>
            </a:r>
            <a:r>
              <a:rPr lang="en-US" sz="2800" b="0" strike="noStrike" spc="-12" dirty="0">
                <a:solidFill>
                  <a:srgbClr val="000000"/>
                </a:solidFill>
                <a:latin typeface="Arial MT"/>
              </a:rPr>
              <a:t> </a:t>
            </a:r>
            <a:r>
              <a:rPr lang="en-US" sz="2800" b="0" strike="noStrike" spc="-12" dirty="0" err="1" smtClean="0">
                <a:solidFill>
                  <a:srgbClr val="000000"/>
                </a:solidFill>
                <a:latin typeface="Arial MT"/>
              </a:rPr>
              <a:t>Despedida</a:t>
            </a:r>
            <a:endParaRPr lang="en-US" sz="2800" b="0" strike="noStrike" spc="-12" dirty="0" smtClean="0">
              <a:solidFill>
                <a:srgbClr val="000000"/>
              </a:solidFill>
              <a:latin typeface="Arial MT"/>
            </a:endParaRPr>
          </a:p>
          <a:p>
            <a:pPr marL="12600" indent="37440">
              <a:lnSpc>
                <a:spcPct val="225000"/>
              </a:lnSpc>
              <a:spcBef>
                <a:spcPts val="734"/>
              </a:spcBef>
              <a:tabLst>
                <a:tab pos="0" algn="l"/>
              </a:tabLst>
            </a:pPr>
            <a:r>
              <a:rPr lang="en-US" sz="2800" spc="-12" dirty="0" err="1" smtClean="0">
                <a:solidFill>
                  <a:srgbClr val="000000"/>
                </a:solidFill>
                <a:latin typeface="Arial MT"/>
              </a:rPr>
              <a:t>Tarea</a:t>
            </a:r>
            <a:r>
              <a:rPr lang="en-US" sz="2800" spc="-12" dirty="0" smtClean="0">
                <a:solidFill>
                  <a:srgbClr val="000000"/>
                </a:solidFill>
                <a:latin typeface="Arial MT"/>
              </a:rPr>
              <a:t> de </a:t>
            </a:r>
            <a:r>
              <a:rPr lang="en-US" sz="2800" spc="-12" dirty="0" err="1" smtClean="0">
                <a:solidFill>
                  <a:srgbClr val="000000"/>
                </a:solidFill>
                <a:latin typeface="Arial MT"/>
              </a:rPr>
              <a:t>fortalecimiento</a:t>
            </a:r>
            <a:r>
              <a:rPr lang="en-US" sz="2800" spc="-12" dirty="0" smtClean="0">
                <a:solidFill>
                  <a:srgbClr val="000000"/>
                </a:solidFill>
                <a:latin typeface="Arial MT"/>
              </a:rPr>
              <a:t> </a:t>
            </a:r>
            <a:r>
              <a:rPr lang="en-US" sz="2800" spc="-12" dirty="0" err="1" smtClean="0">
                <a:solidFill>
                  <a:srgbClr val="000000"/>
                </a:solidFill>
                <a:latin typeface="Arial MT"/>
              </a:rPr>
              <a:t>académico</a:t>
            </a:r>
            <a:endParaRPr lang="en-US" sz="2800" b="0" strike="noStrike" spc="-1" dirty="0">
              <a:solidFill>
                <a:srgbClr val="000000"/>
              </a:solidFill>
              <a:latin typeface="Arial"/>
            </a:endParaRPr>
          </a:p>
        </p:txBody>
      </p:sp>
      <p:pic>
        <p:nvPicPr>
          <p:cNvPr id="41" name="object 3"/>
          <p:cNvPicPr/>
          <p:nvPr/>
        </p:nvPicPr>
        <p:blipFill>
          <a:blip r:embed="rId2"/>
          <a:stretch/>
        </p:blipFill>
        <p:spPr>
          <a:xfrm>
            <a:off x="878760" y="3911760"/>
            <a:ext cx="452520" cy="549360"/>
          </a:xfrm>
          <a:prstGeom prst="rect">
            <a:avLst/>
          </a:prstGeom>
          <a:ln w="0">
            <a:noFill/>
          </a:ln>
        </p:spPr>
      </p:pic>
      <p:sp>
        <p:nvSpPr>
          <p:cNvPr id="42" name="PlaceHolder 1"/>
          <p:cNvSpPr>
            <a:spLocks noGrp="1"/>
          </p:cNvSpPr>
          <p:nvPr>
            <p:ph type="title"/>
          </p:nvPr>
        </p:nvSpPr>
        <p:spPr>
          <a:xfrm>
            <a:off x="639000" y="402120"/>
            <a:ext cx="6573960" cy="1993680"/>
          </a:xfrm>
          <a:prstGeom prst="rect">
            <a:avLst/>
          </a:prstGeom>
          <a:noFill/>
          <a:ln w="0">
            <a:noFill/>
          </a:ln>
        </p:spPr>
        <p:txBody>
          <a:bodyPr lIns="0" tIns="12600" rIns="0" bIns="0" anchor="t">
            <a:noAutofit/>
          </a:bodyPr>
          <a:lstStyle/>
          <a:p>
            <a:pPr marL="12600" indent="0" algn="ctr">
              <a:lnSpc>
                <a:spcPct val="100000"/>
              </a:lnSpc>
              <a:spcBef>
                <a:spcPts val="99"/>
              </a:spcBef>
              <a:buNone/>
              <a:tabLst>
                <a:tab pos="0" algn="l"/>
              </a:tabLst>
            </a:pPr>
            <a:r>
              <a:rPr lang="en-US" sz="13000" b="0" strike="noStrike" spc="389">
                <a:solidFill>
                  <a:srgbClr val="131416"/>
                </a:solidFill>
                <a:latin typeface="Trebuchet MS"/>
              </a:rPr>
              <a:t>Agenda</a:t>
            </a:r>
            <a:endParaRPr lang="en-US" sz="13000" b="0" strike="noStrike" spc="-1">
              <a:solidFill>
                <a:srgbClr val="000000"/>
              </a:solidFill>
              <a:latin typeface="Arial"/>
            </a:endParaRPr>
          </a:p>
        </p:txBody>
      </p:sp>
      <p:pic>
        <p:nvPicPr>
          <p:cNvPr id="43" name="object 5"/>
          <p:cNvPicPr/>
          <p:nvPr/>
        </p:nvPicPr>
        <p:blipFill>
          <a:blip r:embed="rId2"/>
          <a:stretch/>
        </p:blipFill>
        <p:spPr>
          <a:xfrm>
            <a:off x="878760" y="4794840"/>
            <a:ext cx="452520" cy="549360"/>
          </a:xfrm>
          <a:prstGeom prst="rect">
            <a:avLst/>
          </a:prstGeom>
          <a:ln w="0">
            <a:noFill/>
          </a:ln>
        </p:spPr>
      </p:pic>
      <p:pic>
        <p:nvPicPr>
          <p:cNvPr id="44" name="object 6"/>
          <p:cNvPicPr/>
          <p:nvPr/>
        </p:nvPicPr>
        <p:blipFill>
          <a:blip r:embed="rId2"/>
          <a:stretch/>
        </p:blipFill>
        <p:spPr>
          <a:xfrm>
            <a:off x="842400" y="6866280"/>
            <a:ext cx="452520" cy="549360"/>
          </a:xfrm>
          <a:prstGeom prst="rect">
            <a:avLst/>
          </a:prstGeom>
          <a:ln w="0">
            <a:noFill/>
          </a:ln>
        </p:spPr>
      </p:pic>
      <p:pic>
        <p:nvPicPr>
          <p:cNvPr id="45" name="object 7"/>
          <p:cNvPicPr/>
          <p:nvPr/>
        </p:nvPicPr>
        <p:blipFill>
          <a:blip r:embed="rId2"/>
          <a:stretch/>
        </p:blipFill>
        <p:spPr>
          <a:xfrm>
            <a:off x="842400" y="7866000"/>
            <a:ext cx="452520" cy="549360"/>
          </a:xfrm>
          <a:prstGeom prst="rect">
            <a:avLst/>
          </a:prstGeom>
          <a:ln w="0">
            <a:noFill/>
          </a:ln>
        </p:spPr>
      </p:pic>
      <p:pic>
        <p:nvPicPr>
          <p:cNvPr id="46" name="object 8"/>
          <p:cNvPicPr/>
          <p:nvPr/>
        </p:nvPicPr>
        <p:blipFill>
          <a:blip r:embed="rId2"/>
          <a:stretch/>
        </p:blipFill>
        <p:spPr>
          <a:xfrm>
            <a:off x="842400" y="8714520"/>
            <a:ext cx="452520" cy="549360"/>
          </a:xfrm>
          <a:prstGeom prst="rect">
            <a:avLst/>
          </a:prstGeom>
          <a:ln w="0">
            <a:noFill/>
          </a:ln>
        </p:spPr>
      </p:pic>
      <p:pic>
        <p:nvPicPr>
          <p:cNvPr id="47" name="object 9"/>
          <p:cNvPicPr/>
          <p:nvPr/>
        </p:nvPicPr>
        <p:blipFill>
          <a:blip r:embed="rId2"/>
          <a:stretch/>
        </p:blipFill>
        <p:spPr>
          <a:xfrm>
            <a:off x="842400" y="5723280"/>
            <a:ext cx="452520" cy="549360"/>
          </a:xfrm>
          <a:prstGeom prst="rect">
            <a:avLst/>
          </a:prstGeom>
          <a:ln w="0">
            <a:noFill/>
          </a:ln>
        </p:spPr>
      </p:pic>
      <p:pic>
        <p:nvPicPr>
          <p:cNvPr id="48" name="object 10"/>
          <p:cNvPicPr/>
          <p:nvPr/>
        </p:nvPicPr>
        <p:blipFill>
          <a:blip r:embed="rId3"/>
          <a:stretch/>
        </p:blipFill>
        <p:spPr>
          <a:xfrm>
            <a:off x="8549640" y="353520"/>
            <a:ext cx="9291240" cy="5093640"/>
          </a:xfrm>
          <a:prstGeom prst="rect">
            <a:avLst/>
          </a:prstGeom>
          <a:ln w="0">
            <a:noFill/>
          </a:ln>
        </p:spPr>
      </p:pic>
      <p:pic>
        <p:nvPicPr>
          <p:cNvPr id="11" name="object 8"/>
          <p:cNvPicPr/>
          <p:nvPr/>
        </p:nvPicPr>
        <p:blipFill>
          <a:blip r:embed="rId2"/>
          <a:stretch/>
        </p:blipFill>
        <p:spPr>
          <a:xfrm>
            <a:off x="878760" y="9600120"/>
            <a:ext cx="452520" cy="5493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9803520" y="230760"/>
            <a:ext cx="6073200" cy="2093760"/>
          </a:xfrm>
          <a:prstGeom prst="rect">
            <a:avLst/>
          </a:prstGeom>
          <a:noFill/>
          <a:ln w="0">
            <a:noFill/>
          </a:ln>
        </p:spPr>
        <p:txBody>
          <a:bodyPr lIns="0" tIns="12240" rIns="0" bIns="0" anchor="t">
            <a:noAutofit/>
          </a:bodyPr>
          <a:lstStyle/>
          <a:p>
            <a:pPr marL="12600" indent="343080">
              <a:lnSpc>
                <a:spcPct val="112000"/>
              </a:lnSpc>
              <a:spcBef>
                <a:spcPts val="96"/>
              </a:spcBef>
              <a:buNone/>
              <a:tabLst>
                <a:tab pos="0" algn="l"/>
              </a:tabLst>
            </a:pPr>
            <a:r>
              <a:rPr lang="en-US" sz="6100" b="0" strike="noStrike" spc="-12">
                <a:solidFill>
                  <a:srgbClr val="131416"/>
                </a:solidFill>
                <a:latin typeface="Arial MT"/>
              </a:rPr>
              <a:t>BIENVENIDA</a:t>
            </a:r>
            <a:r>
              <a:rPr lang="en-US" sz="6100" b="0" strike="noStrike" spc="-452">
                <a:solidFill>
                  <a:srgbClr val="131416"/>
                </a:solidFill>
                <a:latin typeface="Arial MT"/>
              </a:rPr>
              <a:t> </a:t>
            </a:r>
            <a:r>
              <a:rPr lang="en-US" sz="6100" b="0" strike="noStrike" spc="-52">
                <a:solidFill>
                  <a:srgbClr val="131416"/>
                </a:solidFill>
                <a:latin typeface="Arial MT"/>
              </a:rPr>
              <a:t>Y PRESENTACIÓN</a:t>
            </a:r>
            <a:endParaRPr lang="en-US" sz="6100" b="0" strike="noStrike" spc="-1">
              <a:solidFill>
                <a:srgbClr val="000000"/>
              </a:solidFill>
              <a:latin typeface="Arial"/>
            </a:endParaRPr>
          </a:p>
        </p:txBody>
      </p:sp>
      <p:sp>
        <p:nvSpPr>
          <p:cNvPr id="50" name="PlaceHolder 2"/>
          <p:cNvSpPr>
            <a:spLocks noGrp="1"/>
          </p:cNvSpPr>
          <p:nvPr>
            <p:ph/>
          </p:nvPr>
        </p:nvSpPr>
        <p:spPr>
          <a:xfrm>
            <a:off x="1119600" y="3389760"/>
            <a:ext cx="13844160" cy="5888160"/>
          </a:xfrm>
          <a:prstGeom prst="rect">
            <a:avLst/>
          </a:prstGeom>
          <a:noFill/>
          <a:ln w="0">
            <a:noFill/>
          </a:ln>
        </p:spPr>
        <p:txBody>
          <a:bodyPr lIns="0" tIns="12600" rIns="0" bIns="0" anchor="t">
            <a:noAutofit/>
          </a:bodyPr>
          <a:lstStyle/>
          <a:p>
            <a:pPr indent="0" algn="r">
              <a:lnSpc>
                <a:spcPct val="100000"/>
              </a:lnSpc>
              <a:spcBef>
                <a:spcPts val="99"/>
              </a:spcBef>
              <a:buNone/>
              <a:tabLst>
                <a:tab pos="0" algn="l"/>
              </a:tabLst>
            </a:pPr>
            <a:r>
              <a:rPr lang="en-US" sz="5200" b="0" strike="noStrike" spc="-270">
                <a:solidFill>
                  <a:srgbClr val="131416"/>
                </a:solidFill>
                <a:latin typeface="Arial Black"/>
              </a:rPr>
              <a:t>¿Quien</a:t>
            </a:r>
            <a:r>
              <a:rPr lang="en-US" sz="5200" b="0" strike="noStrike" spc="-372">
                <a:solidFill>
                  <a:srgbClr val="131416"/>
                </a:solidFill>
                <a:latin typeface="Arial Black"/>
              </a:rPr>
              <a:t> </a:t>
            </a:r>
            <a:r>
              <a:rPr lang="en-US" sz="5200" b="0" strike="noStrike" spc="-480">
                <a:solidFill>
                  <a:srgbClr val="131416"/>
                </a:solidFill>
                <a:latin typeface="Arial Black"/>
              </a:rPr>
              <a:t>soy?</a:t>
            </a:r>
            <a:endParaRPr lang="en-US" sz="5200" b="0" strike="noStrike" spc="-1">
              <a:solidFill>
                <a:srgbClr val="000000"/>
              </a:solidFill>
              <a:latin typeface="Arial"/>
            </a:endParaRPr>
          </a:p>
          <a:p>
            <a:pPr marL="12600" indent="0">
              <a:lnSpc>
                <a:spcPct val="100000"/>
              </a:lnSpc>
              <a:spcBef>
                <a:spcPts val="3841"/>
              </a:spcBef>
              <a:buNone/>
              <a:tabLst>
                <a:tab pos="0" algn="l"/>
              </a:tabLst>
            </a:pPr>
            <a:r>
              <a:rPr lang="en-US" sz="5200" b="0" strike="noStrike" spc="-290">
                <a:solidFill>
                  <a:srgbClr val="131416"/>
                </a:solidFill>
                <a:latin typeface="Arial Black"/>
              </a:rPr>
              <a:t>Heinz</a:t>
            </a:r>
            <a:r>
              <a:rPr lang="en-US" sz="5200" b="0" strike="noStrike" spc="-392">
                <a:solidFill>
                  <a:srgbClr val="131416"/>
                </a:solidFill>
                <a:latin typeface="Arial Black"/>
              </a:rPr>
              <a:t> </a:t>
            </a:r>
            <a:r>
              <a:rPr lang="en-US" sz="5200" b="0" strike="noStrike" spc="-350">
                <a:solidFill>
                  <a:srgbClr val="131416"/>
                </a:solidFill>
                <a:latin typeface="Arial Black"/>
              </a:rPr>
              <a:t>Ricardo</a:t>
            </a:r>
            <a:r>
              <a:rPr lang="en-US" sz="5200" b="0" strike="noStrike" spc="-386">
                <a:solidFill>
                  <a:srgbClr val="131416"/>
                </a:solidFill>
                <a:latin typeface="Arial Black"/>
              </a:rPr>
              <a:t> </a:t>
            </a:r>
            <a:r>
              <a:rPr lang="en-US" sz="5200" b="0" strike="noStrike" spc="-355">
                <a:solidFill>
                  <a:srgbClr val="131416"/>
                </a:solidFill>
                <a:latin typeface="Arial Black"/>
              </a:rPr>
              <a:t>Gomez</a:t>
            </a:r>
            <a:r>
              <a:rPr lang="en-US" sz="5200" b="0" strike="noStrike" spc="-392">
                <a:solidFill>
                  <a:srgbClr val="131416"/>
                </a:solidFill>
                <a:latin typeface="Arial Black"/>
              </a:rPr>
              <a:t> </a:t>
            </a:r>
            <a:r>
              <a:rPr lang="en-US" sz="5200" b="0" strike="noStrike" spc="-265">
                <a:solidFill>
                  <a:srgbClr val="131416"/>
                </a:solidFill>
                <a:latin typeface="Arial Black"/>
              </a:rPr>
              <a:t>Galindo</a:t>
            </a:r>
            <a:endParaRPr lang="en-US" sz="5200" b="0" strike="noStrike" spc="-1">
              <a:solidFill>
                <a:srgbClr val="000000"/>
              </a:solidFill>
              <a:latin typeface="Arial"/>
            </a:endParaRPr>
          </a:p>
          <a:p>
            <a:pPr marL="624960" indent="-382320">
              <a:lnSpc>
                <a:spcPct val="100000"/>
              </a:lnSpc>
              <a:spcBef>
                <a:spcPts val="2565"/>
              </a:spcBef>
              <a:buClr>
                <a:srgbClr val="131416"/>
              </a:buClr>
              <a:buFont typeface="Arial"/>
              <a:buChar char="•"/>
              <a:tabLst>
                <a:tab pos="624960" algn="l"/>
              </a:tabLst>
            </a:pPr>
            <a:r>
              <a:rPr lang="en-US" sz="3400" b="0" strike="noStrike" spc="-177">
                <a:solidFill>
                  <a:srgbClr val="131416"/>
                </a:solidFill>
                <a:latin typeface="Arial Black"/>
              </a:rPr>
              <a:t>Analista</a:t>
            </a:r>
            <a:r>
              <a:rPr lang="en-US" sz="3400" b="0" strike="noStrike" spc="-236">
                <a:solidFill>
                  <a:srgbClr val="131416"/>
                </a:solidFill>
                <a:latin typeface="Arial Black"/>
              </a:rPr>
              <a:t> </a:t>
            </a:r>
            <a:r>
              <a:rPr lang="en-US" sz="3400" b="0" strike="noStrike" spc="-60">
                <a:solidFill>
                  <a:srgbClr val="131416"/>
                </a:solidFill>
                <a:latin typeface="Arial Black"/>
              </a:rPr>
              <a:t>Programador, baterista</a:t>
            </a:r>
            <a:endParaRPr lang="en-US" sz="3400" b="0" strike="noStrike" spc="-1">
              <a:solidFill>
                <a:srgbClr val="000000"/>
              </a:solidFill>
              <a:latin typeface="Arial"/>
            </a:endParaRPr>
          </a:p>
          <a:p>
            <a:pPr marL="624960" indent="-382320">
              <a:lnSpc>
                <a:spcPct val="100000"/>
              </a:lnSpc>
              <a:spcBef>
                <a:spcPts val="1630"/>
              </a:spcBef>
              <a:buClr>
                <a:srgbClr val="131416"/>
              </a:buClr>
              <a:buFont typeface="Arial"/>
              <a:buChar char="•"/>
              <a:tabLst>
                <a:tab pos="624960" algn="l"/>
              </a:tabLst>
            </a:pPr>
            <a:r>
              <a:rPr lang="en-US" sz="3400" b="0" strike="noStrike" spc="-216">
                <a:solidFill>
                  <a:srgbClr val="131416"/>
                </a:solidFill>
                <a:latin typeface="Arial Black"/>
              </a:rPr>
              <a:t>Certificación</a:t>
            </a:r>
            <a:r>
              <a:rPr lang="en-US" sz="3400" b="0" strike="noStrike" spc="-222">
                <a:solidFill>
                  <a:srgbClr val="131416"/>
                </a:solidFill>
                <a:latin typeface="Arial Black"/>
              </a:rPr>
              <a:t> </a:t>
            </a:r>
            <a:r>
              <a:rPr lang="en-US" sz="3400" b="0" strike="noStrike" spc="-216">
                <a:solidFill>
                  <a:srgbClr val="131416"/>
                </a:solidFill>
                <a:latin typeface="Arial Black"/>
              </a:rPr>
              <a:t>de</a:t>
            </a:r>
            <a:r>
              <a:rPr lang="en-US" sz="3400" b="0" strike="noStrike" spc="-225">
                <a:solidFill>
                  <a:srgbClr val="131416"/>
                </a:solidFill>
                <a:latin typeface="Arial Black"/>
              </a:rPr>
              <a:t> </a:t>
            </a:r>
            <a:r>
              <a:rPr lang="en-US" sz="3400" b="0" strike="noStrike" spc="-250">
                <a:solidFill>
                  <a:srgbClr val="131416"/>
                </a:solidFill>
                <a:latin typeface="Arial Black"/>
              </a:rPr>
              <a:t>MsSql</a:t>
            </a:r>
            <a:r>
              <a:rPr lang="en-US" sz="3400" b="0" strike="noStrike" spc="-222">
                <a:solidFill>
                  <a:srgbClr val="131416"/>
                </a:solidFill>
                <a:latin typeface="Arial Black"/>
              </a:rPr>
              <a:t> </a:t>
            </a:r>
            <a:r>
              <a:rPr lang="en-US" sz="3400" b="0" strike="noStrike" spc="-12">
                <a:solidFill>
                  <a:srgbClr val="131416"/>
                </a:solidFill>
                <a:latin typeface="Arial Black"/>
              </a:rPr>
              <a:t>Server</a:t>
            </a:r>
            <a:endParaRPr lang="en-US" sz="3400" b="0" strike="noStrike" spc="-1">
              <a:solidFill>
                <a:srgbClr val="000000"/>
              </a:solidFill>
              <a:latin typeface="Arial"/>
            </a:endParaRPr>
          </a:p>
          <a:p>
            <a:pPr marL="624960" indent="-382320">
              <a:lnSpc>
                <a:spcPct val="100000"/>
              </a:lnSpc>
              <a:spcBef>
                <a:spcPts val="1630"/>
              </a:spcBef>
              <a:buClr>
                <a:srgbClr val="131416"/>
              </a:buClr>
              <a:buFont typeface="Arial"/>
              <a:buChar char="•"/>
              <a:tabLst>
                <a:tab pos="624960" algn="l"/>
              </a:tabLst>
            </a:pPr>
            <a:r>
              <a:rPr lang="en-US" sz="3400" b="0" strike="noStrike" spc="-191">
                <a:solidFill>
                  <a:srgbClr val="131416"/>
                </a:solidFill>
                <a:latin typeface="Arial Black"/>
              </a:rPr>
              <a:t>9no</a:t>
            </a:r>
            <a:r>
              <a:rPr lang="en-US" sz="3400" b="0" strike="noStrike" spc="-250">
                <a:solidFill>
                  <a:srgbClr val="131416"/>
                </a:solidFill>
                <a:latin typeface="Arial Black"/>
              </a:rPr>
              <a:t> </a:t>
            </a:r>
            <a:r>
              <a:rPr lang="en-US" sz="3400" b="0" strike="noStrike" spc="-157">
                <a:solidFill>
                  <a:srgbClr val="131416"/>
                </a:solidFill>
                <a:latin typeface="Arial Black"/>
              </a:rPr>
              <a:t>y</a:t>
            </a:r>
            <a:r>
              <a:rPr lang="en-US" sz="3400" b="0" strike="noStrike" spc="-250">
                <a:solidFill>
                  <a:srgbClr val="131416"/>
                </a:solidFill>
                <a:latin typeface="Arial Black"/>
              </a:rPr>
              <a:t> </a:t>
            </a:r>
            <a:r>
              <a:rPr lang="en-US" sz="3400" b="0" strike="noStrike" spc="-276">
                <a:solidFill>
                  <a:srgbClr val="131416"/>
                </a:solidFill>
                <a:latin typeface="Arial Black"/>
              </a:rPr>
              <a:t>10o</a:t>
            </a:r>
            <a:r>
              <a:rPr lang="en-US" sz="3400" b="0" strike="noStrike" spc="-245">
                <a:solidFill>
                  <a:srgbClr val="131416"/>
                </a:solidFill>
                <a:latin typeface="Arial Black"/>
              </a:rPr>
              <a:t> </a:t>
            </a:r>
            <a:r>
              <a:rPr lang="en-US" sz="3400" b="0" strike="noStrike" spc="-111">
                <a:solidFill>
                  <a:srgbClr val="131416"/>
                </a:solidFill>
                <a:latin typeface="Arial Black"/>
              </a:rPr>
              <a:t>Semestre</a:t>
            </a:r>
            <a:endParaRPr lang="en-US" sz="3400" b="0" strike="noStrike" spc="-1">
              <a:solidFill>
                <a:srgbClr val="000000"/>
              </a:solidFill>
              <a:latin typeface="Arial"/>
            </a:endParaRPr>
          </a:p>
          <a:p>
            <a:pPr marL="624960" indent="-382320">
              <a:lnSpc>
                <a:spcPct val="100000"/>
              </a:lnSpc>
              <a:spcBef>
                <a:spcPts val="1636"/>
              </a:spcBef>
              <a:buClr>
                <a:srgbClr val="131416"/>
              </a:buClr>
              <a:buFont typeface="Arial"/>
              <a:buChar char="•"/>
              <a:tabLst>
                <a:tab pos="624960" algn="l"/>
              </a:tabLst>
            </a:pPr>
            <a:r>
              <a:rPr lang="en-US" sz="3400" b="0" strike="noStrike" spc="-191">
                <a:solidFill>
                  <a:srgbClr val="131416"/>
                </a:solidFill>
                <a:latin typeface="Arial Black"/>
              </a:rPr>
              <a:t>2do</a:t>
            </a:r>
            <a:r>
              <a:rPr lang="en-US" sz="3400" b="0" strike="noStrike" spc="-242">
                <a:solidFill>
                  <a:srgbClr val="131416"/>
                </a:solidFill>
                <a:latin typeface="Arial Black"/>
              </a:rPr>
              <a:t> </a:t>
            </a:r>
            <a:r>
              <a:rPr lang="en-US" sz="3400" b="0" strike="noStrike" spc="-236">
                <a:solidFill>
                  <a:srgbClr val="131416"/>
                </a:solidFill>
                <a:latin typeface="Arial Black"/>
              </a:rPr>
              <a:t>semestre </a:t>
            </a:r>
            <a:r>
              <a:rPr lang="en-US" sz="3400" b="0" strike="noStrike" spc="-171">
                <a:solidFill>
                  <a:srgbClr val="131416"/>
                </a:solidFill>
                <a:latin typeface="Arial Black"/>
              </a:rPr>
              <a:t>en</a:t>
            </a:r>
            <a:r>
              <a:rPr lang="en-US" sz="3400" b="0" strike="noStrike" spc="-242">
                <a:solidFill>
                  <a:srgbClr val="131416"/>
                </a:solidFill>
                <a:latin typeface="Arial Black"/>
              </a:rPr>
              <a:t> </a:t>
            </a:r>
            <a:r>
              <a:rPr lang="en-US" sz="3400" b="0" strike="noStrike" spc="-225">
                <a:solidFill>
                  <a:srgbClr val="131416"/>
                </a:solidFill>
                <a:latin typeface="Arial Black"/>
              </a:rPr>
              <a:t>ser</a:t>
            </a:r>
            <a:r>
              <a:rPr lang="en-US" sz="3400" b="0" strike="noStrike" spc="-236">
                <a:solidFill>
                  <a:srgbClr val="131416"/>
                </a:solidFill>
                <a:latin typeface="Arial Black"/>
              </a:rPr>
              <a:t> </a:t>
            </a:r>
            <a:r>
              <a:rPr lang="en-US" sz="3400" b="0" strike="noStrike" spc="-12">
                <a:solidFill>
                  <a:srgbClr val="131416"/>
                </a:solidFill>
                <a:latin typeface="Arial Black"/>
              </a:rPr>
              <a:t>auxiliar</a:t>
            </a:r>
            <a:endParaRPr lang="en-US" sz="3400" b="0" strike="noStrike" spc="-1">
              <a:solidFill>
                <a:srgbClr val="000000"/>
              </a:solidFill>
              <a:latin typeface="Arial"/>
            </a:endParaRPr>
          </a:p>
        </p:txBody>
      </p:sp>
      <p:pic>
        <p:nvPicPr>
          <p:cNvPr id="51" name="object 4"/>
          <p:cNvPicPr/>
          <p:nvPr/>
        </p:nvPicPr>
        <p:blipFill>
          <a:blip r:embed="rId2"/>
          <a:stretch/>
        </p:blipFill>
        <p:spPr>
          <a:xfrm>
            <a:off x="232200" y="395280"/>
            <a:ext cx="9047880" cy="4104720"/>
          </a:xfrm>
          <a:prstGeom prst="rect">
            <a:avLst/>
          </a:prstGeom>
          <a:ln w="0">
            <a:noFill/>
          </a:ln>
        </p:spPr>
      </p:pic>
      <p:pic>
        <p:nvPicPr>
          <p:cNvPr id="52" name="object 5"/>
          <p:cNvPicPr/>
          <p:nvPr/>
        </p:nvPicPr>
        <p:blipFill>
          <a:blip r:embed="rId3"/>
          <a:stretch/>
        </p:blipFill>
        <p:spPr>
          <a:xfrm>
            <a:off x="9612000" y="5464800"/>
            <a:ext cx="8035920" cy="43351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728640" y="153360"/>
            <a:ext cx="12654720" cy="4654440"/>
          </a:xfrm>
          <a:prstGeom prst="rect">
            <a:avLst/>
          </a:prstGeom>
          <a:noFill/>
          <a:ln w="0">
            <a:noFill/>
          </a:ln>
        </p:spPr>
        <p:txBody>
          <a:bodyPr lIns="0" tIns="12240" rIns="0" bIns="0" anchor="t">
            <a:noAutofit/>
          </a:bodyPr>
          <a:lstStyle/>
          <a:p>
            <a:pPr marL="6266880" indent="-961560">
              <a:lnSpc>
                <a:spcPct val="112000"/>
              </a:lnSpc>
              <a:spcBef>
                <a:spcPts val="96"/>
              </a:spcBef>
              <a:buNone/>
              <a:tabLst>
                <a:tab pos="0" algn="l"/>
              </a:tabLst>
            </a:pPr>
            <a:r>
              <a:rPr lang="en-US" sz="6100" b="0" strike="noStrike" spc="-35">
                <a:solidFill>
                  <a:srgbClr val="131416"/>
                </a:solidFill>
                <a:latin typeface="Arial MT"/>
              </a:rPr>
              <a:t>PRESENTACIÓN</a:t>
            </a:r>
            <a:r>
              <a:rPr lang="en-US" sz="6100" b="0" strike="noStrike" spc="-321">
                <a:solidFill>
                  <a:srgbClr val="131416"/>
                </a:solidFill>
                <a:latin typeface="Arial MT"/>
              </a:rPr>
              <a:t> </a:t>
            </a:r>
            <a:r>
              <a:rPr lang="en-US" sz="6100" b="0" strike="noStrike" spc="-26">
                <a:solidFill>
                  <a:srgbClr val="131416"/>
                </a:solidFill>
                <a:latin typeface="Arial MT"/>
              </a:rPr>
              <a:t>DE </a:t>
            </a:r>
            <a:r>
              <a:rPr lang="en-US" sz="6100" b="0" strike="noStrike" spc="-12">
                <a:solidFill>
                  <a:srgbClr val="131416"/>
                </a:solidFill>
                <a:latin typeface="Arial MT"/>
              </a:rPr>
              <a:t>ESTUDIANTES</a:t>
            </a:r>
            <a:endParaRPr lang="en-US" sz="6100" b="0" strike="noStrike" spc="-1">
              <a:solidFill>
                <a:srgbClr val="000000"/>
              </a:solidFill>
              <a:latin typeface="Arial"/>
            </a:endParaRPr>
          </a:p>
          <a:p>
            <a:pPr marL="12240" indent="0" algn="ctr">
              <a:lnSpc>
                <a:spcPts val="6721"/>
              </a:lnSpc>
              <a:buNone/>
              <a:tabLst>
                <a:tab pos="0" algn="l"/>
              </a:tabLst>
            </a:pPr>
            <a:r>
              <a:rPr lang="en-US" sz="4000" b="0" strike="noStrike" spc="-265">
                <a:solidFill>
                  <a:srgbClr val="131416"/>
                </a:solidFill>
                <a:latin typeface="Arial Black"/>
              </a:rPr>
              <a:t>Conociendo</a:t>
            </a:r>
            <a:r>
              <a:rPr lang="en-US" sz="4000" b="0" strike="noStrike" spc="-282">
                <a:solidFill>
                  <a:srgbClr val="131416"/>
                </a:solidFill>
                <a:latin typeface="Arial Black"/>
              </a:rPr>
              <a:t> </a:t>
            </a:r>
            <a:r>
              <a:rPr lang="en-US" sz="4000" b="0" strike="noStrike" spc="-270">
                <a:solidFill>
                  <a:srgbClr val="131416"/>
                </a:solidFill>
                <a:latin typeface="Arial Black"/>
              </a:rPr>
              <a:t>a</a:t>
            </a:r>
            <a:r>
              <a:rPr lang="en-US" sz="4000" b="0" strike="noStrike" spc="-276">
                <a:solidFill>
                  <a:srgbClr val="131416"/>
                </a:solidFill>
                <a:latin typeface="Arial Black"/>
              </a:rPr>
              <a:t> </a:t>
            </a:r>
            <a:r>
              <a:rPr lang="en-US" sz="4000" b="0" strike="noStrike" spc="-265">
                <a:solidFill>
                  <a:srgbClr val="131416"/>
                </a:solidFill>
                <a:latin typeface="Arial Black"/>
              </a:rPr>
              <a:t>los</a:t>
            </a:r>
            <a:r>
              <a:rPr lang="en-US" sz="4000" b="0" strike="noStrike" spc="-282">
                <a:solidFill>
                  <a:srgbClr val="131416"/>
                </a:solidFill>
                <a:latin typeface="Arial Black"/>
              </a:rPr>
              <a:t> </a:t>
            </a:r>
            <a:r>
              <a:rPr lang="en-US" sz="4000" b="0" strike="noStrike" spc="-222">
                <a:solidFill>
                  <a:srgbClr val="131416"/>
                </a:solidFill>
                <a:latin typeface="Arial Black"/>
              </a:rPr>
              <a:t>estudiantes</a:t>
            </a:r>
            <a:r>
              <a:rPr lang="en-US" sz="4000" b="0" strike="noStrike" spc="-276">
                <a:solidFill>
                  <a:srgbClr val="131416"/>
                </a:solidFill>
                <a:latin typeface="Arial Black"/>
              </a:rPr>
              <a:t> </a:t>
            </a:r>
            <a:r>
              <a:rPr lang="en-US" sz="4000" b="0" strike="noStrike" spc="-250">
                <a:solidFill>
                  <a:srgbClr val="131416"/>
                </a:solidFill>
                <a:latin typeface="Arial Black"/>
              </a:rPr>
              <a:t>de</a:t>
            </a:r>
            <a:r>
              <a:rPr lang="en-US" sz="4000" b="0" strike="noStrike" spc="-282">
                <a:solidFill>
                  <a:srgbClr val="131416"/>
                </a:solidFill>
                <a:latin typeface="Arial Black"/>
              </a:rPr>
              <a:t> </a:t>
            </a:r>
            <a:r>
              <a:rPr lang="en-US" sz="4000" b="0" strike="noStrike" spc="-55">
                <a:solidFill>
                  <a:srgbClr val="131416"/>
                </a:solidFill>
                <a:latin typeface="Arial Black"/>
              </a:rPr>
              <a:t>manera </a:t>
            </a:r>
            <a:r>
              <a:rPr lang="en-US" sz="4000" b="0" strike="noStrike" spc="-177">
                <a:solidFill>
                  <a:srgbClr val="131416"/>
                </a:solidFill>
                <a:latin typeface="Arial Black"/>
              </a:rPr>
              <a:t>aleatoria</a:t>
            </a:r>
            <a:r>
              <a:rPr lang="en-US" sz="4000" b="0" strike="noStrike" spc="-276">
                <a:solidFill>
                  <a:srgbClr val="131416"/>
                </a:solidFill>
                <a:latin typeface="Arial Black"/>
              </a:rPr>
              <a:t> </a:t>
            </a:r>
            <a:r>
              <a:rPr lang="en-US" sz="4000" b="0" strike="noStrike" spc="-270">
                <a:solidFill>
                  <a:srgbClr val="131416"/>
                </a:solidFill>
                <a:latin typeface="Arial Black"/>
              </a:rPr>
              <a:t>a </a:t>
            </a:r>
            <a:r>
              <a:rPr lang="en-US" sz="4000" b="0" strike="noStrike" spc="-222">
                <a:solidFill>
                  <a:srgbClr val="131416"/>
                </a:solidFill>
                <a:latin typeface="Arial Black"/>
              </a:rPr>
              <a:t>través</a:t>
            </a:r>
            <a:r>
              <a:rPr lang="en-US" sz="4000" b="0" strike="noStrike" spc="-270">
                <a:solidFill>
                  <a:srgbClr val="131416"/>
                </a:solidFill>
                <a:latin typeface="Arial Black"/>
              </a:rPr>
              <a:t> </a:t>
            </a:r>
            <a:r>
              <a:rPr lang="en-US" sz="4000" b="0" strike="noStrike" spc="-250">
                <a:solidFill>
                  <a:srgbClr val="131416"/>
                </a:solidFill>
                <a:latin typeface="Arial Black"/>
              </a:rPr>
              <a:t>de</a:t>
            </a:r>
            <a:r>
              <a:rPr lang="en-US" sz="4000" b="0" strike="noStrike" spc="-282">
                <a:solidFill>
                  <a:srgbClr val="131416"/>
                </a:solidFill>
                <a:latin typeface="Arial Black"/>
              </a:rPr>
              <a:t> </a:t>
            </a:r>
            <a:r>
              <a:rPr lang="en-US" sz="4000" b="0" strike="noStrike" spc="-202">
                <a:solidFill>
                  <a:srgbClr val="131416"/>
                </a:solidFill>
                <a:latin typeface="Arial Black"/>
              </a:rPr>
              <a:t>sorteo</a:t>
            </a:r>
            <a:r>
              <a:rPr lang="en-US" sz="4000" b="0" strike="noStrike" spc="-270">
                <a:solidFill>
                  <a:srgbClr val="131416"/>
                </a:solidFill>
                <a:latin typeface="Arial Black"/>
              </a:rPr>
              <a:t> </a:t>
            </a:r>
            <a:r>
              <a:rPr lang="en-US" sz="4000" b="0" strike="noStrike" spc="-157">
                <a:solidFill>
                  <a:srgbClr val="131416"/>
                </a:solidFill>
                <a:latin typeface="Arial Black"/>
              </a:rPr>
              <a:t>para</a:t>
            </a:r>
            <a:r>
              <a:rPr lang="en-US" sz="4000" b="0" strike="noStrike" spc="-270">
                <a:solidFill>
                  <a:srgbClr val="131416"/>
                </a:solidFill>
                <a:latin typeface="Arial Black"/>
              </a:rPr>
              <a:t> </a:t>
            </a:r>
            <a:r>
              <a:rPr lang="en-US" sz="4000" b="0" strike="noStrike" spc="-171">
                <a:solidFill>
                  <a:srgbClr val="131416"/>
                </a:solidFill>
                <a:latin typeface="Arial Black"/>
              </a:rPr>
              <a:t>que</a:t>
            </a:r>
            <a:r>
              <a:rPr lang="en-US" sz="4000" b="0" strike="noStrike" spc="-276">
                <a:solidFill>
                  <a:srgbClr val="131416"/>
                </a:solidFill>
                <a:latin typeface="Arial Black"/>
              </a:rPr>
              <a:t> </a:t>
            </a:r>
            <a:r>
              <a:rPr lang="en-US" sz="4000" b="0" strike="noStrike" spc="-415">
                <a:solidFill>
                  <a:srgbClr val="131416"/>
                </a:solidFill>
                <a:latin typeface="Arial Black"/>
              </a:rPr>
              <a:t>se </a:t>
            </a:r>
            <a:r>
              <a:rPr lang="en-US" sz="4000" b="0" strike="noStrike" spc="-205">
                <a:solidFill>
                  <a:srgbClr val="131416"/>
                </a:solidFill>
                <a:latin typeface="Arial Black"/>
              </a:rPr>
              <a:t>presenten</a:t>
            </a:r>
            <a:r>
              <a:rPr lang="en-US" sz="4000" b="0" strike="noStrike" spc="-287">
                <a:solidFill>
                  <a:srgbClr val="131416"/>
                </a:solidFill>
                <a:latin typeface="Arial Black"/>
              </a:rPr>
              <a:t> </a:t>
            </a:r>
            <a:r>
              <a:rPr lang="en-US" sz="4000" b="0" strike="noStrike" spc="-177">
                <a:solidFill>
                  <a:srgbClr val="131416"/>
                </a:solidFill>
                <a:latin typeface="Arial Black"/>
              </a:rPr>
              <a:t>ante</a:t>
            </a:r>
            <a:r>
              <a:rPr lang="en-US" sz="4000" b="0" strike="noStrike" spc="-290">
                <a:solidFill>
                  <a:srgbClr val="131416"/>
                </a:solidFill>
                <a:latin typeface="Arial Black"/>
              </a:rPr>
              <a:t> </a:t>
            </a:r>
            <a:r>
              <a:rPr lang="en-US" sz="4000" b="0" strike="noStrike" spc="-202">
                <a:solidFill>
                  <a:srgbClr val="131416"/>
                </a:solidFill>
                <a:latin typeface="Arial Black"/>
              </a:rPr>
              <a:t>la</a:t>
            </a:r>
            <a:r>
              <a:rPr lang="en-US" sz="4000" b="0" strike="noStrike" spc="-287">
                <a:solidFill>
                  <a:srgbClr val="131416"/>
                </a:solidFill>
                <a:latin typeface="Arial Black"/>
              </a:rPr>
              <a:t> </a:t>
            </a:r>
            <a:r>
              <a:rPr lang="en-US" sz="4000" b="0" strike="noStrike" spc="-347">
                <a:solidFill>
                  <a:srgbClr val="131416"/>
                </a:solidFill>
                <a:latin typeface="Arial Black"/>
              </a:rPr>
              <a:t>clase.</a:t>
            </a:r>
            <a:endParaRPr lang="en-US" sz="4000" b="0" strike="noStrike" spc="-1">
              <a:solidFill>
                <a:srgbClr val="000000"/>
              </a:solidFill>
              <a:latin typeface="Arial"/>
            </a:endParaRPr>
          </a:p>
        </p:txBody>
      </p:sp>
      <p:pic>
        <p:nvPicPr>
          <p:cNvPr id="54" name="object 3"/>
          <p:cNvPicPr/>
          <p:nvPr/>
        </p:nvPicPr>
        <p:blipFill>
          <a:blip r:embed="rId2"/>
          <a:stretch/>
        </p:blipFill>
        <p:spPr>
          <a:xfrm>
            <a:off x="11409120" y="4334400"/>
            <a:ext cx="5828400" cy="5133240"/>
          </a:xfrm>
          <a:prstGeom prst="rect">
            <a:avLst/>
          </a:prstGeom>
          <a:ln w="0">
            <a:noFill/>
          </a:ln>
        </p:spPr>
      </p:pic>
      <p:sp>
        <p:nvSpPr>
          <p:cNvPr id="55" name="object 4"/>
          <p:cNvSpPr/>
          <p:nvPr/>
        </p:nvSpPr>
        <p:spPr>
          <a:xfrm>
            <a:off x="1695600" y="6872040"/>
            <a:ext cx="7448400" cy="196416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486360" indent="-473760">
              <a:lnSpc>
                <a:spcPct val="100000"/>
              </a:lnSpc>
              <a:spcBef>
                <a:spcPts val="99"/>
              </a:spcBef>
              <a:buClr>
                <a:srgbClr val="000000"/>
              </a:buClr>
              <a:buFont typeface="Arial MT"/>
              <a:buChar char="●"/>
              <a:tabLst>
                <a:tab pos="486360" algn="l"/>
              </a:tabLst>
            </a:pPr>
            <a:r>
              <a:rPr lang="en-US" sz="3200" b="0" strike="noStrike" spc="-1">
                <a:solidFill>
                  <a:srgbClr val="000000"/>
                </a:solidFill>
                <a:latin typeface="Calibri"/>
              </a:rPr>
              <a:t>Quien</a:t>
            </a:r>
            <a:r>
              <a:rPr lang="en-US" sz="3200" b="0" strike="noStrike" spc="-106">
                <a:solidFill>
                  <a:srgbClr val="000000"/>
                </a:solidFill>
                <a:latin typeface="Calibri"/>
              </a:rPr>
              <a:t> </a:t>
            </a:r>
            <a:r>
              <a:rPr lang="en-US" sz="3200" b="0" strike="noStrike" spc="-12">
                <a:solidFill>
                  <a:srgbClr val="000000"/>
                </a:solidFill>
                <a:latin typeface="Calibri"/>
              </a:rPr>
              <a:t>eres?</a:t>
            </a:r>
            <a:endParaRPr lang="en-US" sz="3200" b="0" strike="noStrike" spc="-1">
              <a:solidFill>
                <a:srgbClr val="000000"/>
              </a:solidFill>
              <a:latin typeface="Arial"/>
            </a:endParaRPr>
          </a:p>
          <a:p>
            <a:pPr marL="486360" indent="-473760">
              <a:lnSpc>
                <a:spcPct val="100000"/>
              </a:lnSpc>
              <a:buClr>
                <a:srgbClr val="000000"/>
              </a:buClr>
              <a:buFont typeface="Arial MT"/>
              <a:buChar char="●"/>
              <a:tabLst>
                <a:tab pos="486360" algn="l"/>
              </a:tabLst>
            </a:pPr>
            <a:r>
              <a:rPr lang="en-US" sz="3200" b="0" strike="noStrike" spc="-1">
                <a:solidFill>
                  <a:srgbClr val="000000"/>
                </a:solidFill>
                <a:latin typeface="Calibri"/>
              </a:rPr>
              <a:t>Qué</a:t>
            </a:r>
            <a:r>
              <a:rPr lang="en-US" sz="3200" b="0" strike="noStrike" spc="-80">
                <a:solidFill>
                  <a:srgbClr val="000000"/>
                </a:solidFill>
                <a:latin typeface="Calibri"/>
              </a:rPr>
              <a:t> </a:t>
            </a:r>
            <a:r>
              <a:rPr lang="en-US" sz="3200" b="0" strike="noStrike" spc="-21">
                <a:solidFill>
                  <a:srgbClr val="000000"/>
                </a:solidFill>
                <a:latin typeface="Calibri"/>
              </a:rPr>
              <a:t>expectativa</a:t>
            </a:r>
            <a:r>
              <a:rPr lang="en-US" sz="3200" b="0" strike="noStrike" spc="-75">
                <a:solidFill>
                  <a:srgbClr val="000000"/>
                </a:solidFill>
                <a:latin typeface="Calibri"/>
              </a:rPr>
              <a:t> </a:t>
            </a:r>
            <a:r>
              <a:rPr lang="en-US" sz="3200" b="0" strike="noStrike" spc="-1">
                <a:solidFill>
                  <a:srgbClr val="000000"/>
                </a:solidFill>
                <a:latin typeface="Calibri"/>
              </a:rPr>
              <a:t>tienes</a:t>
            </a:r>
            <a:r>
              <a:rPr lang="en-US" sz="3200" b="0" strike="noStrike" spc="-75">
                <a:solidFill>
                  <a:srgbClr val="000000"/>
                </a:solidFill>
                <a:latin typeface="Calibri"/>
              </a:rPr>
              <a:t> </a:t>
            </a:r>
            <a:r>
              <a:rPr lang="en-US" sz="3200" b="0" strike="noStrike" spc="-1">
                <a:solidFill>
                  <a:srgbClr val="000000"/>
                </a:solidFill>
                <a:latin typeface="Calibri"/>
              </a:rPr>
              <a:t>del</a:t>
            </a:r>
            <a:r>
              <a:rPr lang="en-US" sz="3200" b="0" strike="noStrike" spc="-75">
                <a:solidFill>
                  <a:srgbClr val="000000"/>
                </a:solidFill>
                <a:latin typeface="Calibri"/>
              </a:rPr>
              <a:t> </a:t>
            </a:r>
            <a:r>
              <a:rPr lang="en-US" sz="3200" b="0" strike="noStrike" spc="-12">
                <a:solidFill>
                  <a:srgbClr val="000000"/>
                </a:solidFill>
                <a:latin typeface="Calibri"/>
              </a:rPr>
              <a:t>curso?</a:t>
            </a:r>
            <a:endParaRPr lang="en-US" sz="3200" b="0" strike="noStrike" spc="-1">
              <a:solidFill>
                <a:srgbClr val="000000"/>
              </a:solidFill>
              <a:latin typeface="Arial"/>
            </a:endParaRPr>
          </a:p>
          <a:p>
            <a:pPr marL="486360" indent="-473760">
              <a:lnSpc>
                <a:spcPct val="100000"/>
              </a:lnSpc>
              <a:buClr>
                <a:srgbClr val="000000"/>
              </a:buClr>
              <a:buFont typeface="Arial MT"/>
              <a:buChar char="●"/>
              <a:tabLst>
                <a:tab pos="486360" algn="l"/>
              </a:tabLst>
            </a:pPr>
            <a:r>
              <a:rPr lang="en-US" sz="3200" b="0" strike="noStrike" spc="-1">
                <a:solidFill>
                  <a:srgbClr val="000000"/>
                </a:solidFill>
                <a:latin typeface="Calibri"/>
              </a:rPr>
              <a:t>Alguna</a:t>
            </a:r>
            <a:r>
              <a:rPr lang="en-US" sz="3200" b="0" strike="noStrike" spc="-86">
                <a:solidFill>
                  <a:srgbClr val="000000"/>
                </a:solidFill>
                <a:latin typeface="Calibri"/>
              </a:rPr>
              <a:t> </a:t>
            </a:r>
            <a:r>
              <a:rPr lang="en-US" sz="3200" b="0" strike="noStrike" spc="-12">
                <a:solidFill>
                  <a:srgbClr val="000000"/>
                </a:solidFill>
                <a:latin typeface="Calibri"/>
              </a:rPr>
              <a:t>curiosidad</a:t>
            </a:r>
            <a:r>
              <a:rPr lang="en-US" sz="3200" b="0" strike="noStrike" spc="-86">
                <a:solidFill>
                  <a:srgbClr val="000000"/>
                </a:solidFill>
                <a:latin typeface="Calibri"/>
              </a:rPr>
              <a:t> </a:t>
            </a:r>
            <a:r>
              <a:rPr lang="en-US" sz="3200" b="0" strike="noStrike" spc="-1">
                <a:solidFill>
                  <a:srgbClr val="000000"/>
                </a:solidFill>
                <a:latin typeface="Calibri"/>
              </a:rPr>
              <a:t>sobre</a:t>
            </a:r>
            <a:r>
              <a:rPr lang="en-US" sz="3200" b="0" strike="noStrike" spc="-80">
                <a:solidFill>
                  <a:srgbClr val="000000"/>
                </a:solidFill>
                <a:latin typeface="Calibri"/>
              </a:rPr>
              <a:t> </a:t>
            </a:r>
            <a:r>
              <a:rPr lang="en-US" sz="3200" b="0" strike="noStrike" spc="-1">
                <a:solidFill>
                  <a:srgbClr val="000000"/>
                </a:solidFill>
                <a:latin typeface="Calibri"/>
              </a:rPr>
              <a:t>ti</a:t>
            </a:r>
            <a:r>
              <a:rPr lang="en-US" sz="3200" b="0" strike="noStrike" spc="-86">
                <a:solidFill>
                  <a:srgbClr val="000000"/>
                </a:solidFill>
                <a:latin typeface="Calibri"/>
              </a:rPr>
              <a:t> </a:t>
            </a:r>
            <a:r>
              <a:rPr lang="en-US" sz="3200" b="0" strike="noStrike" spc="-12">
                <a:solidFill>
                  <a:srgbClr val="000000"/>
                </a:solidFill>
                <a:latin typeface="Calibri"/>
              </a:rPr>
              <a:t>mismo?</a:t>
            </a:r>
            <a:endParaRPr lang="en-US" sz="3200" b="0" strike="noStrike" spc="-1">
              <a:solidFill>
                <a:srgbClr val="000000"/>
              </a:solidFill>
              <a:latin typeface="Arial"/>
            </a:endParaRPr>
          </a:p>
          <a:p>
            <a:pPr marL="486360" indent="-473760">
              <a:lnSpc>
                <a:spcPct val="100000"/>
              </a:lnSpc>
              <a:buClr>
                <a:srgbClr val="000000"/>
              </a:buClr>
              <a:buFont typeface="Arial MT"/>
              <a:buChar char="●"/>
              <a:tabLst>
                <a:tab pos="486360" algn="l"/>
              </a:tabLst>
            </a:pPr>
            <a:r>
              <a:rPr lang="en-US" sz="3200" b="0" strike="noStrike" spc="-1">
                <a:solidFill>
                  <a:srgbClr val="000000"/>
                </a:solidFill>
                <a:latin typeface="Calibri"/>
              </a:rPr>
              <a:t>Cómo</a:t>
            </a:r>
            <a:r>
              <a:rPr lang="en-US" sz="3200" b="0" strike="noStrike" spc="-106">
                <a:solidFill>
                  <a:srgbClr val="000000"/>
                </a:solidFill>
                <a:latin typeface="Calibri"/>
              </a:rPr>
              <a:t> </a:t>
            </a:r>
            <a:r>
              <a:rPr lang="en-US" sz="3200" b="0" strike="noStrike" spc="-1">
                <a:solidFill>
                  <a:srgbClr val="000000"/>
                </a:solidFill>
                <a:latin typeface="Calibri"/>
              </a:rPr>
              <a:t>te</a:t>
            </a:r>
            <a:r>
              <a:rPr lang="en-US" sz="3200" b="0" strike="noStrike" spc="-106">
                <a:solidFill>
                  <a:srgbClr val="000000"/>
                </a:solidFill>
                <a:latin typeface="Calibri"/>
              </a:rPr>
              <a:t> </a:t>
            </a:r>
            <a:r>
              <a:rPr lang="en-US" sz="3200" b="0" strike="noStrike" spc="-1">
                <a:solidFill>
                  <a:srgbClr val="000000"/>
                </a:solidFill>
                <a:latin typeface="Calibri"/>
              </a:rPr>
              <a:t>defines</a:t>
            </a:r>
            <a:r>
              <a:rPr lang="en-US" sz="3200" b="0" strike="noStrike" spc="-100">
                <a:solidFill>
                  <a:srgbClr val="000000"/>
                </a:solidFill>
                <a:latin typeface="Calibri"/>
              </a:rPr>
              <a:t> </a:t>
            </a:r>
            <a:r>
              <a:rPr lang="en-US" sz="3200" b="0" strike="noStrike" spc="-1">
                <a:solidFill>
                  <a:srgbClr val="000000"/>
                </a:solidFill>
                <a:latin typeface="Calibri"/>
              </a:rPr>
              <a:t>como</a:t>
            </a:r>
            <a:r>
              <a:rPr lang="en-US" sz="3200" b="0" strike="noStrike" spc="-106">
                <a:solidFill>
                  <a:srgbClr val="000000"/>
                </a:solidFill>
                <a:latin typeface="Calibri"/>
              </a:rPr>
              <a:t> </a:t>
            </a:r>
            <a:r>
              <a:rPr lang="en-US" sz="3200" b="0" strike="noStrike" spc="-12">
                <a:solidFill>
                  <a:srgbClr val="000000"/>
                </a:solidFill>
                <a:latin typeface="Calibri"/>
              </a:rPr>
              <a:t>estudiante?</a:t>
            </a:r>
            <a:endParaRPr lang="en-US" sz="3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3141000" y="276120"/>
            <a:ext cx="12004920" cy="1924200"/>
          </a:xfrm>
          <a:prstGeom prst="rect">
            <a:avLst/>
          </a:prstGeom>
          <a:noFill/>
          <a:ln w="0">
            <a:noFill/>
          </a:ln>
        </p:spPr>
        <p:txBody>
          <a:bodyPr lIns="0" tIns="12600" rIns="0" bIns="0" anchor="t">
            <a:noAutofit/>
          </a:bodyPr>
          <a:lstStyle/>
          <a:p>
            <a:pPr marL="4422240" indent="-4410000">
              <a:lnSpc>
                <a:spcPct val="112000"/>
              </a:lnSpc>
              <a:spcBef>
                <a:spcPts val="99"/>
              </a:spcBef>
              <a:buNone/>
              <a:tabLst>
                <a:tab pos="0" algn="l"/>
              </a:tabLst>
            </a:pPr>
            <a:r>
              <a:rPr lang="en-US" sz="5600" b="0" strike="noStrike" spc="-52">
                <a:solidFill>
                  <a:srgbClr val="131416"/>
                </a:solidFill>
                <a:latin typeface="Arial MT"/>
              </a:rPr>
              <a:t>EVALUACIÓN</a:t>
            </a:r>
            <a:r>
              <a:rPr lang="en-US" sz="5600" b="0" strike="noStrike" spc="-222">
                <a:solidFill>
                  <a:srgbClr val="131416"/>
                </a:solidFill>
                <a:latin typeface="Arial MT"/>
              </a:rPr>
              <a:t> </a:t>
            </a:r>
            <a:r>
              <a:rPr lang="en-US" sz="5600" b="0" strike="noStrike" spc="-1">
                <a:solidFill>
                  <a:srgbClr val="131416"/>
                </a:solidFill>
                <a:latin typeface="Arial MT"/>
              </a:rPr>
              <a:t>DE</a:t>
            </a:r>
            <a:r>
              <a:rPr lang="en-US" sz="5600" b="0" strike="noStrike" spc="-222">
                <a:solidFill>
                  <a:srgbClr val="131416"/>
                </a:solidFill>
                <a:latin typeface="Arial MT"/>
              </a:rPr>
              <a:t> </a:t>
            </a:r>
            <a:r>
              <a:rPr lang="en-US" sz="5600" b="0" strike="noStrike" spc="-12">
                <a:solidFill>
                  <a:srgbClr val="131416"/>
                </a:solidFill>
                <a:latin typeface="Arial MT"/>
              </a:rPr>
              <a:t>CONOCIMIENTOS PREVIOS</a:t>
            </a:r>
            <a:endParaRPr lang="en-US" sz="5600" b="0" strike="noStrike" spc="-1">
              <a:solidFill>
                <a:srgbClr val="000000"/>
              </a:solidFill>
              <a:latin typeface="Arial"/>
            </a:endParaRPr>
          </a:p>
        </p:txBody>
      </p:sp>
      <p:sp>
        <p:nvSpPr>
          <p:cNvPr id="57" name="object 3"/>
          <p:cNvSpPr/>
          <p:nvPr/>
        </p:nvSpPr>
        <p:spPr>
          <a:xfrm>
            <a:off x="694440" y="2646720"/>
            <a:ext cx="16907760" cy="556920"/>
          </a:xfrm>
          <a:prstGeom prst="rect">
            <a:avLst/>
          </a:prstGeom>
          <a:noFill/>
          <a:ln w="0">
            <a:noFill/>
          </a:ln>
        </p:spPr>
        <p:style>
          <a:lnRef idx="0">
            <a:scrgbClr r="0" g="0" b="0"/>
          </a:lnRef>
          <a:fillRef idx="0">
            <a:scrgbClr r="0" g="0" b="0"/>
          </a:fillRef>
          <a:effectRef idx="0">
            <a:scrgbClr r="0" g="0" b="0"/>
          </a:effectRef>
          <a:fontRef idx="minor"/>
        </p:style>
        <p:txBody>
          <a:bodyPr lIns="0" tIns="15840" rIns="0" bIns="0" anchor="t">
            <a:spAutoFit/>
          </a:bodyPr>
          <a:lstStyle/>
          <a:p>
            <a:pPr marL="12600" algn="ctr">
              <a:lnSpc>
                <a:spcPct val="100000"/>
              </a:lnSpc>
              <a:spcBef>
                <a:spcPts val="125"/>
              </a:spcBef>
            </a:pPr>
            <a:r>
              <a:rPr lang="en-US" sz="3550" b="0" strike="noStrike" spc="-1">
                <a:solidFill>
                  <a:srgbClr val="131416"/>
                </a:solidFill>
                <a:latin typeface="Arial MT"/>
              </a:rPr>
              <a:t>Preguntas</a:t>
            </a:r>
            <a:r>
              <a:rPr lang="en-US" sz="3550" b="0" strike="noStrike" spc="-21">
                <a:solidFill>
                  <a:srgbClr val="131416"/>
                </a:solidFill>
                <a:latin typeface="Arial MT"/>
              </a:rPr>
              <a:t> </a:t>
            </a:r>
            <a:r>
              <a:rPr lang="en-US" sz="3550" b="0" strike="noStrike" spc="-1">
                <a:solidFill>
                  <a:srgbClr val="131416"/>
                </a:solidFill>
                <a:latin typeface="Arial MT"/>
              </a:rPr>
              <a:t>de</a:t>
            </a:r>
            <a:r>
              <a:rPr lang="en-US" sz="3550" b="0" strike="noStrike" spc="-21">
                <a:solidFill>
                  <a:srgbClr val="131416"/>
                </a:solidFill>
                <a:latin typeface="Arial MT"/>
              </a:rPr>
              <a:t> </a:t>
            </a:r>
            <a:r>
              <a:rPr lang="en-US" sz="3550" b="0" strike="noStrike" spc="-1">
                <a:solidFill>
                  <a:srgbClr val="131416"/>
                </a:solidFill>
                <a:latin typeface="Arial MT"/>
              </a:rPr>
              <a:t>diagnóstico</a:t>
            </a:r>
            <a:r>
              <a:rPr lang="en-US" sz="3550" b="0" strike="noStrike" spc="-21">
                <a:solidFill>
                  <a:srgbClr val="131416"/>
                </a:solidFill>
                <a:latin typeface="Arial MT"/>
              </a:rPr>
              <a:t> </a:t>
            </a:r>
            <a:r>
              <a:rPr lang="en-US" sz="3550" b="0" strike="noStrike" spc="-1">
                <a:solidFill>
                  <a:srgbClr val="131416"/>
                </a:solidFill>
                <a:latin typeface="Arial MT"/>
              </a:rPr>
              <a:t>del</a:t>
            </a:r>
            <a:r>
              <a:rPr lang="en-US" sz="3550" b="0" strike="noStrike" spc="-21">
                <a:solidFill>
                  <a:srgbClr val="131416"/>
                </a:solidFill>
                <a:latin typeface="Arial MT"/>
              </a:rPr>
              <a:t> </a:t>
            </a:r>
            <a:r>
              <a:rPr lang="en-US" sz="3550" b="0" strike="noStrike" spc="-1">
                <a:solidFill>
                  <a:srgbClr val="131416"/>
                </a:solidFill>
                <a:latin typeface="Arial MT"/>
              </a:rPr>
              <a:t>curso</a:t>
            </a:r>
            <a:r>
              <a:rPr lang="en-US" sz="3550" b="0" strike="noStrike" spc="-21">
                <a:solidFill>
                  <a:srgbClr val="131416"/>
                </a:solidFill>
                <a:latin typeface="Arial MT"/>
              </a:rPr>
              <a:t> </a:t>
            </a:r>
            <a:r>
              <a:rPr lang="en-US" sz="3550" b="0" strike="noStrike" spc="-1">
                <a:solidFill>
                  <a:srgbClr val="131416"/>
                </a:solidFill>
                <a:latin typeface="Arial MT"/>
              </a:rPr>
              <a:t>Manejo</a:t>
            </a:r>
            <a:r>
              <a:rPr lang="en-US" sz="3550" b="0" strike="noStrike" spc="-21">
                <a:solidFill>
                  <a:srgbClr val="131416"/>
                </a:solidFill>
                <a:latin typeface="Arial MT"/>
              </a:rPr>
              <a:t> </a:t>
            </a:r>
            <a:r>
              <a:rPr lang="en-US" sz="3550" b="0" strike="noStrike" spc="-1">
                <a:solidFill>
                  <a:srgbClr val="131416"/>
                </a:solidFill>
                <a:latin typeface="Arial MT"/>
              </a:rPr>
              <a:t>e</a:t>
            </a:r>
            <a:r>
              <a:rPr lang="en-US" sz="3550" b="0" strike="noStrike" spc="-21">
                <a:solidFill>
                  <a:srgbClr val="131416"/>
                </a:solidFill>
                <a:latin typeface="Arial MT"/>
              </a:rPr>
              <a:t> </a:t>
            </a:r>
            <a:r>
              <a:rPr lang="en-US" sz="3550" b="0" strike="noStrike" spc="-1">
                <a:solidFill>
                  <a:srgbClr val="131416"/>
                </a:solidFill>
                <a:latin typeface="Arial MT"/>
              </a:rPr>
              <a:t>implementación</a:t>
            </a:r>
            <a:r>
              <a:rPr lang="en-US" sz="3550" b="0" strike="noStrike" spc="-21">
                <a:solidFill>
                  <a:srgbClr val="131416"/>
                </a:solidFill>
                <a:latin typeface="Arial MT"/>
              </a:rPr>
              <a:t> </a:t>
            </a:r>
            <a:r>
              <a:rPr lang="en-US" sz="3550" b="0" strike="noStrike" spc="-1">
                <a:solidFill>
                  <a:srgbClr val="131416"/>
                </a:solidFill>
                <a:latin typeface="Arial MT"/>
              </a:rPr>
              <a:t>de</a:t>
            </a:r>
            <a:r>
              <a:rPr lang="en-US" sz="3550" b="0" strike="noStrike" spc="-21">
                <a:solidFill>
                  <a:srgbClr val="131416"/>
                </a:solidFill>
                <a:latin typeface="Arial MT"/>
              </a:rPr>
              <a:t> </a:t>
            </a:r>
            <a:r>
              <a:rPr lang="en-US" sz="3550" b="0" strike="noStrike" spc="-12">
                <a:solidFill>
                  <a:srgbClr val="131416"/>
                </a:solidFill>
                <a:latin typeface="Arial MT"/>
              </a:rPr>
              <a:t>archivos.</a:t>
            </a:r>
            <a:endParaRPr lang="en-US" sz="3550" b="0" strike="noStrike" spc="-1">
              <a:solidFill>
                <a:srgbClr val="000000"/>
              </a:solidFill>
              <a:latin typeface="Arial"/>
            </a:endParaRPr>
          </a:p>
        </p:txBody>
      </p:sp>
      <p:grpSp>
        <p:nvGrpSpPr>
          <p:cNvPr id="58" name="object 4"/>
          <p:cNvGrpSpPr/>
          <p:nvPr/>
        </p:nvGrpSpPr>
        <p:grpSpPr>
          <a:xfrm>
            <a:off x="11219400" y="5334120"/>
            <a:ext cx="6846480" cy="4575240"/>
            <a:chOff x="11219400" y="5334120"/>
            <a:chExt cx="6846480" cy="4575240"/>
          </a:xfrm>
        </p:grpSpPr>
        <p:pic>
          <p:nvPicPr>
            <p:cNvPr id="59" name="object 5"/>
            <p:cNvPicPr/>
            <p:nvPr/>
          </p:nvPicPr>
          <p:blipFill>
            <a:blip r:embed="rId2"/>
            <a:stretch/>
          </p:blipFill>
          <p:spPr>
            <a:xfrm>
              <a:off x="11219400" y="5334120"/>
              <a:ext cx="6846480" cy="4575240"/>
            </a:xfrm>
            <a:prstGeom prst="rect">
              <a:avLst/>
            </a:prstGeom>
            <a:ln w="0">
              <a:noFill/>
            </a:ln>
          </p:spPr>
        </p:pic>
        <p:pic>
          <p:nvPicPr>
            <p:cNvPr id="60" name="object 6"/>
            <p:cNvPicPr/>
            <p:nvPr/>
          </p:nvPicPr>
          <p:blipFill>
            <a:blip r:embed="rId3"/>
            <a:stretch/>
          </p:blipFill>
          <p:spPr>
            <a:xfrm>
              <a:off x="11829960" y="6439680"/>
              <a:ext cx="317520" cy="298800"/>
            </a:xfrm>
            <a:prstGeom prst="rect">
              <a:avLst/>
            </a:prstGeom>
            <a:ln w="0">
              <a:noFill/>
            </a:ln>
          </p:spPr>
        </p:pic>
        <p:pic>
          <p:nvPicPr>
            <p:cNvPr id="61" name="object 7"/>
            <p:cNvPicPr/>
            <p:nvPr/>
          </p:nvPicPr>
          <p:blipFill>
            <a:blip r:embed="rId4"/>
            <a:stretch/>
          </p:blipFill>
          <p:spPr>
            <a:xfrm>
              <a:off x="11896560" y="6869520"/>
              <a:ext cx="317520" cy="298800"/>
            </a:xfrm>
            <a:prstGeom prst="rect">
              <a:avLst/>
            </a:prstGeom>
            <a:ln w="0">
              <a:noFill/>
            </a:ln>
          </p:spPr>
        </p:pic>
        <p:pic>
          <p:nvPicPr>
            <p:cNvPr id="62" name="object 8"/>
            <p:cNvPicPr/>
            <p:nvPr/>
          </p:nvPicPr>
          <p:blipFill>
            <a:blip r:embed="rId4"/>
            <a:stretch/>
          </p:blipFill>
          <p:spPr>
            <a:xfrm>
              <a:off x="11896560" y="7728840"/>
              <a:ext cx="317520" cy="298800"/>
            </a:xfrm>
            <a:prstGeom prst="rect">
              <a:avLst/>
            </a:prstGeom>
            <a:ln w="0">
              <a:noFill/>
            </a:ln>
          </p:spPr>
        </p:pic>
        <p:pic>
          <p:nvPicPr>
            <p:cNvPr id="63" name="object 9"/>
            <p:cNvPicPr/>
            <p:nvPr/>
          </p:nvPicPr>
          <p:blipFill>
            <a:blip r:embed="rId4"/>
            <a:stretch/>
          </p:blipFill>
          <p:spPr>
            <a:xfrm>
              <a:off x="11896560" y="8588520"/>
              <a:ext cx="317520" cy="298800"/>
            </a:xfrm>
            <a:prstGeom prst="rect">
              <a:avLst/>
            </a:prstGeom>
            <a:ln w="0">
              <a:noFill/>
            </a:ln>
          </p:spPr>
        </p:pic>
      </p:grpSp>
      <p:sp>
        <p:nvSpPr>
          <p:cNvPr id="64" name="object 10"/>
          <p:cNvSpPr/>
          <p:nvPr/>
        </p:nvSpPr>
        <p:spPr>
          <a:xfrm>
            <a:off x="11817360" y="6285600"/>
            <a:ext cx="5019480" cy="3020760"/>
          </a:xfrm>
          <a:prstGeom prst="rect">
            <a:avLst/>
          </a:prstGeom>
          <a:noFill/>
          <a:ln w="0">
            <a:noFill/>
          </a:ln>
        </p:spPr>
        <p:style>
          <a:lnRef idx="0">
            <a:scrgbClr r="0" g="0" b="0"/>
          </a:lnRef>
          <a:fillRef idx="0">
            <a:scrgbClr r="0" g="0" b="0"/>
          </a:fillRef>
          <a:effectRef idx="0">
            <a:scrgbClr r="0" g="0" b="0"/>
          </a:effectRef>
          <a:fontRef idx="minor"/>
        </p:style>
        <p:txBody>
          <a:bodyPr lIns="0" tIns="137160" rIns="0" bIns="0" anchor="t">
            <a:spAutoFit/>
          </a:bodyPr>
          <a:lstStyle/>
          <a:p>
            <a:pPr marL="396720">
              <a:lnSpc>
                <a:spcPct val="100000"/>
              </a:lnSpc>
              <a:spcBef>
                <a:spcPts val="1080"/>
              </a:spcBef>
            </a:pPr>
            <a:r>
              <a:rPr lang="en-US" sz="2000" b="0" strike="noStrike" spc="-52">
                <a:solidFill>
                  <a:srgbClr val="131416"/>
                </a:solidFill>
                <a:latin typeface="Lucida Sans Unicode"/>
              </a:rPr>
              <a:t>Objetivos</a:t>
            </a:r>
            <a:r>
              <a:rPr lang="en-US" sz="2000" b="0" strike="noStrike" spc="-114">
                <a:solidFill>
                  <a:srgbClr val="131416"/>
                </a:solidFill>
                <a:latin typeface="Lucida Sans Unicode"/>
              </a:rPr>
              <a:t> </a:t>
            </a:r>
            <a:r>
              <a:rPr lang="en-US" sz="2000" b="0" strike="noStrike" spc="-1">
                <a:solidFill>
                  <a:srgbClr val="131416"/>
                </a:solidFill>
                <a:latin typeface="Lucida Sans Unicode"/>
              </a:rPr>
              <a:t>de</a:t>
            </a:r>
            <a:r>
              <a:rPr lang="en-US" sz="2000" b="0" strike="noStrike" spc="-114">
                <a:solidFill>
                  <a:srgbClr val="131416"/>
                </a:solidFill>
                <a:latin typeface="Lucida Sans Unicode"/>
              </a:rPr>
              <a:t> </a:t>
            </a:r>
            <a:r>
              <a:rPr lang="en-US" sz="2000" b="0" strike="noStrike" spc="-21">
                <a:solidFill>
                  <a:srgbClr val="131416"/>
                </a:solidFill>
                <a:latin typeface="Lucida Sans Unicode"/>
              </a:rPr>
              <a:t>la</a:t>
            </a:r>
            <a:r>
              <a:rPr lang="en-US" sz="2000" b="0" strike="noStrike" spc="-114">
                <a:solidFill>
                  <a:srgbClr val="131416"/>
                </a:solidFill>
                <a:latin typeface="Lucida Sans Unicode"/>
              </a:rPr>
              <a:t> </a:t>
            </a:r>
            <a:r>
              <a:rPr lang="en-US" sz="2000" b="0" strike="noStrike" spc="-12">
                <a:solidFill>
                  <a:srgbClr val="131416"/>
                </a:solidFill>
                <a:latin typeface="Lucida Sans Unicode"/>
              </a:rPr>
              <a:t>actividad:</a:t>
            </a:r>
            <a:endParaRPr lang="en-US" sz="2000" b="0" strike="noStrike" spc="-1">
              <a:solidFill>
                <a:srgbClr val="000000"/>
              </a:solidFill>
              <a:latin typeface="Arial"/>
            </a:endParaRPr>
          </a:p>
          <a:p>
            <a:pPr marL="12600" indent="450720">
              <a:lnSpc>
                <a:spcPct val="141000"/>
              </a:lnSpc>
              <a:tabLst>
                <a:tab pos="0" algn="l"/>
              </a:tabLst>
            </a:pPr>
            <a:r>
              <a:rPr lang="en-US" sz="2000" b="0" strike="noStrike" spc="-41">
                <a:solidFill>
                  <a:srgbClr val="131416"/>
                </a:solidFill>
                <a:latin typeface="Lucida Sans Unicode"/>
              </a:rPr>
              <a:t>Identificar</a:t>
            </a:r>
            <a:r>
              <a:rPr lang="en-US" sz="2000" b="0" strike="noStrike" spc="-100">
                <a:solidFill>
                  <a:srgbClr val="131416"/>
                </a:solidFill>
                <a:latin typeface="Lucida Sans Unicode"/>
              </a:rPr>
              <a:t> </a:t>
            </a:r>
            <a:r>
              <a:rPr lang="en-US" sz="2000" b="0" strike="noStrike" spc="-26">
                <a:solidFill>
                  <a:srgbClr val="131416"/>
                </a:solidFill>
                <a:latin typeface="Lucida Sans Unicode"/>
              </a:rPr>
              <a:t>cuánto</a:t>
            </a:r>
            <a:r>
              <a:rPr lang="en-US" sz="2000" b="0" strike="noStrike" spc="-97">
                <a:solidFill>
                  <a:srgbClr val="131416"/>
                </a:solidFill>
                <a:latin typeface="Lucida Sans Unicode"/>
              </a:rPr>
              <a:t> </a:t>
            </a:r>
            <a:r>
              <a:rPr lang="en-US" sz="2000" b="0" strike="noStrike" spc="-21">
                <a:solidFill>
                  <a:srgbClr val="131416"/>
                </a:solidFill>
                <a:latin typeface="Lucida Sans Unicode"/>
              </a:rPr>
              <a:t>recuerdan</a:t>
            </a:r>
            <a:r>
              <a:rPr lang="en-US" sz="2000" b="0" strike="noStrike" spc="-97">
                <a:solidFill>
                  <a:srgbClr val="131416"/>
                </a:solidFill>
                <a:latin typeface="Lucida Sans Unicode"/>
              </a:rPr>
              <a:t> </a:t>
            </a:r>
            <a:r>
              <a:rPr lang="en-US" sz="2000" b="0" strike="noStrike" spc="-35">
                <a:solidFill>
                  <a:srgbClr val="131416"/>
                </a:solidFill>
                <a:latin typeface="Lucida Sans Unicode"/>
              </a:rPr>
              <a:t>del</a:t>
            </a:r>
            <a:r>
              <a:rPr lang="en-US" sz="2000" b="0" strike="noStrike" spc="-97">
                <a:solidFill>
                  <a:srgbClr val="131416"/>
                </a:solidFill>
                <a:latin typeface="Lucida Sans Unicode"/>
              </a:rPr>
              <a:t> </a:t>
            </a:r>
            <a:r>
              <a:rPr lang="en-US" sz="2000" b="0" strike="noStrike" spc="-12">
                <a:solidFill>
                  <a:srgbClr val="131416"/>
                </a:solidFill>
                <a:latin typeface="Lucida Sans Unicode"/>
              </a:rPr>
              <a:t>curso anterior.</a:t>
            </a:r>
            <a:endParaRPr lang="en-US" sz="2000" b="0" strike="noStrike" spc="-1">
              <a:solidFill>
                <a:srgbClr val="000000"/>
              </a:solidFill>
              <a:latin typeface="Arial"/>
            </a:endParaRPr>
          </a:p>
          <a:p>
            <a:pPr marL="12600" indent="450720">
              <a:lnSpc>
                <a:spcPct val="141000"/>
              </a:lnSpc>
              <a:tabLst>
                <a:tab pos="0" algn="l"/>
              </a:tabLst>
            </a:pPr>
            <a:r>
              <a:rPr lang="en-US" sz="2000" b="0" strike="noStrike" spc="-35">
                <a:solidFill>
                  <a:srgbClr val="131416"/>
                </a:solidFill>
                <a:latin typeface="Lucida Sans Unicode"/>
              </a:rPr>
              <a:t>Explorar</a:t>
            </a:r>
            <a:r>
              <a:rPr lang="en-US" sz="2000" b="0" strike="noStrike" spc="-106">
                <a:solidFill>
                  <a:srgbClr val="131416"/>
                </a:solidFill>
                <a:latin typeface="Lucida Sans Unicode"/>
              </a:rPr>
              <a:t> </a:t>
            </a:r>
            <a:r>
              <a:rPr lang="en-US" sz="2000" b="0" strike="noStrike" spc="-41">
                <a:solidFill>
                  <a:srgbClr val="131416"/>
                </a:solidFill>
                <a:latin typeface="Lucida Sans Unicode"/>
              </a:rPr>
              <a:t>conocimientos</a:t>
            </a:r>
            <a:r>
              <a:rPr lang="en-US" sz="2000" b="0" strike="noStrike" spc="-100">
                <a:solidFill>
                  <a:srgbClr val="131416"/>
                </a:solidFill>
                <a:latin typeface="Lucida Sans Unicode"/>
              </a:rPr>
              <a:t> </a:t>
            </a:r>
            <a:r>
              <a:rPr lang="en-US" sz="2000" b="0" strike="noStrike" spc="-35">
                <a:solidFill>
                  <a:srgbClr val="131416"/>
                </a:solidFill>
                <a:latin typeface="Lucida Sans Unicode"/>
              </a:rPr>
              <a:t>previos</a:t>
            </a:r>
            <a:r>
              <a:rPr lang="en-US" sz="2000" b="0" strike="noStrike" spc="-100">
                <a:solidFill>
                  <a:srgbClr val="131416"/>
                </a:solidFill>
                <a:latin typeface="Lucida Sans Unicode"/>
              </a:rPr>
              <a:t> </a:t>
            </a:r>
            <a:r>
              <a:rPr lang="en-US" sz="2000" b="0" strike="noStrike" spc="-12">
                <a:solidFill>
                  <a:srgbClr val="131416"/>
                </a:solidFill>
                <a:latin typeface="Lucida Sans Unicode"/>
              </a:rPr>
              <a:t>sobre </a:t>
            </a:r>
            <a:r>
              <a:rPr lang="en-US" sz="2000" b="0" strike="noStrike" spc="-21">
                <a:solidFill>
                  <a:srgbClr val="131416"/>
                </a:solidFill>
                <a:latin typeface="Lucida Sans Unicode"/>
              </a:rPr>
              <a:t>el</a:t>
            </a:r>
            <a:r>
              <a:rPr lang="en-US" sz="2000" b="0" strike="noStrike" spc="-140">
                <a:solidFill>
                  <a:srgbClr val="131416"/>
                </a:solidFill>
                <a:latin typeface="Lucida Sans Unicode"/>
              </a:rPr>
              <a:t> </a:t>
            </a:r>
            <a:r>
              <a:rPr lang="en-US" sz="2000" b="0" strike="noStrike" spc="-12">
                <a:solidFill>
                  <a:srgbClr val="131416"/>
                </a:solidFill>
                <a:latin typeface="Lucida Sans Unicode"/>
              </a:rPr>
              <a:t>nuevo</a:t>
            </a:r>
            <a:r>
              <a:rPr lang="en-US" sz="2000" b="0" strike="noStrike" spc="-137">
                <a:solidFill>
                  <a:srgbClr val="131416"/>
                </a:solidFill>
                <a:latin typeface="Lucida Sans Unicode"/>
              </a:rPr>
              <a:t> </a:t>
            </a:r>
            <a:r>
              <a:rPr lang="en-US" sz="2000" b="0" strike="noStrike" spc="-12">
                <a:solidFill>
                  <a:srgbClr val="131416"/>
                </a:solidFill>
                <a:latin typeface="Lucida Sans Unicode"/>
              </a:rPr>
              <a:t>curso.</a:t>
            </a:r>
            <a:endParaRPr lang="en-US" sz="2000" b="0" strike="noStrike" spc="-1">
              <a:solidFill>
                <a:srgbClr val="000000"/>
              </a:solidFill>
              <a:latin typeface="Arial"/>
            </a:endParaRPr>
          </a:p>
          <a:p>
            <a:pPr marL="12600" indent="450720">
              <a:lnSpc>
                <a:spcPct val="141000"/>
              </a:lnSpc>
              <a:tabLst>
                <a:tab pos="0" algn="l"/>
              </a:tabLst>
            </a:pPr>
            <a:r>
              <a:rPr lang="en-US" sz="2000" b="0" strike="noStrike" spc="-26">
                <a:solidFill>
                  <a:srgbClr val="131416"/>
                </a:solidFill>
                <a:latin typeface="Lucida Sans Unicode"/>
              </a:rPr>
              <a:t>Adaptar</a:t>
            </a:r>
            <a:r>
              <a:rPr lang="en-US" sz="2000" b="0" strike="noStrike" spc="-111">
                <a:solidFill>
                  <a:srgbClr val="131416"/>
                </a:solidFill>
                <a:latin typeface="Lucida Sans Unicode"/>
              </a:rPr>
              <a:t> </a:t>
            </a:r>
            <a:r>
              <a:rPr lang="en-US" sz="2000" b="0" strike="noStrike" spc="-21">
                <a:solidFill>
                  <a:srgbClr val="131416"/>
                </a:solidFill>
                <a:latin typeface="Lucida Sans Unicode"/>
              </a:rPr>
              <a:t>el</a:t>
            </a:r>
            <a:r>
              <a:rPr lang="en-US" sz="2000" b="0" strike="noStrike" spc="-106">
                <a:solidFill>
                  <a:srgbClr val="131416"/>
                </a:solidFill>
                <a:latin typeface="Lucida Sans Unicode"/>
              </a:rPr>
              <a:t> </a:t>
            </a:r>
            <a:r>
              <a:rPr lang="en-US" sz="2000" b="0" strike="noStrike" spc="-21">
                <a:solidFill>
                  <a:srgbClr val="131416"/>
                </a:solidFill>
                <a:latin typeface="Lucida Sans Unicode"/>
              </a:rPr>
              <a:t>enfoque</a:t>
            </a:r>
            <a:r>
              <a:rPr lang="en-US" sz="2000" b="0" strike="noStrike" spc="-106">
                <a:solidFill>
                  <a:srgbClr val="131416"/>
                </a:solidFill>
                <a:latin typeface="Lucida Sans Unicode"/>
              </a:rPr>
              <a:t> </a:t>
            </a:r>
            <a:r>
              <a:rPr lang="en-US" sz="2000" b="0" strike="noStrike" spc="-35">
                <a:solidFill>
                  <a:srgbClr val="131416"/>
                </a:solidFill>
                <a:latin typeface="Lucida Sans Unicode"/>
              </a:rPr>
              <a:t>del</a:t>
            </a:r>
            <a:r>
              <a:rPr lang="en-US" sz="2000" b="0" strike="noStrike" spc="-106">
                <a:solidFill>
                  <a:srgbClr val="131416"/>
                </a:solidFill>
                <a:latin typeface="Lucida Sans Unicode"/>
              </a:rPr>
              <a:t> </a:t>
            </a:r>
            <a:r>
              <a:rPr lang="en-US" sz="2000" b="0" strike="noStrike" spc="-35">
                <a:solidFill>
                  <a:srgbClr val="131416"/>
                </a:solidFill>
                <a:latin typeface="Lucida Sans Unicode"/>
              </a:rPr>
              <a:t>curso</a:t>
            </a:r>
            <a:r>
              <a:rPr lang="en-US" sz="2000" b="0" strike="noStrike" spc="-106">
                <a:solidFill>
                  <a:srgbClr val="131416"/>
                </a:solidFill>
                <a:latin typeface="Lucida Sans Unicode"/>
              </a:rPr>
              <a:t> </a:t>
            </a:r>
            <a:r>
              <a:rPr lang="en-US" sz="2000" b="0" strike="noStrike" spc="-60">
                <a:solidFill>
                  <a:srgbClr val="131416"/>
                </a:solidFill>
                <a:latin typeface="Lucida Sans Unicode"/>
              </a:rPr>
              <a:t>según</a:t>
            </a:r>
            <a:r>
              <a:rPr lang="en-US" sz="2000" b="0" strike="noStrike" spc="-111">
                <a:solidFill>
                  <a:srgbClr val="131416"/>
                </a:solidFill>
                <a:latin typeface="Lucida Sans Unicode"/>
              </a:rPr>
              <a:t> </a:t>
            </a:r>
            <a:r>
              <a:rPr lang="en-US" sz="2000" b="0" strike="noStrike" spc="-26">
                <a:solidFill>
                  <a:srgbClr val="131416"/>
                </a:solidFill>
                <a:latin typeface="Lucida Sans Unicode"/>
              </a:rPr>
              <a:t>el </a:t>
            </a:r>
            <a:r>
              <a:rPr lang="en-US" sz="2000" b="0" strike="noStrike" spc="-41">
                <a:solidFill>
                  <a:srgbClr val="131416"/>
                </a:solidFill>
                <a:latin typeface="Lucida Sans Unicode"/>
              </a:rPr>
              <a:t>nivel</a:t>
            </a:r>
            <a:r>
              <a:rPr lang="en-US" sz="2000" b="0" strike="noStrike" spc="-114">
                <a:solidFill>
                  <a:srgbClr val="131416"/>
                </a:solidFill>
                <a:latin typeface="Lucida Sans Unicode"/>
              </a:rPr>
              <a:t> </a:t>
            </a:r>
            <a:r>
              <a:rPr lang="en-US" sz="2000" b="0" strike="noStrike" spc="-35">
                <a:solidFill>
                  <a:srgbClr val="131416"/>
                </a:solidFill>
                <a:latin typeface="Lucida Sans Unicode"/>
              </a:rPr>
              <a:t>del</a:t>
            </a:r>
            <a:r>
              <a:rPr lang="en-US" sz="2000" b="0" strike="noStrike" spc="-111">
                <a:solidFill>
                  <a:srgbClr val="131416"/>
                </a:solidFill>
                <a:latin typeface="Lucida Sans Unicode"/>
              </a:rPr>
              <a:t> </a:t>
            </a:r>
            <a:r>
              <a:rPr lang="en-US" sz="2000" b="0" strike="noStrike" spc="-12">
                <a:solidFill>
                  <a:srgbClr val="131416"/>
                </a:solidFill>
                <a:latin typeface="Lucida Sans Unicode"/>
              </a:rPr>
              <a:t>grupo.</a:t>
            </a:r>
            <a:endParaRPr lang="en-US" sz="2000" b="0" strike="noStrike" spc="-1">
              <a:solidFill>
                <a:srgbClr val="000000"/>
              </a:solidFill>
              <a:latin typeface="Arial"/>
            </a:endParaRPr>
          </a:p>
        </p:txBody>
      </p:sp>
      <p:pic>
        <p:nvPicPr>
          <p:cNvPr id="65" name="object 11"/>
          <p:cNvPicPr/>
          <p:nvPr/>
        </p:nvPicPr>
        <p:blipFill>
          <a:blip r:embed="rId5"/>
          <a:stretch/>
        </p:blipFill>
        <p:spPr>
          <a:xfrm>
            <a:off x="1807200" y="3429000"/>
            <a:ext cx="6753600" cy="675360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3141000" y="276120"/>
            <a:ext cx="12004920" cy="1924200"/>
          </a:xfrm>
          <a:prstGeom prst="rect">
            <a:avLst/>
          </a:prstGeom>
          <a:noFill/>
          <a:ln w="0">
            <a:noFill/>
          </a:ln>
        </p:spPr>
        <p:txBody>
          <a:bodyPr lIns="0" tIns="12600" rIns="0" bIns="0" anchor="t">
            <a:noAutofit/>
          </a:bodyPr>
          <a:lstStyle/>
          <a:p>
            <a:pPr marL="4422240" indent="-4410000">
              <a:lnSpc>
                <a:spcPct val="112000"/>
              </a:lnSpc>
              <a:spcBef>
                <a:spcPts val="99"/>
              </a:spcBef>
              <a:buNone/>
              <a:tabLst>
                <a:tab pos="0" algn="l"/>
              </a:tabLst>
            </a:pPr>
            <a:r>
              <a:rPr lang="en-US" sz="5600" b="0" strike="noStrike" spc="-52" dirty="0" err="1" smtClean="0">
                <a:solidFill>
                  <a:srgbClr val="131416"/>
                </a:solidFill>
                <a:latin typeface="Arial MT"/>
              </a:rPr>
              <a:t>Senso</a:t>
            </a:r>
            <a:r>
              <a:rPr lang="en-US" sz="5600" b="0" strike="noStrike" spc="-52" dirty="0" smtClean="0">
                <a:solidFill>
                  <a:srgbClr val="131416"/>
                </a:solidFill>
                <a:latin typeface="Arial MT"/>
              </a:rPr>
              <a:t> de </a:t>
            </a:r>
            <a:r>
              <a:rPr lang="en-US" sz="5600" b="0" strike="noStrike" spc="-52" dirty="0" err="1" smtClean="0">
                <a:solidFill>
                  <a:srgbClr val="131416"/>
                </a:solidFill>
                <a:latin typeface="Arial MT"/>
              </a:rPr>
              <a:t>horario</a:t>
            </a:r>
            <a:r>
              <a:rPr lang="en-US" sz="5600" spc="-52" dirty="0" err="1" smtClean="0">
                <a:solidFill>
                  <a:srgbClr val="131416"/>
                </a:solidFill>
                <a:latin typeface="Arial MT"/>
              </a:rPr>
              <a:t>s</a:t>
            </a:r>
            <a:r>
              <a:rPr lang="en-US" sz="5600" spc="-52" dirty="0" smtClean="0">
                <a:solidFill>
                  <a:srgbClr val="131416"/>
                </a:solidFill>
                <a:latin typeface="Arial MT"/>
              </a:rPr>
              <a:t> de </a:t>
            </a:r>
            <a:r>
              <a:rPr lang="en-US" sz="5600" spc="-52" dirty="0" err="1" smtClean="0">
                <a:solidFill>
                  <a:srgbClr val="131416"/>
                </a:solidFill>
                <a:latin typeface="Arial MT"/>
              </a:rPr>
              <a:t>calificación</a:t>
            </a:r>
            <a:r>
              <a:rPr lang="en-US" sz="5600" spc="-52" dirty="0" smtClean="0">
                <a:solidFill>
                  <a:srgbClr val="131416"/>
                </a:solidFill>
                <a:latin typeface="Arial MT"/>
              </a:rPr>
              <a:t/>
            </a:r>
            <a:br>
              <a:rPr lang="en-US" sz="5600" spc="-52" dirty="0" smtClean="0">
                <a:solidFill>
                  <a:srgbClr val="131416"/>
                </a:solidFill>
                <a:latin typeface="Arial MT"/>
              </a:rPr>
            </a:br>
            <a:r>
              <a:rPr lang="en-US" sz="5600" spc="-52" dirty="0" err="1" smtClean="0">
                <a:solidFill>
                  <a:srgbClr val="131416"/>
                </a:solidFill>
                <a:latin typeface="Arial MT"/>
              </a:rPr>
              <a:t>Practicas</a:t>
            </a:r>
            <a:r>
              <a:rPr lang="en-US" sz="5600" spc="-52" dirty="0" smtClean="0">
                <a:solidFill>
                  <a:srgbClr val="131416"/>
                </a:solidFill>
                <a:latin typeface="Arial MT"/>
              </a:rPr>
              <a:t> y </a:t>
            </a:r>
            <a:r>
              <a:rPr lang="en-US" sz="5600" spc="-52" dirty="0" err="1" smtClean="0">
                <a:solidFill>
                  <a:srgbClr val="131416"/>
                </a:solidFill>
                <a:latin typeface="Arial MT"/>
              </a:rPr>
              <a:t>Proyectos</a:t>
            </a:r>
            <a:endParaRPr lang="en-US" sz="5600" b="0" strike="noStrike" spc="-1" dirty="0">
              <a:solidFill>
                <a:srgbClr val="000000"/>
              </a:solidFill>
              <a:latin typeface="Arial"/>
            </a:endParaRPr>
          </a:p>
        </p:txBody>
      </p:sp>
      <p:sp>
        <p:nvSpPr>
          <p:cNvPr id="57" name="object 3"/>
          <p:cNvSpPr/>
          <p:nvPr/>
        </p:nvSpPr>
        <p:spPr>
          <a:xfrm>
            <a:off x="7863496" y="4619677"/>
            <a:ext cx="7694186" cy="3852943"/>
          </a:xfrm>
          <a:prstGeom prst="rect">
            <a:avLst/>
          </a:prstGeom>
          <a:noFill/>
          <a:ln w="0">
            <a:noFill/>
          </a:ln>
        </p:spPr>
        <p:style>
          <a:lnRef idx="0">
            <a:scrgbClr r="0" g="0" b="0"/>
          </a:lnRef>
          <a:fillRef idx="0">
            <a:scrgbClr r="0" g="0" b="0"/>
          </a:fillRef>
          <a:effectRef idx="0">
            <a:scrgbClr r="0" g="0" b="0"/>
          </a:effectRef>
          <a:fontRef idx="minor"/>
        </p:style>
        <p:txBody>
          <a:bodyPr wrap="square" lIns="0" tIns="15840" rIns="0" bIns="0" anchor="t">
            <a:spAutoFit/>
          </a:bodyPr>
          <a:lstStyle/>
          <a:p>
            <a:pPr marL="12600" algn="ctr">
              <a:lnSpc>
                <a:spcPct val="100000"/>
              </a:lnSpc>
              <a:spcBef>
                <a:spcPts val="125"/>
              </a:spcBef>
            </a:pPr>
            <a:r>
              <a:rPr lang="en-US" sz="3550" spc="-1" dirty="0" smtClean="0">
                <a:solidFill>
                  <a:srgbClr val="131416"/>
                </a:solidFill>
                <a:latin typeface="Arial MT"/>
              </a:rPr>
              <a:t>Al </a:t>
            </a:r>
            <a:r>
              <a:rPr lang="en-US" sz="3550" spc="-1" dirty="0" err="1" smtClean="0">
                <a:solidFill>
                  <a:srgbClr val="131416"/>
                </a:solidFill>
                <a:latin typeface="Arial MT"/>
              </a:rPr>
              <a:t>ser</a:t>
            </a:r>
            <a:r>
              <a:rPr lang="en-US" sz="3550" spc="-1" dirty="0" smtClean="0">
                <a:solidFill>
                  <a:srgbClr val="131416"/>
                </a:solidFill>
                <a:latin typeface="Arial MT"/>
              </a:rPr>
              <a:t> </a:t>
            </a:r>
            <a:r>
              <a:rPr lang="en-US" sz="3550" spc="-1" dirty="0" err="1" smtClean="0">
                <a:solidFill>
                  <a:srgbClr val="131416"/>
                </a:solidFill>
                <a:latin typeface="Arial MT"/>
              </a:rPr>
              <a:t>una</a:t>
            </a:r>
            <a:r>
              <a:rPr lang="en-US" sz="3550" spc="-1" dirty="0" smtClean="0">
                <a:solidFill>
                  <a:srgbClr val="131416"/>
                </a:solidFill>
                <a:latin typeface="Arial MT"/>
              </a:rPr>
              <a:t> </a:t>
            </a:r>
            <a:r>
              <a:rPr lang="en-US" sz="3550" spc="-1" dirty="0" err="1" smtClean="0">
                <a:solidFill>
                  <a:srgbClr val="131416"/>
                </a:solidFill>
                <a:latin typeface="Arial MT"/>
              </a:rPr>
              <a:t>curso</a:t>
            </a:r>
            <a:r>
              <a:rPr lang="en-US" sz="3550" spc="-1" dirty="0" smtClean="0">
                <a:solidFill>
                  <a:srgbClr val="131416"/>
                </a:solidFill>
                <a:latin typeface="Arial MT"/>
              </a:rPr>
              <a:t> </a:t>
            </a:r>
            <a:r>
              <a:rPr lang="en-US" sz="3550" spc="-1" dirty="0" err="1" smtClean="0">
                <a:solidFill>
                  <a:srgbClr val="131416"/>
                </a:solidFill>
                <a:latin typeface="Arial MT"/>
              </a:rPr>
              <a:t>hibrido</a:t>
            </a:r>
            <a:r>
              <a:rPr lang="en-US" sz="3550" spc="-12" dirty="0" smtClean="0">
                <a:solidFill>
                  <a:srgbClr val="131416"/>
                </a:solidFill>
                <a:latin typeface="Arial MT"/>
              </a:rPr>
              <a:t>, se propone</a:t>
            </a:r>
          </a:p>
          <a:p>
            <a:pPr marL="12600" algn="ctr">
              <a:lnSpc>
                <a:spcPct val="100000"/>
              </a:lnSpc>
              <a:spcBef>
                <a:spcPts val="125"/>
              </a:spcBef>
            </a:pPr>
            <a:r>
              <a:rPr lang="en-US" sz="3550" spc="-12" dirty="0" err="1">
                <a:solidFill>
                  <a:srgbClr val="131416"/>
                </a:solidFill>
                <a:latin typeface="Arial MT"/>
              </a:rPr>
              <a:t>q</a:t>
            </a:r>
            <a:r>
              <a:rPr lang="en-US" sz="3550" b="0" strike="noStrike" spc="-12" dirty="0" err="1" smtClean="0">
                <a:solidFill>
                  <a:srgbClr val="131416"/>
                </a:solidFill>
                <a:latin typeface="Arial MT"/>
              </a:rPr>
              <a:t>ue</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las</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calificaciones</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sean</a:t>
            </a:r>
            <a:r>
              <a:rPr lang="en-US" sz="3550" b="0" strike="noStrike" spc="-12" dirty="0" smtClean="0">
                <a:solidFill>
                  <a:srgbClr val="131416"/>
                </a:solidFill>
                <a:latin typeface="Arial MT"/>
              </a:rPr>
              <a:t> en </a:t>
            </a:r>
            <a:r>
              <a:rPr lang="en-US" sz="3550" b="0" strike="noStrike" spc="-12" dirty="0" err="1" smtClean="0">
                <a:solidFill>
                  <a:srgbClr val="131416"/>
                </a:solidFill>
                <a:latin typeface="Arial MT"/>
              </a:rPr>
              <a:t>cada</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una</a:t>
            </a:r>
            <a:r>
              <a:rPr lang="en-US" sz="3550" b="0" strike="noStrike" spc="-12" dirty="0" smtClean="0">
                <a:solidFill>
                  <a:srgbClr val="131416"/>
                </a:solidFill>
                <a:latin typeface="Arial MT"/>
              </a:rPr>
              <a:t> de </a:t>
            </a:r>
            <a:r>
              <a:rPr lang="en-US" sz="3550" b="0" strike="noStrike" spc="-12" dirty="0" err="1" smtClean="0">
                <a:solidFill>
                  <a:srgbClr val="131416"/>
                </a:solidFill>
                <a:latin typeface="Arial MT"/>
              </a:rPr>
              <a:t>las</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evaluaciones</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parciales</a:t>
            </a:r>
            <a:r>
              <a:rPr lang="en-US" sz="3550" b="0" strike="noStrike" spc="-12" dirty="0" smtClean="0">
                <a:solidFill>
                  <a:srgbClr val="131416"/>
                </a:solidFill>
                <a:latin typeface="Arial MT"/>
              </a:rPr>
              <a:t> del </a:t>
            </a:r>
            <a:r>
              <a:rPr lang="en-US" sz="3550" b="0" strike="noStrike" spc="-12" dirty="0" err="1" smtClean="0">
                <a:solidFill>
                  <a:srgbClr val="131416"/>
                </a:solidFill>
                <a:latin typeface="Arial MT"/>
              </a:rPr>
              <a:t>curso</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magistral</a:t>
            </a:r>
            <a:r>
              <a:rPr lang="en-US" sz="3550" b="0" strike="noStrike" spc="-12" dirty="0" smtClean="0">
                <a:solidFill>
                  <a:srgbClr val="131416"/>
                </a:solidFill>
                <a:latin typeface="Arial MT"/>
              </a:rPr>
              <a:t>, a </a:t>
            </a:r>
            <a:r>
              <a:rPr lang="en-US" sz="3550" b="0" strike="noStrike" spc="-12" dirty="0" err="1" smtClean="0">
                <a:solidFill>
                  <a:srgbClr val="131416"/>
                </a:solidFill>
                <a:latin typeface="Arial MT"/>
              </a:rPr>
              <a:t>excepcion</a:t>
            </a:r>
            <a:r>
              <a:rPr lang="en-US" sz="3550" b="0" strike="noStrike" spc="-12" dirty="0" smtClean="0">
                <a:solidFill>
                  <a:srgbClr val="131416"/>
                </a:solidFill>
                <a:latin typeface="Arial MT"/>
              </a:rPr>
              <a:t> de la </a:t>
            </a:r>
            <a:r>
              <a:rPr lang="en-US" sz="3550" b="0" strike="noStrike" spc="-12" dirty="0" err="1" smtClean="0">
                <a:solidFill>
                  <a:srgbClr val="131416"/>
                </a:solidFill>
                <a:latin typeface="Arial MT"/>
              </a:rPr>
              <a:t>calificacion</a:t>
            </a:r>
            <a:r>
              <a:rPr lang="en-US" sz="3550" b="0" strike="noStrike" spc="-12" dirty="0" smtClean="0">
                <a:solidFill>
                  <a:srgbClr val="131416"/>
                </a:solidFill>
                <a:latin typeface="Arial MT"/>
              </a:rPr>
              <a:t> de la </a:t>
            </a:r>
            <a:r>
              <a:rPr lang="en-US" sz="3550" b="0" strike="noStrike" spc="-12" dirty="0" err="1" smtClean="0">
                <a:solidFill>
                  <a:srgbClr val="131416"/>
                </a:solidFill>
                <a:latin typeface="Arial MT"/>
              </a:rPr>
              <a:t>practica</a:t>
            </a:r>
            <a:r>
              <a:rPr lang="en-US" sz="3550" b="0" strike="noStrike" spc="-12" dirty="0" smtClean="0">
                <a:solidFill>
                  <a:srgbClr val="131416"/>
                </a:solidFill>
                <a:latin typeface="Arial MT"/>
              </a:rPr>
              <a:t> 2, la </a:t>
            </a:r>
            <a:r>
              <a:rPr lang="en-US" sz="3550" b="0" strike="noStrike" spc="-12" dirty="0" err="1" smtClean="0">
                <a:solidFill>
                  <a:srgbClr val="131416"/>
                </a:solidFill>
                <a:latin typeface="Arial MT"/>
              </a:rPr>
              <a:t>cual</a:t>
            </a:r>
            <a:r>
              <a:rPr lang="en-US" sz="3550" b="0" strike="noStrike" spc="-12" dirty="0" smtClean="0">
                <a:solidFill>
                  <a:srgbClr val="131416"/>
                </a:solidFill>
                <a:latin typeface="Arial MT"/>
              </a:rPr>
              <a:t> se </a:t>
            </a:r>
            <a:r>
              <a:rPr lang="en-US" sz="3550" b="0" strike="noStrike" spc="-12" dirty="0" err="1" smtClean="0">
                <a:solidFill>
                  <a:srgbClr val="131416"/>
                </a:solidFill>
                <a:latin typeface="Arial MT"/>
              </a:rPr>
              <a:t>debe</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definir</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una</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fecha</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interedia</a:t>
            </a:r>
            <a:r>
              <a:rPr lang="en-US" sz="3550" b="0" strike="noStrike" spc="-12" dirty="0" smtClean="0">
                <a:solidFill>
                  <a:srgbClr val="131416"/>
                </a:solidFill>
                <a:latin typeface="Arial MT"/>
              </a:rPr>
              <a:t> entre el primer y </a:t>
            </a:r>
            <a:r>
              <a:rPr lang="en-US" sz="3550" b="0" strike="noStrike" spc="-12" dirty="0" err="1" smtClean="0">
                <a:solidFill>
                  <a:srgbClr val="131416"/>
                </a:solidFill>
                <a:latin typeface="Arial MT"/>
              </a:rPr>
              <a:t>segundo</a:t>
            </a:r>
            <a:r>
              <a:rPr lang="en-US" sz="3550" b="0" strike="noStrike" spc="-12" dirty="0" smtClean="0">
                <a:solidFill>
                  <a:srgbClr val="131416"/>
                </a:solidFill>
                <a:latin typeface="Arial MT"/>
              </a:rPr>
              <a:t> </a:t>
            </a:r>
            <a:r>
              <a:rPr lang="en-US" sz="3550" b="0" strike="noStrike" spc="-12" dirty="0" err="1" smtClean="0">
                <a:solidFill>
                  <a:srgbClr val="131416"/>
                </a:solidFill>
                <a:latin typeface="Arial MT"/>
              </a:rPr>
              <a:t>parcial</a:t>
            </a:r>
            <a:r>
              <a:rPr lang="en-US" sz="3550" b="0" strike="noStrike" spc="-12" dirty="0" smtClean="0">
                <a:solidFill>
                  <a:srgbClr val="131416"/>
                </a:solidFill>
                <a:latin typeface="Arial MT"/>
              </a:rPr>
              <a:t>.</a:t>
            </a:r>
            <a:endParaRPr lang="en-US" sz="3550" b="0" strike="noStrike" spc="-1" dirty="0">
              <a:solidFill>
                <a:srgbClr val="000000"/>
              </a:solidFill>
              <a:latin typeface="Arial"/>
            </a:endParaRPr>
          </a:p>
        </p:txBody>
      </p:sp>
      <p:pic>
        <p:nvPicPr>
          <p:cNvPr id="1026" name="Picture 2" descr="de cerca de un amarillo bolígrafo calificación terminado Tareas con  brillante marcas de verificación en un en espiral cuaderno Lista de  Verificación en texturizado papel superficie 72186472 Foto de stock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8123" y="3578128"/>
            <a:ext cx="4759877" cy="6320704"/>
          </a:xfrm>
          <a:prstGeom prst="rect">
            <a:avLst/>
          </a:prstGeom>
          <a:noFill/>
          <a:extLst>
            <a:ext uri="{909E8E84-426E-40DD-AFC4-6F175D3DCCD1}">
              <a14:hiddenFill xmlns:a14="http://schemas.microsoft.com/office/drawing/2010/main">
                <a:solidFill>
                  <a:srgbClr val="FFFFFF"/>
                </a:solidFill>
              </a14:hiddenFill>
            </a:ext>
          </a:extLst>
        </p:spPr>
      </p:pic>
      <p:sp>
        <p:nvSpPr>
          <p:cNvPr id="13" name="object 3"/>
          <p:cNvSpPr/>
          <p:nvPr/>
        </p:nvSpPr>
        <p:spPr>
          <a:xfrm>
            <a:off x="846840" y="2799120"/>
            <a:ext cx="16907760" cy="556920"/>
          </a:xfrm>
          <a:prstGeom prst="rect">
            <a:avLst/>
          </a:prstGeom>
          <a:noFill/>
          <a:ln w="0">
            <a:noFill/>
          </a:ln>
        </p:spPr>
        <p:style>
          <a:lnRef idx="0">
            <a:scrgbClr r="0" g="0" b="0"/>
          </a:lnRef>
          <a:fillRef idx="0">
            <a:scrgbClr r="0" g="0" b="0"/>
          </a:fillRef>
          <a:effectRef idx="0">
            <a:scrgbClr r="0" g="0" b="0"/>
          </a:effectRef>
          <a:fontRef idx="minor"/>
        </p:style>
        <p:txBody>
          <a:bodyPr lIns="0" tIns="15840" rIns="0" bIns="0" anchor="t">
            <a:spAutoFit/>
          </a:bodyPr>
          <a:lstStyle/>
          <a:p>
            <a:pPr marL="12600" algn="ctr">
              <a:lnSpc>
                <a:spcPct val="100000"/>
              </a:lnSpc>
              <a:spcBef>
                <a:spcPts val="125"/>
              </a:spcBef>
            </a:pPr>
            <a:r>
              <a:rPr lang="en-US" sz="3550" b="0" strike="noStrike" spc="-1" dirty="0" err="1" smtClean="0">
                <a:solidFill>
                  <a:srgbClr val="131416"/>
                </a:solidFill>
                <a:latin typeface="Arial MT"/>
              </a:rPr>
              <a:t>Horarios</a:t>
            </a:r>
            <a:r>
              <a:rPr lang="en-US" sz="3550" b="0" strike="noStrike" spc="-1" dirty="0" smtClean="0">
                <a:solidFill>
                  <a:srgbClr val="131416"/>
                </a:solidFill>
                <a:latin typeface="Arial MT"/>
              </a:rPr>
              <a:t> </a:t>
            </a:r>
            <a:r>
              <a:rPr lang="en-US" sz="3550" b="0" strike="noStrike" spc="-1" dirty="0" err="1" smtClean="0">
                <a:solidFill>
                  <a:srgbClr val="131416"/>
                </a:solidFill>
                <a:latin typeface="Arial MT"/>
              </a:rPr>
              <a:t>tentativos</a:t>
            </a:r>
            <a:r>
              <a:rPr lang="en-US" sz="3550" b="0" strike="noStrike" spc="-1" dirty="0" smtClean="0">
                <a:solidFill>
                  <a:srgbClr val="131416"/>
                </a:solidFill>
                <a:latin typeface="Arial MT"/>
              </a:rPr>
              <a:t> de </a:t>
            </a:r>
            <a:r>
              <a:rPr lang="en-US" sz="3550" b="0" strike="noStrike" spc="-1" dirty="0" err="1" smtClean="0">
                <a:solidFill>
                  <a:srgbClr val="131416"/>
                </a:solidFill>
                <a:latin typeface="Arial MT"/>
              </a:rPr>
              <a:t>calificación</a:t>
            </a:r>
            <a:r>
              <a:rPr lang="en-US" sz="3550" b="0" strike="noStrike" spc="-12" dirty="0" smtClean="0">
                <a:solidFill>
                  <a:srgbClr val="131416"/>
                </a:solidFill>
                <a:latin typeface="Arial MT"/>
              </a:rPr>
              <a:t>.</a:t>
            </a:r>
            <a:endParaRPr lang="en-US" sz="3550" b="0" strike="noStrike" spc="-1" dirty="0">
              <a:solidFill>
                <a:srgbClr val="000000"/>
              </a:solidFill>
              <a:latin typeface="Arial"/>
            </a:endParaRPr>
          </a:p>
        </p:txBody>
      </p:sp>
    </p:spTree>
    <p:extLst>
      <p:ext uri="{BB962C8B-B14F-4D97-AF65-F5344CB8AC3E}">
        <p14:creationId xmlns:p14="http://schemas.microsoft.com/office/powerpoint/2010/main" val="21602034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 name="object 2"/>
          <p:cNvSpPr/>
          <p:nvPr/>
        </p:nvSpPr>
        <p:spPr>
          <a:xfrm>
            <a:off x="914400" y="2444040"/>
            <a:ext cx="7865640" cy="1204200"/>
          </a:xfrm>
          <a:prstGeom prst="rect">
            <a:avLst/>
          </a:prstGeom>
          <a:noFill/>
          <a:ln w="0">
            <a:noFill/>
          </a:ln>
        </p:spPr>
        <p:style>
          <a:lnRef idx="0">
            <a:scrgbClr r="0" g="0" b="0"/>
          </a:lnRef>
          <a:fillRef idx="0">
            <a:scrgbClr r="0" g="0" b="0"/>
          </a:fillRef>
          <a:effectRef idx="0">
            <a:scrgbClr r="0" g="0" b="0"/>
          </a:effectRef>
          <a:fontRef idx="minor"/>
        </p:style>
        <p:txBody>
          <a:bodyPr lIns="0" tIns="15840" rIns="0" bIns="0" anchor="t">
            <a:spAutoFit/>
          </a:bodyPr>
          <a:lstStyle/>
          <a:p>
            <a:pPr marL="12600" algn="ctr">
              <a:lnSpc>
                <a:spcPct val="100000"/>
              </a:lnSpc>
              <a:spcBef>
                <a:spcPts val="125"/>
              </a:spcBef>
            </a:pPr>
            <a:r>
              <a:rPr lang="en-US" sz="3900" b="0" strike="noStrike" spc="-1">
                <a:solidFill>
                  <a:srgbClr val="131416"/>
                </a:solidFill>
                <a:latin typeface="Arial MT"/>
              </a:rPr>
              <a:t>Competencias</a:t>
            </a:r>
            <a:r>
              <a:rPr lang="en-US" sz="3900" b="0" strike="noStrike" spc="-7">
                <a:solidFill>
                  <a:srgbClr val="131416"/>
                </a:solidFill>
                <a:latin typeface="Arial MT"/>
              </a:rPr>
              <a:t> </a:t>
            </a:r>
            <a:r>
              <a:rPr lang="en-US" sz="3900" b="0" strike="noStrike" spc="-1">
                <a:solidFill>
                  <a:srgbClr val="131416"/>
                </a:solidFill>
                <a:latin typeface="Arial MT"/>
              </a:rPr>
              <a:t>y objetivos</a:t>
            </a:r>
            <a:r>
              <a:rPr lang="en-US" sz="3900" b="0" strike="noStrike" spc="-7">
                <a:solidFill>
                  <a:srgbClr val="131416"/>
                </a:solidFill>
                <a:latin typeface="Arial MT"/>
              </a:rPr>
              <a:t> </a:t>
            </a:r>
            <a:r>
              <a:rPr lang="en-US" sz="3900" b="0" strike="noStrike" spc="-1">
                <a:solidFill>
                  <a:srgbClr val="131416"/>
                </a:solidFill>
                <a:latin typeface="Arial MT"/>
              </a:rPr>
              <a:t>del </a:t>
            </a:r>
            <a:r>
              <a:rPr lang="en-US" sz="3900" b="0" strike="noStrike" spc="-12">
                <a:solidFill>
                  <a:srgbClr val="131416"/>
                </a:solidFill>
                <a:latin typeface="Arial MT"/>
              </a:rPr>
              <a:t>curso</a:t>
            </a:r>
            <a:endParaRPr lang="en-US" sz="3900" b="0" strike="noStrike" spc="-1">
              <a:solidFill>
                <a:srgbClr val="000000"/>
              </a:solidFill>
              <a:latin typeface="Arial"/>
            </a:endParaRPr>
          </a:p>
        </p:txBody>
      </p:sp>
      <p:sp>
        <p:nvSpPr>
          <p:cNvPr id="67" name="PlaceHolder 1"/>
          <p:cNvSpPr>
            <a:spLocks noGrp="1"/>
          </p:cNvSpPr>
          <p:nvPr>
            <p:ph type="title"/>
          </p:nvPr>
        </p:nvSpPr>
        <p:spPr>
          <a:xfrm>
            <a:off x="3141000" y="276120"/>
            <a:ext cx="12004920" cy="1972440"/>
          </a:xfrm>
          <a:prstGeom prst="rect">
            <a:avLst/>
          </a:prstGeom>
          <a:noFill/>
          <a:ln w="0">
            <a:noFill/>
          </a:ln>
        </p:spPr>
        <p:txBody>
          <a:bodyPr lIns="0" tIns="254880" rIns="0" bIns="0" anchor="t">
            <a:noAutofit/>
          </a:bodyPr>
          <a:lstStyle/>
          <a:p>
            <a:pPr marL="1738800" indent="0">
              <a:lnSpc>
                <a:spcPct val="100000"/>
              </a:lnSpc>
              <a:spcBef>
                <a:spcPts val="96"/>
              </a:spcBef>
              <a:buNone/>
              <a:tabLst>
                <a:tab pos="0" algn="l"/>
              </a:tabLst>
            </a:pPr>
            <a:r>
              <a:rPr lang="en-US" sz="5700" b="0" strike="noStrike" spc="-12">
                <a:solidFill>
                  <a:srgbClr val="131416"/>
                </a:solidFill>
                <a:latin typeface="Arial MT"/>
              </a:rPr>
              <a:t>Presentación</a:t>
            </a:r>
            <a:r>
              <a:rPr lang="en-US" sz="5700" b="0" strike="noStrike" spc="-182">
                <a:solidFill>
                  <a:srgbClr val="131416"/>
                </a:solidFill>
                <a:latin typeface="Arial MT"/>
              </a:rPr>
              <a:t> </a:t>
            </a:r>
            <a:r>
              <a:rPr lang="en-US" sz="5700" b="0" strike="noStrike" spc="-1">
                <a:solidFill>
                  <a:srgbClr val="131416"/>
                </a:solidFill>
                <a:latin typeface="Arial MT"/>
              </a:rPr>
              <a:t>de</a:t>
            </a:r>
            <a:r>
              <a:rPr lang="en-US" sz="5700" b="0" strike="noStrike" spc="-182">
                <a:solidFill>
                  <a:srgbClr val="131416"/>
                </a:solidFill>
                <a:latin typeface="Arial MT"/>
              </a:rPr>
              <a:t> </a:t>
            </a:r>
            <a:r>
              <a:rPr lang="en-US" sz="5700" b="0" strike="noStrike" spc="-12">
                <a:solidFill>
                  <a:srgbClr val="131416"/>
                </a:solidFill>
                <a:latin typeface="Arial MT"/>
              </a:rPr>
              <a:t>programa</a:t>
            </a:r>
            <a:endParaRPr lang="en-US" sz="5700" b="0" strike="noStrike" spc="-1">
              <a:solidFill>
                <a:srgbClr val="000000"/>
              </a:solidFill>
              <a:latin typeface="Arial"/>
            </a:endParaRPr>
          </a:p>
        </p:txBody>
      </p:sp>
      <p:pic>
        <p:nvPicPr>
          <p:cNvPr id="68" name="object 4"/>
          <p:cNvPicPr/>
          <p:nvPr/>
        </p:nvPicPr>
        <p:blipFill>
          <a:blip r:embed="rId2"/>
          <a:stretch/>
        </p:blipFill>
        <p:spPr>
          <a:xfrm>
            <a:off x="785880" y="3648240"/>
            <a:ext cx="7948440" cy="5298480"/>
          </a:xfrm>
          <a:prstGeom prst="rect">
            <a:avLst/>
          </a:prstGeom>
          <a:ln w="0">
            <a:noFill/>
          </a:ln>
        </p:spPr>
      </p:pic>
      <p:sp>
        <p:nvSpPr>
          <p:cNvPr id="69" name="object 5"/>
          <p:cNvSpPr/>
          <p:nvPr/>
        </p:nvSpPr>
        <p:spPr>
          <a:xfrm>
            <a:off x="9601200" y="2286000"/>
            <a:ext cx="7672680" cy="1204200"/>
          </a:xfrm>
          <a:prstGeom prst="rect">
            <a:avLst/>
          </a:prstGeom>
          <a:noFill/>
          <a:ln w="0">
            <a:noFill/>
          </a:ln>
        </p:spPr>
        <p:style>
          <a:lnRef idx="0">
            <a:scrgbClr r="0" g="0" b="0"/>
          </a:lnRef>
          <a:fillRef idx="0">
            <a:scrgbClr r="0" g="0" b="0"/>
          </a:fillRef>
          <a:effectRef idx="0">
            <a:scrgbClr r="0" g="0" b="0"/>
          </a:effectRef>
          <a:fontRef idx="minor"/>
        </p:style>
        <p:txBody>
          <a:bodyPr lIns="0" tIns="15840" rIns="0" bIns="0" anchor="t">
            <a:spAutoFit/>
          </a:bodyPr>
          <a:lstStyle/>
          <a:p>
            <a:pPr marL="12600" algn="ctr">
              <a:lnSpc>
                <a:spcPct val="100000"/>
              </a:lnSpc>
              <a:spcBef>
                <a:spcPts val="125"/>
              </a:spcBef>
            </a:pPr>
            <a:r>
              <a:rPr lang="en-US" sz="3900" b="0" strike="noStrike" spc="-32">
                <a:solidFill>
                  <a:srgbClr val="131416"/>
                </a:solidFill>
                <a:latin typeface="Arial MT"/>
              </a:rPr>
              <a:t>Temarios</a:t>
            </a:r>
            <a:r>
              <a:rPr lang="en-US" sz="3900" b="0" strike="noStrike" spc="-72">
                <a:solidFill>
                  <a:srgbClr val="131416"/>
                </a:solidFill>
                <a:latin typeface="Arial MT"/>
              </a:rPr>
              <a:t> </a:t>
            </a:r>
            <a:r>
              <a:rPr lang="en-US" sz="3900" b="0" strike="noStrike" spc="-1">
                <a:solidFill>
                  <a:srgbClr val="131416"/>
                </a:solidFill>
                <a:latin typeface="Arial MT"/>
              </a:rPr>
              <a:t>y</a:t>
            </a:r>
            <a:r>
              <a:rPr lang="en-US" sz="3900" b="0" strike="noStrike" spc="-66">
                <a:solidFill>
                  <a:srgbClr val="131416"/>
                </a:solidFill>
                <a:latin typeface="Arial MT"/>
              </a:rPr>
              <a:t> </a:t>
            </a:r>
            <a:r>
              <a:rPr lang="en-US" sz="3900" b="0" strike="noStrike" spc="-1">
                <a:solidFill>
                  <a:srgbClr val="131416"/>
                </a:solidFill>
                <a:latin typeface="Arial MT"/>
              </a:rPr>
              <a:t>Contenidos</a:t>
            </a:r>
            <a:r>
              <a:rPr lang="en-US" sz="3900" b="0" strike="noStrike" spc="-66">
                <a:solidFill>
                  <a:srgbClr val="131416"/>
                </a:solidFill>
                <a:latin typeface="Arial MT"/>
              </a:rPr>
              <a:t> </a:t>
            </a:r>
            <a:r>
              <a:rPr lang="en-US" sz="3900" b="0" strike="noStrike" spc="-12">
                <a:solidFill>
                  <a:srgbClr val="131416"/>
                </a:solidFill>
                <a:latin typeface="Arial MT"/>
              </a:rPr>
              <a:t>Principales</a:t>
            </a:r>
            <a:endParaRPr lang="en-US" sz="3900" b="0" strike="noStrike" spc="-1">
              <a:solidFill>
                <a:srgbClr val="000000"/>
              </a:solidFill>
              <a:latin typeface="Arial"/>
            </a:endParaRPr>
          </a:p>
        </p:txBody>
      </p:sp>
      <p:pic>
        <p:nvPicPr>
          <p:cNvPr id="70" name="object 6"/>
          <p:cNvPicPr/>
          <p:nvPr/>
        </p:nvPicPr>
        <p:blipFill>
          <a:blip r:embed="rId3"/>
          <a:stretch/>
        </p:blipFill>
        <p:spPr>
          <a:xfrm>
            <a:off x="9474840" y="3648240"/>
            <a:ext cx="8139600" cy="529848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351160" y="255240"/>
            <a:ext cx="13584960" cy="1924200"/>
          </a:xfrm>
          <a:prstGeom prst="rect">
            <a:avLst/>
          </a:prstGeom>
          <a:noFill/>
          <a:ln w="0">
            <a:noFill/>
          </a:ln>
        </p:spPr>
        <p:txBody>
          <a:bodyPr lIns="0" tIns="12600" rIns="0" bIns="0" anchor="t">
            <a:noAutofit/>
          </a:bodyPr>
          <a:lstStyle/>
          <a:p>
            <a:pPr marL="4146480" indent="-4134600">
              <a:lnSpc>
                <a:spcPct val="112000"/>
              </a:lnSpc>
              <a:spcBef>
                <a:spcPts val="99"/>
              </a:spcBef>
              <a:buNone/>
              <a:tabLst>
                <a:tab pos="0" algn="l"/>
              </a:tabLst>
            </a:pPr>
            <a:r>
              <a:rPr lang="en-US" sz="5600" b="0" strike="noStrike" spc="-52">
                <a:solidFill>
                  <a:srgbClr val="131416"/>
                </a:solidFill>
                <a:latin typeface="Arial MT"/>
              </a:rPr>
              <a:t>EVALUACIÓN</a:t>
            </a:r>
            <a:r>
              <a:rPr lang="en-US" sz="5600" b="0" strike="noStrike" spc="-245">
                <a:solidFill>
                  <a:srgbClr val="131416"/>
                </a:solidFill>
                <a:latin typeface="Arial MT"/>
              </a:rPr>
              <a:t> </a:t>
            </a:r>
            <a:r>
              <a:rPr lang="en-US" sz="5600" b="0" strike="noStrike" spc="-1">
                <a:solidFill>
                  <a:srgbClr val="131416"/>
                </a:solidFill>
                <a:latin typeface="Arial MT"/>
              </a:rPr>
              <a:t>DE</a:t>
            </a:r>
            <a:r>
              <a:rPr lang="en-US" sz="5600" b="0" strike="noStrike" spc="-245">
                <a:solidFill>
                  <a:srgbClr val="131416"/>
                </a:solidFill>
                <a:latin typeface="Arial MT"/>
              </a:rPr>
              <a:t> </a:t>
            </a:r>
            <a:r>
              <a:rPr lang="en-US" sz="5600" b="0" strike="noStrike" spc="-26">
                <a:solidFill>
                  <a:srgbClr val="131416"/>
                </a:solidFill>
                <a:latin typeface="Arial MT"/>
              </a:rPr>
              <a:t>CONOCIMIENTOS</a:t>
            </a:r>
            <a:r>
              <a:rPr lang="en-US" sz="5600" b="0" strike="noStrike" spc="-245">
                <a:solidFill>
                  <a:srgbClr val="131416"/>
                </a:solidFill>
                <a:latin typeface="Arial MT"/>
              </a:rPr>
              <a:t> </a:t>
            </a:r>
            <a:r>
              <a:rPr lang="en-US" sz="5600" b="0" strike="noStrike" spc="-26">
                <a:solidFill>
                  <a:srgbClr val="131416"/>
                </a:solidFill>
                <a:latin typeface="Arial MT"/>
              </a:rPr>
              <a:t>DEL </a:t>
            </a:r>
            <a:r>
              <a:rPr lang="en-US" sz="5600" b="0" strike="noStrike" spc="-1">
                <a:solidFill>
                  <a:srgbClr val="131416"/>
                </a:solidFill>
                <a:latin typeface="Arial MT"/>
              </a:rPr>
              <a:t>NUEVO</a:t>
            </a:r>
            <a:r>
              <a:rPr lang="en-US" sz="5600" b="0" strike="noStrike" spc="-231">
                <a:solidFill>
                  <a:srgbClr val="131416"/>
                </a:solidFill>
                <a:latin typeface="Arial MT"/>
              </a:rPr>
              <a:t> </a:t>
            </a:r>
            <a:r>
              <a:rPr lang="en-US" sz="5600" b="0" strike="noStrike" spc="-12">
                <a:solidFill>
                  <a:srgbClr val="131416"/>
                </a:solidFill>
                <a:latin typeface="Arial MT"/>
              </a:rPr>
              <a:t>CURSO</a:t>
            </a:r>
            <a:endParaRPr lang="en-US" sz="5600" b="0" strike="noStrike" spc="-1">
              <a:solidFill>
                <a:srgbClr val="000000"/>
              </a:solidFill>
              <a:latin typeface="Arial"/>
            </a:endParaRPr>
          </a:p>
        </p:txBody>
      </p:sp>
      <p:sp>
        <p:nvSpPr>
          <p:cNvPr id="72" name="object 3"/>
          <p:cNvSpPr/>
          <p:nvPr/>
        </p:nvSpPr>
        <p:spPr>
          <a:xfrm>
            <a:off x="3724920" y="2514600"/>
            <a:ext cx="10905120" cy="769680"/>
          </a:xfrm>
          <a:prstGeom prst="rect">
            <a:avLst/>
          </a:prstGeom>
          <a:noFill/>
          <a:ln w="0">
            <a:noFill/>
          </a:ln>
        </p:spPr>
        <p:style>
          <a:lnRef idx="0">
            <a:scrgbClr r="0" g="0" b="0"/>
          </a:lnRef>
          <a:fillRef idx="0">
            <a:scrgbClr r="0" g="0" b="0"/>
          </a:fillRef>
          <a:effectRef idx="0">
            <a:scrgbClr r="0" g="0" b="0"/>
          </a:effectRef>
          <a:fontRef idx="minor"/>
        </p:style>
        <p:txBody>
          <a:bodyPr lIns="0" tIns="15840" rIns="0" bIns="0" anchor="t">
            <a:spAutoFit/>
          </a:bodyPr>
          <a:lstStyle/>
          <a:p>
            <a:pPr marL="12600">
              <a:lnSpc>
                <a:spcPct val="100000"/>
              </a:lnSpc>
              <a:spcBef>
                <a:spcPts val="125"/>
              </a:spcBef>
            </a:pPr>
            <a:r>
              <a:rPr lang="en-US" sz="4950" b="0" strike="noStrike" spc="-1">
                <a:solidFill>
                  <a:srgbClr val="131416"/>
                </a:solidFill>
                <a:latin typeface="Arial MT"/>
              </a:rPr>
              <a:t>Cuestionario</a:t>
            </a:r>
            <a:r>
              <a:rPr lang="en-US" sz="4950" b="0" strike="noStrike" spc="-32">
                <a:solidFill>
                  <a:srgbClr val="131416"/>
                </a:solidFill>
                <a:latin typeface="Arial MT"/>
              </a:rPr>
              <a:t> </a:t>
            </a:r>
            <a:r>
              <a:rPr lang="en-US" sz="4950" b="0" strike="noStrike" spc="-1">
                <a:solidFill>
                  <a:srgbClr val="131416"/>
                </a:solidFill>
                <a:latin typeface="Arial MT"/>
              </a:rPr>
              <a:t>sobre</a:t>
            </a:r>
            <a:r>
              <a:rPr lang="en-US" sz="4950" b="0" strike="noStrike" spc="-15">
                <a:solidFill>
                  <a:srgbClr val="131416"/>
                </a:solidFill>
                <a:latin typeface="Arial MT"/>
              </a:rPr>
              <a:t> </a:t>
            </a:r>
            <a:r>
              <a:rPr lang="en-US" sz="4950" b="0" strike="noStrike" spc="-1">
                <a:solidFill>
                  <a:srgbClr val="131416"/>
                </a:solidFill>
                <a:latin typeface="Arial MT"/>
              </a:rPr>
              <a:t>Bases</a:t>
            </a:r>
            <a:r>
              <a:rPr lang="en-US" sz="4950" b="0" strike="noStrike" spc="-15">
                <a:solidFill>
                  <a:srgbClr val="131416"/>
                </a:solidFill>
                <a:latin typeface="Arial MT"/>
              </a:rPr>
              <a:t> </a:t>
            </a:r>
            <a:r>
              <a:rPr lang="en-US" sz="4950" b="0" strike="noStrike" spc="-1">
                <a:solidFill>
                  <a:srgbClr val="131416"/>
                </a:solidFill>
                <a:latin typeface="Arial MT"/>
              </a:rPr>
              <a:t>de</a:t>
            </a:r>
            <a:r>
              <a:rPr lang="en-US" sz="4950" b="0" strike="noStrike" spc="-15">
                <a:solidFill>
                  <a:srgbClr val="131416"/>
                </a:solidFill>
                <a:latin typeface="Arial MT"/>
              </a:rPr>
              <a:t> </a:t>
            </a:r>
            <a:r>
              <a:rPr lang="en-US" sz="4950" b="0" strike="noStrike" spc="-1">
                <a:solidFill>
                  <a:srgbClr val="131416"/>
                </a:solidFill>
                <a:latin typeface="Arial MT"/>
              </a:rPr>
              <a:t>datos</a:t>
            </a:r>
            <a:r>
              <a:rPr lang="en-US" sz="4950" b="0" strike="noStrike" spc="-15">
                <a:solidFill>
                  <a:srgbClr val="131416"/>
                </a:solidFill>
                <a:latin typeface="Arial MT"/>
              </a:rPr>
              <a:t> </a:t>
            </a:r>
            <a:r>
              <a:rPr lang="en-US" sz="4950" b="0" strike="noStrike" spc="-52">
                <a:solidFill>
                  <a:srgbClr val="131416"/>
                </a:solidFill>
                <a:latin typeface="Arial MT"/>
              </a:rPr>
              <a:t>1</a:t>
            </a:r>
            <a:endParaRPr lang="en-US" sz="4950" b="0" strike="noStrike" spc="-1">
              <a:solidFill>
                <a:srgbClr val="000000"/>
              </a:solidFill>
              <a:latin typeface="Arial"/>
            </a:endParaRPr>
          </a:p>
        </p:txBody>
      </p:sp>
      <p:pic>
        <p:nvPicPr>
          <p:cNvPr id="73" name="object 4"/>
          <p:cNvPicPr/>
          <p:nvPr/>
        </p:nvPicPr>
        <p:blipFill>
          <a:blip r:embed="rId2"/>
          <a:stretch/>
        </p:blipFill>
        <p:spPr>
          <a:xfrm>
            <a:off x="4478400" y="3907800"/>
            <a:ext cx="9330120" cy="52495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351160" y="255240"/>
            <a:ext cx="13584960" cy="1924200"/>
          </a:xfrm>
          <a:prstGeom prst="rect">
            <a:avLst/>
          </a:prstGeom>
          <a:noFill/>
          <a:ln w="0">
            <a:noFill/>
          </a:ln>
        </p:spPr>
        <p:txBody>
          <a:bodyPr lIns="0" tIns="12600" rIns="0" bIns="0" anchor="t">
            <a:noAutofit/>
          </a:bodyPr>
          <a:lstStyle/>
          <a:p>
            <a:pPr marL="4146480" indent="-4134600" algn="ctr">
              <a:lnSpc>
                <a:spcPct val="112000"/>
              </a:lnSpc>
              <a:spcBef>
                <a:spcPts val="99"/>
              </a:spcBef>
              <a:buNone/>
              <a:tabLst>
                <a:tab pos="0" algn="l"/>
              </a:tabLst>
            </a:pPr>
            <a:r>
              <a:rPr lang="en-US" sz="5600" b="0" strike="noStrike" spc="-52" dirty="0" err="1" smtClean="0">
                <a:solidFill>
                  <a:srgbClr val="131416"/>
                </a:solidFill>
                <a:latin typeface="Arial MT"/>
              </a:rPr>
              <a:t>Tarea</a:t>
            </a:r>
            <a:r>
              <a:rPr lang="en-US" sz="5600" b="0" strike="noStrike" spc="-52" dirty="0" smtClean="0">
                <a:solidFill>
                  <a:srgbClr val="131416"/>
                </a:solidFill>
                <a:latin typeface="Arial MT"/>
              </a:rPr>
              <a:t> de </a:t>
            </a:r>
            <a:r>
              <a:rPr lang="en-US" sz="5600" b="0" strike="noStrike" spc="-52" dirty="0" err="1" smtClean="0">
                <a:solidFill>
                  <a:srgbClr val="131416"/>
                </a:solidFill>
                <a:latin typeface="Arial MT"/>
              </a:rPr>
              <a:t>fortalecimiento</a:t>
            </a:r>
            <a:r>
              <a:rPr lang="en-US" sz="5600" b="0" strike="noStrike" spc="-52" dirty="0" smtClean="0">
                <a:solidFill>
                  <a:srgbClr val="131416"/>
                </a:solidFill>
                <a:latin typeface="Arial MT"/>
              </a:rPr>
              <a:t> </a:t>
            </a:r>
            <a:r>
              <a:rPr lang="en-US" sz="5600" b="0" strike="noStrike" spc="-52" dirty="0" err="1" smtClean="0">
                <a:solidFill>
                  <a:srgbClr val="131416"/>
                </a:solidFill>
                <a:latin typeface="Arial MT"/>
              </a:rPr>
              <a:t>académico</a:t>
            </a:r>
            <a:endParaRPr lang="en-US" sz="5600" b="0" strike="noStrike" spc="-1" dirty="0">
              <a:solidFill>
                <a:srgbClr val="000000"/>
              </a:solidFill>
              <a:latin typeface="Arial"/>
            </a:endParaRPr>
          </a:p>
        </p:txBody>
      </p:sp>
      <p:sp>
        <p:nvSpPr>
          <p:cNvPr id="72" name="object 3"/>
          <p:cNvSpPr/>
          <p:nvPr/>
        </p:nvSpPr>
        <p:spPr>
          <a:xfrm>
            <a:off x="3691080" y="1659835"/>
            <a:ext cx="10905120" cy="2314060"/>
          </a:xfrm>
          <a:prstGeom prst="rect">
            <a:avLst/>
          </a:prstGeom>
          <a:noFill/>
          <a:ln w="0">
            <a:noFill/>
          </a:ln>
        </p:spPr>
        <p:style>
          <a:lnRef idx="0">
            <a:scrgbClr r="0" g="0" b="0"/>
          </a:lnRef>
          <a:fillRef idx="0">
            <a:scrgbClr r="0" g="0" b="0"/>
          </a:fillRef>
          <a:effectRef idx="0">
            <a:scrgbClr r="0" g="0" b="0"/>
          </a:effectRef>
          <a:fontRef idx="minor"/>
        </p:style>
        <p:txBody>
          <a:bodyPr lIns="0" tIns="15840" rIns="0" bIns="0" anchor="t">
            <a:spAutoFit/>
          </a:bodyPr>
          <a:lstStyle/>
          <a:p>
            <a:pPr marL="12600" algn="ctr">
              <a:lnSpc>
                <a:spcPct val="100000"/>
              </a:lnSpc>
              <a:spcBef>
                <a:spcPts val="125"/>
              </a:spcBef>
            </a:pPr>
            <a:r>
              <a:rPr lang="en-US" sz="4950" spc="-1" dirty="0" smtClean="0">
                <a:solidFill>
                  <a:srgbClr val="131416"/>
                </a:solidFill>
                <a:latin typeface="Arial MT"/>
              </a:rPr>
              <a:t>Se </a:t>
            </a:r>
            <a:r>
              <a:rPr lang="en-US" sz="4950" spc="-1" dirty="0" err="1" smtClean="0">
                <a:solidFill>
                  <a:srgbClr val="131416"/>
                </a:solidFill>
                <a:latin typeface="Arial MT"/>
              </a:rPr>
              <a:t>debe</a:t>
            </a:r>
            <a:r>
              <a:rPr lang="en-US" sz="4950" spc="-1" dirty="0" smtClean="0">
                <a:solidFill>
                  <a:srgbClr val="131416"/>
                </a:solidFill>
                <a:latin typeface="Arial MT"/>
              </a:rPr>
              <a:t> </a:t>
            </a:r>
            <a:r>
              <a:rPr lang="en-US" sz="4950" spc="-1" dirty="0" err="1" smtClean="0">
                <a:solidFill>
                  <a:srgbClr val="131416"/>
                </a:solidFill>
                <a:latin typeface="Arial MT"/>
              </a:rPr>
              <a:t>realizar</a:t>
            </a:r>
            <a:r>
              <a:rPr lang="en-US" sz="4950" spc="-1" dirty="0" smtClean="0">
                <a:solidFill>
                  <a:srgbClr val="131416"/>
                </a:solidFill>
                <a:latin typeface="Arial MT"/>
              </a:rPr>
              <a:t> </a:t>
            </a:r>
            <a:r>
              <a:rPr lang="en-US" sz="4950" spc="-1" dirty="0" err="1" smtClean="0">
                <a:solidFill>
                  <a:srgbClr val="131416"/>
                </a:solidFill>
                <a:latin typeface="Arial MT"/>
              </a:rPr>
              <a:t>una</a:t>
            </a:r>
            <a:r>
              <a:rPr lang="en-US" sz="4950" spc="-1" dirty="0" smtClean="0">
                <a:solidFill>
                  <a:srgbClr val="131416"/>
                </a:solidFill>
                <a:latin typeface="Arial MT"/>
              </a:rPr>
              <a:t> </a:t>
            </a:r>
            <a:r>
              <a:rPr lang="en-US" sz="4950" spc="-1" dirty="0" err="1" smtClean="0">
                <a:solidFill>
                  <a:srgbClr val="131416"/>
                </a:solidFill>
                <a:latin typeface="Arial MT"/>
              </a:rPr>
              <a:t>investigación</a:t>
            </a:r>
            <a:endParaRPr lang="en-US" sz="4950" spc="-1" dirty="0" smtClean="0">
              <a:solidFill>
                <a:srgbClr val="131416"/>
              </a:solidFill>
              <a:latin typeface="Arial MT"/>
            </a:endParaRPr>
          </a:p>
          <a:p>
            <a:pPr marL="12600" algn="ctr">
              <a:lnSpc>
                <a:spcPct val="100000"/>
              </a:lnSpc>
              <a:spcBef>
                <a:spcPts val="125"/>
              </a:spcBef>
            </a:pPr>
            <a:r>
              <a:rPr lang="en-US" sz="4950" b="0" strike="noStrike" spc="-1" dirty="0" err="1" smtClean="0">
                <a:solidFill>
                  <a:srgbClr val="131416"/>
                </a:solidFill>
                <a:latin typeface="Arial MT"/>
              </a:rPr>
              <a:t>Sobre</a:t>
            </a:r>
            <a:r>
              <a:rPr lang="en-US" sz="4950" b="0" strike="noStrike" spc="-1" dirty="0" smtClean="0">
                <a:solidFill>
                  <a:srgbClr val="131416"/>
                </a:solidFill>
                <a:latin typeface="Arial MT"/>
              </a:rPr>
              <a:t> </a:t>
            </a:r>
            <a:r>
              <a:rPr lang="en-US" sz="4950" b="0" strike="noStrike" spc="-1" dirty="0" err="1" smtClean="0">
                <a:solidFill>
                  <a:srgbClr val="131416"/>
                </a:solidFill>
                <a:latin typeface="Arial MT"/>
              </a:rPr>
              <a:t>normalizaci</a:t>
            </a:r>
            <a:r>
              <a:rPr lang="en-US" sz="4950" spc="-1" dirty="0" err="1" smtClean="0">
                <a:solidFill>
                  <a:srgbClr val="131416"/>
                </a:solidFill>
                <a:latin typeface="Arial MT"/>
              </a:rPr>
              <a:t>ón</a:t>
            </a:r>
            <a:r>
              <a:rPr lang="en-US" sz="4950" spc="-1" dirty="0" smtClean="0">
                <a:solidFill>
                  <a:srgbClr val="131416"/>
                </a:solidFill>
                <a:latin typeface="Arial MT"/>
              </a:rPr>
              <a:t> de bases de </a:t>
            </a:r>
            <a:r>
              <a:rPr lang="en-US" sz="4950" spc="-1" dirty="0" err="1" smtClean="0">
                <a:solidFill>
                  <a:srgbClr val="131416"/>
                </a:solidFill>
                <a:latin typeface="Arial MT"/>
              </a:rPr>
              <a:t>datos</a:t>
            </a:r>
            <a:endParaRPr lang="en-US" sz="4950" b="0" strike="noStrike" spc="-1" dirty="0">
              <a:solidFill>
                <a:srgbClr val="000000"/>
              </a:solidFill>
              <a:latin typeface="Arial"/>
            </a:endParaRPr>
          </a:p>
        </p:txBody>
      </p:sp>
      <p:pic>
        <p:nvPicPr>
          <p:cNvPr id="4" name="Imagen 3"/>
          <p:cNvPicPr>
            <a:picLocks noChangeAspect="1"/>
          </p:cNvPicPr>
          <p:nvPr/>
        </p:nvPicPr>
        <p:blipFill>
          <a:blip r:embed="rId2"/>
          <a:stretch>
            <a:fillRect/>
          </a:stretch>
        </p:blipFill>
        <p:spPr>
          <a:xfrm>
            <a:off x="6115539" y="4136186"/>
            <a:ext cx="6056202" cy="5448150"/>
          </a:xfrm>
          <a:prstGeom prst="rect">
            <a:avLst/>
          </a:prstGeom>
        </p:spPr>
      </p:pic>
    </p:spTree>
    <p:extLst>
      <p:ext uri="{BB962C8B-B14F-4D97-AF65-F5344CB8AC3E}">
        <p14:creationId xmlns:p14="http://schemas.microsoft.com/office/powerpoint/2010/main" val="31007856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 name="object 2"/>
          <p:cNvSpPr/>
          <p:nvPr/>
        </p:nvSpPr>
        <p:spPr>
          <a:xfrm>
            <a:off x="5290200" y="3345480"/>
            <a:ext cx="6946200" cy="193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397160" indent="-1384920">
              <a:lnSpc>
                <a:spcPts val="7608"/>
              </a:lnSpc>
              <a:tabLst>
                <a:tab pos="0" algn="l"/>
              </a:tabLst>
            </a:pPr>
            <a:r>
              <a:rPr lang="en-US" sz="6100" b="0" strike="noStrike" spc="-1">
                <a:solidFill>
                  <a:srgbClr val="131416"/>
                </a:solidFill>
                <a:latin typeface="Arial MT"/>
              </a:rPr>
              <a:t>¡GRACIAS</a:t>
            </a:r>
            <a:r>
              <a:rPr lang="en-US" sz="6100" b="0" strike="noStrike" spc="-55">
                <a:solidFill>
                  <a:srgbClr val="131416"/>
                </a:solidFill>
                <a:latin typeface="Arial MT"/>
              </a:rPr>
              <a:t> </a:t>
            </a:r>
            <a:r>
              <a:rPr lang="en-US" sz="6100" b="0" strike="noStrike" spc="-1">
                <a:solidFill>
                  <a:srgbClr val="131416"/>
                </a:solidFill>
                <a:latin typeface="Arial MT"/>
              </a:rPr>
              <a:t>POR</a:t>
            </a:r>
            <a:r>
              <a:rPr lang="en-US" sz="6100" b="0" strike="noStrike" spc="-52">
                <a:solidFill>
                  <a:srgbClr val="131416"/>
                </a:solidFill>
                <a:latin typeface="Arial MT"/>
              </a:rPr>
              <a:t> </a:t>
            </a:r>
            <a:r>
              <a:rPr lang="en-US" sz="6100" b="0" strike="noStrike" spc="-26">
                <a:solidFill>
                  <a:srgbClr val="131416"/>
                </a:solidFill>
                <a:latin typeface="Arial MT"/>
              </a:rPr>
              <a:t>SU </a:t>
            </a:r>
            <a:r>
              <a:rPr lang="en-US" sz="6100" b="0" strike="noStrike" spc="-12">
                <a:solidFill>
                  <a:srgbClr val="131416"/>
                </a:solidFill>
                <a:latin typeface="Arial MT"/>
              </a:rPr>
              <a:t>ATENCIÓN!</a:t>
            </a:r>
            <a:endParaRPr lang="en-US" sz="6100" b="0" strike="noStrike" spc="-1">
              <a:solidFill>
                <a:srgbClr val="000000"/>
              </a:solidFill>
              <a:latin typeface="Arial"/>
            </a:endParaRPr>
          </a:p>
        </p:txBody>
      </p:sp>
      <p:sp>
        <p:nvSpPr>
          <p:cNvPr id="75" name="object 3"/>
          <p:cNvSpPr/>
          <p:nvPr/>
        </p:nvSpPr>
        <p:spPr>
          <a:xfrm>
            <a:off x="7643160" y="5919840"/>
            <a:ext cx="2244600" cy="77436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pPr>
            <a:r>
              <a:rPr lang="en-US" sz="5000" b="0" strike="noStrike" spc="-12">
                <a:solidFill>
                  <a:srgbClr val="131416"/>
                </a:solidFill>
                <a:latin typeface="Arial MT"/>
              </a:rPr>
              <a:t>DUDAS</a:t>
            </a:r>
            <a:endParaRPr lang="en-US" sz="5000" b="0" strike="noStrike" spc="-1">
              <a:solidFill>
                <a:srgbClr val="000000"/>
              </a:solidFill>
              <a:latin typeface="Arial"/>
            </a:endParaRPr>
          </a:p>
        </p:txBody>
      </p:sp>
      <p:pic>
        <p:nvPicPr>
          <p:cNvPr id="76" name="object 4"/>
          <p:cNvPicPr/>
          <p:nvPr/>
        </p:nvPicPr>
        <p:blipFill>
          <a:blip r:embed="rId2"/>
          <a:stretch/>
        </p:blipFill>
        <p:spPr>
          <a:xfrm>
            <a:off x="14253120" y="2509560"/>
            <a:ext cx="2756520" cy="377028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TotalTime>
  <Words>283</Words>
  <Application>Microsoft Office PowerPoint</Application>
  <PresentationFormat>Personalizado</PresentationFormat>
  <Paragraphs>46</Paragraphs>
  <Slides>10</Slides>
  <Notes>0</Notes>
  <HiddenSlides>0</HiddenSlides>
  <MMClips>0</MMClips>
  <ScaleCrop>false</ScaleCrop>
  <HeadingPairs>
    <vt:vector size="6" baseType="variant">
      <vt:variant>
        <vt:lpstr>Fuentes usadas</vt:lpstr>
      </vt:variant>
      <vt:variant>
        <vt:i4>10</vt:i4>
      </vt:variant>
      <vt:variant>
        <vt:lpstr>Tema</vt:lpstr>
      </vt:variant>
      <vt:variant>
        <vt:i4>4</vt:i4>
      </vt:variant>
      <vt:variant>
        <vt:lpstr>Títulos de diapositiva</vt:lpstr>
      </vt:variant>
      <vt:variant>
        <vt:i4>10</vt:i4>
      </vt:variant>
    </vt:vector>
  </HeadingPairs>
  <TitlesOfParts>
    <vt:vector size="24" baseType="lpstr">
      <vt:lpstr>Arial</vt:lpstr>
      <vt:lpstr>Arial Black</vt:lpstr>
      <vt:lpstr>Arial MT</vt:lpstr>
      <vt:lpstr>Calibri</vt:lpstr>
      <vt:lpstr>Lucida Sans Unicode</vt:lpstr>
      <vt:lpstr>Noto Sans CJK SC</vt:lpstr>
      <vt:lpstr>Symbol</vt:lpstr>
      <vt:lpstr>Times New Roman</vt:lpstr>
      <vt:lpstr>Trebuchet MS</vt:lpstr>
      <vt:lpstr>Wingdings</vt:lpstr>
      <vt:lpstr>Office Theme</vt:lpstr>
      <vt:lpstr>Office Theme</vt:lpstr>
      <vt:lpstr>Office Theme</vt:lpstr>
      <vt:lpstr>Office Theme</vt:lpstr>
      <vt:lpstr>Presentación de PowerPoint</vt:lpstr>
      <vt:lpstr>Agenda</vt:lpstr>
      <vt:lpstr>BIENVENIDA Y PRESENTACIÓN</vt:lpstr>
      <vt:lpstr>PRESENTACIÓN DE ESTUDIANTES Conociendo a los estudiantes de manera aleatoria a través de sorteo para que se presenten ante la clase.</vt:lpstr>
      <vt:lpstr>EVALUACIÓN DE CONOCIMIENTOS PREVIOS</vt:lpstr>
      <vt:lpstr>Senso de horarios de calificación Practicas y Proyectos</vt:lpstr>
      <vt:lpstr>Presentación de programa</vt:lpstr>
      <vt:lpstr>EVALUACIÓN DE CONOCIMIENTOS DEL NUEVO CURSO</vt:lpstr>
      <vt:lpstr>Tarea de fortalecimiento académico</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774-BD1.pptx</dc:title>
  <dc:subject/>
  <dc:creator/>
  <dc:description/>
  <cp:lastModifiedBy>HRGomez</cp:lastModifiedBy>
  <cp:revision>7</cp:revision>
  <dcterms:created xsi:type="dcterms:W3CDTF">2026-01-20T16:33:05Z</dcterms:created>
  <dcterms:modified xsi:type="dcterms:W3CDTF">2026-04-23T17:43:03Z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2026-01-20T00:00:00Z</vt:filetime>
  </property>
  <property fmtid="{D5CDD505-2E9C-101B-9397-08002B2CF9AE}" pid="3" name="Creator">
    <vt:lpwstr>Google</vt:lpwstr>
  </property>
  <property fmtid="{D5CDD505-2E9C-101B-9397-08002B2CF9AE}" pid="4" name="LastSaved">
    <vt:filetime>2026-01-20T00:00:00Z</vt:filetime>
  </property>
  <property fmtid="{D5CDD505-2E9C-101B-9397-08002B2CF9AE}" pid="5" name="PresentationFormat">
    <vt:lpwstr>Personalizado</vt:lpwstr>
  </property>
  <property fmtid="{D5CDD505-2E9C-101B-9397-08002B2CF9AE}" pid="6" name="Slides">
    <vt:i4>8</vt:i4>
  </property>
</Properties>
</file>