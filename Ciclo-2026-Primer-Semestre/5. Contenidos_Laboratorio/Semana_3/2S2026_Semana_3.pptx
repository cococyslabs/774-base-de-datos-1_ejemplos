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Default Extension="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21:30:04</a:t>
            </a:r>
          </a:p>
          <a:p>
            <a:r>
              <a:t>--------------------------------------------</a:t>
            </a:r>
          </a:p>
          <a:p>
            <a:r>
              <a:t>Las fracciones de segundos pueden ser importantes para algunas empresas. La moneda y los mercados de valores deben conocer la hora exacta a la que se producen transacciones, ya que los precios pueden cambiar cientos de veces en un segundo, por lo que deben poder realizar un seguimiento de la hora precisa de transacciones/fluctuaciones de precios hasta las fracciones de segundo.</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21:30:04</a:t>
            </a:r>
          </a:p>
          <a:p>
            <a:r>
              <a:t>--------------------------------------------</a:t>
            </a:r>
          </a:p>
          <a:p>
            <a:r>
              <a:t>La tabla time_ex1 tiene una columna de tipo TIMESTAMP. Introduce un valor TIMESTAMP como un literal.</a:t>
            </a:r>
          </a:p>
          <a:p>
            <a:r>
              <a:t>Utiliza la función SYSDATE, pero SYSDATE solo devuelve la hora hasta el segundo más cercano, por lo que no se registra ningún microsegundo.</a:t>
            </a:r>
          </a:p>
          <a:p>
            <a:r>
              <a:t>Utiliza la función SYSTIMESTAMP. Esto es similar a SYSDATE, pero también devuelve fracciones de segundos, por lo que se inserta la hora hasta el microsegundo más próximo.</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21:30:04</a:t>
            </a:r>
          </a:p>
          <a:p>
            <a:r>
              <a:t>--------------------------------------------</a:t>
            </a:r>
          </a:p>
          <a:p>
            <a:r>
              <a:t>La tabla time_ex2 tiene una columna de tipo TIMESTAMP WITH TIME ZONE. </a:t>
            </a:r>
          </a:p>
          <a:p>
            <a:r>
              <a:t>Utiliza la función SYSTIMESTAMP para agregar la hora con el desplazamiento de UTC. Como el servidor APEX está ubicado en California, EE. UU., la zona horaria es UTC - 7:00 (Hora Oficial del Pacífico o PST) Introduce un valor literal TIMESTAMP WITH LOCAL TIME con la hora local de UTC+2:00.</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21:30:05</a:t>
            </a:r>
          </a:p>
          <a:p>
            <a:r>
              <a:t>--------------------------------------------</a:t>
            </a:r>
          </a:p>
          <a:p>
            <a:r>
              <a:t>El tipo de dato TIMESTAMP WITH LOCAL TIME ZONE almacena el registro de hora sin la información de zona horaria. Convierte la hora para la zona horaria de la base de datos cada vez que se envían los datos a y desde un cliente. Debido a las limitaciones de la versión en línea alojado de APEX, el ejemplo anterior siempre mostrará la hora local como UTC -07:00 (PST).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21:30:05</a:t>
            </a:r>
          </a:p>
          <a:p>
            <a:r>
              <a:t>--------------------------------------------</a:t>
            </a:r>
          </a:p>
          <a:p>
            <a:r>
              <a:t>La tabla se crea con 2 columnas de tipo INTERVAL YEAR TO MONTHS. </a:t>
            </a:r>
          </a:p>
          <a:p>
            <a:r>
              <a:t>La sentencia INSERT agrega un INTERVALO de 120 meses (10 años) a Loan_duration1 y un intervalo de 3 años y 6 meses a loan_duration2.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2023-02-15 21:30:06</a:t>
            </a:r>
          </a:p>
          <a:p>
            <a:r>
              <a:t>--------------------------------------------</a:t>
            </a:r>
          </a:p>
          <a:p>
            <a:r>
              <a:t>Esta tabla se crea con 2 columnas INTERVAL DAY TO SECOND.</a:t>
            </a:r>
          </a:p>
          <a:p>
            <a:r>
              <a:t>La sentencia INSERT agrega un INTERVALO de 25 días a day_duration1 y 4 días, 10 horas, 30 minutos y        10 segundos a day_duration2. La sentencia SELECT toma la fecha actual y agrega las duraciones almacenados en las columnas.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2020-12-17 14:55:52</a:t>
            </a:r>
          </a:p>
          <a:p>
            <a:r>
              <a:t>--------------------------------------------</a:t>
            </a:r>
          </a:p>
          <a:p>
            <a:r>
              <a:t>Puede utilizar DESCRIBE o su forma abreviada DESC para ver descripciones de tablas.</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2020-12-17 14:55:52</a:t>
            </a:r>
          </a:p>
          <a:p>
            <a:r>
              <a:t>--------------------------------------------</a:t>
            </a:r>
          </a:p>
          <a:p>
            <a:r>
              <a:t>Las definiciones de columnas se separan con comas.</a:t>
            </a:r>
          </a:p>
          <a:p>
            <a:r>
              <a:t>Los tipos de dato se tratan con más detalle en la siguiente lección.</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2020-12-17 14:55:53</a:t>
            </a:r>
          </a:p>
          <a:p>
            <a:r>
              <a:t>--------------------------------------------</a:t>
            </a:r>
          </a:p>
          <a:p>
            <a:r>
              <a:t>Las compañías a menudo compran datos de referencia a fuentes externas, por ejemplo, información de marketing sobre clientes potenciales o archivos de direcciones con códigos postales. En lugar de cargar todos estos datos en la base de datos, las compañías suelen dejar los datos en archivos planos externos a la base de datos y acceder a ellos como una tabla externa.</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2020-12-17 14:55:53</a:t>
            </a:r>
          </a:p>
          <a:p>
            <a:r>
              <a:t>--------------------------------------------</a:t>
            </a:r>
          </a:p>
          <a:p>
            <a:r>
              <a:t>Esta consulta no se ejecutará en APEX porque no hay conexión a una tabla externa .</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2020-12-17 14:55:54</a:t>
            </a:r>
          </a:p>
          <a:p>
            <a:r>
              <a:t>--------------------------------------------</a:t>
            </a:r>
          </a:p>
          <a:p>
            <a:r>
              <a:t>Las vistas se describirán más detalladamente más adelante en el curso.</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2020-12-17 14:55:54</a:t>
            </a:r>
          </a:p>
          <a:p>
            <a:r>
              <a:t>--------------------------------------------</a:t>
            </a:r>
          </a:p>
          <a:p>
            <a:r>
              <a:t>Si no está seguro de la vista del diccionario de datos que necesita, puede utilizar SELECT * FROM DICTIONARY y se devolverá el nombre de las vistas incluidas en el diccionario con una descripción de su contenido.</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showMasterSp="0">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2149513" y="2517320"/>
            <a:ext cx="4211320" cy="86232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4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sz="4800" b="0" i="0">
                <a:solidFill>
                  <a:srgbClr val="4E3629"/>
                </a:solidFill>
                <a:latin typeface="Calibri"/>
                <a:cs typeface="Calibri"/>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7" name="Holder 7"/>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6136" y="941294"/>
            <a:ext cx="8842785" cy="4974067"/>
          </a:xfrm>
          <a:prstGeom prst="rect">
            <a:avLst/>
          </a:prstGeom>
        </p:spPr>
      </p:pic>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5" name="Holder 5"/>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lgn="l">
              <a:defRPr>
                <a:solidFill>
                  <a:schemeClr val="tx1">
                    <a:tint val="75000"/>
                  </a:schemeClr>
                </a:solidFill>
              </a:defRPr>
            </a:lvl1pPr>
          </a:lstStyle>
          <a:p>
            <a:fld id="{1D8BD707-D9CF-40AE-B4C6-C98DA3205C09}" type="datetimeFigureOut">
              <a:rPr lang="en-US"/>
            </a:fld>
          </a:p>
        </p:txBody>
      </p:sp>
      <p:sp>
        <p:nvSpPr>
          <p:cNvPr id="4" name="Holder 4"/>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sp>
        <p:nvSpPr>
          <p:cNvPr id="2" name="Holder 2"/>
          <p:cNvSpPr>
            <a:spLocks noGrp="1"/>
          </p:cNvSpPr>
          <p:nvPr>
            <p:ph type="title"/>
          </p:nvPr>
        </p:nvSpPr>
        <p:spPr>
          <a:xfrm>
            <a:off x="392074" y="748410"/>
            <a:ext cx="6814820"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958392" y="855979"/>
            <a:ext cx="7050405" cy="1342389"/>
          </a:xfrm>
          <a:prstGeom prst="rect">
            <a:avLst/>
          </a:prstGeom>
        </p:spPr>
        <p:txBody>
          <a:bodyPr wrap="square" lIns="0" tIns="0" rIns="0" bIns="0">
            <a:spAutoFit/>
          </a:bodyPr>
          <a:lstStyle>
            <a:lvl1pPr>
              <a:defRPr sz="4800" b="0" i="0">
                <a:solidFill>
                  <a:srgbClr val="4E3629"/>
                </a:solidFill>
                <a:latin typeface="Calibri"/>
                <a:cs typeface="Calibri"/>
              </a:defRPr>
            </a:lvl1pPr>
          </a:lstStyle>
          <a:p/>
        </p:txBody>
      </p:sp>
      <p:sp>
        <p:nvSpPr>
          <p:cNvPr id="4" name="Holder 4"/>
          <p:cNvSpPr>
            <a:spLocks noGrp="1"/>
          </p:cNvSpPr>
          <p:nvPr>
            <p:ph type="ftr" idx="5" sz="quarter"/>
          </p:nvPr>
        </p:nvSpPr>
        <p:spPr>
          <a:xfrm>
            <a:off x="5172119" y="6589648"/>
            <a:ext cx="3222625" cy="135661"/>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p>
        </p:txBody>
      </p:sp>
      <p:sp>
        <p:nvSpPr>
          <p:cNvPr id="6" name="Holder 6"/>
          <p:cNvSpPr>
            <a:spLocks noGrp="1"/>
          </p:cNvSpPr>
          <p:nvPr>
            <p:ph type="sldNum" idx="7" sz="quarter"/>
          </p:nvPr>
        </p:nvSpPr>
        <p:spPr>
          <a:xfrm>
            <a:off x="8626856" y="6567768"/>
            <a:ext cx="315404" cy="157542"/>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jpg"/><Relationship Id="rId3" Type="http://schemas.openxmlformats.org/officeDocument/2006/relationships/notesSlide" Target="../notesSlides/notesSlide2.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3.xml"/><Relationship Id="rId6"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5.xml"/><Relationship Id="rId6"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0.jpg"/><Relationship Id="rId4" Type="http://schemas.openxmlformats.org/officeDocument/2006/relationships/image" Target="../media/image11.jpg"/><Relationship Id="rId5" Type="http://schemas.openxmlformats.org/officeDocument/2006/relationships/notesSlide" Target="../notesSlides/notesSlide6.xml"/><Relationship Id="rId6"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notesSlide" Target="../notesSlides/notesSlide7.xml"/><Relationship Id="rId5"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notesSlide" Target="../notesSlides/notesSlide8.xml"/><Relationship Id="rId5"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notesSlide" Target="../notesSlides/notesSlide9.xml"/><Relationship Id="rId5"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18.jpg"/><Relationship Id="rId4" Type="http://schemas.openxmlformats.org/officeDocument/2006/relationships/notesSlide" Target="../notesSlides/notesSlide10.xml"/><Relationship Id="rId5"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notesSlide" Target="../notesSlides/notesSlide11.xml"/><Relationship Id="rId5" Type="http://schemas.openxmlformats.org/officeDocument/2006/relationships/slide" Target="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12.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notesSlide" Target="../notesSlides/notesSlide13.xml"/><Relationship Id="rId6" Type="http://schemas.openxmlformats.org/officeDocument/2006/relationships/slide" Target="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14.xml"/><Relationship Id="rId5" Type="http://schemas.openxmlformats.org/officeDocument/2006/relationships/slide" Target="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15.xml"/><Relationship Id="rId5" Type="http://schemas.openxmlformats.org/officeDocument/2006/relationships/slide" Target="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16.xml"/><Relationship Id="rId5"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17.xml"/><Relationship Id="rId5" Type="http://schemas.openxmlformats.org/officeDocument/2006/relationships/slide" Target="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18.xml"/><Relationship Id="rId5" Type="http://schemas.openxmlformats.org/officeDocument/2006/relationships/slide" Target="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19.xml"/><Relationship Id="rId5" Type="http://schemas.openxmlformats.org/officeDocument/2006/relationships/slide" Target="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0.xml"/><Relationship Id="rId5" Type="http://schemas.openxmlformats.org/officeDocument/2006/relationships/slide" Target="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1.xml"/><Relationship Id="rId5" Type="http://schemas.openxmlformats.org/officeDocument/2006/relationships/slide" Target="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2.xml"/><Relationship Id="rId5" Type="http://schemas.openxmlformats.org/officeDocument/2006/relationships/slide" Target="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3.xml"/><Relationship Id="rId5" Type="http://schemas.openxmlformats.org/officeDocument/2006/relationships/slide" Target="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4.xml"/><Relationship Id="rId5" Type="http://schemas.openxmlformats.org/officeDocument/2006/relationships/slide" Target="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5.xml"/><Relationship Id="rId5" Type="http://schemas.openxmlformats.org/officeDocument/2006/relationships/slide" Target="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notesSlide" Target="../notesSlides/notesSlide26.xml"/><Relationship Id="rId6" Type="http://schemas.openxmlformats.org/officeDocument/2006/relationships/slide" Target="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image" Target="../media/image26.png"/><Relationship Id="rId5" Type="http://schemas.openxmlformats.org/officeDocument/2006/relationships/notesSlide" Target="../notesSlides/notesSlide27.xml"/><Relationship Id="rId6" Type="http://schemas.openxmlformats.org/officeDocument/2006/relationships/slide" Target="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8.xml"/><Relationship Id="rId5" Type="http://schemas.openxmlformats.org/officeDocument/2006/relationships/slide" Target="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29.xml"/><Relationship Id="rId5" Type="http://schemas.openxmlformats.org/officeDocument/2006/relationships/slide" Target="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2.png"/><Relationship Id="rId4" Type="http://schemas.openxmlformats.org/officeDocument/2006/relationships/notesSlide" Target="../notesSlides/notesSlide30.xml"/><Relationship Id="rId5" Type="http://schemas.openxmlformats.org/officeDocument/2006/relationships/slide" Target="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notesSlide" Target="../notesSlides/notesSlide31.xml"/><Relationship Id="rId6" Type="http://schemas.openxmlformats.org/officeDocument/2006/relationships/slide" Target="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notesSlide" Target="../notesSlides/notesSlide32.xml"/><Relationship Id="rId6" Type="http://schemas.openxmlformats.org/officeDocument/2006/relationships/slide" Target="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33.xml"/><Relationship Id="rId5" Type="http://schemas.openxmlformats.org/officeDocument/2006/relationships/slide" Target="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34.xml"/><Relationship Id="rId5" Type="http://schemas.openxmlformats.org/officeDocument/2006/relationships/slide" Target="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35.xml"/><Relationship Id="rId5" Type="http://schemas.openxmlformats.org/officeDocument/2006/relationships/slide" Target="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image" Target="../media/image29.png"/><Relationship Id="rId5" Type="http://schemas.openxmlformats.org/officeDocument/2006/relationships/notesSlide" Target="../notesSlides/notesSlide36.xml"/><Relationship Id="rId6" Type="http://schemas.openxmlformats.org/officeDocument/2006/relationships/slide" Target="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37.xml"/><Relationship Id="rId5" Type="http://schemas.openxmlformats.org/officeDocument/2006/relationships/slide" Target="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image" Target="../media/image30.jpg"/><Relationship Id="rId5" Type="http://schemas.openxmlformats.org/officeDocument/2006/relationships/notesSlide" Target="../notesSlides/notesSlide38.xml"/><Relationship Id="rId6" Type="http://schemas.openxmlformats.org/officeDocument/2006/relationships/slide" Target="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image" Target="../media/image30.jpg"/><Relationship Id="rId5" Type="http://schemas.openxmlformats.org/officeDocument/2006/relationships/notesSlide" Target="../notesSlides/notesSlide39.xml"/><Relationship Id="rId6" Type="http://schemas.openxmlformats.org/officeDocument/2006/relationships/slide" Target="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0.xml"/><Relationship Id="rId5" Type="http://schemas.openxmlformats.org/officeDocument/2006/relationships/slide" Target="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1.xml"/><Relationship Id="rId5" Type="http://schemas.openxmlformats.org/officeDocument/2006/relationships/slide" Target="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2.xml"/><Relationship Id="rId5" Type="http://schemas.openxmlformats.org/officeDocument/2006/relationships/slide" Target="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3.xml"/><Relationship Id="rId5" Type="http://schemas.openxmlformats.org/officeDocument/2006/relationships/slide" Target="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4.xml"/><Relationship Id="rId5" Type="http://schemas.openxmlformats.org/officeDocument/2006/relationships/slide" Target="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5.xml"/><Relationship Id="rId5" Type="http://schemas.openxmlformats.org/officeDocument/2006/relationships/slide" Target="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6.xml"/><Relationship Id="rId5" Type="http://schemas.openxmlformats.org/officeDocument/2006/relationships/slide" Target="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7.xml"/><Relationship Id="rId5" Type="http://schemas.openxmlformats.org/officeDocument/2006/relationships/slide" Target="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8.xml"/><Relationship Id="rId5" Type="http://schemas.openxmlformats.org/officeDocument/2006/relationships/slide" Target="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49.xml"/><Relationship Id="rId5" Type="http://schemas.openxmlformats.org/officeDocument/2006/relationships/slide" Target="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50.xml"/><Relationship Id="rId5" Type="http://schemas.openxmlformats.org/officeDocument/2006/relationships/slide" Target="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51.xml"/><Relationship Id="rId5" Type="http://schemas.openxmlformats.org/officeDocument/2006/relationships/slide" Target="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52.xml"/><Relationship Id="rId5" Type="http://schemas.openxmlformats.org/officeDocument/2006/relationships/slide" Target="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53.xml"/><Relationship Id="rId5" Type="http://schemas.openxmlformats.org/officeDocument/2006/relationships/slide" Target="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 Id="rId3" Type="http://schemas.openxmlformats.org/officeDocument/2006/relationships/image" Target="../media/image27.png"/><Relationship Id="rId4" Type="http://schemas.openxmlformats.org/officeDocument/2006/relationships/notesSlide" Target="../notesSlides/notesSlide54.xml"/><Relationship Id="rId5" Type="http://schemas.openxmlformats.org/officeDocument/2006/relationships/slide" Target="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notesSlide" Target="../notesSlides/notesSlide55.xml"/><Relationship Id="rId6" Type="http://schemas.openxmlformats.org/officeDocument/2006/relationships/slide" Target="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notesSlide" Target="../notesSlides/notesSlide56.xml"/><Relationship Id="rId6" Type="http://schemas.openxmlformats.org/officeDocument/2006/relationships/slide" Target="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57.xml"/><Relationship Id="rId5" Type="http://schemas.openxmlformats.org/officeDocument/2006/relationships/slide" Target="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image" Target="../media/image37.png"/><Relationship Id="rId5" Type="http://schemas.openxmlformats.org/officeDocument/2006/relationships/notesSlide" Target="../notesSlides/notesSlide58.xml"/><Relationship Id="rId6" Type="http://schemas.openxmlformats.org/officeDocument/2006/relationships/slide" Target="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59.xml"/><Relationship Id="rId5" Type="http://schemas.openxmlformats.org/officeDocument/2006/relationships/slide" Target="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0.xml"/><Relationship Id="rId5" Type="http://schemas.openxmlformats.org/officeDocument/2006/relationships/slide" Target="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1.xml"/><Relationship Id="rId5" Type="http://schemas.openxmlformats.org/officeDocument/2006/relationships/slide" Target="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2.xml"/><Relationship Id="rId5" Type="http://schemas.openxmlformats.org/officeDocument/2006/relationships/slide" Target="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3.xml"/><Relationship Id="rId5" Type="http://schemas.openxmlformats.org/officeDocument/2006/relationships/slide" Target="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4.xml"/><Relationship Id="rId5" Type="http://schemas.openxmlformats.org/officeDocument/2006/relationships/slide" Target="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5.xml"/><Relationship Id="rId5" Type="http://schemas.openxmlformats.org/officeDocument/2006/relationships/slide" Target="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6.xml"/><Relationship Id="rId5" Type="http://schemas.openxmlformats.org/officeDocument/2006/relationships/slide" Target="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7.xml"/><Relationship Id="rId5" Type="http://schemas.openxmlformats.org/officeDocument/2006/relationships/slide" Target="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8.xml"/><Relationship Id="rId5" Type="http://schemas.openxmlformats.org/officeDocument/2006/relationships/slide" Target="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69.xml"/><Relationship Id="rId5" Type="http://schemas.openxmlformats.org/officeDocument/2006/relationships/slide" Target="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0.xml"/><Relationship Id="rId5" Type="http://schemas.openxmlformats.org/officeDocument/2006/relationships/slide" Target="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1.xml"/><Relationship Id="rId5" Type="http://schemas.openxmlformats.org/officeDocument/2006/relationships/slide" Target="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2.xml"/><Relationship Id="rId5" Type="http://schemas.openxmlformats.org/officeDocument/2006/relationships/slide" Target="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image" Target="../media/image38.png"/><Relationship Id="rId5" Type="http://schemas.openxmlformats.org/officeDocument/2006/relationships/notesSlide" Target="../notesSlides/notesSlide73.xml"/><Relationship Id="rId6" Type="http://schemas.openxmlformats.org/officeDocument/2006/relationships/slide" Target="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image" Target="../media/image38.png"/><Relationship Id="rId5" Type="http://schemas.openxmlformats.org/officeDocument/2006/relationships/notesSlide" Target="../notesSlides/notesSlide74.xml"/><Relationship Id="rId6" Type="http://schemas.openxmlformats.org/officeDocument/2006/relationships/slide" Target="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5.xml"/><Relationship Id="rId5" Type="http://schemas.openxmlformats.org/officeDocument/2006/relationships/slide" Target="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6.xml"/><Relationship Id="rId5" Type="http://schemas.openxmlformats.org/officeDocument/2006/relationships/slide" Target="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7.xml"/><Relationship Id="rId5" Type="http://schemas.openxmlformats.org/officeDocument/2006/relationships/slide" Target="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8.xml"/><Relationship Id="rId5" Type="http://schemas.openxmlformats.org/officeDocument/2006/relationships/slide" Target="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79.xml"/><Relationship Id="rId5" Type="http://schemas.openxmlformats.org/officeDocument/2006/relationships/slide" Target="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0.xml"/><Relationship Id="rId5" Type="http://schemas.openxmlformats.org/officeDocument/2006/relationships/slide" Target="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1.xml"/><Relationship Id="rId5" Type="http://schemas.openxmlformats.org/officeDocument/2006/relationships/slide" Target="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2.xml"/><Relationship Id="rId5" Type="http://schemas.openxmlformats.org/officeDocument/2006/relationships/slide" Target="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3.xml"/><Relationship Id="rId5" Type="http://schemas.openxmlformats.org/officeDocument/2006/relationships/slide" Target="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4.xml"/><Relationship Id="rId5" Type="http://schemas.openxmlformats.org/officeDocument/2006/relationships/slide" Target="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5.xml"/><Relationship Id="rId5" Type="http://schemas.openxmlformats.org/officeDocument/2006/relationships/slide" Target="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6.xml"/><Relationship Id="rId5" Type="http://schemas.openxmlformats.org/officeDocument/2006/relationships/slide" Target="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7.xml"/><Relationship Id="rId5" Type="http://schemas.openxmlformats.org/officeDocument/2006/relationships/slide" Target="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8.xml"/><Relationship Id="rId5" Type="http://schemas.openxmlformats.org/officeDocument/2006/relationships/slide" Target="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jpg"/><Relationship Id="rId3" Type="http://schemas.openxmlformats.org/officeDocument/2006/relationships/image" Target="../media/image33.png"/><Relationship Id="rId4" Type="http://schemas.openxmlformats.org/officeDocument/2006/relationships/notesSlide" Target="../notesSlides/notesSlide89.xml"/><Relationship Id="rId5" Type="http://schemas.openxmlformats.org/officeDocument/2006/relationships/slide" Target="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0.xml"/><Relationship Id="rId3" Type="http://schemas.openxmlformats.org/officeDocument/2006/relationships/slide" Target="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jpg"/><Relationship Id="rId3" Type="http://schemas.openxmlformats.org/officeDocument/2006/relationships/notesSlide" Target="../notesSlides/notesSlide91.xml"/><Relationship Id="rId4" Type="http://schemas.openxmlformats.org/officeDocument/2006/relationships/slide" Target="slide9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8280" y="-10"/>
            <a:ext cx="9126004" cy="5142255"/>
          </a:xfrm>
          <a:prstGeom prst="rect">
            <a:avLst/>
          </a:prstGeom>
        </p:spPr>
      </p:pic>
      <p:graphicFrame>
        <p:nvGraphicFramePr>
          <p:cNvPr id="3" name="object 3" descr=""/>
          <p:cNvGraphicFramePr>
            <a:graphicFrameLocks noGrp="1"/>
          </p:cNvGraphicFramePr>
          <p:nvPr/>
        </p:nvGraphicFramePr>
        <p:xfrm>
          <a:off x="5324233" y="966078"/>
          <a:ext cx="3775075" cy="684530"/>
        </p:xfrm>
        <a:graphic>
          <a:graphicData uri="http://schemas.openxmlformats.org/drawingml/2006/table">
            <a:tbl>
              <a:tblPr firstRow="1" bandRow="1">
                <a:tableStyleId>{2D5ABB26-0587-4C30-8999-92F81FD0307C}</a:tableStyleId>
              </a:tblPr>
              <a:tblGrid>
                <a:gridCol w="1518285"/>
                <a:gridCol w="2172335"/>
              </a:tblGrid>
              <a:tr h="321945">
                <a:tc>
                  <a:txBody>
                    <a:bodyPr/>
                    <a:lstStyle/>
                    <a:p>
                      <a:pPr marL="90805">
                        <a:lnSpc>
                          <a:spcPct val="100000"/>
                        </a:lnSpc>
                        <a:spcBef>
                          <a:spcPts val="244"/>
                        </a:spcBef>
                      </a:pPr>
                      <a:r>
                        <a:rPr dirty="0" sz="1400" b="1">
                          <a:latin typeface="Arial"/>
                          <a:cs typeface="Arial"/>
                        </a:rPr>
                        <a:t>Día,</a:t>
                      </a:r>
                      <a:r>
                        <a:rPr dirty="0" sz="1400" spc="5" b="1">
                          <a:latin typeface="Arial"/>
                          <a:cs typeface="Arial"/>
                        </a:rPr>
                        <a:t> </a:t>
                      </a:r>
                      <a:r>
                        <a:rPr dirty="0" sz="1400" spc="-10" b="1">
                          <a:latin typeface="Arial"/>
                          <a:cs typeface="Arial"/>
                        </a:rPr>
                        <a:t>Fecha:</a:t>
                      </a:r>
                      <a:endParaRPr sz="1400">
                        <a:latin typeface="Arial"/>
                        <a:cs typeface="Arial"/>
                      </a:endParaRPr>
                    </a:p>
                  </a:txBody>
                  <a:tcPr marL="0" marR="0" marB="0" marT="31114">
                    <a:lnL w="9525">
                      <a:solidFill>
                        <a:srgbClr val="9D9D9D"/>
                      </a:solidFill>
                      <a:prstDash val="solid"/>
                    </a:lnL>
                    <a:lnR w="9525">
                      <a:solidFill>
                        <a:srgbClr val="9D9D9D"/>
                      </a:solidFill>
                      <a:prstDash val="solid"/>
                    </a:lnR>
                    <a:lnT w="9525">
                      <a:solidFill>
                        <a:srgbClr val="9D9D9D"/>
                      </a:solidFill>
                      <a:prstDash val="solid"/>
                    </a:lnT>
                    <a:lnB w="9525">
                      <a:solidFill>
                        <a:srgbClr val="9D9D9D"/>
                      </a:solidFill>
                      <a:prstDash val="solid"/>
                    </a:lnB>
                  </a:tcPr>
                </a:tc>
                <a:tc>
                  <a:txBody>
                    <a:bodyPr/>
                    <a:lstStyle/>
                    <a:p>
                      <a:pPr marL="90805">
                        <a:lnSpc>
                          <a:spcPct val="100000"/>
                        </a:lnSpc>
                        <a:spcBef>
                          <a:spcPts val="229"/>
                        </a:spcBef>
                      </a:pPr>
                      <a:r>
                        <a:rPr dirty="0" sz="1400">
                          <a:latin typeface="Arial MT"/>
                          <a:cs typeface="Arial MT"/>
                        </a:rPr>
                        <a:t>Viernes</a:t>
                      </a:r>
                      <a:r>
                        <a:rPr dirty="0" sz="1400" spc="-50">
                          <a:latin typeface="Arial MT"/>
                          <a:cs typeface="Arial MT"/>
                        </a:rPr>
                        <a:t> </a:t>
                      </a:r>
                      <a:r>
                        <a:rPr dirty="0" sz="1400" spc="-10">
                          <a:latin typeface="Arial MT"/>
                          <a:cs typeface="Arial MT"/>
                        </a:rPr>
                        <a:t>20/02/2026</a:t>
                      </a:r>
                      <a:endParaRPr sz="1400">
                        <a:latin typeface="Arial MT"/>
                        <a:cs typeface="Arial MT"/>
                      </a:endParaRPr>
                    </a:p>
                  </a:txBody>
                  <a:tcPr marL="0" marR="0" marB="0" marT="29209">
                    <a:lnL w="9525">
                      <a:solidFill>
                        <a:srgbClr val="9D9D9D"/>
                      </a:solidFill>
                      <a:prstDash val="solid"/>
                    </a:lnL>
                    <a:lnR w="9525">
                      <a:solidFill>
                        <a:srgbClr val="9D9D9D"/>
                      </a:solidFill>
                      <a:prstDash val="solid"/>
                    </a:lnR>
                    <a:lnT w="9525">
                      <a:solidFill>
                        <a:srgbClr val="9D9D9D"/>
                      </a:solidFill>
                      <a:prstDash val="solid"/>
                    </a:lnT>
                    <a:lnB w="9525">
                      <a:solidFill>
                        <a:srgbClr val="9D9D9D"/>
                      </a:solidFill>
                      <a:prstDash val="solid"/>
                    </a:lnB>
                  </a:tcPr>
                </a:tc>
              </a:tr>
              <a:tr h="362585">
                <a:tc>
                  <a:txBody>
                    <a:bodyPr/>
                    <a:lstStyle/>
                    <a:p>
                      <a:pPr marL="90805">
                        <a:lnSpc>
                          <a:spcPct val="100000"/>
                        </a:lnSpc>
                        <a:spcBef>
                          <a:spcPts val="244"/>
                        </a:spcBef>
                      </a:pPr>
                      <a:r>
                        <a:rPr dirty="0" sz="1400" b="1">
                          <a:latin typeface="Arial"/>
                          <a:cs typeface="Arial"/>
                        </a:rPr>
                        <a:t>Hora</a:t>
                      </a:r>
                      <a:r>
                        <a:rPr dirty="0" sz="1400" spc="10" b="1">
                          <a:latin typeface="Arial"/>
                          <a:cs typeface="Arial"/>
                        </a:rPr>
                        <a:t> </a:t>
                      </a:r>
                      <a:r>
                        <a:rPr dirty="0" sz="1400" b="1">
                          <a:latin typeface="Arial"/>
                          <a:cs typeface="Arial"/>
                        </a:rPr>
                        <a:t>de</a:t>
                      </a:r>
                      <a:r>
                        <a:rPr dirty="0" sz="1400" spc="25" b="1">
                          <a:latin typeface="Arial"/>
                          <a:cs typeface="Arial"/>
                        </a:rPr>
                        <a:t> </a:t>
                      </a:r>
                      <a:r>
                        <a:rPr dirty="0" sz="1400" spc="-10" b="1">
                          <a:latin typeface="Arial"/>
                          <a:cs typeface="Arial"/>
                        </a:rPr>
                        <a:t>inicio:</a:t>
                      </a:r>
                      <a:endParaRPr sz="1400">
                        <a:latin typeface="Arial"/>
                        <a:cs typeface="Arial"/>
                      </a:endParaRPr>
                    </a:p>
                  </a:txBody>
                  <a:tcPr marL="0" marR="0" marB="0" marT="31114">
                    <a:lnL w="9525">
                      <a:solidFill>
                        <a:srgbClr val="9D9D9D"/>
                      </a:solidFill>
                      <a:prstDash val="solid"/>
                    </a:lnL>
                    <a:lnR w="9525">
                      <a:solidFill>
                        <a:srgbClr val="9D9D9D"/>
                      </a:solidFill>
                      <a:prstDash val="solid"/>
                    </a:lnR>
                    <a:lnT w="9525">
                      <a:solidFill>
                        <a:srgbClr val="9D9D9D"/>
                      </a:solidFill>
                      <a:prstDash val="solid"/>
                    </a:lnT>
                    <a:lnB w="9525">
                      <a:solidFill>
                        <a:srgbClr val="9D9D9D"/>
                      </a:solidFill>
                      <a:prstDash val="solid"/>
                    </a:lnB>
                  </a:tcPr>
                </a:tc>
                <a:tc>
                  <a:txBody>
                    <a:bodyPr/>
                    <a:lstStyle/>
                    <a:p>
                      <a:pPr marL="90805">
                        <a:lnSpc>
                          <a:spcPct val="100000"/>
                        </a:lnSpc>
                        <a:spcBef>
                          <a:spcPts val="229"/>
                        </a:spcBef>
                      </a:pPr>
                      <a:r>
                        <a:rPr dirty="0" sz="1400" spc="-10">
                          <a:latin typeface="Arial MT"/>
                          <a:cs typeface="Arial MT"/>
                        </a:rPr>
                        <a:t>17:20</a:t>
                      </a:r>
                      <a:endParaRPr sz="1400">
                        <a:latin typeface="Arial MT"/>
                        <a:cs typeface="Arial MT"/>
                      </a:endParaRPr>
                    </a:p>
                  </a:txBody>
                  <a:tcPr marL="0" marR="0" marB="0" marT="29209">
                    <a:lnL w="9525">
                      <a:solidFill>
                        <a:srgbClr val="9D9D9D"/>
                      </a:solidFill>
                      <a:prstDash val="solid"/>
                    </a:lnL>
                    <a:lnR w="9525">
                      <a:solidFill>
                        <a:srgbClr val="9D9D9D"/>
                      </a:solidFill>
                      <a:prstDash val="solid"/>
                    </a:lnR>
                    <a:lnT w="9525">
                      <a:solidFill>
                        <a:srgbClr val="9D9D9D"/>
                      </a:solidFill>
                      <a:prstDash val="solid"/>
                    </a:lnT>
                    <a:lnB w="9525">
                      <a:solidFill>
                        <a:srgbClr val="9D9D9D"/>
                      </a:solidFill>
                      <a:prstDash val="solid"/>
                    </a:lnB>
                  </a:tcPr>
                </a:tc>
              </a:tr>
            </a:tbl>
          </a:graphicData>
        </a:graphic>
      </p:graphicFrame>
      <p:sp>
        <p:nvSpPr>
          <p:cNvPr id="4" name="object 4" descr=""/>
          <p:cNvSpPr txBox="1"/>
          <p:nvPr/>
        </p:nvSpPr>
        <p:spPr>
          <a:xfrm>
            <a:off x="902055" y="2336662"/>
            <a:ext cx="7155815" cy="1224280"/>
          </a:xfrm>
          <a:prstGeom prst="rect">
            <a:avLst/>
          </a:prstGeom>
        </p:spPr>
        <p:txBody>
          <a:bodyPr wrap="square" lIns="0" tIns="12700" rIns="0" bIns="0" rtlCol="0" vert="horz">
            <a:spAutoFit/>
          </a:bodyPr>
          <a:lstStyle/>
          <a:p>
            <a:pPr marL="2449830" marR="5080" indent="-2437765">
              <a:lnSpc>
                <a:spcPct val="100000"/>
              </a:lnSpc>
              <a:spcBef>
                <a:spcPts val="100"/>
              </a:spcBef>
            </a:pPr>
            <a:r>
              <a:rPr dirty="0" sz="2500">
                <a:latin typeface="Arial MT"/>
                <a:cs typeface="Arial MT"/>
              </a:rPr>
              <a:t>0774</a:t>
            </a:r>
            <a:r>
              <a:rPr dirty="0" sz="2500" spc="-40">
                <a:latin typeface="Arial MT"/>
                <a:cs typeface="Arial MT"/>
              </a:rPr>
              <a:t> </a:t>
            </a:r>
            <a:r>
              <a:rPr dirty="0" sz="2500">
                <a:latin typeface="Arial MT"/>
                <a:cs typeface="Arial MT"/>
              </a:rPr>
              <a:t>–</a:t>
            </a:r>
            <a:r>
              <a:rPr dirty="0" sz="2500" spc="-30">
                <a:latin typeface="Arial MT"/>
                <a:cs typeface="Arial MT"/>
              </a:rPr>
              <a:t> </a:t>
            </a:r>
            <a:r>
              <a:rPr dirty="0" sz="2500">
                <a:latin typeface="Arial MT"/>
                <a:cs typeface="Arial MT"/>
              </a:rPr>
              <a:t>Sistemas</a:t>
            </a:r>
            <a:r>
              <a:rPr dirty="0" sz="2500" spc="-30">
                <a:latin typeface="Arial MT"/>
                <a:cs typeface="Arial MT"/>
              </a:rPr>
              <a:t> </a:t>
            </a:r>
            <a:r>
              <a:rPr dirty="0" sz="2500">
                <a:latin typeface="Arial MT"/>
                <a:cs typeface="Arial MT"/>
              </a:rPr>
              <a:t>de</a:t>
            </a:r>
            <a:r>
              <a:rPr dirty="0" sz="2500" spc="-25">
                <a:latin typeface="Arial MT"/>
                <a:cs typeface="Arial MT"/>
              </a:rPr>
              <a:t> </a:t>
            </a:r>
            <a:r>
              <a:rPr dirty="0" sz="2500">
                <a:latin typeface="Arial MT"/>
                <a:cs typeface="Arial MT"/>
              </a:rPr>
              <a:t>Bases</a:t>
            </a:r>
            <a:r>
              <a:rPr dirty="0" sz="2500" spc="-30">
                <a:latin typeface="Arial MT"/>
                <a:cs typeface="Arial MT"/>
              </a:rPr>
              <a:t> </a:t>
            </a:r>
            <a:r>
              <a:rPr dirty="0" sz="2500">
                <a:latin typeface="Arial MT"/>
                <a:cs typeface="Arial MT"/>
              </a:rPr>
              <a:t>de</a:t>
            </a:r>
            <a:r>
              <a:rPr dirty="0" sz="2500" spc="-30">
                <a:latin typeface="Arial MT"/>
                <a:cs typeface="Arial MT"/>
              </a:rPr>
              <a:t> </a:t>
            </a:r>
            <a:r>
              <a:rPr dirty="0" sz="2500">
                <a:latin typeface="Arial MT"/>
                <a:cs typeface="Arial MT"/>
              </a:rPr>
              <a:t>Datos</a:t>
            </a:r>
            <a:r>
              <a:rPr dirty="0" sz="2500" spc="-25">
                <a:latin typeface="Arial MT"/>
                <a:cs typeface="Arial MT"/>
              </a:rPr>
              <a:t> </a:t>
            </a:r>
            <a:r>
              <a:rPr dirty="0" sz="2500">
                <a:latin typeface="Arial MT"/>
                <a:cs typeface="Arial MT"/>
              </a:rPr>
              <a:t>1</a:t>
            </a:r>
            <a:r>
              <a:rPr dirty="0" sz="2500" spc="-35">
                <a:latin typeface="Arial MT"/>
                <a:cs typeface="Arial MT"/>
              </a:rPr>
              <a:t> </a:t>
            </a:r>
            <a:r>
              <a:rPr dirty="0" sz="2500">
                <a:latin typeface="Arial MT"/>
                <a:cs typeface="Arial MT"/>
              </a:rPr>
              <a:t>Sección</a:t>
            </a:r>
            <a:r>
              <a:rPr dirty="0" sz="2500" spc="-35">
                <a:latin typeface="Arial MT"/>
                <a:cs typeface="Arial MT"/>
              </a:rPr>
              <a:t> </a:t>
            </a:r>
            <a:r>
              <a:rPr dirty="0" sz="2500" spc="-25">
                <a:latin typeface="Arial MT"/>
                <a:cs typeface="Arial MT"/>
              </a:rPr>
              <a:t>“N” </a:t>
            </a:r>
            <a:r>
              <a:rPr dirty="0" sz="2500" spc="-10">
                <a:latin typeface="Arial MT"/>
                <a:cs typeface="Arial MT"/>
              </a:rPr>
              <a:t>LABORATORIO</a:t>
            </a:r>
            <a:endParaRPr sz="2500">
              <a:latin typeface="Arial MT"/>
              <a:cs typeface="Arial MT"/>
            </a:endParaRPr>
          </a:p>
          <a:p>
            <a:pPr algn="ctr" marL="399415">
              <a:lnSpc>
                <a:spcPct val="100000"/>
              </a:lnSpc>
              <a:spcBef>
                <a:spcPts val="1040"/>
              </a:spcBef>
            </a:pPr>
            <a:r>
              <a:rPr dirty="0" sz="2000" b="1">
                <a:latin typeface="Arial"/>
                <a:cs typeface="Arial"/>
              </a:rPr>
              <a:t>Heinz</a:t>
            </a:r>
            <a:r>
              <a:rPr dirty="0" sz="2000" spc="-25" b="1">
                <a:latin typeface="Arial"/>
                <a:cs typeface="Arial"/>
              </a:rPr>
              <a:t> </a:t>
            </a:r>
            <a:r>
              <a:rPr dirty="0" sz="2000" b="1">
                <a:latin typeface="Arial"/>
                <a:cs typeface="Arial"/>
              </a:rPr>
              <a:t>Ricardo</a:t>
            </a:r>
            <a:r>
              <a:rPr dirty="0" sz="2000" spc="-30" b="1">
                <a:latin typeface="Arial"/>
                <a:cs typeface="Arial"/>
              </a:rPr>
              <a:t> </a:t>
            </a:r>
            <a:r>
              <a:rPr dirty="0" sz="2000" b="1">
                <a:latin typeface="Arial"/>
                <a:cs typeface="Arial"/>
              </a:rPr>
              <a:t>Gómez</a:t>
            </a:r>
            <a:r>
              <a:rPr dirty="0" sz="2000" spc="-25" b="1">
                <a:latin typeface="Arial"/>
                <a:cs typeface="Arial"/>
              </a:rPr>
              <a:t> </a:t>
            </a:r>
            <a:r>
              <a:rPr dirty="0" sz="2000" spc="-10" b="1">
                <a:latin typeface="Arial"/>
                <a:cs typeface="Arial"/>
              </a:rPr>
              <a:t>Galindo</a:t>
            </a:r>
            <a:endParaRPr sz="200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6079415" y="941294"/>
            <a:ext cx="2679645" cy="800051"/>
          </a:xfrm>
          <a:prstGeom prst="rect">
            <a:avLst/>
          </a:prstGeom>
        </p:spPr>
      </p:pic>
      <p:sp>
        <p:nvSpPr>
          <p:cNvPr id="3" name="object 3" descr=""/>
          <p:cNvSpPr txBox="1"/>
          <p:nvPr/>
        </p:nvSpPr>
        <p:spPr>
          <a:xfrm>
            <a:off x="500959" y="4711674"/>
            <a:ext cx="4513580" cy="1082040"/>
          </a:xfrm>
          <a:prstGeom prst="rect">
            <a:avLst/>
          </a:prstGeom>
        </p:spPr>
        <p:txBody>
          <a:bodyPr wrap="square" lIns="0" tIns="80010" rIns="0" bIns="0" rtlCol="0" vert="horz">
            <a:spAutoFit/>
          </a:bodyPr>
          <a:lstStyle/>
          <a:p>
            <a:pPr marL="39370">
              <a:lnSpc>
                <a:spcPct val="100000"/>
              </a:lnSpc>
              <a:spcBef>
                <a:spcPts val="630"/>
              </a:spcBef>
            </a:pPr>
            <a:r>
              <a:rPr dirty="0" sz="2400" spc="-35">
                <a:solidFill>
                  <a:srgbClr val="131316"/>
                </a:solidFill>
                <a:latin typeface="Verdana"/>
                <a:cs typeface="Verdana"/>
              </a:rPr>
              <a:t>Sistemas</a:t>
            </a:r>
            <a:r>
              <a:rPr dirty="0" sz="2400" spc="-190">
                <a:solidFill>
                  <a:srgbClr val="131316"/>
                </a:solidFill>
                <a:latin typeface="Verdana"/>
                <a:cs typeface="Verdana"/>
              </a:rPr>
              <a:t> </a:t>
            </a:r>
            <a:r>
              <a:rPr dirty="0" sz="2400">
                <a:solidFill>
                  <a:srgbClr val="131316"/>
                </a:solidFill>
                <a:latin typeface="Verdana"/>
                <a:cs typeface="Verdana"/>
              </a:rPr>
              <a:t>de</a:t>
            </a:r>
            <a:r>
              <a:rPr dirty="0" sz="2400" spc="-200">
                <a:solidFill>
                  <a:srgbClr val="131316"/>
                </a:solidFill>
                <a:latin typeface="Verdana"/>
                <a:cs typeface="Verdana"/>
              </a:rPr>
              <a:t> </a:t>
            </a:r>
            <a:r>
              <a:rPr dirty="0" sz="2400" spc="-30">
                <a:solidFill>
                  <a:srgbClr val="131316"/>
                </a:solidFill>
                <a:latin typeface="Verdana"/>
                <a:cs typeface="Verdana"/>
              </a:rPr>
              <a:t>Bases</a:t>
            </a:r>
            <a:r>
              <a:rPr dirty="0" sz="2400" spc="-190">
                <a:solidFill>
                  <a:srgbClr val="131316"/>
                </a:solidFill>
                <a:latin typeface="Verdana"/>
                <a:cs typeface="Verdana"/>
              </a:rPr>
              <a:t> </a:t>
            </a:r>
            <a:r>
              <a:rPr dirty="0" sz="2400">
                <a:solidFill>
                  <a:srgbClr val="131316"/>
                </a:solidFill>
                <a:latin typeface="Verdana"/>
                <a:cs typeface="Verdana"/>
              </a:rPr>
              <a:t>de</a:t>
            </a:r>
            <a:r>
              <a:rPr dirty="0" sz="2400" spc="-200">
                <a:solidFill>
                  <a:srgbClr val="131316"/>
                </a:solidFill>
                <a:latin typeface="Verdana"/>
                <a:cs typeface="Verdana"/>
              </a:rPr>
              <a:t> </a:t>
            </a:r>
            <a:r>
              <a:rPr dirty="0" sz="2400">
                <a:solidFill>
                  <a:srgbClr val="131316"/>
                </a:solidFill>
                <a:latin typeface="Verdana"/>
                <a:cs typeface="Verdana"/>
              </a:rPr>
              <a:t>Datos</a:t>
            </a:r>
            <a:r>
              <a:rPr dirty="0" sz="2400" spc="-210">
                <a:solidFill>
                  <a:srgbClr val="131316"/>
                </a:solidFill>
                <a:latin typeface="Verdana"/>
                <a:cs typeface="Verdana"/>
              </a:rPr>
              <a:t> </a:t>
            </a:r>
            <a:r>
              <a:rPr dirty="0" sz="2400" spc="-50">
                <a:solidFill>
                  <a:srgbClr val="131316"/>
                </a:solidFill>
                <a:latin typeface="Verdana"/>
                <a:cs typeface="Verdana"/>
              </a:rPr>
              <a:t>1</a:t>
            </a:r>
            <a:endParaRPr sz="2400">
              <a:latin typeface="Verdana"/>
              <a:cs typeface="Verdana"/>
            </a:endParaRPr>
          </a:p>
          <a:p>
            <a:pPr marL="12700" marR="1099820" indent="15875">
              <a:lnSpc>
                <a:spcPts val="1770"/>
              </a:lnSpc>
              <a:spcBef>
                <a:spcPts val="50"/>
              </a:spcBef>
            </a:pPr>
            <a:r>
              <a:rPr dirty="0" sz="1200" spc="-10">
                <a:solidFill>
                  <a:srgbClr val="131316"/>
                </a:solidFill>
                <a:latin typeface="Verdana"/>
                <a:cs typeface="Verdana"/>
              </a:rPr>
              <a:t>Escuela</a:t>
            </a:r>
            <a:r>
              <a:rPr dirty="0" sz="1200" spc="-80">
                <a:solidFill>
                  <a:srgbClr val="131316"/>
                </a:solidFill>
                <a:latin typeface="Verdana"/>
                <a:cs typeface="Verdana"/>
              </a:rPr>
              <a:t> </a:t>
            </a:r>
            <a:r>
              <a:rPr dirty="0" sz="1200">
                <a:solidFill>
                  <a:srgbClr val="131316"/>
                </a:solidFill>
                <a:latin typeface="Verdana"/>
                <a:cs typeface="Verdana"/>
              </a:rPr>
              <a:t>de</a:t>
            </a:r>
            <a:r>
              <a:rPr dirty="0" sz="1200" spc="-90">
                <a:solidFill>
                  <a:srgbClr val="131316"/>
                </a:solidFill>
                <a:latin typeface="Verdana"/>
                <a:cs typeface="Verdana"/>
              </a:rPr>
              <a:t> </a:t>
            </a:r>
            <a:r>
              <a:rPr dirty="0" sz="1200" spc="-10">
                <a:solidFill>
                  <a:srgbClr val="131316"/>
                </a:solidFill>
                <a:latin typeface="Verdana"/>
                <a:cs typeface="Verdana"/>
              </a:rPr>
              <a:t>Ingenieria</a:t>
            </a:r>
            <a:r>
              <a:rPr dirty="0" sz="1200" spc="-80">
                <a:solidFill>
                  <a:srgbClr val="131316"/>
                </a:solidFill>
                <a:latin typeface="Verdana"/>
                <a:cs typeface="Verdana"/>
              </a:rPr>
              <a:t> </a:t>
            </a:r>
            <a:r>
              <a:rPr dirty="0" sz="1200">
                <a:solidFill>
                  <a:srgbClr val="131316"/>
                </a:solidFill>
                <a:latin typeface="Verdana"/>
                <a:cs typeface="Verdana"/>
              </a:rPr>
              <a:t>de</a:t>
            </a:r>
            <a:r>
              <a:rPr dirty="0" sz="1200" spc="-75">
                <a:solidFill>
                  <a:srgbClr val="131316"/>
                </a:solidFill>
                <a:latin typeface="Verdana"/>
                <a:cs typeface="Verdana"/>
              </a:rPr>
              <a:t> </a:t>
            </a:r>
            <a:r>
              <a:rPr dirty="0" sz="1200" spc="-10">
                <a:solidFill>
                  <a:srgbClr val="131316"/>
                </a:solidFill>
                <a:latin typeface="Verdana"/>
                <a:cs typeface="Verdana"/>
              </a:rPr>
              <a:t>Ciencias</a:t>
            </a:r>
            <a:r>
              <a:rPr dirty="0" sz="1200" spc="-65">
                <a:solidFill>
                  <a:srgbClr val="131316"/>
                </a:solidFill>
                <a:latin typeface="Verdana"/>
                <a:cs typeface="Verdana"/>
              </a:rPr>
              <a:t> </a:t>
            </a:r>
            <a:r>
              <a:rPr dirty="0" sz="1200">
                <a:solidFill>
                  <a:srgbClr val="131316"/>
                </a:solidFill>
                <a:latin typeface="Verdana"/>
                <a:cs typeface="Verdana"/>
              </a:rPr>
              <a:t>Y</a:t>
            </a:r>
            <a:r>
              <a:rPr dirty="0" sz="1200" spc="-80">
                <a:solidFill>
                  <a:srgbClr val="131316"/>
                </a:solidFill>
                <a:latin typeface="Verdana"/>
                <a:cs typeface="Verdana"/>
              </a:rPr>
              <a:t> </a:t>
            </a:r>
            <a:r>
              <a:rPr dirty="0" sz="1200" spc="-10">
                <a:solidFill>
                  <a:srgbClr val="131316"/>
                </a:solidFill>
                <a:latin typeface="Verdana"/>
                <a:cs typeface="Verdana"/>
              </a:rPr>
              <a:t>Sistemas </a:t>
            </a:r>
            <a:r>
              <a:rPr dirty="0" sz="1200">
                <a:solidFill>
                  <a:srgbClr val="131316"/>
                </a:solidFill>
                <a:latin typeface="Verdana"/>
                <a:cs typeface="Verdana"/>
              </a:rPr>
              <a:t>Facultad</a:t>
            </a:r>
            <a:r>
              <a:rPr dirty="0" sz="1200" spc="-75">
                <a:solidFill>
                  <a:srgbClr val="131316"/>
                </a:solidFill>
                <a:latin typeface="Verdana"/>
                <a:cs typeface="Verdana"/>
              </a:rPr>
              <a:t> </a:t>
            </a:r>
            <a:r>
              <a:rPr dirty="0" sz="1200">
                <a:solidFill>
                  <a:srgbClr val="131316"/>
                </a:solidFill>
                <a:latin typeface="Verdana"/>
                <a:cs typeface="Verdana"/>
              </a:rPr>
              <a:t>de</a:t>
            </a:r>
            <a:r>
              <a:rPr dirty="0" sz="1200" spc="-65">
                <a:solidFill>
                  <a:srgbClr val="131316"/>
                </a:solidFill>
                <a:latin typeface="Verdana"/>
                <a:cs typeface="Verdana"/>
              </a:rPr>
              <a:t> </a:t>
            </a:r>
            <a:r>
              <a:rPr dirty="0" sz="1200" spc="-10">
                <a:solidFill>
                  <a:srgbClr val="131316"/>
                </a:solidFill>
                <a:latin typeface="Verdana"/>
                <a:cs typeface="Verdana"/>
              </a:rPr>
              <a:t>Ingenieria</a:t>
            </a:r>
            <a:endParaRPr sz="1200">
              <a:latin typeface="Verdana"/>
              <a:cs typeface="Verdana"/>
            </a:endParaRPr>
          </a:p>
          <a:p>
            <a:pPr marL="12700">
              <a:lnSpc>
                <a:spcPts val="1315"/>
              </a:lnSpc>
            </a:pPr>
            <a:r>
              <a:rPr dirty="0" sz="1200">
                <a:solidFill>
                  <a:srgbClr val="131316"/>
                </a:solidFill>
                <a:latin typeface="Verdana"/>
                <a:cs typeface="Verdana"/>
              </a:rPr>
              <a:t>Universidad</a:t>
            </a:r>
            <a:r>
              <a:rPr dirty="0" sz="1200" spc="-80">
                <a:solidFill>
                  <a:srgbClr val="131316"/>
                </a:solidFill>
                <a:latin typeface="Verdana"/>
                <a:cs typeface="Verdana"/>
              </a:rPr>
              <a:t> </a:t>
            </a:r>
            <a:r>
              <a:rPr dirty="0" sz="1200">
                <a:solidFill>
                  <a:srgbClr val="131316"/>
                </a:solidFill>
                <a:latin typeface="Verdana"/>
                <a:cs typeface="Verdana"/>
              </a:rPr>
              <a:t>de</a:t>
            </a:r>
            <a:r>
              <a:rPr dirty="0" sz="1200" spc="-65">
                <a:solidFill>
                  <a:srgbClr val="131316"/>
                </a:solidFill>
                <a:latin typeface="Verdana"/>
                <a:cs typeface="Verdana"/>
              </a:rPr>
              <a:t> </a:t>
            </a:r>
            <a:r>
              <a:rPr dirty="0" sz="1200" spc="-50">
                <a:solidFill>
                  <a:srgbClr val="131316"/>
                </a:solidFill>
                <a:latin typeface="Verdana"/>
                <a:cs typeface="Verdana"/>
              </a:rPr>
              <a:t>San</a:t>
            </a:r>
            <a:r>
              <a:rPr dirty="0" sz="1200" spc="-65">
                <a:solidFill>
                  <a:srgbClr val="131316"/>
                </a:solidFill>
                <a:latin typeface="Verdana"/>
                <a:cs typeface="Verdana"/>
              </a:rPr>
              <a:t> </a:t>
            </a:r>
            <a:r>
              <a:rPr dirty="0" sz="1200" spc="-10">
                <a:solidFill>
                  <a:srgbClr val="131316"/>
                </a:solidFill>
                <a:latin typeface="Verdana"/>
                <a:cs typeface="Verdana"/>
              </a:rPr>
              <a:t>Carlos</a:t>
            </a:r>
            <a:r>
              <a:rPr dirty="0" sz="1200" spc="-80">
                <a:solidFill>
                  <a:srgbClr val="131316"/>
                </a:solidFill>
                <a:latin typeface="Verdana"/>
                <a:cs typeface="Verdana"/>
              </a:rPr>
              <a:t> </a:t>
            </a:r>
            <a:r>
              <a:rPr dirty="0" sz="1200">
                <a:solidFill>
                  <a:srgbClr val="131316"/>
                </a:solidFill>
                <a:latin typeface="Verdana"/>
                <a:cs typeface="Verdana"/>
              </a:rPr>
              <a:t>de</a:t>
            </a:r>
            <a:r>
              <a:rPr dirty="0" sz="1200" spc="-60">
                <a:solidFill>
                  <a:srgbClr val="131316"/>
                </a:solidFill>
                <a:latin typeface="Verdana"/>
                <a:cs typeface="Verdana"/>
              </a:rPr>
              <a:t> </a:t>
            </a:r>
            <a:r>
              <a:rPr dirty="0" sz="1200" spc="-10">
                <a:solidFill>
                  <a:srgbClr val="131316"/>
                </a:solidFill>
                <a:latin typeface="Verdana"/>
                <a:cs typeface="Verdana"/>
              </a:rPr>
              <a:t>Guatemala</a:t>
            </a:r>
            <a:endParaRPr sz="1200">
              <a:latin typeface="Verdana"/>
              <a:cs typeface="Verdana"/>
            </a:endParaRPr>
          </a:p>
        </p:txBody>
      </p:sp>
      <p:sp>
        <p:nvSpPr>
          <p:cNvPr id="4" name="object 4"/>
          <p:cNvSpPr txBox="1">
            <a:spLocks noGrp="1"/>
          </p:cNvSpPr>
          <p:nvPr>
            <p:ph type="title"/>
          </p:nvPr>
        </p:nvSpPr>
        <p:spPr>
          <a:xfrm>
            <a:off x="1167904" y="2895780"/>
            <a:ext cx="6280150" cy="703580"/>
          </a:xfrm>
          <a:prstGeom prst="rect"/>
        </p:spPr>
        <p:txBody>
          <a:bodyPr wrap="square" lIns="0" tIns="12065" rIns="0" bIns="0" rtlCol="0" vert="horz">
            <a:spAutoFit/>
          </a:bodyPr>
          <a:lstStyle/>
          <a:p>
            <a:pPr marL="12700">
              <a:lnSpc>
                <a:spcPct val="100000"/>
              </a:lnSpc>
              <a:spcBef>
                <a:spcPts val="95"/>
              </a:spcBef>
            </a:pPr>
            <a:r>
              <a:rPr dirty="0" sz="4450" spc="50">
                <a:solidFill>
                  <a:srgbClr val="131316"/>
                </a:solidFill>
                <a:latin typeface="Verdana"/>
                <a:cs typeface="Verdana"/>
              </a:rPr>
              <a:t>Normalización</a:t>
            </a:r>
            <a:r>
              <a:rPr dirty="0" sz="4450" spc="-390">
                <a:solidFill>
                  <a:srgbClr val="131316"/>
                </a:solidFill>
                <a:latin typeface="Verdana"/>
                <a:cs typeface="Verdana"/>
              </a:rPr>
              <a:t> </a:t>
            </a:r>
            <a:r>
              <a:rPr dirty="0" sz="4450" spc="65">
                <a:solidFill>
                  <a:srgbClr val="131316"/>
                </a:solidFill>
                <a:latin typeface="Verdana"/>
                <a:cs typeface="Verdana"/>
              </a:rPr>
              <a:t>Parte</a:t>
            </a:r>
            <a:r>
              <a:rPr dirty="0" sz="4450" spc="-405">
                <a:solidFill>
                  <a:srgbClr val="131316"/>
                </a:solidFill>
                <a:latin typeface="Verdana"/>
                <a:cs typeface="Verdana"/>
              </a:rPr>
              <a:t> </a:t>
            </a:r>
            <a:r>
              <a:rPr dirty="0" sz="4450" spc="-365">
                <a:solidFill>
                  <a:srgbClr val="131316"/>
                </a:solidFill>
                <a:latin typeface="Verdana"/>
                <a:cs typeface="Verdana"/>
              </a:rPr>
              <a:t>1</a:t>
            </a:r>
            <a:endParaRPr sz="4450">
              <a:latin typeface="Verdana"/>
              <a:cs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1819387" y="2611418"/>
            <a:ext cx="2266950" cy="645795"/>
            <a:chOff x="1819387" y="2611418"/>
            <a:chExt cx="2266950" cy="645795"/>
          </a:xfrm>
        </p:grpSpPr>
        <p:sp>
          <p:nvSpPr>
            <p:cNvPr id="3" name="object 3" descr=""/>
            <p:cNvSpPr/>
            <p:nvPr/>
          </p:nvSpPr>
          <p:spPr>
            <a:xfrm>
              <a:off x="3839759" y="2934995"/>
              <a:ext cx="227965" cy="302260"/>
            </a:xfrm>
            <a:custGeom>
              <a:avLst/>
              <a:gdLst/>
              <a:ahLst/>
              <a:cxnLst/>
              <a:rect l="l" t="t" r="r" b="b"/>
              <a:pathLst>
                <a:path w="227964" h="302260">
                  <a:moveTo>
                    <a:pt x="0" y="301787"/>
                  </a:moveTo>
                  <a:lnTo>
                    <a:pt x="227337" y="0"/>
                  </a:lnTo>
                </a:path>
              </a:pathLst>
            </a:custGeom>
            <a:ln w="37651">
              <a:solidFill>
                <a:srgbClr val="000000"/>
              </a:solidFill>
            </a:ln>
          </p:spPr>
          <p:txBody>
            <a:bodyPr wrap="square" lIns="0" tIns="0" rIns="0" bIns="0" rtlCol="0"/>
            <a:lstStyle/>
            <a:p/>
          </p:txBody>
        </p:sp>
        <p:pic>
          <p:nvPicPr>
            <p:cNvPr id="4" name="object 4" descr=""/>
            <p:cNvPicPr/>
            <p:nvPr/>
          </p:nvPicPr>
          <p:blipFill>
            <a:blip r:embed="rId2" cstate="print"/>
            <a:stretch>
              <a:fillRect/>
            </a:stretch>
          </p:blipFill>
          <p:spPr>
            <a:xfrm>
              <a:off x="3832982" y="2629945"/>
              <a:ext cx="253219" cy="322554"/>
            </a:xfrm>
            <a:prstGeom prst="rect">
              <a:avLst/>
            </a:prstGeom>
          </p:spPr>
        </p:pic>
        <p:sp>
          <p:nvSpPr>
            <p:cNvPr id="5" name="object 5" descr=""/>
            <p:cNvSpPr/>
            <p:nvPr/>
          </p:nvSpPr>
          <p:spPr>
            <a:xfrm>
              <a:off x="1838212" y="2630244"/>
              <a:ext cx="2013585" cy="608330"/>
            </a:xfrm>
            <a:custGeom>
              <a:avLst/>
              <a:gdLst/>
              <a:ahLst/>
              <a:cxnLst/>
              <a:rect l="l" t="t" r="r" b="b"/>
              <a:pathLst>
                <a:path w="2013585" h="608330">
                  <a:moveTo>
                    <a:pt x="2013024" y="17771"/>
                  </a:moveTo>
                  <a:lnTo>
                    <a:pt x="2008863" y="12272"/>
                  </a:lnTo>
                  <a:lnTo>
                    <a:pt x="2004950" y="7101"/>
                  </a:lnTo>
                  <a:lnTo>
                    <a:pt x="1999577" y="0"/>
                  </a:lnTo>
                  <a:lnTo>
                    <a:pt x="0" y="0"/>
                  </a:lnTo>
                  <a:lnTo>
                    <a:pt x="0" y="607806"/>
                  </a:lnTo>
                </a:path>
              </a:pathLst>
            </a:custGeom>
            <a:ln w="37651">
              <a:solidFill>
                <a:srgbClr val="000000"/>
              </a:solidFill>
            </a:ln>
          </p:spPr>
          <p:txBody>
            <a:bodyPr wrap="square" lIns="0" tIns="0" rIns="0" bIns="0" rtlCol="0"/>
            <a:lstStyle/>
            <a:p/>
          </p:txBody>
        </p:sp>
      </p:grpSp>
      <p:sp>
        <p:nvSpPr>
          <p:cNvPr id="6" name="object 6" descr=""/>
          <p:cNvSpPr txBox="1"/>
          <p:nvPr/>
        </p:nvSpPr>
        <p:spPr>
          <a:xfrm>
            <a:off x="2168370" y="2629135"/>
            <a:ext cx="1440815" cy="531495"/>
          </a:xfrm>
          <a:prstGeom prst="rect">
            <a:avLst/>
          </a:prstGeom>
        </p:spPr>
        <p:txBody>
          <a:bodyPr wrap="square" lIns="0" tIns="12700" rIns="0" bIns="0" rtlCol="0" vert="horz">
            <a:spAutoFit/>
          </a:bodyPr>
          <a:lstStyle/>
          <a:p>
            <a:pPr marL="384810" marR="5080" indent="-372745">
              <a:lnSpc>
                <a:spcPct val="122800"/>
              </a:lnSpc>
              <a:spcBef>
                <a:spcPts val="100"/>
              </a:spcBef>
            </a:pPr>
            <a:r>
              <a:rPr dirty="0" sz="1350" spc="95">
                <a:latin typeface="Lucida Sans Unicode"/>
                <a:cs typeface="Lucida Sans Unicode"/>
              </a:rPr>
              <a:t>Primera</a:t>
            </a:r>
            <a:r>
              <a:rPr dirty="0" sz="1350" spc="-5">
                <a:latin typeface="Lucida Sans Unicode"/>
                <a:cs typeface="Lucida Sans Unicode"/>
              </a:rPr>
              <a:t> </a:t>
            </a:r>
            <a:r>
              <a:rPr dirty="0" sz="1350" spc="70">
                <a:latin typeface="Lucida Sans Unicode"/>
                <a:cs typeface="Lucida Sans Unicode"/>
              </a:rPr>
              <a:t>Formal </a:t>
            </a:r>
            <a:r>
              <a:rPr dirty="0" sz="1350" spc="65">
                <a:latin typeface="Lucida Sans Unicode"/>
                <a:cs typeface="Lucida Sans Unicode"/>
              </a:rPr>
              <a:t>Normal</a:t>
            </a:r>
            <a:endParaRPr sz="1350">
              <a:latin typeface="Lucida Sans Unicode"/>
              <a:cs typeface="Lucida Sans Unicode"/>
            </a:endParaRPr>
          </a:p>
        </p:txBody>
      </p:sp>
      <p:pic>
        <p:nvPicPr>
          <p:cNvPr id="7" name="object 7" descr=""/>
          <p:cNvPicPr/>
          <p:nvPr/>
        </p:nvPicPr>
        <p:blipFill>
          <a:blip r:embed="rId3" cstate="print"/>
          <a:stretch>
            <a:fillRect/>
          </a:stretch>
        </p:blipFill>
        <p:spPr>
          <a:xfrm>
            <a:off x="2953051" y="1406113"/>
            <a:ext cx="2429442" cy="1111484"/>
          </a:xfrm>
          <a:prstGeom prst="rect">
            <a:avLst/>
          </a:prstGeom>
        </p:spPr>
      </p:pic>
      <p:grpSp>
        <p:nvGrpSpPr>
          <p:cNvPr id="8" name="object 8" descr=""/>
          <p:cNvGrpSpPr/>
          <p:nvPr/>
        </p:nvGrpSpPr>
        <p:grpSpPr>
          <a:xfrm>
            <a:off x="5148878" y="2611418"/>
            <a:ext cx="2268220" cy="645795"/>
            <a:chOff x="5148878" y="2611418"/>
            <a:chExt cx="2268220" cy="645795"/>
          </a:xfrm>
        </p:grpSpPr>
        <p:sp>
          <p:nvSpPr>
            <p:cNvPr id="9" name="object 9" descr=""/>
            <p:cNvSpPr/>
            <p:nvPr/>
          </p:nvSpPr>
          <p:spPr>
            <a:xfrm>
              <a:off x="7170595" y="2934995"/>
              <a:ext cx="227965" cy="302260"/>
            </a:xfrm>
            <a:custGeom>
              <a:avLst/>
              <a:gdLst/>
              <a:ahLst/>
              <a:cxnLst/>
              <a:rect l="l" t="t" r="r" b="b"/>
              <a:pathLst>
                <a:path w="227965" h="302260">
                  <a:moveTo>
                    <a:pt x="0" y="301787"/>
                  </a:moveTo>
                  <a:lnTo>
                    <a:pt x="227337" y="0"/>
                  </a:lnTo>
                </a:path>
              </a:pathLst>
            </a:custGeom>
            <a:ln w="37651">
              <a:solidFill>
                <a:srgbClr val="000000"/>
              </a:solidFill>
            </a:ln>
          </p:spPr>
          <p:txBody>
            <a:bodyPr wrap="square" lIns="0" tIns="0" rIns="0" bIns="0" rtlCol="0"/>
            <a:lstStyle/>
            <a:p/>
          </p:txBody>
        </p:sp>
        <p:pic>
          <p:nvPicPr>
            <p:cNvPr id="10" name="object 10" descr=""/>
            <p:cNvPicPr/>
            <p:nvPr/>
          </p:nvPicPr>
          <p:blipFill>
            <a:blip r:embed="rId4" cstate="print"/>
            <a:stretch>
              <a:fillRect/>
            </a:stretch>
          </p:blipFill>
          <p:spPr>
            <a:xfrm>
              <a:off x="7163819" y="2629945"/>
              <a:ext cx="253219" cy="322554"/>
            </a:xfrm>
            <a:prstGeom prst="rect">
              <a:avLst/>
            </a:prstGeom>
          </p:spPr>
        </p:pic>
        <p:sp>
          <p:nvSpPr>
            <p:cNvPr id="11" name="object 11" descr=""/>
            <p:cNvSpPr/>
            <p:nvPr/>
          </p:nvSpPr>
          <p:spPr>
            <a:xfrm>
              <a:off x="5167704" y="2630244"/>
              <a:ext cx="2014855" cy="608330"/>
            </a:xfrm>
            <a:custGeom>
              <a:avLst/>
              <a:gdLst/>
              <a:ahLst/>
              <a:cxnLst/>
              <a:rect l="l" t="t" r="r" b="b"/>
              <a:pathLst>
                <a:path w="2014854" h="608330">
                  <a:moveTo>
                    <a:pt x="2014369" y="17771"/>
                  </a:moveTo>
                  <a:lnTo>
                    <a:pt x="2010208" y="12272"/>
                  </a:lnTo>
                  <a:lnTo>
                    <a:pt x="2006295" y="7101"/>
                  </a:lnTo>
                  <a:lnTo>
                    <a:pt x="2000922" y="0"/>
                  </a:lnTo>
                  <a:lnTo>
                    <a:pt x="0" y="0"/>
                  </a:lnTo>
                  <a:lnTo>
                    <a:pt x="0" y="607807"/>
                  </a:lnTo>
                </a:path>
              </a:pathLst>
            </a:custGeom>
            <a:ln w="37651">
              <a:solidFill>
                <a:srgbClr val="000000"/>
              </a:solidFill>
            </a:ln>
          </p:spPr>
          <p:txBody>
            <a:bodyPr wrap="square" lIns="0" tIns="0" rIns="0" bIns="0" rtlCol="0"/>
            <a:lstStyle/>
            <a:p/>
          </p:txBody>
        </p:sp>
      </p:grpSp>
      <p:sp>
        <p:nvSpPr>
          <p:cNvPr id="12" name="object 12" descr=""/>
          <p:cNvSpPr txBox="1"/>
          <p:nvPr/>
        </p:nvSpPr>
        <p:spPr>
          <a:xfrm>
            <a:off x="5479004" y="2629135"/>
            <a:ext cx="1480185" cy="531495"/>
          </a:xfrm>
          <a:prstGeom prst="rect">
            <a:avLst/>
          </a:prstGeom>
        </p:spPr>
        <p:txBody>
          <a:bodyPr wrap="square" lIns="0" tIns="12700" rIns="0" bIns="0" rtlCol="0" vert="horz">
            <a:spAutoFit/>
          </a:bodyPr>
          <a:lstStyle/>
          <a:p>
            <a:pPr marL="403860" marR="5080" indent="-391795">
              <a:lnSpc>
                <a:spcPct val="122800"/>
              </a:lnSpc>
              <a:spcBef>
                <a:spcPts val="100"/>
              </a:spcBef>
            </a:pPr>
            <a:r>
              <a:rPr dirty="0" sz="1350" spc="110">
                <a:latin typeface="Lucida Sans Unicode"/>
                <a:cs typeface="Lucida Sans Unicode"/>
              </a:rPr>
              <a:t>Segunda</a:t>
            </a:r>
            <a:r>
              <a:rPr dirty="0" sz="1350" spc="15">
                <a:latin typeface="Lucida Sans Unicode"/>
                <a:cs typeface="Lucida Sans Unicode"/>
              </a:rPr>
              <a:t> </a:t>
            </a:r>
            <a:r>
              <a:rPr dirty="0" sz="1350" spc="80">
                <a:latin typeface="Lucida Sans Unicode"/>
                <a:cs typeface="Lucida Sans Unicode"/>
              </a:rPr>
              <a:t>Forma </a:t>
            </a:r>
            <a:r>
              <a:rPr dirty="0" sz="1350" spc="65">
                <a:latin typeface="Lucida Sans Unicode"/>
                <a:cs typeface="Lucida Sans Unicode"/>
              </a:rPr>
              <a:t>Normal</a:t>
            </a:r>
            <a:endParaRPr sz="1350">
              <a:latin typeface="Lucida Sans Unicode"/>
              <a:cs typeface="Lucida Sans Unicode"/>
            </a:endParaRPr>
          </a:p>
        </p:txBody>
      </p:sp>
      <p:sp>
        <p:nvSpPr>
          <p:cNvPr id="13" name="object 13" descr=""/>
          <p:cNvSpPr/>
          <p:nvPr/>
        </p:nvSpPr>
        <p:spPr>
          <a:xfrm>
            <a:off x="1838212" y="3649531"/>
            <a:ext cx="2229485" cy="355600"/>
          </a:xfrm>
          <a:custGeom>
            <a:avLst/>
            <a:gdLst/>
            <a:ahLst/>
            <a:cxnLst/>
            <a:rect l="l" t="t" r="r" b="b"/>
            <a:pathLst>
              <a:path w="2229485" h="355600">
                <a:moveTo>
                  <a:pt x="2001317" y="353659"/>
                </a:moveTo>
                <a:lnTo>
                  <a:pt x="2228918" y="177966"/>
                </a:lnTo>
              </a:path>
              <a:path w="2229485" h="355600">
                <a:moveTo>
                  <a:pt x="2229165" y="177225"/>
                </a:moveTo>
                <a:lnTo>
                  <a:pt x="1999577" y="0"/>
                </a:lnTo>
                <a:lnTo>
                  <a:pt x="0" y="0"/>
                </a:lnTo>
                <a:lnTo>
                  <a:pt x="0" y="355001"/>
                </a:lnTo>
              </a:path>
            </a:pathLst>
          </a:custGeom>
          <a:ln w="37651">
            <a:solidFill>
              <a:srgbClr val="000000"/>
            </a:solidFill>
          </a:ln>
        </p:spPr>
        <p:txBody>
          <a:bodyPr wrap="square" lIns="0" tIns="0" rIns="0" bIns="0" rtlCol="0"/>
          <a:lstStyle/>
          <a:p/>
        </p:txBody>
      </p:sp>
      <p:sp>
        <p:nvSpPr>
          <p:cNvPr id="14" name="object 14" descr=""/>
          <p:cNvSpPr txBox="1"/>
          <p:nvPr/>
        </p:nvSpPr>
        <p:spPr>
          <a:xfrm>
            <a:off x="2192612" y="3694913"/>
            <a:ext cx="1391920" cy="231775"/>
          </a:xfrm>
          <a:prstGeom prst="rect">
            <a:avLst/>
          </a:prstGeom>
        </p:spPr>
        <p:txBody>
          <a:bodyPr wrap="square" lIns="0" tIns="12700" rIns="0" bIns="0" rtlCol="0" vert="horz">
            <a:spAutoFit/>
          </a:bodyPr>
          <a:lstStyle/>
          <a:p>
            <a:pPr marL="12700">
              <a:lnSpc>
                <a:spcPct val="100000"/>
              </a:lnSpc>
              <a:spcBef>
                <a:spcPts val="100"/>
              </a:spcBef>
            </a:pPr>
            <a:r>
              <a:rPr dirty="0" sz="1350" spc="60">
                <a:latin typeface="Lucida Sans Unicode"/>
                <a:cs typeface="Lucida Sans Unicode"/>
              </a:rPr>
              <a:t>Tipos</a:t>
            </a:r>
            <a:r>
              <a:rPr dirty="0" sz="1350">
                <a:latin typeface="Lucida Sans Unicode"/>
                <a:cs typeface="Lucida Sans Unicode"/>
              </a:rPr>
              <a:t> </a:t>
            </a:r>
            <a:r>
              <a:rPr dirty="0" sz="1350" spc="105">
                <a:latin typeface="Lucida Sans Unicode"/>
                <a:cs typeface="Lucida Sans Unicode"/>
              </a:rPr>
              <a:t>de</a:t>
            </a:r>
            <a:r>
              <a:rPr dirty="0" sz="1350" spc="-15">
                <a:latin typeface="Lucida Sans Unicode"/>
                <a:cs typeface="Lucida Sans Unicode"/>
              </a:rPr>
              <a:t> </a:t>
            </a:r>
            <a:r>
              <a:rPr dirty="0" sz="1350" spc="85">
                <a:latin typeface="Lucida Sans Unicode"/>
                <a:cs typeface="Lucida Sans Unicode"/>
              </a:rPr>
              <a:t>datos</a:t>
            </a:r>
            <a:endParaRPr sz="1350">
              <a:latin typeface="Lucida Sans Unicode"/>
              <a:cs typeface="Lucida Sans Unicode"/>
            </a:endParaRPr>
          </a:p>
        </p:txBody>
      </p:sp>
      <p:sp>
        <p:nvSpPr>
          <p:cNvPr id="15" name="object 15" descr=""/>
          <p:cNvSpPr/>
          <p:nvPr/>
        </p:nvSpPr>
        <p:spPr>
          <a:xfrm>
            <a:off x="5197288" y="3691217"/>
            <a:ext cx="2229485" cy="355600"/>
          </a:xfrm>
          <a:custGeom>
            <a:avLst/>
            <a:gdLst/>
            <a:ahLst/>
            <a:cxnLst/>
            <a:rect l="l" t="t" r="r" b="b"/>
            <a:pathLst>
              <a:path w="2229484" h="355600">
                <a:moveTo>
                  <a:pt x="2003080" y="353658"/>
                </a:moveTo>
                <a:lnTo>
                  <a:pt x="2218704" y="188180"/>
                </a:lnTo>
                <a:lnTo>
                  <a:pt x="2228457" y="180694"/>
                </a:lnTo>
              </a:path>
              <a:path w="2229484" h="355600">
                <a:moveTo>
                  <a:pt x="2229441" y="177743"/>
                </a:moveTo>
                <a:lnTo>
                  <a:pt x="2224056" y="173579"/>
                </a:lnTo>
                <a:lnTo>
                  <a:pt x="2218738" y="169467"/>
                </a:lnTo>
                <a:lnTo>
                  <a:pt x="2206609" y="160088"/>
                </a:lnTo>
                <a:lnTo>
                  <a:pt x="2194480" y="150709"/>
                </a:lnTo>
                <a:lnTo>
                  <a:pt x="2189162" y="146597"/>
                </a:lnTo>
                <a:lnTo>
                  <a:pt x="2177033" y="137218"/>
                </a:lnTo>
                <a:lnTo>
                  <a:pt x="2164904" y="127839"/>
                </a:lnTo>
                <a:lnTo>
                  <a:pt x="2159585" y="123727"/>
                </a:lnTo>
                <a:lnTo>
                  <a:pt x="2147457" y="114348"/>
                </a:lnTo>
                <a:lnTo>
                  <a:pt x="2135328" y="104970"/>
                </a:lnTo>
                <a:lnTo>
                  <a:pt x="2130010" y="100857"/>
                </a:lnTo>
                <a:lnTo>
                  <a:pt x="2123199" y="95591"/>
                </a:lnTo>
                <a:lnTo>
                  <a:pt x="2117881" y="91479"/>
                </a:lnTo>
                <a:lnTo>
                  <a:pt x="2105752" y="82100"/>
                </a:lnTo>
                <a:lnTo>
                  <a:pt x="2093623" y="72721"/>
                </a:lnTo>
                <a:lnTo>
                  <a:pt x="2088305" y="68609"/>
                </a:lnTo>
                <a:lnTo>
                  <a:pt x="2076176" y="59230"/>
                </a:lnTo>
                <a:lnTo>
                  <a:pt x="2064047" y="49851"/>
                </a:lnTo>
                <a:lnTo>
                  <a:pt x="2058729" y="45739"/>
                </a:lnTo>
                <a:lnTo>
                  <a:pt x="2046600" y="36360"/>
                </a:lnTo>
                <a:lnTo>
                  <a:pt x="2034471" y="26982"/>
                </a:lnTo>
                <a:lnTo>
                  <a:pt x="2029153" y="22869"/>
                </a:lnTo>
                <a:lnTo>
                  <a:pt x="2022342" y="17603"/>
                </a:lnTo>
                <a:lnTo>
                  <a:pt x="2017024" y="13491"/>
                </a:lnTo>
                <a:lnTo>
                  <a:pt x="2004895" y="4112"/>
                </a:lnTo>
                <a:lnTo>
                  <a:pt x="1999577" y="0"/>
                </a:lnTo>
                <a:lnTo>
                  <a:pt x="0" y="0"/>
                </a:lnTo>
                <a:lnTo>
                  <a:pt x="0" y="355001"/>
                </a:lnTo>
              </a:path>
            </a:pathLst>
          </a:custGeom>
          <a:ln w="37651">
            <a:solidFill>
              <a:srgbClr val="000000"/>
            </a:solidFill>
          </a:ln>
        </p:spPr>
        <p:txBody>
          <a:bodyPr wrap="square" lIns="0" tIns="0" rIns="0" bIns="0" rtlCol="0"/>
          <a:lstStyle/>
          <a:p/>
        </p:txBody>
      </p:sp>
      <p:sp>
        <p:nvSpPr>
          <p:cNvPr id="16" name="object 16" descr=""/>
          <p:cNvSpPr txBox="1"/>
          <p:nvPr/>
        </p:nvSpPr>
        <p:spPr>
          <a:xfrm>
            <a:off x="5355388" y="3737895"/>
            <a:ext cx="1783714" cy="231775"/>
          </a:xfrm>
          <a:prstGeom prst="rect">
            <a:avLst/>
          </a:prstGeom>
        </p:spPr>
        <p:txBody>
          <a:bodyPr wrap="square" lIns="0" tIns="12700" rIns="0" bIns="0" rtlCol="0" vert="horz">
            <a:spAutoFit/>
          </a:bodyPr>
          <a:lstStyle/>
          <a:p>
            <a:pPr marL="12700">
              <a:lnSpc>
                <a:spcPct val="100000"/>
              </a:lnSpc>
              <a:spcBef>
                <a:spcPts val="100"/>
              </a:spcBef>
            </a:pPr>
            <a:r>
              <a:rPr dirty="0" sz="1350" spc="110">
                <a:latin typeface="Lucida Sans Unicode"/>
                <a:cs typeface="Lucida Sans Unicode"/>
              </a:rPr>
              <a:t>Creación</a:t>
            </a:r>
            <a:r>
              <a:rPr dirty="0" sz="1350" spc="-10">
                <a:latin typeface="Lucida Sans Unicode"/>
                <a:cs typeface="Lucida Sans Unicode"/>
              </a:rPr>
              <a:t> </a:t>
            </a:r>
            <a:r>
              <a:rPr dirty="0" sz="1350" spc="110">
                <a:latin typeface="Lucida Sans Unicode"/>
                <a:cs typeface="Lucida Sans Unicode"/>
              </a:rPr>
              <a:t>de</a:t>
            </a:r>
            <a:r>
              <a:rPr dirty="0" sz="1350" spc="15">
                <a:latin typeface="Lucida Sans Unicode"/>
                <a:cs typeface="Lucida Sans Unicode"/>
              </a:rPr>
              <a:t> </a:t>
            </a:r>
            <a:r>
              <a:rPr dirty="0" sz="1350" spc="80">
                <a:latin typeface="Lucida Sans Unicode"/>
                <a:cs typeface="Lucida Sans Unicode"/>
              </a:rPr>
              <a:t>tablas</a:t>
            </a:r>
            <a:endParaRPr sz="1350">
              <a:latin typeface="Lucida Sans Unicode"/>
              <a:cs typeface="Lucida Sans Unicode"/>
            </a:endParaRPr>
          </a:p>
        </p:txBody>
      </p:sp>
      <p:sp>
        <p:nvSpPr>
          <p:cNvPr id="17" name="object 17" descr=""/>
          <p:cNvSpPr/>
          <p:nvPr/>
        </p:nvSpPr>
        <p:spPr>
          <a:xfrm>
            <a:off x="3385969" y="4457700"/>
            <a:ext cx="2229485" cy="355600"/>
          </a:xfrm>
          <a:custGeom>
            <a:avLst/>
            <a:gdLst/>
            <a:ahLst/>
            <a:cxnLst/>
            <a:rect l="l" t="t" r="r" b="b"/>
            <a:pathLst>
              <a:path w="2229485" h="355600">
                <a:moveTo>
                  <a:pt x="2003055" y="353657"/>
                </a:moveTo>
                <a:lnTo>
                  <a:pt x="2004895" y="352234"/>
                </a:lnTo>
                <a:lnTo>
                  <a:pt x="2017024" y="342855"/>
                </a:lnTo>
                <a:lnTo>
                  <a:pt x="2022343" y="338743"/>
                </a:lnTo>
                <a:lnTo>
                  <a:pt x="2029153" y="333476"/>
                </a:lnTo>
                <a:lnTo>
                  <a:pt x="2034471" y="329364"/>
                </a:lnTo>
                <a:lnTo>
                  <a:pt x="2046600" y="319985"/>
                </a:lnTo>
                <a:lnTo>
                  <a:pt x="2058729" y="310607"/>
                </a:lnTo>
                <a:lnTo>
                  <a:pt x="2064047" y="306494"/>
                </a:lnTo>
                <a:lnTo>
                  <a:pt x="2076176" y="297116"/>
                </a:lnTo>
                <a:lnTo>
                  <a:pt x="2088305" y="287737"/>
                </a:lnTo>
                <a:lnTo>
                  <a:pt x="2093623" y="283624"/>
                </a:lnTo>
                <a:lnTo>
                  <a:pt x="2105752" y="274246"/>
                </a:lnTo>
                <a:lnTo>
                  <a:pt x="2117881" y="264867"/>
                </a:lnTo>
                <a:lnTo>
                  <a:pt x="2123199" y="260755"/>
                </a:lnTo>
                <a:lnTo>
                  <a:pt x="2130010" y="255488"/>
                </a:lnTo>
                <a:lnTo>
                  <a:pt x="2135328" y="251376"/>
                </a:lnTo>
                <a:lnTo>
                  <a:pt x="2147457" y="241997"/>
                </a:lnTo>
                <a:lnTo>
                  <a:pt x="2152775" y="237885"/>
                </a:lnTo>
                <a:lnTo>
                  <a:pt x="2159586" y="232619"/>
                </a:lnTo>
                <a:lnTo>
                  <a:pt x="2164904" y="228506"/>
                </a:lnTo>
                <a:lnTo>
                  <a:pt x="2177033" y="219128"/>
                </a:lnTo>
                <a:lnTo>
                  <a:pt x="2189162" y="209749"/>
                </a:lnTo>
                <a:lnTo>
                  <a:pt x="2194480" y="205637"/>
                </a:lnTo>
                <a:lnTo>
                  <a:pt x="2206609" y="196258"/>
                </a:lnTo>
                <a:lnTo>
                  <a:pt x="2218738" y="186879"/>
                </a:lnTo>
                <a:lnTo>
                  <a:pt x="2224056" y="182767"/>
                </a:lnTo>
                <a:lnTo>
                  <a:pt x="2228451" y="179369"/>
                </a:lnTo>
              </a:path>
              <a:path w="2229485" h="355600">
                <a:moveTo>
                  <a:pt x="2229438" y="176405"/>
                </a:moveTo>
                <a:lnTo>
                  <a:pt x="2218704" y="168166"/>
                </a:lnTo>
                <a:lnTo>
                  <a:pt x="2213370" y="164073"/>
                </a:lnTo>
                <a:lnTo>
                  <a:pt x="2201207" y="154739"/>
                </a:lnTo>
                <a:lnTo>
                  <a:pt x="2195874" y="150646"/>
                </a:lnTo>
                <a:lnTo>
                  <a:pt x="2183711" y="141312"/>
                </a:lnTo>
                <a:lnTo>
                  <a:pt x="2178377" y="137218"/>
                </a:lnTo>
                <a:lnTo>
                  <a:pt x="2173044" y="133125"/>
                </a:lnTo>
                <a:lnTo>
                  <a:pt x="2160881" y="123791"/>
                </a:lnTo>
                <a:lnTo>
                  <a:pt x="2155548" y="119698"/>
                </a:lnTo>
                <a:lnTo>
                  <a:pt x="2143385" y="110364"/>
                </a:lnTo>
                <a:lnTo>
                  <a:pt x="2138051" y="106271"/>
                </a:lnTo>
                <a:lnTo>
                  <a:pt x="2125889" y="96936"/>
                </a:lnTo>
                <a:lnTo>
                  <a:pt x="2120555" y="92843"/>
                </a:lnTo>
                <a:lnTo>
                  <a:pt x="2115222" y="88750"/>
                </a:lnTo>
                <a:lnTo>
                  <a:pt x="2103059" y="79416"/>
                </a:lnTo>
                <a:lnTo>
                  <a:pt x="2097725" y="75323"/>
                </a:lnTo>
                <a:lnTo>
                  <a:pt x="2085562" y="65988"/>
                </a:lnTo>
                <a:lnTo>
                  <a:pt x="2080229" y="61895"/>
                </a:lnTo>
                <a:lnTo>
                  <a:pt x="2068066" y="52561"/>
                </a:lnTo>
                <a:lnTo>
                  <a:pt x="2062733" y="48468"/>
                </a:lnTo>
                <a:lnTo>
                  <a:pt x="2057399" y="44375"/>
                </a:lnTo>
                <a:lnTo>
                  <a:pt x="2045236" y="35040"/>
                </a:lnTo>
                <a:lnTo>
                  <a:pt x="2039903" y="30947"/>
                </a:lnTo>
                <a:lnTo>
                  <a:pt x="2027740" y="21613"/>
                </a:lnTo>
                <a:lnTo>
                  <a:pt x="2022407" y="17520"/>
                </a:lnTo>
                <a:lnTo>
                  <a:pt x="2010244" y="8186"/>
                </a:lnTo>
                <a:lnTo>
                  <a:pt x="2004910" y="4093"/>
                </a:lnTo>
                <a:lnTo>
                  <a:pt x="1999577" y="0"/>
                </a:lnTo>
                <a:lnTo>
                  <a:pt x="0" y="0"/>
                </a:lnTo>
                <a:lnTo>
                  <a:pt x="0" y="355001"/>
                </a:lnTo>
              </a:path>
            </a:pathLst>
          </a:custGeom>
          <a:ln w="37651">
            <a:solidFill>
              <a:srgbClr val="000000"/>
            </a:solidFill>
          </a:ln>
        </p:spPr>
        <p:txBody>
          <a:bodyPr wrap="square" lIns="0" tIns="0" rIns="0" bIns="0" rtlCol="0"/>
          <a:lstStyle/>
          <a:p/>
        </p:txBody>
      </p:sp>
      <p:sp>
        <p:nvSpPr>
          <p:cNvPr id="18" name="object 18" descr=""/>
          <p:cNvSpPr txBox="1"/>
          <p:nvPr/>
        </p:nvSpPr>
        <p:spPr>
          <a:xfrm>
            <a:off x="3605855" y="4502972"/>
            <a:ext cx="1659889" cy="231775"/>
          </a:xfrm>
          <a:prstGeom prst="rect">
            <a:avLst/>
          </a:prstGeom>
        </p:spPr>
        <p:txBody>
          <a:bodyPr wrap="square" lIns="0" tIns="12700" rIns="0" bIns="0" rtlCol="0" vert="horz">
            <a:spAutoFit/>
          </a:bodyPr>
          <a:lstStyle/>
          <a:p>
            <a:pPr marL="12700">
              <a:lnSpc>
                <a:spcPct val="100000"/>
              </a:lnSpc>
              <a:spcBef>
                <a:spcPts val="100"/>
              </a:spcBef>
            </a:pPr>
            <a:r>
              <a:rPr dirty="0" sz="1350" spc="95">
                <a:latin typeface="Lucida Sans Unicode"/>
                <a:cs typeface="Lucida Sans Unicode"/>
              </a:rPr>
              <a:t>Gestión</a:t>
            </a:r>
            <a:r>
              <a:rPr dirty="0" sz="1350" spc="-5">
                <a:latin typeface="Lucida Sans Unicode"/>
                <a:cs typeface="Lucida Sans Unicode"/>
              </a:rPr>
              <a:t> </a:t>
            </a:r>
            <a:r>
              <a:rPr dirty="0" sz="1350" spc="110">
                <a:latin typeface="Lucida Sans Unicode"/>
                <a:cs typeface="Lucida Sans Unicode"/>
              </a:rPr>
              <a:t>de</a:t>
            </a:r>
            <a:r>
              <a:rPr dirty="0" sz="1350">
                <a:latin typeface="Lucida Sans Unicode"/>
                <a:cs typeface="Lucida Sans Unicode"/>
              </a:rPr>
              <a:t> </a:t>
            </a:r>
            <a:r>
              <a:rPr dirty="0" sz="1350" spc="80">
                <a:latin typeface="Lucida Sans Unicode"/>
                <a:cs typeface="Lucida Sans Unicode"/>
              </a:rPr>
              <a:t>tablas</a:t>
            </a:r>
            <a:endParaRPr sz="1350">
              <a:latin typeface="Lucida Sans Unicode"/>
              <a:cs typeface="Lucida Sans Unicod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7729" y="1222565"/>
            <a:ext cx="6791325" cy="892810"/>
          </a:xfrm>
          <a:prstGeom prst="rect"/>
        </p:spPr>
        <p:txBody>
          <a:bodyPr wrap="square" lIns="0" tIns="52705" rIns="0" bIns="0" rtlCol="0" vert="horz">
            <a:spAutoFit/>
          </a:bodyPr>
          <a:lstStyle/>
          <a:p>
            <a:pPr marL="12700" marR="5080">
              <a:lnSpc>
                <a:spcPts val="3290"/>
              </a:lnSpc>
              <a:spcBef>
                <a:spcPts val="415"/>
              </a:spcBef>
              <a:tabLst>
                <a:tab pos="5654675" algn="l"/>
              </a:tabLst>
            </a:pPr>
            <a:r>
              <a:rPr dirty="0" sz="2950" spc="1155">
                <a:solidFill>
                  <a:srgbClr val="131316"/>
                </a:solidFill>
                <a:latin typeface="Trebuchet MS"/>
                <a:cs typeface="Trebuchet MS"/>
              </a:rPr>
              <a:t>COMPETENCIA(S)</a:t>
            </a:r>
            <a:r>
              <a:rPr dirty="0" sz="2950">
                <a:solidFill>
                  <a:srgbClr val="131316"/>
                </a:solidFill>
                <a:latin typeface="Trebuchet MS"/>
                <a:cs typeface="Trebuchet MS"/>
              </a:rPr>
              <a:t>	</a:t>
            </a:r>
            <a:r>
              <a:rPr dirty="0" sz="2950" spc="1085">
                <a:solidFill>
                  <a:srgbClr val="131316"/>
                </a:solidFill>
                <a:latin typeface="Trebuchet MS"/>
                <a:cs typeface="Trebuchet MS"/>
              </a:rPr>
              <a:t>QUE </a:t>
            </a:r>
            <a:r>
              <a:rPr dirty="0" sz="2950" spc="1410">
                <a:solidFill>
                  <a:srgbClr val="131316"/>
                </a:solidFill>
                <a:latin typeface="Trebuchet MS"/>
                <a:cs typeface="Trebuchet MS"/>
              </a:rPr>
              <a:t>DESARROLLAREMOS</a:t>
            </a:r>
            <a:endParaRPr sz="2950">
              <a:latin typeface="Trebuchet MS"/>
              <a:cs typeface="Trebuchet MS"/>
            </a:endParaRPr>
          </a:p>
        </p:txBody>
      </p:sp>
      <p:sp>
        <p:nvSpPr>
          <p:cNvPr id="3" name="object 3" descr=""/>
          <p:cNvSpPr/>
          <p:nvPr/>
        </p:nvSpPr>
        <p:spPr>
          <a:xfrm>
            <a:off x="818925" y="2874981"/>
            <a:ext cx="60960" cy="60960"/>
          </a:xfrm>
          <a:custGeom>
            <a:avLst/>
            <a:gdLst/>
            <a:ahLst/>
            <a:cxnLst/>
            <a:rect l="l" t="t" r="r" b="b"/>
            <a:pathLst>
              <a:path w="60959" h="60960">
                <a:moveTo>
                  <a:pt x="32272" y="60511"/>
                </a:moveTo>
                <a:lnTo>
                  <a:pt x="28238" y="60511"/>
                </a:lnTo>
                <a:lnTo>
                  <a:pt x="25549" y="59167"/>
                </a:lnTo>
                <a:lnTo>
                  <a:pt x="22859" y="59167"/>
                </a:lnTo>
                <a:lnTo>
                  <a:pt x="20170" y="57822"/>
                </a:lnTo>
                <a:lnTo>
                  <a:pt x="18825" y="57822"/>
                </a:lnTo>
                <a:lnTo>
                  <a:pt x="17481" y="56477"/>
                </a:lnTo>
                <a:lnTo>
                  <a:pt x="14791" y="56477"/>
                </a:lnTo>
                <a:lnTo>
                  <a:pt x="5378" y="47064"/>
                </a:lnTo>
                <a:lnTo>
                  <a:pt x="4034" y="44375"/>
                </a:lnTo>
                <a:lnTo>
                  <a:pt x="2689" y="43030"/>
                </a:lnTo>
                <a:lnTo>
                  <a:pt x="2689" y="41685"/>
                </a:lnTo>
                <a:lnTo>
                  <a:pt x="1344" y="38996"/>
                </a:lnTo>
                <a:lnTo>
                  <a:pt x="1344" y="36307"/>
                </a:lnTo>
                <a:lnTo>
                  <a:pt x="0" y="33617"/>
                </a:lnTo>
                <a:lnTo>
                  <a:pt x="0" y="25549"/>
                </a:lnTo>
                <a:lnTo>
                  <a:pt x="1344" y="24204"/>
                </a:lnTo>
                <a:lnTo>
                  <a:pt x="1344" y="20170"/>
                </a:lnTo>
                <a:lnTo>
                  <a:pt x="2689" y="18825"/>
                </a:lnTo>
                <a:lnTo>
                  <a:pt x="2689" y="16136"/>
                </a:lnTo>
                <a:lnTo>
                  <a:pt x="14791" y="4034"/>
                </a:lnTo>
                <a:lnTo>
                  <a:pt x="17481" y="2689"/>
                </a:lnTo>
                <a:lnTo>
                  <a:pt x="18825" y="2689"/>
                </a:lnTo>
                <a:lnTo>
                  <a:pt x="20170" y="1344"/>
                </a:lnTo>
                <a:lnTo>
                  <a:pt x="22859" y="1344"/>
                </a:lnTo>
                <a:lnTo>
                  <a:pt x="24204" y="0"/>
                </a:lnTo>
                <a:lnTo>
                  <a:pt x="36307" y="0"/>
                </a:lnTo>
                <a:lnTo>
                  <a:pt x="37651" y="1344"/>
                </a:lnTo>
                <a:lnTo>
                  <a:pt x="40341" y="1344"/>
                </a:lnTo>
                <a:lnTo>
                  <a:pt x="41685" y="2689"/>
                </a:lnTo>
                <a:lnTo>
                  <a:pt x="43030" y="2689"/>
                </a:lnTo>
                <a:lnTo>
                  <a:pt x="45719" y="4034"/>
                </a:lnTo>
                <a:lnTo>
                  <a:pt x="56477" y="14791"/>
                </a:lnTo>
                <a:lnTo>
                  <a:pt x="56477" y="16136"/>
                </a:lnTo>
                <a:lnTo>
                  <a:pt x="57822" y="18825"/>
                </a:lnTo>
                <a:lnTo>
                  <a:pt x="59167" y="20170"/>
                </a:lnTo>
                <a:lnTo>
                  <a:pt x="59167" y="24204"/>
                </a:lnTo>
                <a:lnTo>
                  <a:pt x="60511" y="25549"/>
                </a:lnTo>
                <a:lnTo>
                  <a:pt x="60511" y="29583"/>
                </a:lnTo>
                <a:lnTo>
                  <a:pt x="60511" y="33617"/>
                </a:lnTo>
                <a:lnTo>
                  <a:pt x="59167" y="36307"/>
                </a:lnTo>
                <a:lnTo>
                  <a:pt x="59167" y="38996"/>
                </a:lnTo>
                <a:lnTo>
                  <a:pt x="57822" y="41685"/>
                </a:lnTo>
                <a:lnTo>
                  <a:pt x="56477" y="43030"/>
                </a:lnTo>
                <a:lnTo>
                  <a:pt x="56477" y="44375"/>
                </a:lnTo>
                <a:lnTo>
                  <a:pt x="55132" y="47064"/>
                </a:lnTo>
                <a:lnTo>
                  <a:pt x="45719" y="56477"/>
                </a:lnTo>
                <a:lnTo>
                  <a:pt x="43030" y="56477"/>
                </a:lnTo>
                <a:lnTo>
                  <a:pt x="41685" y="57822"/>
                </a:lnTo>
                <a:lnTo>
                  <a:pt x="40341" y="57822"/>
                </a:lnTo>
                <a:lnTo>
                  <a:pt x="37651" y="59167"/>
                </a:lnTo>
                <a:lnTo>
                  <a:pt x="33617" y="59167"/>
                </a:lnTo>
                <a:lnTo>
                  <a:pt x="32272" y="60511"/>
                </a:lnTo>
                <a:close/>
              </a:path>
            </a:pathLst>
          </a:custGeom>
          <a:solidFill>
            <a:srgbClr val="131316"/>
          </a:solidFill>
        </p:spPr>
        <p:txBody>
          <a:bodyPr wrap="square" lIns="0" tIns="0" rIns="0" bIns="0" rtlCol="0"/>
          <a:lstStyle/>
          <a:p/>
        </p:txBody>
      </p:sp>
      <p:sp>
        <p:nvSpPr>
          <p:cNvPr id="4" name="object 4" descr=""/>
          <p:cNvSpPr txBox="1"/>
          <p:nvPr/>
        </p:nvSpPr>
        <p:spPr>
          <a:xfrm>
            <a:off x="960924" y="2694984"/>
            <a:ext cx="7413625" cy="1793875"/>
          </a:xfrm>
          <a:prstGeom prst="rect">
            <a:avLst/>
          </a:prstGeom>
        </p:spPr>
        <p:txBody>
          <a:bodyPr wrap="square" lIns="0" tIns="12700" rIns="0" bIns="0" rtlCol="0" vert="horz">
            <a:spAutoFit/>
          </a:bodyPr>
          <a:lstStyle/>
          <a:p>
            <a:pPr algn="just" marL="12700" marR="5715">
              <a:lnSpc>
                <a:spcPct val="143100"/>
              </a:lnSpc>
              <a:spcBef>
                <a:spcPts val="100"/>
              </a:spcBef>
            </a:pPr>
            <a:r>
              <a:rPr dirty="0" sz="1350">
                <a:solidFill>
                  <a:srgbClr val="131316"/>
                </a:solidFill>
                <a:latin typeface="Verdana"/>
                <a:cs typeface="Verdana"/>
              </a:rPr>
              <a:t>Aplica</a:t>
            </a:r>
            <a:r>
              <a:rPr dirty="0" sz="1350" spc="215">
                <a:solidFill>
                  <a:srgbClr val="131316"/>
                </a:solidFill>
                <a:latin typeface="Verdana"/>
                <a:cs typeface="Verdana"/>
              </a:rPr>
              <a:t>  </a:t>
            </a:r>
            <a:r>
              <a:rPr dirty="0" sz="1350" spc="75">
                <a:solidFill>
                  <a:srgbClr val="131316"/>
                </a:solidFill>
                <a:latin typeface="Verdana"/>
                <a:cs typeface="Verdana"/>
              </a:rPr>
              <a:t>conceptos</a:t>
            </a:r>
            <a:r>
              <a:rPr dirty="0" sz="1350" spc="225">
                <a:solidFill>
                  <a:srgbClr val="131316"/>
                </a:solidFill>
                <a:latin typeface="Verdana"/>
                <a:cs typeface="Verdana"/>
              </a:rPr>
              <a:t>  </a:t>
            </a:r>
            <a:r>
              <a:rPr dirty="0" sz="1350" spc="70">
                <a:solidFill>
                  <a:srgbClr val="131316"/>
                </a:solidFill>
                <a:latin typeface="Verdana"/>
                <a:cs typeface="Verdana"/>
              </a:rPr>
              <a:t>de</a:t>
            </a:r>
            <a:r>
              <a:rPr dirty="0" sz="1350" spc="225">
                <a:solidFill>
                  <a:srgbClr val="131316"/>
                </a:solidFill>
                <a:latin typeface="Verdana"/>
                <a:cs typeface="Verdana"/>
              </a:rPr>
              <a:t>  </a:t>
            </a:r>
            <a:r>
              <a:rPr dirty="0" sz="1350">
                <a:solidFill>
                  <a:srgbClr val="131316"/>
                </a:solidFill>
                <a:latin typeface="Verdana"/>
                <a:cs typeface="Verdana"/>
              </a:rPr>
              <a:t>la</a:t>
            </a:r>
            <a:r>
              <a:rPr dirty="0" sz="1350" spc="225">
                <a:solidFill>
                  <a:srgbClr val="131316"/>
                </a:solidFill>
                <a:latin typeface="Verdana"/>
                <a:cs typeface="Verdana"/>
              </a:rPr>
              <a:t>  </a:t>
            </a:r>
            <a:r>
              <a:rPr dirty="0" sz="1350">
                <a:solidFill>
                  <a:srgbClr val="131316"/>
                </a:solidFill>
                <a:latin typeface="Verdana"/>
                <a:cs typeface="Verdana"/>
              </a:rPr>
              <a:t>teoría</a:t>
            </a:r>
            <a:r>
              <a:rPr dirty="0" sz="1350" spc="235">
                <a:solidFill>
                  <a:srgbClr val="131316"/>
                </a:solidFill>
                <a:latin typeface="Verdana"/>
                <a:cs typeface="Verdana"/>
              </a:rPr>
              <a:t>  </a:t>
            </a:r>
            <a:r>
              <a:rPr dirty="0" sz="1350">
                <a:solidFill>
                  <a:srgbClr val="131316"/>
                </a:solidFill>
                <a:latin typeface="Verdana"/>
                <a:cs typeface="Verdana"/>
              </a:rPr>
              <a:t>relacional</a:t>
            </a:r>
            <a:r>
              <a:rPr dirty="0" sz="1350" spc="220">
                <a:solidFill>
                  <a:srgbClr val="131316"/>
                </a:solidFill>
                <a:latin typeface="Verdana"/>
                <a:cs typeface="Verdana"/>
              </a:rPr>
              <a:t>  </a:t>
            </a:r>
            <a:r>
              <a:rPr dirty="0" sz="1350">
                <a:solidFill>
                  <a:srgbClr val="131316"/>
                </a:solidFill>
                <a:latin typeface="Verdana"/>
                <a:cs typeface="Verdana"/>
              </a:rPr>
              <a:t>conviertiendo</a:t>
            </a:r>
            <a:r>
              <a:rPr dirty="0" sz="1350" spc="220">
                <a:solidFill>
                  <a:srgbClr val="131316"/>
                </a:solidFill>
                <a:latin typeface="Verdana"/>
                <a:cs typeface="Verdana"/>
              </a:rPr>
              <a:t>  </a:t>
            </a:r>
            <a:r>
              <a:rPr dirty="0" sz="1350">
                <a:solidFill>
                  <a:srgbClr val="131316"/>
                </a:solidFill>
                <a:latin typeface="Verdana"/>
                <a:cs typeface="Verdana"/>
              </a:rPr>
              <a:t>los</a:t>
            </a:r>
            <a:r>
              <a:rPr dirty="0" sz="1350" spc="215">
                <a:solidFill>
                  <a:srgbClr val="131316"/>
                </a:solidFill>
                <a:latin typeface="Verdana"/>
                <a:cs typeface="Verdana"/>
              </a:rPr>
              <a:t>  </a:t>
            </a:r>
            <a:r>
              <a:rPr dirty="0" sz="1350" spc="-10">
                <a:solidFill>
                  <a:srgbClr val="131316"/>
                </a:solidFill>
                <a:latin typeface="Verdana"/>
                <a:cs typeface="Verdana"/>
              </a:rPr>
              <a:t>requerimientos </a:t>
            </a:r>
            <a:r>
              <a:rPr dirty="0" sz="1350" spc="50">
                <a:solidFill>
                  <a:srgbClr val="131316"/>
                </a:solidFill>
                <a:latin typeface="Verdana"/>
                <a:cs typeface="Verdana"/>
              </a:rPr>
              <a:t>funciones</a:t>
            </a:r>
            <a:r>
              <a:rPr dirty="0" sz="1350" spc="45">
                <a:solidFill>
                  <a:srgbClr val="131316"/>
                </a:solidFill>
                <a:latin typeface="Verdana"/>
                <a:cs typeface="Verdana"/>
              </a:rPr>
              <a:t> </a:t>
            </a:r>
            <a:r>
              <a:rPr dirty="0" sz="1350">
                <a:solidFill>
                  <a:srgbClr val="131316"/>
                </a:solidFill>
                <a:latin typeface="Verdana"/>
                <a:cs typeface="Verdana"/>
              </a:rPr>
              <a:t>en</a:t>
            </a:r>
            <a:r>
              <a:rPr dirty="0" sz="1350" spc="45">
                <a:solidFill>
                  <a:srgbClr val="131316"/>
                </a:solidFill>
                <a:latin typeface="Verdana"/>
                <a:cs typeface="Verdana"/>
              </a:rPr>
              <a:t> </a:t>
            </a:r>
            <a:r>
              <a:rPr dirty="0" sz="1350">
                <a:solidFill>
                  <a:srgbClr val="131316"/>
                </a:solidFill>
                <a:latin typeface="Verdana"/>
                <a:cs typeface="Verdana"/>
              </a:rPr>
              <a:t>tablas</a:t>
            </a:r>
            <a:r>
              <a:rPr dirty="0" sz="1350" spc="45">
                <a:solidFill>
                  <a:srgbClr val="131316"/>
                </a:solidFill>
                <a:latin typeface="Verdana"/>
                <a:cs typeface="Verdana"/>
              </a:rPr>
              <a:t> </a:t>
            </a:r>
            <a:r>
              <a:rPr dirty="0" sz="1350">
                <a:solidFill>
                  <a:srgbClr val="131316"/>
                </a:solidFill>
                <a:latin typeface="Verdana"/>
                <a:cs typeface="Verdana"/>
              </a:rPr>
              <a:t>normalizadas</a:t>
            </a:r>
            <a:r>
              <a:rPr dirty="0" sz="1350" spc="50">
                <a:solidFill>
                  <a:srgbClr val="131316"/>
                </a:solidFill>
                <a:latin typeface="Verdana"/>
                <a:cs typeface="Verdana"/>
              </a:rPr>
              <a:t> </a:t>
            </a:r>
            <a:r>
              <a:rPr dirty="0" sz="1350" spc="80">
                <a:solidFill>
                  <a:srgbClr val="131316"/>
                </a:solidFill>
                <a:latin typeface="Verdana"/>
                <a:cs typeface="Verdana"/>
              </a:rPr>
              <a:t>con</a:t>
            </a:r>
            <a:r>
              <a:rPr dirty="0" sz="1350" spc="40">
                <a:solidFill>
                  <a:srgbClr val="131316"/>
                </a:solidFill>
                <a:latin typeface="Verdana"/>
                <a:cs typeface="Verdana"/>
              </a:rPr>
              <a:t> </a:t>
            </a:r>
            <a:r>
              <a:rPr dirty="0" sz="1350">
                <a:solidFill>
                  <a:srgbClr val="131316"/>
                </a:solidFill>
                <a:latin typeface="Verdana"/>
                <a:cs typeface="Verdana"/>
              </a:rPr>
              <a:t>el</a:t>
            </a:r>
            <a:r>
              <a:rPr dirty="0" sz="1350" spc="45">
                <a:solidFill>
                  <a:srgbClr val="131316"/>
                </a:solidFill>
                <a:latin typeface="Verdana"/>
                <a:cs typeface="Verdana"/>
              </a:rPr>
              <a:t> </a:t>
            </a:r>
            <a:r>
              <a:rPr dirty="0" sz="1350">
                <a:solidFill>
                  <a:srgbClr val="131316"/>
                </a:solidFill>
                <a:latin typeface="Verdana"/>
                <a:cs typeface="Verdana"/>
              </a:rPr>
              <a:t>fin</a:t>
            </a:r>
            <a:r>
              <a:rPr dirty="0" sz="1350" spc="40">
                <a:solidFill>
                  <a:srgbClr val="131316"/>
                </a:solidFill>
                <a:latin typeface="Verdana"/>
                <a:cs typeface="Verdana"/>
              </a:rPr>
              <a:t> </a:t>
            </a:r>
            <a:r>
              <a:rPr dirty="0" sz="1350" spc="75">
                <a:solidFill>
                  <a:srgbClr val="131316"/>
                </a:solidFill>
                <a:latin typeface="Verdana"/>
                <a:cs typeface="Verdana"/>
              </a:rPr>
              <a:t>de</a:t>
            </a:r>
            <a:r>
              <a:rPr dirty="0" sz="1350" spc="30">
                <a:solidFill>
                  <a:srgbClr val="131316"/>
                </a:solidFill>
                <a:latin typeface="Verdana"/>
                <a:cs typeface="Verdana"/>
              </a:rPr>
              <a:t> </a:t>
            </a:r>
            <a:r>
              <a:rPr dirty="0" sz="1350" spc="50">
                <a:solidFill>
                  <a:srgbClr val="131316"/>
                </a:solidFill>
                <a:latin typeface="Verdana"/>
                <a:cs typeface="Verdana"/>
              </a:rPr>
              <a:t>crear </a:t>
            </a:r>
            <a:r>
              <a:rPr dirty="0" sz="1350">
                <a:solidFill>
                  <a:srgbClr val="131316"/>
                </a:solidFill>
                <a:latin typeface="Verdana"/>
                <a:cs typeface="Verdana"/>
              </a:rPr>
              <a:t>sistemas</a:t>
            </a:r>
            <a:r>
              <a:rPr dirty="0" sz="1350" spc="50">
                <a:solidFill>
                  <a:srgbClr val="131316"/>
                </a:solidFill>
                <a:latin typeface="Verdana"/>
                <a:cs typeface="Verdana"/>
              </a:rPr>
              <a:t> </a:t>
            </a:r>
            <a:r>
              <a:rPr dirty="0" sz="1350" spc="75">
                <a:solidFill>
                  <a:srgbClr val="131316"/>
                </a:solidFill>
                <a:latin typeface="Verdana"/>
                <a:cs typeface="Verdana"/>
              </a:rPr>
              <a:t>de</a:t>
            </a:r>
            <a:r>
              <a:rPr dirty="0" sz="1350" spc="45">
                <a:solidFill>
                  <a:srgbClr val="131316"/>
                </a:solidFill>
                <a:latin typeface="Verdana"/>
                <a:cs typeface="Verdana"/>
              </a:rPr>
              <a:t> </a:t>
            </a:r>
            <a:r>
              <a:rPr dirty="0" sz="1350" spc="-10">
                <a:solidFill>
                  <a:srgbClr val="131316"/>
                </a:solidFill>
                <a:latin typeface="Verdana"/>
                <a:cs typeface="Verdana"/>
              </a:rPr>
              <a:t>almacenamiento </a:t>
            </a:r>
            <a:r>
              <a:rPr dirty="0" sz="1350" spc="55">
                <a:solidFill>
                  <a:srgbClr val="131316"/>
                </a:solidFill>
                <a:latin typeface="Verdana"/>
                <a:cs typeface="Verdana"/>
              </a:rPr>
              <a:t>que</a:t>
            </a:r>
            <a:r>
              <a:rPr dirty="0" sz="1350" spc="-35">
                <a:solidFill>
                  <a:srgbClr val="131316"/>
                </a:solidFill>
                <a:latin typeface="Verdana"/>
                <a:cs typeface="Verdana"/>
              </a:rPr>
              <a:t> </a:t>
            </a:r>
            <a:r>
              <a:rPr dirty="0" sz="1350">
                <a:solidFill>
                  <a:srgbClr val="131316"/>
                </a:solidFill>
                <a:latin typeface="Verdana"/>
                <a:cs typeface="Verdana"/>
              </a:rPr>
              <a:t>garanticen</a:t>
            </a:r>
            <a:r>
              <a:rPr dirty="0" sz="1350" spc="-35">
                <a:solidFill>
                  <a:srgbClr val="131316"/>
                </a:solidFill>
                <a:latin typeface="Verdana"/>
                <a:cs typeface="Verdana"/>
              </a:rPr>
              <a:t> </a:t>
            </a:r>
            <a:r>
              <a:rPr dirty="0" sz="1350">
                <a:solidFill>
                  <a:srgbClr val="131316"/>
                </a:solidFill>
                <a:latin typeface="Verdana"/>
                <a:cs typeface="Verdana"/>
              </a:rPr>
              <a:t>integridad,</a:t>
            </a:r>
            <a:r>
              <a:rPr dirty="0" sz="1350" spc="-35">
                <a:solidFill>
                  <a:srgbClr val="131316"/>
                </a:solidFill>
                <a:latin typeface="Verdana"/>
                <a:cs typeface="Verdana"/>
              </a:rPr>
              <a:t> </a:t>
            </a:r>
            <a:r>
              <a:rPr dirty="0" sz="1350" spc="45">
                <a:solidFill>
                  <a:srgbClr val="131316"/>
                </a:solidFill>
                <a:latin typeface="Verdana"/>
                <a:cs typeface="Verdana"/>
              </a:rPr>
              <a:t>consistencia</a:t>
            </a:r>
            <a:r>
              <a:rPr dirty="0" sz="1350" spc="-25">
                <a:solidFill>
                  <a:srgbClr val="131316"/>
                </a:solidFill>
                <a:latin typeface="Verdana"/>
                <a:cs typeface="Verdana"/>
              </a:rPr>
              <a:t> </a:t>
            </a:r>
            <a:r>
              <a:rPr dirty="0" sz="1350" spc="-40">
                <a:solidFill>
                  <a:srgbClr val="131316"/>
                </a:solidFill>
                <a:latin typeface="Verdana"/>
                <a:cs typeface="Verdana"/>
              </a:rPr>
              <a:t>y</a:t>
            </a:r>
            <a:r>
              <a:rPr dirty="0" sz="1350" spc="-15">
                <a:solidFill>
                  <a:srgbClr val="131316"/>
                </a:solidFill>
                <a:latin typeface="Verdana"/>
                <a:cs typeface="Verdana"/>
              </a:rPr>
              <a:t> </a:t>
            </a:r>
            <a:r>
              <a:rPr dirty="0" sz="1350" spc="50">
                <a:solidFill>
                  <a:srgbClr val="131316"/>
                </a:solidFill>
                <a:latin typeface="Verdana"/>
                <a:cs typeface="Verdana"/>
              </a:rPr>
              <a:t>eficiencia</a:t>
            </a:r>
            <a:r>
              <a:rPr dirty="0" sz="1350" spc="-25">
                <a:solidFill>
                  <a:srgbClr val="131316"/>
                </a:solidFill>
                <a:latin typeface="Verdana"/>
                <a:cs typeface="Verdana"/>
              </a:rPr>
              <a:t> </a:t>
            </a:r>
            <a:r>
              <a:rPr dirty="0" sz="1350" spc="70">
                <a:solidFill>
                  <a:srgbClr val="131316"/>
                </a:solidFill>
                <a:latin typeface="Verdana"/>
                <a:cs typeface="Verdana"/>
              </a:rPr>
              <a:t>de</a:t>
            </a:r>
            <a:r>
              <a:rPr dirty="0" sz="1350" spc="-30">
                <a:solidFill>
                  <a:srgbClr val="131316"/>
                </a:solidFill>
                <a:latin typeface="Verdana"/>
                <a:cs typeface="Verdana"/>
              </a:rPr>
              <a:t> </a:t>
            </a:r>
            <a:r>
              <a:rPr dirty="0" sz="1350">
                <a:solidFill>
                  <a:srgbClr val="131316"/>
                </a:solidFill>
                <a:latin typeface="Verdana"/>
                <a:cs typeface="Verdana"/>
              </a:rPr>
              <a:t>los</a:t>
            </a:r>
            <a:r>
              <a:rPr dirty="0" sz="1350" spc="-30">
                <a:solidFill>
                  <a:srgbClr val="131316"/>
                </a:solidFill>
                <a:latin typeface="Verdana"/>
                <a:cs typeface="Verdana"/>
              </a:rPr>
              <a:t> </a:t>
            </a:r>
            <a:r>
              <a:rPr dirty="0" sz="1350" spc="-10">
                <a:solidFill>
                  <a:srgbClr val="131316"/>
                </a:solidFill>
                <a:latin typeface="Verdana"/>
                <a:cs typeface="Verdana"/>
              </a:rPr>
              <a:t>datos.</a:t>
            </a:r>
            <a:endParaRPr sz="1350">
              <a:latin typeface="Verdana"/>
              <a:cs typeface="Verdana"/>
            </a:endParaRPr>
          </a:p>
          <a:p>
            <a:pPr algn="just" marL="12700" marR="5080">
              <a:lnSpc>
                <a:spcPct val="143100"/>
              </a:lnSpc>
            </a:pPr>
            <a:r>
              <a:rPr dirty="0" sz="1350">
                <a:solidFill>
                  <a:srgbClr val="131316"/>
                </a:solidFill>
                <a:latin typeface="Verdana"/>
                <a:cs typeface="Verdana"/>
              </a:rPr>
              <a:t>Diseña</a:t>
            </a:r>
            <a:r>
              <a:rPr dirty="0" sz="1350" spc="105">
                <a:solidFill>
                  <a:srgbClr val="131316"/>
                </a:solidFill>
                <a:latin typeface="Verdana"/>
                <a:cs typeface="Verdana"/>
              </a:rPr>
              <a:t>  </a:t>
            </a:r>
            <a:r>
              <a:rPr dirty="0" sz="1350" spc="45">
                <a:solidFill>
                  <a:srgbClr val="131316"/>
                </a:solidFill>
                <a:latin typeface="Verdana"/>
                <a:cs typeface="Verdana"/>
              </a:rPr>
              <a:t>modelos</a:t>
            </a:r>
            <a:r>
              <a:rPr dirty="0" sz="1350" spc="105">
                <a:solidFill>
                  <a:srgbClr val="131316"/>
                </a:solidFill>
                <a:latin typeface="Verdana"/>
                <a:cs typeface="Verdana"/>
              </a:rPr>
              <a:t>  </a:t>
            </a:r>
            <a:r>
              <a:rPr dirty="0" sz="1350" spc="70">
                <a:solidFill>
                  <a:srgbClr val="131316"/>
                </a:solidFill>
                <a:latin typeface="Verdana"/>
                <a:cs typeface="Verdana"/>
              </a:rPr>
              <a:t>de</a:t>
            </a:r>
            <a:r>
              <a:rPr dirty="0" sz="1350" spc="110">
                <a:solidFill>
                  <a:srgbClr val="131316"/>
                </a:solidFill>
                <a:latin typeface="Verdana"/>
                <a:cs typeface="Verdana"/>
              </a:rPr>
              <a:t>  </a:t>
            </a:r>
            <a:r>
              <a:rPr dirty="0" sz="1350">
                <a:solidFill>
                  <a:srgbClr val="131316"/>
                </a:solidFill>
                <a:latin typeface="Verdana"/>
                <a:cs typeface="Verdana"/>
              </a:rPr>
              <a:t>bases</a:t>
            </a:r>
            <a:r>
              <a:rPr dirty="0" sz="1350" spc="110">
                <a:solidFill>
                  <a:srgbClr val="131316"/>
                </a:solidFill>
                <a:latin typeface="Verdana"/>
                <a:cs typeface="Verdana"/>
              </a:rPr>
              <a:t>  </a:t>
            </a:r>
            <a:r>
              <a:rPr dirty="0" sz="1350" spc="70">
                <a:solidFill>
                  <a:srgbClr val="131316"/>
                </a:solidFill>
                <a:latin typeface="Verdana"/>
                <a:cs typeface="Verdana"/>
              </a:rPr>
              <a:t>de</a:t>
            </a:r>
            <a:r>
              <a:rPr dirty="0" sz="1350" spc="105">
                <a:solidFill>
                  <a:srgbClr val="131316"/>
                </a:solidFill>
                <a:latin typeface="Verdana"/>
                <a:cs typeface="Verdana"/>
              </a:rPr>
              <a:t>  </a:t>
            </a:r>
            <a:r>
              <a:rPr dirty="0" sz="1350" spc="50">
                <a:solidFill>
                  <a:srgbClr val="131316"/>
                </a:solidFill>
                <a:latin typeface="Verdana"/>
                <a:cs typeface="Verdana"/>
              </a:rPr>
              <a:t>datos</a:t>
            </a:r>
            <a:r>
              <a:rPr dirty="0" sz="1350" spc="110">
                <a:solidFill>
                  <a:srgbClr val="131316"/>
                </a:solidFill>
                <a:latin typeface="Verdana"/>
                <a:cs typeface="Verdana"/>
              </a:rPr>
              <a:t>  </a:t>
            </a:r>
            <a:r>
              <a:rPr dirty="0" sz="1350">
                <a:solidFill>
                  <a:srgbClr val="131316"/>
                </a:solidFill>
                <a:latin typeface="Verdana"/>
                <a:cs typeface="Verdana"/>
              </a:rPr>
              <a:t>utilizando</a:t>
            </a:r>
            <a:r>
              <a:rPr dirty="0" sz="1350" spc="110">
                <a:solidFill>
                  <a:srgbClr val="131316"/>
                </a:solidFill>
                <a:latin typeface="Verdana"/>
                <a:cs typeface="Verdana"/>
              </a:rPr>
              <a:t>  </a:t>
            </a:r>
            <a:r>
              <a:rPr dirty="0" sz="1350">
                <a:solidFill>
                  <a:srgbClr val="131316"/>
                </a:solidFill>
                <a:latin typeface="Verdana"/>
                <a:cs typeface="Verdana"/>
              </a:rPr>
              <a:t>diagramas</a:t>
            </a:r>
            <a:r>
              <a:rPr dirty="0" sz="1350" spc="110">
                <a:solidFill>
                  <a:srgbClr val="131316"/>
                </a:solidFill>
                <a:latin typeface="Verdana"/>
                <a:cs typeface="Verdana"/>
              </a:rPr>
              <a:t>  </a:t>
            </a:r>
            <a:r>
              <a:rPr dirty="0" sz="1350">
                <a:solidFill>
                  <a:srgbClr val="131316"/>
                </a:solidFill>
                <a:latin typeface="Verdana"/>
                <a:cs typeface="Verdana"/>
              </a:rPr>
              <a:t>entidad-relación</a:t>
            </a:r>
            <a:r>
              <a:rPr dirty="0" sz="1350" spc="100">
                <a:solidFill>
                  <a:srgbClr val="131316"/>
                </a:solidFill>
                <a:latin typeface="Verdana"/>
                <a:cs typeface="Verdana"/>
              </a:rPr>
              <a:t>  </a:t>
            </a:r>
            <a:r>
              <a:rPr dirty="0" sz="1350" spc="-50">
                <a:solidFill>
                  <a:srgbClr val="131316"/>
                </a:solidFill>
                <a:latin typeface="Verdana"/>
                <a:cs typeface="Verdana"/>
              </a:rPr>
              <a:t>y </a:t>
            </a:r>
            <a:r>
              <a:rPr dirty="0" sz="1350">
                <a:solidFill>
                  <a:srgbClr val="131316"/>
                </a:solidFill>
                <a:latin typeface="Verdana"/>
                <a:cs typeface="Verdana"/>
              </a:rPr>
              <a:t>normalización</a:t>
            </a:r>
            <a:r>
              <a:rPr dirty="0" sz="1350" spc="130">
                <a:solidFill>
                  <a:srgbClr val="131316"/>
                </a:solidFill>
                <a:latin typeface="Verdana"/>
                <a:cs typeface="Verdana"/>
              </a:rPr>
              <a:t> </a:t>
            </a:r>
            <a:r>
              <a:rPr dirty="0" sz="1350">
                <a:solidFill>
                  <a:srgbClr val="131316"/>
                </a:solidFill>
                <a:latin typeface="Verdana"/>
                <a:cs typeface="Verdana"/>
              </a:rPr>
              <a:t>para</a:t>
            </a:r>
            <a:r>
              <a:rPr dirty="0" sz="1350" spc="130">
                <a:solidFill>
                  <a:srgbClr val="131316"/>
                </a:solidFill>
                <a:latin typeface="Verdana"/>
                <a:cs typeface="Verdana"/>
              </a:rPr>
              <a:t> </a:t>
            </a:r>
            <a:r>
              <a:rPr dirty="0" sz="1350">
                <a:solidFill>
                  <a:srgbClr val="131316"/>
                </a:solidFill>
                <a:latin typeface="Verdana"/>
                <a:cs typeface="Verdana"/>
              </a:rPr>
              <a:t>garantizar</a:t>
            </a:r>
            <a:r>
              <a:rPr dirty="0" sz="1350" spc="114">
                <a:solidFill>
                  <a:srgbClr val="131316"/>
                </a:solidFill>
                <a:latin typeface="Verdana"/>
                <a:cs typeface="Verdana"/>
              </a:rPr>
              <a:t> </a:t>
            </a:r>
            <a:r>
              <a:rPr dirty="0" sz="1350">
                <a:solidFill>
                  <a:srgbClr val="131316"/>
                </a:solidFill>
                <a:latin typeface="Verdana"/>
                <a:cs typeface="Verdana"/>
              </a:rPr>
              <a:t>integridad,</a:t>
            </a:r>
            <a:r>
              <a:rPr dirty="0" sz="1350" spc="135">
                <a:solidFill>
                  <a:srgbClr val="131316"/>
                </a:solidFill>
                <a:latin typeface="Verdana"/>
                <a:cs typeface="Verdana"/>
              </a:rPr>
              <a:t> </a:t>
            </a:r>
            <a:r>
              <a:rPr dirty="0" sz="1350" spc="50">
                <a:solidFill>
                  <a:srgbClr val="131316"/>
                </a:solidFill>
                <a:latin typeface="Verdana"/>
                <a:cs typeface="Verdana"/>
              </a:rPr>
              <a:t>consistencia</a:t>
            </a:r>
            <a:r>
              <a:rPr dirty="0" sz="1350" spc="130">
                <a:solidFill>
                  <a:srgbClr val="131316"/>
                </a:solidFill>
                <a:latin typeface="Verdana"/>
                <a:cs typeface="Verdana"/>
              </a:rPr>
              <a:t> </a:t>
            </a:r>
            <a:r>
              <a:rPr dirty="0" sz="1350">
                <a:solidFill>
                  <a:srgbClr val="131316"/>
                </a:solidFill>
                <a:latin typeface="Verdana"/>
                <a:cs typeface="Verdana"/>
              </a:rPr>
              <a:t>y</a:t>
            </a:r>
            <a:r>
              <a:rPr dirty="0" sz="1350" spc="135">
                <a:solidFill>
                  <a:srgbClr val="131316"/>
                </a:solidFill>
                <a:latin typeface="Verdana"/>
                <a:cs typeface="Verdana"/>
              </a:rPr>
              <a:t> </a:t>
            </a:r>
            <a:r>
              <a:rPr dirty="0" sz="1350" spc="50">
                <a:solidFill>
                  <a:srgbClr val="131316"/>
                </a:solidFill>
                <a:latin typeface="Verdana"/>
                <a:cs typeface="Verdana"/>
              </a:rPr>
              <a:t>eficiencia</a:t>
            </a:r>
            <a:r>
              <a:rPr dirty="0" sz="1350" spc="125">
                <a:solidFill>
                  <a:srgbClr val="131316"/>
                </a:solidFill>
                <a:latin typeface="Verdana"/>
                <a:cs typeface="Verdana"/>
              </a:rPr>
              <a:t> </a:t>
            </a:r>
            <a:r>
              <a:rPr dirty="0" sz="1350">
                <a:solidFill>
                  <a:srgbClr val="131316"/>
                </a:solidFill>
                <a:latin typeface="Verdana"/>
                <a:cs typeface="Verdana"/>
              </a:rPr>
              <a:t>en</a:t>
            </a:r>
            <a:r>
              <a:rPr dirty="0" sz="1350" spc="135">
                <a:solidFill>
                  <a:srgbClr val="131316"/>
                </a:solidFill>
                <a:latin typeface="Verdana"/>
                <a:cs typeface="Verdana"/>
              </a:rPr>
              <a:t> </a:t>
            </a:r>
            <a:r>
              <a:rPr dirty="0" sz="1350">
                <a:solidFill>
                  <a:srgbClr val="131316"/>
                </a:solidFill>
                <a:latin typeface="Verdana"/>
                <a:cs typeface="Verdana"/>
              </a:rPr>
              <a:t>el</a:t>
            </a:r>
            <a:r>
              <a:rPr dirty="0" sz="1350" spc="130">
                <a:solidFill>
                  <a:srgbClr val="131316"/>
                </a:solidFill>
                <a:latin typeface="Verdana"/>
                <a:cs typeface="Verdana"/>
              </a:rPr>
              <a:t> </a:t>
            </a:r>
            <a:r>
              <a:rPr dirty="0" sz="1350" spc="80">
                <a:solidFill>
                  <a:srgbClr val="131316"/>
                </a:solidFill>
                <a:latin typeface="Verdana"/>
                <a:cs typeface="Verdana"/>
              </a:rPr>
              <a:t>acceso</a:t>
            </a:r>
            <a:r>
              <a:rPr dirty="0" sz="1350" spc="120">
                <a:solidFill>
                  <a:srgbClr val="131316"/>
                </a:solidFill>
                <a:latin typeface="Verdana"/>
                <a:cs typeface="Verdana"/>
              </a:rPr>
              <a:t> </a:t>
            </a:r>
            <a:r>
              <a:rPr dirty="0" sz="1350" spc="-50">
                <a:solidFill>
                  <a:srgbClr val="131316"/>
                </a:solidFill>
                <a:latin typeface="Verdana"/>
                <a:cs typeface="Verdana"/>
              </a:rPr>
              <a:t>a</a:t>
            </a:r>
            <a:endParaRPr sz="1350">
              <a:latin typeface="Verdana"/>
              <a:cs typeface="Verdana"/>
            </a:endParaRPr>
          </a:p>
          <a:p>
            <a:pPr algn="just" marL="12700">
              <a:lnSpc>
                <a:spcPct val="100000"/>
              </a:lnSpc>
              <a:spcBef>
                <a:spcPts val="710"/>
              </a:spcBef>
            </a:pPr>
            <a:r>
              <a:rPr dirty="0" sz="1350">
                <a:solidFill>
                  <a:srgbClr val="131316"/>
                </a:solidFill>
                <a:latin typeface="Verdana"/>
                <a:cs typeface="Verdana"/>
              </a:rPr>
              <a:t>los</a:t>
            </a:r>
            <a:r>
              <a:rPr dirty="0" sz="1350" spc="-75">
                <a:solidFill>
                  <a:srgbClr val="131316"/>
                </a:solidFill>
                <a:latin typeface="Verdana"/>
                <a:cs typeface="Verdana"/>
              </a:rPr>
              <a:t> </a:t>
            </a:r>
            <a:r>
              <a:rPr dirty="0" sz="1350" spc="40">
                <a:solidFill>
                  <a:srgbClr val="131316"/>
                </a:solidFill>
                <a:latin typeface="Verdana"/>
                <a:cs typeface="Verdana"/>
              </a:rPr>
              <a:t>datos</a:t>
            </a:r>
            <a:endParaRPr sz="1350">
              <a:latin typeface="Verdana"/>
              <a:cs typeface="Verdana"/>
            </a:endParaRPr>
          </a:p>
        </p:txBody>
      </p:sp>
      <p:sp>
        <p:nvSpPr>
          <p:cNvPr id="5" name="object 5" descr=""/>
          <p:cNvSpPr/>
          <p:nvPr/>
        </p:nvSpPr>
        <p:spPr>
          <a:xfrm>
            <a:off x="818925" y="3759797"/>
            <a:ext cx="60960" cy="59690"/>
          </a:xfrm>
          <a:custGeom>
            <a:avLst/>
            <a:gdLst/>
            <a:ahLst/>
            <a:cxnLst/>
            <a:rect l="l" t="t" r="r" b="b"/>
            <a:pathLst>
              <a:path w="60959" h="59689">
                <a:moveTo>
                  <a:pt x="36307" y="59167"/>
                </a:moveTo>
                <a:lnTo>
                  <a:pt x="24204" y="59167"/>
                </a:lnTo>
                <a:lnTo>
                  <a:pt x="22859" y="57822"/>
                </a:lnTo>
                <a:lnTo>
                  <a:pt x="20170" y="57822"/>
                </a:lnTo>
                <a:lnTo>
                  <a:pt x="18825" y="56477"/>
                </a:lnTo>
                <a:lnTo>
                  <a:pt x="17481" y="56477"/>
                </a:lnTo>
                <a:lnTo>
                  <a:pt x="14791" y="55132"/>
                </a:lnTo>
                <a:lnTo>
                  <a:pt x="13447" y="53788"/>
                </a:lnTo>
                <a:lnTo>
                  <a:pt x="12102" y="53788"/>
                </a:lnTo>
                <a:lnTo>
                  <a:pt x="8068" y="49754"/>
                </a:lnTo>
                <a:lnTo>
                  <a:pt x="6723" y="47064"/>
                </a:lnTo>
                <a:lnTo>
                  <a:pt x="2689" y="43030"/>
                </a:lnTo>
                <a:lnTo>
                  <a:pt x="2689" y="40341"/>
                </a:lnTo>
                <a:lnTo>
                  <a:pt x="1344" y="38996"/>
                </a:lnTo>
                <a:lnTo>
                  <a:pt x="1344" y="34962"/>
                </a:lnTo>
                <a:lnTo>
                  <a:pt x="0" y="33617"/>
                </a:lnTo>
                <a:lnTo>
                  <a:pt x="0" y="25549"/>
                </a:lnTo>
                <a:lnTo>
                  <a:pt x="1344" y="24204"/>
                </a:lnTo>
                <a:lnTo>
                  <a:pt x="1344" y="20170"/>
                </a:lnTo>
                <a:lnTo>
                  <a:pt x="2689" y="17481"/>
                </a:lnTo>
                <a:lnTo>
                  <a:pt x="2689" y="16136"/>
                </a:lnTo>
                <a:lnTo>
                  <a:pt x="5378" y="13447"/>
                </a:lnTo>
                <a:lnTo>
                  <a:pt x="6723" y="10757"/>
                </a:lnTo>
                <a:lnTo>
                  <a:pt x="13447" y="4034"/>
                </a:lnTo>
                <a:lnTo>
                  <a:pt x="14791" y="4034"/>
                </a:lnTo>
                <a:lnTo>
                  <a:pt x="17481" y="2689"/>
                </a:lnTo>
                <a:lnTo>
                  <a:pt x="18825" y="1344"/>
                </a:lnTo>
                <a:lnTo>
                  <a:pt x="20170" y="1344"/>
                </a:lnTo>
                <a:lnTo>
                  <a:pt x="22859" y="0"/>
                </a:lnTo>
                <a:lnTo>
                  <a:pt x="37651" y="0"/>
                </a:lnTo>
                <a:lnTo>
                  <a:pt x="40341" y="1344"/>
                </a:lnTo>
                <a:lnTo>
                  <a:pt x="41685" y="1344"/>
                </a:lnTo>
                <a:lnTo>
                  <a:pt x="43030" y="2689"/>
                </a:lnTo>
                <a:lnTo>
                  <a:pt x="45719" y="4034"/>
                </a:lnTo>
                <a:lnTo>
                  <a:pt x="47064" y="4034"/>
                </a:lnTo>
                <a:lnTo>
                  <a:pt x="53788" y="10757"/>
                </a:lnTo>
                <a:lnTo>
                  <a:pt x="55132" y="13447"/>
                </a:lnTo>
                <a:lnTo>
                  <a:pt x="56477" y="14791"/>
                </a:lnTo>
                <a:lnTo>
                  <a:pt x="56477" y="16136"/>
                </a:lnTo>
                <a:lnTo>
                  <a:pt x="57822" y="17481"/>
                </a:lnTo>
                <a:lnTo>
                  <a:pt x="59167" y="20170"/>
                </a:lnTo>
                <a:lnTo>
                  <a:pt x="59167" y="24204"/>
                </a:lnTo>
                <a:lnTo>
                  <a:pt x="60511" y="25549"/>
                </a:lnTo>
                <a:lnTo>
                  <a:pt x="60511" y="29583"/>
                </a:lnTo>
                <a:lnTo>
                  <a:pt x="60511" y="33617"/>
                </a:lnTo>
                <a:lnTo>
                  <a:pt x="59167" y="34962"/>
                </a:lnTo>
                <a:lnTo>
                  <a:pt x="59167" y="38996"/>
                </a:lnTo>
                <a:lnTo>
                  <a:pt x="57822" y="40341"/>
                </a:lnTo>
                <a:lnTo>
                  <a:pt x="56477" y="43030"/>
                </a:lnTo>
                <a:lnTo>
                  <a:pt x="56477" y="44375"/>
                </a:lnTo>
                <a:lnTo>
                  <a:pt x="53788" y="47064"/>
                </a:lnTo>
                <a:lnTo>
                  <a:pt x="52443" y="49754"/>
                </a:lnTo>
                <a:lnTo>
                  <a:pt x="48409" y="53788"/>
                </a:lnTo>
                <a:lnTo>
                  <a:pt x="47064" y="53788"/>
                </a:lnTo>
                <a:lnTo>
                  <a:pt x="45719" y="55132"/>
                </a:lnTo>
                <a:lnTo>
                  <a:pt x="43030" y="56477"/>
                </a:lnTo>
                <a:lnTo>
                  <a:pt x="41685" y="56477"/>
                </a:lnTo>
                <a:lnTo>
                  <a:pt x="40341" y="57822"/>
                </a:lnTo>
                <a:lnTo>
                  <a:pt x="37651" y="57822"/>
                </a:lnTo>
                <a:lnTo>
                  <a:pt x="36307" y="59167"/>
                </a:lnTo>
                <a:close/>
              </a:path>
            </a:pathLst>
          </a:custGeom>
          <a:solidFill>
            <a:srgbClr val="131316"/>
          </a:solidFill>
        </p:spPr>
        <p:txBody>
          <a:bodyPr wrap="square" lIns="0" tIns="0" rIns="0" bIns="0" rtlCol="0"/>
          <a:lstStyl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6136" y="941294"/>
            <a:ext cx="8842785" cy="4974067"/>
          </a:xfrm>
          <a:prstGeom prst="rect">
            <a:avLst/>
          </a:prstGeom>
        </p:spPr>
      </p:pic>
      <p:sp>
        <p:nvSpPr>
          <p:cNvPr id="3" name="object 3" descr=""/>
          <p:cNvSpPr txBox="1"/>
          <p:nvPr/>
        </p:nvSpPr>
        <p:spPr>
          <a:xfrm>
            <a:off x="3841304" y="1960963"/>
            <a:ext cx="4534535" cy="3115945"/>
          </a:xfrm>
          <a:prstGeom prst="rect">
            <a:avLst/>
          </a:prstGeom>
        </p:spPr>
        <p:txBody>
          <a:bodyPr wrap="square" lIns="0" tIns="12065" rIns="0" bIns="0" rtlCol="0" vert="horz">
            <a:spAutoFit/>
          </a:bodyPr>
          <a:lstStyle/>
          <a:p>
            <a:pPr algn="just" marL="12700" marR="5080">
              <a:lnSpc>
                <a:spcPct val="141900"/>
              </a:lnSpc>
              <a:spcBef>
                <a:spcPts val="95"/>
              </a:spcBef>
            </a:pPr>
            <a:r>
              <a:rPr dirty="0" sz="1300">
                <a:solidFill>
                  <a:srgbClr val="FFFFFF"/>
                </a:solidFill>
                <a:latin typeface="Verdana"/>
                <a:cs typeface="Verdana"/>
              </a:rPr>
              <a:t>Una</a:t>
            </a:r>
            <a:r>
              <a:rPr dirty="0" sz="1300" spc="295">
                <a:solidFill>
                  <a:srgbClr val="FFFFFF"/>
                </a:solidFill>
                <a:latin typeface="Verdana"/>
                <a:cs typeface="Verdana"/>
              </a:rPr>
              <a:t> </a:t>
            </a:r>
            <a:r>
              <a:rPr dirty="0" sz="1300">
                <a:solidFill>
                  <a:srgbClr val="FFFFFF"/>
                </a:solidFill>
                <a:latin typeface="Verdana"/>
                <a:cs typeface="Verdana"/>
              </a:rPr>
              <a:t>serie</a:t>
            </a:r>
            <a:r>
              <a:rPr dirty="0" sz="1300" spc="305">
                <a:solidFill>
                  <a:srgbClr val="FFFFFF"/>
                </a:solidFill>
                <a:latin typeface="Verdana"/>
                <a:cs typeface="Verdana"/>
              </a:rPr>
              <a:t> </a:t>
            </a:r>
            <a:r>
              <a:rPr dirty="0" sz="1300" spc="50">
                <a:solidFill>
                  <a:srgbClr val="FFFFFF"/>
                </a:solidFill>
                <a:latin typeface="Verdana"/>
                <a:cs typeface="Verdana"/>
              </a:rPr>
              <a:t>de</a:t>
            </a:r>
            <a:r>
              <a:rPr dirty="0" sz="1300" spc="290">
                <a:solidFill>
                  <a:srgbClr val="FFFFFF"/>
                </a:solidFill>
                <a:latin typeface="Verdana"/>
                <a:cs typeface="Verdana"/>
              </a:rPr>
              <a:t> </a:t>
            </a:r>
            <a:r>
              <a:rPr dirty="0" sz="1300">
                <a:solidFill>
                  <a:srgbClr val="FFFFFF"/>
                </a:solidFill>
                <a:latin typeface="Verdana"/>
                <a:cs typeface="Verdana"/>
              </a:rPr>
              <a:t>pasos</a:t>
            </a:r>
            <a:r>
              <a:rPr dirty="0" sz="1300" spc="300">
                <a:solidFill>
                  <a:srgbClr val="FFFFFF"/>
                </a:solidFill>
                <a:latin typeface="Verdana"/>
                <a:cs typeface="Verdana"/>
              </a:rPr>
              <a:t> </a:t>
            </a:r>
            <a:r>
              <a:rPr dirty="0" sz="1300">
                <a:solidFill>
                  <a:srgbClr val="FFFFFF"/>
                </a:solidFill>
                <a:latin typeface="Verdana"/>
                <a:cs typeface="Verdana"/>
              </a:rPr>
              <a:t>que</a:t>
            </a:r>
            <a:r>
              <a:rPr dirty="0" sz="1300" spc="290">
                <a:solidFill>
                  <a:srgbClr val="FFFFFF"/>
                </a:solidFill>
                <a:latin typeface="Verdana"/>
                <a:cs typeface="Verdana"/>
              </a:rPr>
              <a:t> </a:t>
            </a:r>
            <a:r>
              <a:rPr dirty="0" sz="1300">
                <a:solidFill>
                  <a:srgbClr val="FFFFFF"/>
                </a:solidFill>
                <a:latin typeface="Verdana"/>
                <a:cs typeface="Verdana"/>
              </a:rPr>
              <a:t>se</a:t>
            </a:r>
            <a:r>
              <a:rPr dirty="0" sz="1300" spc="305">
                <a:solidFill>
                  <a:srgbClr val="FFFFFF"/>
                </a:solidFill>
                <a:latin typeface="Verdana"/>
                <a:cs typeface="Verdana"/>
              </a:rPr>
              <a:t> </a:t>
            </a:r>
            <a:r>
              <a:rPr dirty="0" sz="1300">
                <a:solidFill>
                  <a:srgbClr val="FFFFFF"/>
                </a:solidFill>
                <a:latin typeface="Verdana"/>
                <a:cs typeface="Verdana"/>
              </a:rPr>
              <a:t>realizan</a:t>
            </a:r>
            <a:r>
              <a:rPr dirty="0" sz="1300" spc="290">
                <a:solidFill>
                  <a:srgbClr val="FFFFFF"/>
                </a:solidFill>
                <a:latin typeface="Verdana"/>
                <a:cs typeface="Verdana"/>
              </a:rPr>
              <a:t> </a:t>
            </a:r>
            <a:r>
              <a:rPr dirty="0" sz="1300">
                <a:solidFill>
                  <a:srgbClr val="FFFFFF"/>
                </a:solidFill>
                <a:latin typeface="Verdana"/>
                <a:cs typeface="Verdana"/>
              </a:rPr>
              <a:t>para</a:t>
            </a:r>
            <a:r>
              <a:rPr dirty="0" sz="1300" spc="310">
                <a:solidFill>
                  <a:srgbClr val="FFFFFF"/>
                </a:solidFill>
                <a:latin typeface="Verdana"/>
                <a:cs typeface="Verdana"/>
              </a:rPr>
              <a:t> </a:t>
            </a:r>
            <a:r>
              <a:rPr dirty="0" sz="1300">
                <a:solidFill>
                  <a:srgbClr val="FFFFFF"/>
                </a:solidFill>
                <a:latin typeface="Verdana"/>
                <a:cs typeface="Verdana"/>
              </a:rPr>
              <a:t>lograr</a:t>
            </a:r>
            <a:r>
              <a:rPr dirty="0" sz="1300" spc="300">
                <a:solidFill>
                  <a:srgbClr val="FFFFFF"/>
                </a:solidFill>
                <a:latin typeface="Verdana"/>
                <a:cs typeface="Verdana"/>
              </a:rPr>
              <a:t> </a:t>
            </a:r>
            <a:r>
              <a:rPr dirty="0" sz="1300" spc="-25">
                <a:solidFill>
                  <a:srgbClr val="FFFFFF"/>
                </a:solidFill>
                <a:latin typeface="Verdana"/>
                <a:cs typeface="Verdana"/>
              </a:rPr>
              <a:t>un </a:t>
            </a:r>
            <a:r>
              <a:rPr dirty="0" sz="1300">
                <a:solidFill>
                  <a:srgbClr val="FFFFFF"/>
                </a:solidFill>
                <a:latin typeface="Verdana"/>
                <a:cs typeface="Verdana"/>
              </a:rPr>
              <a:t>diseño</a:t>
            </a:r>
            <a:r>
              <a:rPr dirty="0" sz="1300" spc="270">
                <a:solidFill>
                  <a:srgbClr val="FFFFFF"/>
                </a:solidFill>
                <a:latin typeface="Verdana"/>
                <a:cs typeface="Verdana"/>
              </a:rPr>
              <a:t> </a:t>
            </a:r>
            <a:r>
              <a:rPr dirty="0" sz="1300">
                <a:solidFill>
                  <a:srgbClr val="FFFFFF"/>
                </a:solidFill>
                <a:latin typeface="Verdana"/>
                <a:cs typeface="Verdana"/>
              </a:rPr>
              <a:t>de</a:t>
            </a:r>
            <a:r>
              <a:rPr dirty="0" sz="1300" spc="254">
                <a:solidFill>
                  <a:srgbClr val="FFFFFF"/>
                </a:solidFill>
                <a:latin typeface="Verdana"/>
                <a:cs typeface="Verdana"/>
              </a:rPr>
              <a:t> </a:t>
            </a:r>
            <a:r>
              <a:rPr dirty="0" sz="1300" spc="50">
                <a:solidFill>
                  <a:srgbClr val="FFFFFF"/>
                </a:solidFill>
                <a:latin typeface="Verdana"/>
                <a:cs typeface="Verdana"/>
              </a:rPr>
              <a:t>base</a:t>
            </a:r>
            <a:r>
              <a:rPr dirty="0" sz="1300" spc="275">
                <a:solidFill>
                  <a:srgbClr val="FFFFFF"/>
                </a:solidFill>
                <a:latin typeface="Verdana"/>
                <a:cs typeface="Verdana"/>
              </a:rPr>
              <a:t> </a:t>
            </a:r>
            <a:r>
              <a:rPr dirty="0" sz="1300">
                <a:solidFill>
                  <a:srgbClr val="FFFFFF"/>
                </a:solidFill>
                <a:latin typeface="Verdana"/>
                <a:cs typeface="Verdana"/>
              </a:rPr>
              <a:t>de</a:t>
            </a:r>
            <a:r>
              <a:rPr dirty="0" sz="1300" spc="270">
                <a:solidFill>
                  <a:srgbClr val="FFFFFF"/>
                </a:solidFill>
                <a:latin typeface="Verdana"/>
                <a:cs typeface="Verdana"/>
              </a:rPr>
              <a:t> </a:t>
            </a:r>
            <a:r>
              <a:rPr dirty="0" sz="1300">
                <a:solidFill>
                  <a:srgbClr val="FFFFFF"/>
                </a:solidFill>
                <a:latin typeface="Verdana"/>
                <a:cs typeface="Verdana"/>
              </a:rPr>
              <a:t>datos</a:t>
            </a:r>
            <a:r>
              <a:rPr dirty="0" sz="1300" spc="270">
                <a:solidFill>
                  <a:srgbClr val="FFFFFF"/>
                </a:solidFill>
                <a:latin typeface="Verdana"/>
                <a:cs typeface="Verdana"/>
              </a:rPr>
              <a:t> </a:t>
            </a:r>
            <a:r>
              <a:rPr dirty="0" sz="1300">
                <a:solidFill>
                  <a:srgbClr val="FFFFFF"/>
                </a:solidFill>
                <a:latin typeface="Verdana"/>
                <a:cs typeface="Verdana"/>
              </a:rPr>
              <a:t>que</a:t>
            </a:r>
            <a:r>
              <a:rPr dirty="0" sz="1300" spc="254">
                <a:solidFill>
                  <a:srgbClr val="FFFFFF"/>
                </a:solidFill>
                <a:latin typeface="Verdana"/>
                <a:cs typeface="Verdana"/>
              </a:rPr>
              <a:t> </a:t>
            </a:r>
            <a:r>
              <a:rPr dirty="0" sz="1300">
                <a:solidFill>
                  <a:srgbClr val="FFFFFF"/>
                </a:solidFill>
                <a:latin typeface="Verdana"/>
                <a:cs typeface="Verdana"/>
              </a:rPr>
              <a:t>permita</a:t>
            </a:r>
            <a:r>
              <a:rPr dirty="0" sz="1300" spc="260">
                <a:solidFill>
                  <a:srgbClr val="FFFFFF"/>
                </a:solidFill>
                <a:latin typeface="Verdana"/>
                <a:cs typeface="Verdana"/>
              </a:rPr>
              <a:t> </a:t>
            </a:r>
            <a:r>
              <a:rPr dirty="0" sz="1300">
                <a:solidFill>
                  <a:srgbClr val="FFFFFF"/>
                </a:solidFill>
                <a:latin typeface="Verdana"/>
                <a:cs typeface="Verdana"/>
              </a:rPr>
              <a:t>un</a:t>
            </a:r>
            <a:r>
              <a:rPr dirty="0" sz="1300" spc="254">
                <a:solidFill>
                  <a:srgbClr val="FFFFFF"/>
                </a:solidFill>
                <a:latin typeface="Verdana"/>
                <a:cs typeface="Verdana"/>
              </a:rPr>
              <a:t> </a:t>
            </a:r>
            <a:r>
              <a:rPr dirty="0" sz="1300" spc="65">
                <a:solidFill>
                  <a:srgbClr val="FFFFFF"/>
                </a:solidFill>
                <a:latin typeface="Verdana"/>
                <a:cs typeface="Verdana"/>
              </a:rPr>
              <a:t>acceso</a:t>
            </a:r>
            <a:r>
              <a:rPr dirty="0" sz="1300" spc="260">
                <a:solidFill>
                  <a:srgbClr val="FFFFFF"/>
                </a:solidFill>
                <a:latin typeface="Verdana"/>
                <a:cs typeface="Verdana"/>
              </a:rPr>
              <a:t> </a:t>
            </a:r>
            <a:r>
              <a:rPr dirty="0" sz="1300" spc="-50">
                <a:solidFill>
                  <a:srgbClr val="FFFFFF"/>
                </a:solidFill>
                <a:latin typeface="Verdana"/>
                <a:cs typeface="Verdana"/>
              </a:rPr>
              <a:t>y </a:t>
            </a:r>
            <a:r>
              <a:rPr dirty="0" sz="1300" spc="10">
                <a:solidFill>
                  <a:srgbClr val="FFFFFF"/>
                </a:solidFill>
                <a:latin typeface="Verdana"/>
                <a:cs typeface="Verdana"/>
              </a:rPr>
              <a:t>almacenamiento</a:t>
            </a:r>
            <a:r>
              <a:rPr dirty="0" sz="1300" spc="65">
                <a:solidFill>
                  <a:srgbClr val="FFFFFF"/>
                </a:solidFill>
                <a:latin typeface="Verdana"/>
                <a:cs typeface="Verdana"/>
              </a:rPr>
              <a:t> </a:t>
            </a:r>
            <a:r>
              <a:rPr dirty="0" sz="1300" spc="10">
                <a:solidFill>
                  <a:srgbClr val="FFFFFF"/>
                </a:solidFill>
                <a:latin typeface="Verdana"/>
                <a:cs typeface="Verdana"/>
              </a:rPr>
              <a:t>eficientes</a:t>
            </a:r>
            <a:r>
              <a:rPr dirty="0" sz="1300" spc="50">
                <a:solidFill>
                  <a:srgbClr val="FFFFFF"/>
                </a:solidFill>
                <a:latin typeface="Verdana"/>
                <a:cs typeface="Verdana"/>
              </a:rPr>
              <a:t> de</a:t>
            </a:r>
            <a:r>
              <a:rPr dirty="0" sz="1300" spc="55">
                <a:solidFill>
                  <a:srgbClr val="FFFFFF"/>
                </a:solidFill>
                <a:latin typeface="Verdana"/>
                <a:cs typeface="Verdana"/>
              </a:rPr>
              <a:t> </a:t>
            </a:r>
            <a:r>
              <a:rPr dirty="0" sz="1300" spc="10">
                <a:solidFill>
                  <a:srgbClr val="FFFFFF"/>
                </a:solidFill>
                <a:latin typeface="Verdana"/>
                <a:cs typeface="Verdana"/>
              </a:rPr>
              <a:t>los</a:t>
            </a:r>
            <a:r>
              <a:rPr dirty="0" sz="1300" spc="65">
                <a:solidFill>
                  <a:srgbClr val="FFFFFF"/>
                </a:solidFill>
                <a:latin typeface="Verdana"/>
                <a:cs typeface="Verdana"/>
              </a:rPr>
              <a:t> </a:t>
            </a:r>
            <a:r>
              <a:rPr dirty="0" sz="1300" spc="10">
                <a:solidFill>
                  <a:srgbClr val="FFFFFF"/>
                </a:solidFill>
                <a:latin typeface="Verdana"/>
                <a:cs typeface="Verdana"/>
              </a:rPr>
              <a:t>datos</a:t>
            </a:r>
            <a:r>
              <a:rPr dirty="0" sz="1300" spc="50">
                <a:solidFill>
                  <a:srgbClr val="FFFFFF"/>
                </a:solidFill>
                <a:latin typeface="Verdana"/>
                <a:cs typeface="Verdana"/>
              </a:rPr>
              <a:t> </a:t>
            </a:r>
            <a:r>
              <a:rPr dirty="0" sz="1300" spc="10">
                <a:solidFill>
                  <a:srgbClr val="FFFFFF"/>
                </a:solidFill>
                <a:latin typeface="Verdana"/>
                <a:cs typeface="Verdana"/>
              </a:rPr>
              <a:t>en</a:t>
            </a:r>
            <a:r>
              <a:rPr dirty="0" sz="1300" spc="55">
                <a:solidFill>
                  <a:srgbClr val="FFFFFF"/>
                </a:solidFill>
                <a:latin typeface="Verdana"/>
                <a:cs typeface="Verdana"/>
              </a:rPr>
              <a:t> </a:t>
            </a:r>
            <a:r>
              <a:rPr dirty="0" sz="1300" spc="10">
                <a:solidFill>
                  <a:srgbClr val="FFFFFF"/>
                </a:solidFill>
                <a:latin typeface="Verdana"/>
                <a:cs typeface="Verdana"/>
              </a:rPr>
              <a:t>una</a:t>
            </a:r>
            <a:r>
              <a:rPr dirty="0" sz="1300" spc="65">
                <a:solidFill>
                  <a:srgbClr val="FFFFFF"/>
                </a:solidFill>
                <a:latin typeface="Verdana"/>
                <a:cs typeface="Verdana"/>
              </a:rPr>
              <a:t> </a:t>
            </a:r>
            <a:r>
              <a:rPr dirty="0" sz="1300" spc="30">
                <a:solidFill>
                  <a:srgbClr val="FFFFFF"/>
                </a:solidFill>
                <a:latin typeface="Verdana"/>
                <a:cs typeface="Verdana"/>
              </a:rPr>
              <a:t>base </a:t>
            </a:r>
            <a:r>
              <a:rPr dirty="0" sz="1300">
                <a:solidFill>
                  <a:srgbClr val="FFFFFF"/>
                </a:solidFill>
                <a:latin typeface="Verdana"/>
                <a:cs typeface="Verdana"/>
              </a:rPr>
              <a:t>de</a:t>
            </a:r>
            <a:r>
              <a:rPr dirty="0" sz="1300" spc="20">
                <a:solidFill>
                  <a:srgbClr val="FFFFFF"/>
                </a:solidFill>
                <a:latin typeface="Verdana"/>
                <a:cs typeface="Verdana"/>
              </a:rPr>
              <a:t> </a:t>
            </a:r>
            <a:r>
              <a:rPr dirty="0" sz="1300">
                <a:solidFill>
                  <a:srgbClr val="FFFFFF"/>
                </a:solidFill>
                <a:latin typeface="Verdana"/>
                <a:cs typeface="Verdana"/>
              </a:rPr>
              <a:t>datos</a:t>
            </a:r>
            <a:r>
              <a:rPr dirty="0" sz="1300" spc="20">
                <a:solidFill>
                  <a:srgbClr val="FFFFFF"/>
                </a:solidFill>
                <a:latin typeface="Verdana"/>
                <a:cs typeface="Verdana"/>
              </a:rPr>
              <a:t> </a:t>
            </a:r>
            <a:r>
              <a:rPr dirty="0" sz="1300" spc="-10">
                <a:solidFill>
                  <a:srgbClr val="FFFFFF"/>
                </a:solidFill>
                <a:latin typeface="Verdana"/>
                <a:cs typeface="Verdana"/>
              </a:rPr>
              <a:t>relacional.</a:t>
            </a:r>
            <a:endParaRPr sz="1300">
              <a:latin typeface="Verdana"/>
              <a:cs typeface="Verdana"/>
            </a:endParaRPr>
          </a:p>
          <a:p>
            <a:pPr>
              <a:lnSpc>
                <a:spcPct val="100000"/>
              </a:lnSpc>
              <a:spcBef>
                <a:spcPts val="630"/>
              </a:spcBef>
            </a:pPr>
            <a:endParaRPr sz="1300">
              <a:latin typeface="Verdana"/>
              <a:cs typeface="Verdana"/>
            </a:endParaRPr>
          </a:p>
          <a:p>
            <a:pPr algn="just" marL="12700" marR="5715">
              <a:lnSpc>
                <a:spcPct val="141900"/>
              </a:lnSpc>
              <a:spcBef>
                <a:spcPts val="5"/>
              </a:spcBef>
            </a:pPr>
            <a:r>
              <a:rPr dirty="0" sz="1300">
                <a:solidFill>
                  <a:srgbClr val="FFFFFF"/>
                </a:solidFill>
                <a:latin typeface="Verdana"/>
                <a:cs typeface="Verdana"/>
              </a:rPr>
              <a:t>Estos</a:t>
            </a:r>
            <a:r>
              <a:rPr dirty="0" sz="1300" spc="270">
                <a:solidFill>
                  <a:srgbClr val="FFFFFF"/>
                </a:solidFill>
                <a:latin typeface="Verdana"/>
                <a:cs typeface="Verdana"/>
              </a:rPr>
              <a:t> </a:t>
            </a:r>
            <a:r>
              <a:rPr dirty="0" sz="1300">
                <a:solidFill>
                  <a:srgbClr val="FFFFFF"/>
                </a:solidFill>
                <a:latin typeface="Verdana"/>
                <a:cs typeface="Verdana"/>
              </a:rPr>
              <a:t>pasos</a:t>
            </a:r>
            <a:r>
              <a:rPr dirty="0" sz="1300" spc="285">
                <a:solidFill>
                  <a:srgbClr val="FFFFFF"/>
                </a:solidFill>
                <a:latin typeface="Verdana"/>
                <a:cs typeface="Verdana"/>
              </a:rPr>
              <a:t> </a:t>
            </a:r>
            <a:r>
              <a:rPr dirty="0" sz="1300">
                <a:solidFill>
                  <a:srgbClr val="FFFFFF"/>
                </a:solidFill>
                <a:latin typeface="Verdana"/>
                <a:cs typeface="Verdana"/>
              </a:rPr>
              <a:t>reducen</a:t>
            </a:r>
            <a:r>
              <a:rPr dirty="0" sz="1300" spc="275">
                <a:solidFill>
                  <a:srgbClr val="FFFFFF"/>
                </a:solidFill>
                <a:latin typeface="Verdana"/>
                <a:cs typeface="Verdana"/>
              </a:rPr>
              <a:t> </a:t>
            </a:r>
            <a:r>
              <a:rPr dirty="0" sz="1300">
                <a:solidFill>
                  <a:srgbClr val="FFFFFF"/>
                </a:solidFill>
                <a:latin typeface="Verdana"/>
                <a:cs typeface="Verdana"/>
              </a:rPr>
              <a:t>la</a:t>
            </a:r>
            <a:r>
              <a:rPr dirty="0" sz="1300" spc="280">
                <a:solidFill>
                  <a:srgbClr val="FFFFFF"/>
                </a:solidFill>
                <a:latin typeface="Verdana"/>
                <a:cs typeface="Verdana"/>
              </a:rPr>
              <a:t> </a:t>
            </a:r>
            <a:r>
              <a:rPr dirty="0" sz="1300">
                <a:solidFill>
                  <a:srgbClr val="FFFFFF"/>
                </a:solidFill>
                <a:latin typeface="Verdana"/>
                <a:cs typeface="Verdana"/>
              </a:rPr>
              <a:t>redundancia</a:t>
            </a:r>
            <a:r>
              <a:rPr dirty="0" sz="1300" spc="275">
                <a:solidFill>
                  <a:srgbClr val="FFFFFF"/>
                </a:solidFill>
                <a:latin typeface="Verdana"/>
                <a:cs typeface="Verdana"/>
              </a:rPr>
              <a:t> </a:t>
            </a:r>
            <a:r>
              <a:rPr dirty="0" sz="1300">
                <a:solidFill>
                  <a:srgbClr val="FFFFFF"/>
                </a:solidFill>
                <a:latin typeface="Verdana"/>
                <a:cs typeface="Verdana"/>
              </a:rPr>
              <a:t>de</a:t>
            </a:r>
            <a:r>
              <a:rPr dirty="0" sz="1300" spc="275">
                <a:solidFill>
                  <a:srgbClr val="FFFFFF"/>
                </a:solidFill>
                <a:latin typeface="Verdana"/>
                <a:cs typeface="Verdana"/>
              </a:rPr>
              <a:t> </a:t>
            </a:r>
            <a:r>
              <a:rPr dirty="0" sz="1300">
                <a:solidFill>
                  <a:srgbClr val="FFFFFF"/>
                </a:solidFill>
                <a:latin typeface="Verdana"/>
                <a:cs typeface="Verdana"/>
              </a:rPr>
              <a:t>datos</a:t>
            </a:r>
            <a:r>
              <a:rPr dirty="0" sz="1300" spc="275">
                <a:solidFill>
                  <a:srgbClr val="FFFFFF"/>
                </a:solidFill>
                <a:latin typeface="Verdana"/>
                <a:cs typeface="Verdana"/>
              </a:rPr>
              <a:t> </a:t>
            </a:r>
            <a:r>
              <a:rPr dirty="0" sz="1300">
                <a:solidFill>
                  <a:srgbClr val="FFFFFF"/>
                </a:solidFill>
                <a:latin typeface="Verdana"/>
                <a:cs typeface="Verdana"/>
              </a:rPr>
              <a:t>y</a:t>
            </a:r>
            <a:r>
              <a:rPr dirty="0" sz="1300" spc="285">
                <a:solidFill>
                  <a:srgbClr val="FFFFFF"/>
                </a:solidFill>
                <a:latin typeface="Verdana"/>
                <a:cs typeface="Verdana"/>
              </a:rPr>
              <a:t> </a:t>
            </a:r>
            <a:r>
              <a:rPr dirty="0" sz="1300" spc="-25">
                <a:solidFill>
                  <a:srgbClr val="FFFFFF"/>
                </a:solidFill>
                <a:latin typeface="Verdana"/>
                <a:cs typeface="Verdana"/>
              </a:rPr>
              <a:t>las </a:t>
            </a:r>
            <a:r>
              <a:rPr dirty="0" sz="1300">
                <a:solidFill>
                  <a:srgbClr val="FFFFFF"/>
                </a:solidFill>
                <a:latin typeface="Verdana"/>
                <a:cs typeface="Verdana"/>
              </a:rPr>
              <a:t>posibilidades</a:t>
            </a:r>
            <a:r>
              <a:rPr dirty="0" sz="1300" spc="310">
                <a:solidFill>
                  <a:srgbClr val="FFFFFF"/>
                </a:solidFill>
                <a:latin typeface="Verdana"/>
                <a:cs typeface="Verdana"/>
              </a:rPr>
              <a:t>  </a:t>
            </a:r>
            <a:r>
              <a:rPr dirty="0" sz="1300" spc="50">
                <a:solidFill>
                  <a:srgbClr val="FFFFFF"/>
                </a:solidFill>
                <a:latin typeface="Verdana"/>
                <a:cs typeface="Verdana"/>
              </a:rPr>
              <a:t>de</a:t>
            </a:r>
            <a:r>
              <a:rPr dirty="0" sz="1300" spc="310">
                <a:solidFill>
                  <a:srgbClr val="FFFFFF"/>
                </a:solidFill>
                <a:latin typeface="Verdana"/>
                <a:cs typeface="Verdana"/>
              </a:rPr>
              <a:t>  </a:t>
            </a:r>
            <a:r>
              <a:rPr dirty="0" sz="1300">
                <a:solidFill>
                  <a:srgbClr val="FFFFFF"/>
                </a:solidFill>
                <a:latin typeface="Verdana"/>
                <a:cs typeface="Verdana"/>
              </a:rPr>
              <a:t>que</a:t>
            </a:r>
            <a:r>
              <a:rPr dirty="0" sz="1300" spc="310">
                <a:solidFill>
                  <a:srgbClr val="FFFFFF"/>
                </a:solidFill>
                <a:latin typeface="Verdana"/>
                <a:cs typeface="Verdana"/>
              </a:rPr>
              <a:t>  </a:t>
            </a:r>
            <a:r>
              <a:rPr dirty="0" sz="1300">
                <a:solidFill>
                  <a:srgbClr val="FFFFFF"/>
                </a:solidFill>
                <a:latin typeface="Verdana"/>
                <a:cs typeface="Verdana"/>
              </a:rPr>
              <a:t>los</a:t>
            </a:r>
            <a:r>
              <a:rPr dirty="0" sz="1300" spc="310">
                <a:solidFill>
                  <a:srgbClr val="FFFFFF"/>
                </a:solidFill>
                <a:latin typeface="Verdana"/>
                <a:cs typeface="Verdana"/>
              </a:rPr>
              <a:t>  </a:t>
            </a:r>
            <a:r>
              <a:rPr dirty="0" sz="1300">
                <a:solidFill>
                  <a:srgbClr val="FFFFFF"/>
                </a:solidFill>
                <a:latin typeface="Verdana"/>
                <a:cs typeface="Verdana"/>
              </a:rPr>
              <a:t>datos</a:t>
            </a:r>
            <a:r>
              <a:rPr dirty="0" sz="1300" spc="310">
                <a:solidFill>
                  <a:srgbClr val="FFFFFF"/>
                </a:solidFill>
                <a:latin typeface="Verdana"/>
                <a:cs typeface="Verdana"/>
              </a:rPr>
              <a:t>  </a:t>
            </a:r>
            <a:r>
              <a:rPr dirty="0" sz="1300">
                <a:solidFill>
                  <a:srgbClr val="FFFFFF"/>
                </a:solidFill>
                <a:latin typeface="Verdana"/>
                <a:cs typeface="Verdana"/>
              </a:rPr>
              <a:t>pasen</a:t>
            </a:r>
            <a:r>
              <a:rPr dirty="0" sz="1300" spc="320">
                <a:solidFill>
                  <a:srgbClr val="FFFFFF"/>
                </a:solidFill>
                <a:latin typeface="Verdana"/>
                <a:cs typeface="Verdana"/>
              </a:rPr>
              <a:t>  </a:t>
            </a:r>
            <a:r>
              <a:rPr dirty="0" sz="1300" spc="100">
                <a:solidFill>
                  <a:srgbClr val="FFFFFF"/>
                </a:solidFill>
                <a:latin typeface="Verdana"/>
                <a:cs typeface="Verdana"/>
              </a:rPr>
              <a:t>a</a:t>
            </a:r>
            <a:r>
              <a:rPr dirty="0" sz="1300" spc="310">
                <a:solidFill>
                  <a:srgbClr val="FFFFFF"/>
                </a:solidFill>
                <a:latin typeface="Verdana"/>
                <a:cs typeface="Verdana"/>
              </a:rPr>
              <a:t>  </a:t>
            </a:r>
            <a:r>
              <a:rPr dirty="0" sz="1300" spc="-25">
                <a:solidFill>
                  <a:srgbClr val="FFFFFF"/>
                </a:solidFill>
                <a:latin typeface="Verdana"/>
                <a:cs typeface="Verdana"/>
              </a:rPr>
              <a:t>ser </a:t>
            </a:r>
            <a:r>
              <a:rPr dirty="0" sz="1300" spc="-10">
                <a:solidFill>
                  <a:srgbClr val="FFFFFF"/>
                </a:solidFill>
                <a:latin typeface="Verdana"/>
                <a:cs typeface="Verdana"/>
              </a:rPr>
              <a:t>inconsistentes.</a:t>
            </a:r>
            <a:endParaRPr sz="1300">
              <a:latin typeface="Verdana"/>
              <a:cs typeface="Verdana"/>
            </a:endParaRPr>
          </a:p>
          <a:p>
            <a:pPr>
              <a:lnSpc>
                <a:spcPct val="100000"/>
              </a:lnSpc>
              <a:spcBef>
                <a:spcPts val="640"/>
              </a:spcBef>
            </a:pPr>
            <a:endParaRPr sz="1300">
              <a:latin typeface="Verdana"/>
              <a:cs typeface="Verdana"/>
            </a:endParaRPr>
          </a:p>
          <a:p>
            <a:pPr algn="just" marL="12700" marR="5715">
              <a:lnSpc>
                <a:spcPct val="141100"/>
              </a:lnSpc>
              <a:spcBef>
                <a:spcPts val="5"/>
              </a:spcBef>
            </a:pPr>
            <a:r>
              <a:rPr dirty="0" sz="1300" spc="45">
                <a:solidFill>
                  <a:srgbClr val="FFFFFF"/>
                </a:solidFill>
                <a:latin typeface="Lucida Sans Unicode"/>
                <a:cs typeface="Lucida Sans Unicode"/>
              </a:rPr>
              <a:t>Redundancia</a:t>
            </a:r>
            <a:r>
              <a:rPr dirty="0" sz="1300" spc="45">
                <a:solidFill>
                  <a:srgbClr val="FFFFFF"/>
                </a:solidFill>
                <a:latin typeface="Verdana"/>
                <a:cs typeface="Verdana"/>
              </a:rPr>
              <a:t>:</a:t>
            </a:r>
            <a:r>
              <a:rPr dirty="0" sz="1300" spc="180">
                <a:solidFill>
                  <a:srgbClr val="FFFFFF"/>
                </a:solidFill>
                <a:latin typeface="Verdana"/>
                <a:cs typeface="Verdana"/>
              </a:rPr>
              <a:t>   </a:t>
            </a:r>
            <a:r>
              <a:rPr dirty="0" sz="1300">
                <a:solidFill>
                  <a:srgbClr val="FFFFFF"/>
                </a:solidFill>
                <a:latin typeface="Verdana"/>
                <a:cs typeface="Verdana"/>
              </a:rPr>
              <a:t>algo</a:t>
            </a:r>
            <a:r>
              <a:rPr dirty="0" sz="1300" spc="185">
                <a:solidFill>
                  <a:srgbClr val="FFFFFF"/>
                </a:solidFill>
                <a:latin typeface="Verdana"/>
                <a:cs typeface="Verdana"/>
              </a:rPr>
              <a:t>   </a:t>
            </a:r>
            <a:r>
              <a:rPr dirty="0" sz="1300">
                <a:solidFill>
                  <a:srgbClr val="FFFFFF"/>
                </a:solidFill>
                <a:latin typeface="Verdana"/>
                <a:cs typeface="Verdana"/>
              </a:rPr>
              <a:t>que</a:t>
            </a:r>
            <a:r>
              <a:rPr dirty="0" sz="1300" spc="180">
                <a:solidFill>
                  <a:srgbClr val="FFFFFF"/>
                </a:solidFill>
                <a:latin typeface="Verdana"/>
                <a:cs typeface="Verdana"/>
              </a:rPr>
              <a:t>   </a:t>
            </a:r>
            <a:r>
              <a:rPr dirty="0" sz="1300">
                <a:solidFill>
                  <a:srgbClr val="FFFFFF"/>
                </a:solidFill>
                <a:latin typeface="Verdana"/>
                <a:cs typeface="Verdana"/>
              </a:rPr>
              <a:t>es</a:t>
            </a:r>
            <a:r>
              <a:rPr dirty="0" sz="1300" spc="185">
                <a:solidFill>
                  <a:srgbClr val="FFFFFF"/>
                </a:solidFill>
                <a:latin typeface="Verdana"/>
                <a:cs typeface="Verdana"/>
              </a:rPr>
              <a:t>   </a:t>
            </a:r>
            <a:r>
              <a:rPr dirty="0" sz="1300" spc="-10">
                <a:solidFill>
                  <a:srgbClr val="FFFFFF"/>
                </a:solidFill>
                <a:latin typeface="Verdana"/>
                <a:cs typeface="Verdana"/>
              </a:rPr>
              <a:t>innecesariamente repetitivo</a:t>
            </a:r>
            <a:endParaRPr sz="1300">
              <a:latin typeface="Verdana"/>
              <a:cs typeface="Verdana"/>
            </a:endParaRPr>
          </a:p>
        </p:txBody>
      </p:sp>
      <p:grpSp>
        <p:nvGrpSpPr>
          <p:cNvPr id="4" name="object 4" descr=""/>
          <p:cNvGrpSpPr/>
          <p:nvPr/>
        </p:nvGrpSpPr>
        <p:grpSpPr>
          <a:xfrm>
            <a:off x="16136" y="2396265"/>
            <a:ext cx="3355340" cy="2048510"/>
            <a:chOff x="16136" y="2396265"/>
            <a:chExt cx="3355340" cy="2048510"/>
          </a:xfrm>
        </p:grpSpPr>
        <p:pic>
          <p:nvPicPr>
            <p:cNvPr id="5" name="object 5" descr=""/>
            <p:cNvPicPr/>
            <p:nvPr/>
          </p:nvPicPr>
          <p:blipFill>
            <a:blip r:embed="rId3" cstate="print"/>
            <a:stretch>
              <a:fillRect/>
            </a:stretch>
          </p:blipFill>
          <p:spPr>
            <a:xfrm>
              <a:off x="16136" y="2396265"/>
              <a:ext cx="3355041" cy="1026010"/>
            </a:xfrm>
            <a:prstGeom prst="rect">
              <a:avLst/>
            </a:prstGeom>
          </p:spPr>
        </p:pic>
        <p:pic>
          <p:nvPicPr>
            <p:cNvPr id="6" name="object 6" descr=""/>
            <p:cNvPicPr/>
            <p:nvPr/>
          </p:nvPicPr>
          <p:blipFill>
            <a:blip r:embed="rId4" cstate="print"/>
            <a:stretch>
              <a:fillRect/>
            </a:stretch>
          </p:blipFill>
          <p:spPr>
            <a:xfrm>
              <a:off x="16136" y="3419586"/>
              <a:ext cx="3355041" cy="1024665"/>
            </a:xfrm>
            <a:prstGeom prst="rect">
              <a:avLst/>
            </a:prstGeom>
          </p:spPr>
        </p:pic>
      </p:grpSp>
      <p:sp>
        <p:nvSpPr>
          <p:cNvPr id="7" name="object 7" descr=""/>
          <p:cNvSpPr txBox="1"/>
          <p:nvPr/>
        </p:nvSpPr>
        <p:spPr>
          <a:xfrm>
            <a:off x="501038" y="1351825"/>
            <a:ext cx="1853564" cy="173355"/>
          </a:xfrm>
          <a:prstGeom prst="rect">
            <a:avLst/>
          </a:prstGeom>
        </p:spPr>
        <p:txBody>
          <a:bodyPr wrap="square" lIns="0" tIns="14604" rIns="0" bIns="0" rtlCol="0" vert="horz">
            <a:spAutoFit/>
          </a:bodyPr>
          <a:lstStyle/>
          <a:p>
            <a:pPr marL="12700">
              <a:lnSpc>
                <a:spcPct val="100000"/>
              </a:lnSpc>
              <a:spcBef>
                <a:spcPts val="114"/>
              </a:spcBef>
            </a:pPr>
            <a:r>
              <a:rPr dirty="0" sz="950" spc="65">
                <a:solidFill>
                  <a:srgbClr val="FFFFFF"/>
                </a:solidFill>
                <a:latin typeface="Lucida Sans Unicode"/>
                <a:cs typeface="Lucida Sans Unicode"/>
              </a:rPr>
              <a:t>Sistemas</a:t>
            </a:r>
            <a:r>
              <a:rPr dirty="0" sz="950" spc="-7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40">
                <a:solidFill>
                  <a:srgbClr val="FFFFFF"/>
                </a:solidFill>
                <a:latin typeface="Lucida Sans Unicode"/>
                <a:cs typeface="Lucida Sans Unicode"/>
              </a:rPr>
              <a:t> </a:t>
            </a:r>
            <a:r>
              <a:rPr dirty="0" sz="950" spc="70">
                <a:solidFill>
                  <a:srgbClr val="FFFFFF"/>
                </a:solidFill>
                <a:latin typeface="Lucida Sans Unicode"/>
                <a:cs typeface="Lucida Sans Unicode"/>
              </a:rPr>
              <a:t>Bases</a:t>
            </a:r>
            <a:r>
              <a:rPr dirty="0" sz="950" spc="-6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50">
                <a:solidFill>
                  <a:srgbClr val="FFFFFF"/>
                </a:solidFill>
                <a:latin typeface="Lucida Sans Unicode"/>
                <a:cs typeface="Lucida Sans Unicode"/>
              </a:rPr>
              <a:t> </a:t>
            </a:r>
            <a:r>
              <a:rPr dirty="0" sz="950" spc="10">
                <a:solidFill>
                  <a:srgbClr val="FFFFFF"/>
                </a:solidFill>
                <a:latin typeface="Lucida Sans Unicode"/>
                <a:cs typeface="Lucida Sans Unicode"/>
              </a:rPr>
              <a:t>Datos</a:t>
            </a:r>
            <a:r>
              <a:rPr dirty="0" sz="950" spc="-60">
                <a:solidFill>
                  <a:srgbClr val="FFFFFF"/>
                </a:solidFill>
                <a:latin typeface="Lucida Sans Unicode"/>
                <a:cs typeface="Lucida Sans Unicode"/>
              </a:rPr>
              <a:t> </a:t>
            </a:r>
            <a:r>
              <a:rPr dirty="0" sz="950" spc="-85">
                <a:solidFill>
                  <a:srgbClr val="FFFFFF"/>
                </a:solidFill>
                <a:latin typeface="Lucida Sans Unicode"/>
                <a:cs typeface="Lucida Sans Unicode"/>
              </a:rPr>
              <a:t>1</a:t>
            </a:r>
            <a:endParaRPr sz="950">
              <a:latin typeface="Lucida Sans Unicode"/>
              <a:cs typeface="Lucida Sans Unicod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16136" y="941294"/>
            <a:ext cx="8843010" cy="4974590"/>
            <a:chOff x="16136" y="941294"/>
            <a:chExt cx="8843010" cy="4974590"/>
          </a:xfrm>
        </p:grpSpPr>
        <p:pic>
          <p:nvPicPr>
            <p:cNvPr id="3" name="object 3" descr=""/>
            <p:cNvPicPr/>
            <p:nvPr/>
          </p:nvPicPr>
          <p:blipFill>
            <a:blip r:embed="rId2" cstate="print"/>
            <a:stretch>
              <a:fillRect/>
            </a:stretch>
          </p:blipFill>
          <p:spPr>
            <a:xfrm>
              <a:off x="16136" y="941294"/>
              <a:ext cx="8842785" cy="4974067"/>
            </a:xfrm>
            <a:prstGeom prst="rect">
              <a:avLst/>
            </a:prstGeom>
          </p:spPr>
        </p:pic>
        <p:pic>
          <p:nvPicPr>
            <p:cNvPr id="4" name="object 4" descr=""/>
            <p:cNvPicPr/>
            <p:nvPr/>
          </p:nvPicPr>
          <p:blipFill>
            <a:blip r:embed="rId3" cstate="print"/>
            <a:stretch>
              <a:fillRect/>
            </a:stretch>
          </p:blipFill>
          <p:spPr>
            <a:xfrm>
              <a:off x="512332" y="2986591"/>
              <a:ext cx="1714499" cy="1285538"/>
            </a:xfrm>
            <a:prstGeom prst="rect">
              <a:avLst/>
            </a:prstGeom>
          </p:spPr>
        </p:pic>
        <p:pic>
          <p:nvPicPr>
            <p:cNvPr id="5" name="object 5" descr=""/>
            <p:cNvPicPr/>
            <p:nvPr/>
          </p:nvPicPr>
          <p:blipFill>
            <a:blip r:embed="rId4" cstate="print"/>
            <a:stretch>
              <a:fillRect/>
            </a:stretch>
          </p:blipFill>
          <p:spPr>
            <a:xfrm>
              <a:off x="5018442" y="4255994"/>
              <a:ext cx="3505647" cy="1161825"/>
            </a:xfrm>
            <a:prstGeom prst="rect">
              <a:avLst/>
            </a:prstGeom>
          </p:spPr>
        </p:pic>
      </p:grpSp>
      <p:sp>
        <p:nvSpPr>
          <p:cNvPr id="6" name="object 6"/>
          <p:cNvSpPr txBox="1">
            <a:spLocks noGrp="1"/>
          </p:cNvSpPr>
          <p:nvPr>
            <p:ph type="title"/>
          </p:nvPr>
        </p:nvSpPr>
        <p:spPr>
          <a:xfrm>
            <a:off x="501131" y="1585777"/>
            <a:ext cx="6862445" cy="615315"/>
          </a:xfrm>
          <a:prstGeom prst="rect"/>
        </p:spPr>
        <p:txBody>
          <a:bodyPr wrap="square" lIns="0" tIns="14604" rIns="0" bIns="0" rtlCol="0" vert="horz">
            <a:spAutoFit/>
          </a:bodyPr>
          <a:lstStyle/>
          <a:p>
            <a:pPr marL="12700">
              <a:lnSpc>
                <a:spcPct val="100000"/>
              </a:lnSpc>
              <a:spcBef>
                <a:spcPts val="114"/>
              </a:spcBef>
            </a:pPr>
            <a:r>
              <a:rPr dirty="0" sz="3850" spc="285">
                <a:solidFill>
                  <a:srgbClr val="FFFFFF"/>
                </a:solidFill>
                <a:latin typeface="Trebuchet MS"/>
                <a:cs typeface="Trebuchet MS"/>
              </a:rPr>
              <a:t>Primer</a:t>
            </a:r>
            <a:r>
              <a:rPr dirty="0" sz="3850" spc="-325">
                <a:solidFill>
                  <a:srgbClr val="FFFFFF"/>
                </a:solidFill>
                <a:latin typeface="Trebuchet MS"/>
                <a:cs typeface="Trebuchet MS"/>
              </a:rPr>
              <a:t> </a:t>
            </a:r>
            <a:r>
              <a:rPr dirty="0" sz="3850" spc="415">
                <a:solidFill>
                  <a:srgbClr val="FFFFFF"/>
                </a:solidFill>
                <a:latin typeface="Trebuchet MS"/>
                <a:cs typeface="Trebuchet MS"/>
              </a:rPr>
              <a:t>Forma</a:t>
            </a:r>
            <a:r>
              <a:rPr dirty="0" sz="3850" spc="-325">
                <a:solidFill>
                  <a:srgbClr val="FFFFFF"/>
                </a:solidFill>
                <a:latin typeface="Trebuchet MS"/>
                <a:cs typeface="Trebuchet MS"/>
              </a:rPr>
              <a:t> </a:t>
            </a:r>
            <a:r>
              <a:rPr dirty="0" sz="3850" spc="409">
                <a:solidFill>
                  <a:srgbClr val="FFFFFF"/>
                </a:solidFill>
                <a:latin typeface="Trebuchet MS"/>
                <a:cs typeface="Trebuchet MS"/>
              </a:rPr>
              <a:t>Normal</a:t>
            </a:r>
            <a:r>
              <a:rPr dirty="0" sz="3850" spc="-310">
                <a:solidFill>
                  <a:srgbClr val="FFFFFF"/>
                </a:solidFill>
                <a:latin typeface="Trebuchet MS"/>
                <a:cs typeface="Trebuchet MS"/>
              </a:rPr>
              <a:t> </a:t>
            </a:r>
            <a:r>
              <a:rPr dirty="0" sz="3850" spc="140">
                <a:solidFill>
                  <a:srgbClr val="FFFFFF"/>
                </a:solidFill>
                <a:latin typeface="Trebuchet MS"/>
                <a:cs typeface="Trebuchet MS"/>
              </a:rPr>
              <a:t>(1NF)</a:t>
            </a:r>
            <a:endParaRPr sz="3850">
              <a:latin typeface="Trebuchet MS"/>
              <a:cs typeface="Trebuchet MS"/>
            </a:endParaRPr>
          </a:p>
        </p:txBody>
      </p:sp>
      <p:sp>
        <p:nvSpPr>
          <p:cNvPr id="7" name="object 7" descr=""/>
          <p:cNvSpPr/>
          <p:nvPr/>
        </p:nvSpPr>
        <p:spPr>
          <a:xfrm>
            <a:off x="597049" y="2544183"/>
            <a:ext cx="55244" cy="55244"/>
          </a:xfrm>
          <a:custGeom>
            <a:avLst/>
            <a:gdLst/>
            <a:ahLst/>
            <a:cxnLst/>
            <a:rect l="l" t="t" r="r" b="b"/>
            <a:pathLst>
              <a:path w="55245" h="55244">
                <a:moveTo>
                  <a:pt x="30928" y="55132"/>
                </a:moveTo>
                <a:lnTo>
                  <a:pt x="22859" y="55132"/>
                </a:lnTo>
                <a:lnTo>
                  <a:pt x="21515" y="53788"/>
                </a:lnTo>
                <a:lnTo>
                  <a:pt x="18825" y="53788"/>
                </a:lnTo>
                <a:lnTo>
                  <a:pt x="16136" y="52443"/>
                </a:lnTo>
                <a:lnTo>
                  <a:pt x="14791" y="52443"/>
                </a:lnTo>
                <a:lnTo>
                  <a:pt x="10757" y="48409"/>
                </a:lnTo>
                <a:lnTo>
                  <a:pt x="9412" y="48409"/>
                </a:lnTo>
                <a:lnTo>
                  <a:pt x="4034" y="43030"/>
                </a:lnTo>
                <a:lnTo>
                  <a:pt x="2689" y="40341"/>
                </a:lnTo>
                <a:lnTo>
                  <a:pt x="2689" y="38996"/>
                </a:lnTo>
                <a:lnTo>
                  <a:pt x="1344" y="37651"/>
                </a:lnTo>
                <a:lnTo>
                  <a:pt x="1344" y="36307"/>
                </a:lnTo>
                <a:lnTo>
                  <a:pt x="0" y="33617"/>
                </a:lnTo>
                <a:lnTo>
                  <a:pt x="0" y="20170"/>
                </a:lnTo>
                <a:lnTo>
                  <a:pt x="1344" y="18825"/>
                </a:lnTo>
                <a:lnTo>
                  <a:pt x="1344" y="16136"/>
                </a:lnTo>
                <a:lnTo>
                  <a:pt x="2689" y="14791"/>
                </a:lnTo>
                <a:lnTo>
                  <a:pt x="2689" y="13447"/>
                </a:lnTo>
                <a:lnTo>
                  <a:pt x="13447" y="2689"/>
                </a:lnTo>
                <a:lnTo>
                  <a:pt x="14791" y="2689"/>
                </a:lnTo>
                <a:lnTo>
                  <a:pt x="16136" y="1344"/>
                </a:lnTo>
                <a:lnTo>
                  <a:pt x="18825" y="1344"/>
                </a:lnTo>
                <a:lnTo>
                  <a:pt x="20170" y="0"/>
                </a:lnTo>
                <a:lnTo>
                  <a:pt x="33617" y="0"/>
                </a:lnTo>
                <a:lnTo>
                  <a:pt x="36307" y="1344"/>
                </a:lnTo>
                <a:lnTo>
                  <a:pt x="37651" y="1344"/>
                </a:lnTo>
                <a:lnTo>
                  <a:pt x="38996" y="2689"/>
                </a:lnTo>
                <a:lnTo>
                  <a:pt x="40341" y="2689"/>
                </a:lnTo>
                <a:lnTo>
                  <a:pt x="43030" y="4034"/>
                </a:lnTo>
                <a:lnTo>
                  <a:pt x="48409" y="9412"/>
                </a:lnTo>
                <a:lnTo>
                  <a:pt x="48409" y="10757"/>
                </a:lnTo>
                <a:lnTo>
                  <a:pt x="52443" y="14791"/>
                </a:lnTo>
                <a:lnTo>
                  <a:pt x="52443" y="16136"/>
                </a:lnTo>
                <a:lnTo>
                  <a:pt x="53788" y="18825"/>
                </a:lnTo>
                <a:lnTo>
                  <a:pt x="53788" y="21515"/>
                </a:lnTo>
                <a:lnTo>
                  <a:pt x="55132" y="22859"/>
                </a:lnTo>
                <a:lnTo>
                  <a:pt x="55132" y="26894"/>
                </a:lnTo>
                <a:lnTo>
                  <a:pt x="55132" y="30928"/>
                </a:lnTo>
                <a:lnTo>
                  <a:pt x="53788" y="32272"/>
                </a:lnTo>
                <a:lnTo>
                  <a:pt x="53788" y="36307"/>
                </a:lnTo>
                <a:lnTo>
                  <a:pt x="52443" y="37651"/>
                </a:lnTo>
                <a:lnTo>
                  <a:pt x="52443" y="38996"/>
                </a:lnTo>
                <a:lnTo>
                  <a:pt x="51098" y="40341"/>
                </a:lnTo>
                <a:lnTo>
                  <a:pt x="49754" y="43030"/>
                </a:lnTo>
                <a:lnTo>
                  <a:pt x="48409" y="44375"/>
                </a:lnTo>
                <a:lnTo>
                  <a:pt x="48409" y="45719"/>
                </a:lnTo>
                <a:lnTo>
                  <a:pt x="45719" y="48409"/>
                </a:lnTo>
                <a:lnTo>
                  <a:pt x="44375" y="48409"/>
                </a:lnTo>
                <a:lnTo>
                  <a:pt x="43030" y="49754"/>
                </a:lnTo>
                <a:lnTo>
                  <a:pt x="40341" y="51098"/>
                </a:lnTo>
                <a:lnTo>
                  <a:pt x="38996" y="52443"/>
                </a:lnTo>
                <a:lnTo>
                  <a:pt x="37651" y="52443"/>
                </a:lnTo>
                <a:lnTo>
                  <a:pt x="36307" y="53788"/>
                </a:lnTo>
                <a:lnTo>
                  <a:pt x="32272" y="53788"/>
                </a:lnTo>
                <a:lnTo>
                  <a:pt x="30928" y="55132"/>
                </a:lnTo>
                <a:close/>
              </a:path>
            </a:pathLst>
          </a:custGeom>
          <a:solidFill>
            <a:srgbClr val="FFFFFF"/>
          </a:solidFill>
        </p:spPr>
        <p:txBody>
          <a:bodyPr wrap="square" lIns="0" tIns="0" rIns="0" bIns="0" rtlCol="0"/>
          <a:lstStyle/>
          <a:p/>
        </p:txBody>
      </p:sp>
      <p:sp>
        <p:nvSpPr>
          <p:cNvPr id="8" name="object 8" descr=""/>
          <p:cNvSpPr txBox="1"/>
          <p:nvPr/>
        </p:nvSpPr>
        <p:spPr>
          <a:xfrm>
            <a:off x="721438" y="2449912"/>
            <a:ext cx="4086860" cy="217170"/>
          </a:xfrm>
          <a:prstGeom prst="rect">
            <a:avLst/>
          </a:prstGeom>
        </p:spPr>
        <p:txBody>
          <a:bodyPr wrap="square" lIns="0" tIns="13335" rIns="0" bIns="0" rtlCol="0" vert="horz">
            <a:spAutoFit/>
          </a:bodyPr>
          <a:lstStyle/>
          <a:p>
            <a:pPr marL="12700">
              <a:lnSpc>
                <a:spcPct val="100000"/>
              </a:lnSpc>
              <a:spcBef>
                <a:spcPts val="105"/>
              </a:spcBef>
            </a:pPr>
            <a:r>
              <a:rPr dirty="0" sz="1250">
                <a:solidFill>
                  <a:srgbClr val="FFFFFF"/>
                </a:solidFill>
                <a:latin typeface="Verdana"/>
                <a:cs typeface="Verdana"/>
              </a:rPr>
              <a:t>Necesita</a:t>
            </a:r>
            <a:r>
              <a:rPr dirty="0" sz="1250" spc="-30">
                <a:solidFill>
                  <a:srgbClr val="FFFFFF"/>
                </a:solidFill>
                <a:latin typeface="Verdana"/>
                <a:cs typeface="Verdana"/>
              </a:rPr>
              <a:t> </a:t>
            </a:r>
            <a:r>
              <a:rPr dirty="0" sz="1250">
                <a:solidFill>
                  <a:srgbClr val="FFFFFF"/>
                </a:solidFill>
                <a:latin typeface="Verdana"/>
                <a:cs typeface="Verdana"/>
              </a:rPr>
              <a:t>que</a:t>
            </a:r>
            <a:r>
              <a:rPr dirty="0" sz="1250" spc="-30">
                <a:solidFill>
                  <a:srgbClr val="FFFFFF"/>
                </a:solidFill>
                <a:latin typeface="Verdana"/>
                <a:cs typeface="Verdana"/>
              </a:rPr>
              <a:t> </a:t>
            </a:r>
            <a:r>
              <a:rPr dirty="0" sz="1250">
                <a:solidFill>
                  <a:srgbClr val="FFFFFF"/>
                </a:solidFill>
                <a:latin typeface="Verdana"/>
                <a:cs typeface="Verdana"/>
              </a:rPr>
              <a:t>no</a:t>
            </a:r>
            <a:r>
              <a:rPr dirty="0" sz="1250" spc="-45">
                <a:solidFill>
                  <a:srgbClr val="FFFFFF"/>
                </a:solidFill>
                <a:latin typeface="Verdana"/>
                <a:cs typeface="Verdana"/>
              </a:rPr>
              <a:t> </a:t>
            </a:r>
            <a:r>
              <a:rPr dirty="0" sz="1250" spc="-20">
                <a:solidFill>
                  <a:srgbClr val="FFFFFF"/>
                </a:solidFill>
                <a:latin typeface="Verdana"/>
                <a:cs typeface="Verdana"/>
              </a:rPr>
              <a:t>existan</a:t>
            </a:r>
            <a:r>
              <a:rPr dirty="0" sz="1250" spc="-35">
                <a:solidFill>
                  <a:srgbClr val="FFFFFF"/>
                </a:solidFill>
                <a:latin typeface="Verdana"/>
                <a:cs typeface="Verdana"/>
              </a:rPr>
              <a:t> </a:t>
            </a:r>
            <a:r>
              <a:rPr dirty="0" sz="1250">
                <a:solidFill>
                  <a:srgbClr val="FFFFFF"/>
                </a:solidFill>
                <a:latin typeface="Verdana"/>
                <a:cs typeface="Verdana"/>
              </a:rPr>
              <a:t>atributos</a:t>
            </a:r>
            <a:r>
              <a:rPr dirty="0" sz="1250" spc="-30">
                <a:solidFill>
                  <a:srgbClr val="FFFFFF"/>
                </a:solidFill>
                <a:latin typeface="Verdana"/>
                <a:cs typeface="Verdana"/>
              </a:rPr>
              <a:t> </a:t>
            </a:r>
            <a:r>
              <a:rPr dirty="0" sz="1250">
                <a:solidFill>
                  <a:srgbClr val="FFFFFF"/>
                </a:solidFill>
                <a:latin typeface="Verdana"/>
                <a:cs typeface="Verdana"/>
              </a:rPr>
              <a:t>de</a:t>
            </a:r>
            <a:r>
              <a:rPr dirty="0" sz="1250" spc="-35">
                <a:solidFill>
                  <a:srgbClr val="FFFFFF"/>
                </a:solidFill>
                <a:latin typeface="Verdana"/>
                <a:cs typeface="Verdana"/>
              </a:rPr>
              <a:t> </a:t>
            </a:r>
            <a:r>
              <a:rPr dirty="0" sz="1250" spc="-10">
                <a:solidFill>
                  <a:srgbClr val="FFFFFF"/>
                </a:solidFill>
                <a:latin typeface="Verdana"/>
                <a:cs typeface="Verdana"/>
              </a:rPr>
              <a:t>varios</a:t>
            </a:r>
            <a:r>
              <a:rPr dirty="0" sz="1250" spc="-50">
                <a:solidFill>
                  <a:srgbClr val="FFFFFF"/>
                </a:solidFill>
                <a:latin typeface="Verdana"/>
                <a:cs typeface="Verdana"/>
              </a:rPr>
              <a:t> </a:t>
            </a:r>
            <a:r>
              <a:rPr dirty="0" sz="1250" spc="-10">
                <a:solidFill>
                  <a:srgbClr val="FFFFFF"/>
                </a:solidFill>
                <a:latin typeface="Verdana"/>
                <a:cs typeface="Verdana"/>
              </a:rPr>
              <a:t>valores</a:t>
            </a:r>
            <a:endParaRPr sz="1250">
              <a:latin typeface="Verdana"/>
              <a:cs typeface="Verdana"/>
            </a:endParaRPr>
          </a:p>
        </p:txBody>
      </p:sp>
      <p:sp>
        <p:nvSpPr>
          <p:cNvPr id="9" name="object 9" descr=""/>
          <p:cNvSpPr txBox="1"/>
          <p:nvPr/>
        </p:nvSpPr>
        <p:spPr>
          <a:xfrm>
            <a:off x="501038" y="1271032"/>
            <a:ext cx="1784985" cy="173355"/>
          </a:xfrm>
          <a:prstGeom prst="rect">
            <a:avLst/>
          </a:prstGeom>
        </p:spPr>
        <p:txBody>
          <a:bodyPr wrap="square" lIns="0" tIns="14604" rIns="0" bIns="0" rtlCol="0" vert="horz">
            <a:spAutoFit/>
          </a:bodyPr>
          <a:lstStyle/>
          <a:p>
            <a:pPr marL="12700">
              <a:lnSpc>
                <a:spcPct val="100000"/>
              </a:lnSpc>
              <a:spcBef>
                <a:spcPts val="114"/>
              </a:spcBef>
            </a:pPr>
            <a:r>
              <a:rPr dirty="0" sz="950" spc="110">
                <a:solidFill>
                  <a:srgbClr val="FFFFFF"/>
                </a:solidFill>
                <a:latin typeface="Trebuchet MS"/>
                <a:cs typeface="Trebuchet MS"/>
              </a:rPr>
              <a:t>Sistemas</a:t>
            </a:r>
            <a:r>
              <a:rPr dirty="0" sz="950" spc="-85">
                <a:solidFill>
                  <a:srgbClr val="FFFFFF"/>
                </a:solidFill>
                <a:latin typeface="Trebuchet MS"/>
                <a:cs typeface="Trebuchet MS"/>
              </a:rPr>
              <a:t> </a:t>
            </a:r>
            <a:r>
              <a:rPr dirty="0" sz="950" spc="105">
                <a:solidFill>
                  <a:srgbClr val="FFFFFF"/>
                </a:solidFill>
                <a:latin typeface="Trebuchet MS"/>
                <a:cs typeface="Trebuchet MS"/>
              </a:rPr>
              <a:t>de</a:t>
            </a:r>
            <a:r>
              <a:rPr dirty="0" sz="950" spc="-55">
                <a:solidFill>
                  <a:srgbClr val="FFFFFF"/>
                </a:solidFill>
                <a:latin typeface="Trebuchet MS"/>
                <a:cs typeface="Trebuchet MS"/>
              </a:rPr>
              <a:t> </a:t>
            </a:r>
            <a:r>
              <a:rPr dirty="0" sz="950" spc="114">
                <a:solidFill>
                  <a:srgbClr val="FFFFFF"/>
                </a:solidFill>
                <a:latin typeface="Trebuchet MS"/>
                <a:cs typeface="Trebuchet MS"/>
              </a:rPr>
              <a:t>Base</a:t>
            </a:r>
            <a:r>
              <a:rPr dirty="0" sz="950" spc="-70">
                <a:solidFill>
                  <a:srgbClr val="FFFFFF"/>
                </a:solidFill>
                <a:latin typeface="Trebuchet MS"/>
                <a:cs typeface="Trebuchet MS"/>
              </a:rPr>
              <a:t> </a:t>
            </a:r>
            <a:r>
              <a:rPr dirty="0" sz="950" spc="105">
                <a:solidFill>
                  <a:srgbClr val="FFFFFF"/>
                </a:solidFill>
                <a:latin typeface="Trebuchet MS"/>
                <a:cs typeface="Trebuchet MS"/>
              </a:rPr>
              <a:t>de</a:t>
            </a:r>
            <a:r>
              <a:rPr dirty="0" sz="950" spc="-75">
                <a:solidFill>
                  <a:srgbClr val="FFFFFF"/>
                </a:solidFill>
                <a:latin typeface="Trebuchet MS"/>
                <a:cs typeface="Trebuchet MS"/>
              </a:rPr>
              <a:t> </a:t>
            </a:r>
            <a:r>
              <a:rPr dirty="0" sz="950" spc="105">
                <a:solidFill>
                  <a:srgbClr val="FFFFFF"/>
                </a:solidFill>
                <a:latin typeface="Trebuchet MS"/>
                <a:cs typeface="Trebuchet MS"/>
              </a:rPr>
              <a:t>Datos</a:t>
            </a:r>
            <a:r>
              <a:rPr dirty="0" sz="950" spc="-85">
                <a:solidFill>
                  <a:srgbClr val="FFFFFF"/>
                </a:solidFill>
                <a:latin typeface="Trebuchet MS"/>
                <a:cs typeface="Trebuchet MS"/>
              </a:rPr>
              <a:t> </a:t>
            </a:r>
            <a:r>
              <a:rPr dirty="0" sz="950" spc="-50">
                <a:solidFill>
                  <a:srgbClr val="FFFFFF"/>
                </a:solidFill>
                <a:latin typeface="Trebuchet MS"/>
                <a:cs typeface="Trebuchet MS"/>
              </a:rPr>
              <a:t>1</a:t>
            </a:r>
            <a:endParaRPr sz="950">
              <a:latin typeface="Trebuchet MS"/>
              <a:cs typeface="Trebuchet MS"/>
            </a:endParaRPr>
          </a:p>
        </p:txBody>
      </p:sp>
      <p:sp>
        <p:nvSpPr>
          <p:cNvPr id="10" name="object 10" descr=""/>
          <p:cNvSpPr txBox="1"/>
          <p:nvPr/>
        </p:nvSpPr>
        <p:spPr>
          <a:xfrm>
            <a:off x="2335147" y="3088119"/>
            <a:ext cx="2511425" cy="431800"/>
          </a:xfrm>
          <a:prstGeom prst="rect">
            <a:avLst/>
          </a:prstGeom>
        </p:spPr>
        <p:txBody>
          <a:bodyPr wrap="square" lIns="0" tIns="12065" rIns="0" bIns="0" rtlCol="0" vert="horz">
            <a:spAutoFit/>
          </a:bodyPr>
          <a:lstStyle/>
          <a:p>
            <a:pPr marL="12700" marR="5080">
              <a:lnSpc>
                <a:spcPct val="115799"/>
              </a:lnSpc>
              <a:spcBef>
                <a:spcPts val="95"/>
              </a:spcBef>
              <a:tabLst>
                <a:tab pos="326390" algn="l"/>
                <a:tab pos="1086485" algn="l"/>
                <a:tab pos="2022475" algn="l"/>
              </a:tabLst>
            </a:pPr>
            <a:r>
              <a:rPr dirty="0" sz="1150" spc="-25">
                <a:solidFill>
                  <a:srgbClr val="FFFFFF"/>
                </a:solidFill>
                <a:latin typeface="Lucida Sans Unicode"/>
                <a:cs typeface="Lucida Sans Unicode"/>
              </a:rPr>
              <a:t>El</a:t>
            </a:r>
            <a:r>
              <a:rPr dirty="0" sz="1150">
                <a:solidFill>
                  <a:srgbClr val="FFFFFF"/>
                </a:solidFill>
                <a:latin typeface="Lucida Sans Unicode"/>
                <a:cs typeface="Lucida Sans Unicode"/>
              </a:rPr>
              <a:t>	</a:t>
            </a:r>
            <a:r>
              <a:rPr dirty="0" sz="1150" spc="-10">
                <a:solidFill>
                  <a:srgbClr val="FFFFFF"/>
                </a:solidFill>
                <a:latin typeface="Lucida Sans Unicode"/>
                <a:cs typeface="Lucida Sans Unicode"/>
              </a:rPr>
              <a:t>atributo</a:t>
            </a:r>
            <a:r>
              <a:rPr dirty="0" sz="1150">
                <a:solidFill>
                  <a:srgbClr val="FFFFFF"/>
                </a:solidFill>
                <a:latin typeface="Lucida Sans Unicode"/>
                <a:cs typeface="Lucida Sans Unicode"/>
              </a:rPr>
              <a:t>	</a:t>
            </a:r>
            <a:r>
              <a:rPr dirty="0" sz="1150" spc="-10">
                <a:solidFill>
                  <a:srgbClr val="00BF62"/>
                </a:solidFill>
                <a:latin typeface="Lucida Sans Unicode"/>
                <a:cs typeface="Lucida Sans Unicode"/>
              </a:rPr>
              <a:t>Classroom</a:t>
            </a:r>
            <a:r>
              <a:rPr dirty="0" sz="1150">
                <a:solidFill>
                  <a:srgbClr val="00BF62"/>
                </a:solidFill>
                <a:latin typeface="Lucida Sans Unicode"/>
                <a:cs typeface="Lucida Sans Unicode"/>
              </a:rPr>
              <a:t>	</a:t>
            </a:r>
            <a:r>
              <a:rPr dirty="0" sz="1150" spc="-10">
                <a:solidFill>
                  <a:srgbClr val="FFFFFF"/>
                </a:solidFill>
                <a:latin typeface="Lucida Sans Unicode"/>
                <a:cs typeface="Lucida Sans Unicode"/>
              </a:rPr>
              <a:t>tendrá </a:t>
            </a:r>
            <a:r>
              <a:rPr dirty="0" sz="1150">
                <a:solidFill>
                  <a:srgbClr val="FFFFFF"/>
                </a:solidFill>
                <a:latin typeface="Lucida Sans Unicode"/>
                <a:cs typeface="Lucida Sans Unicode"/>
              </a:rPr>
              <a:t>varios</a:t>
            </a:r>
            <a:r>
              <a:rPr dirty="0" sz="1150" spc="-55">
                <a:solidFill>
                  <a:srgbClr val="FFFFFF"/>
                </a:solidFill>
                <a:latin typeface="Lucida Sans Unicode"/>
                <a:cs typeface="Lucida Sans Unicode"/>
              </a:rPr>
              <a:t> </a:t>
            </a:r>
            <a:r>
              <a:rPr dirty="0" sz="1150" spc="-10">
                <a:solidFill>
                  <a:srgbClr val="FFFFFF"/>
                </a:solidFill>
                <a:latin typeface="Lucida Sans Unicode"/>
                <a:cs typeface="Lucida Sans Unicode"/>
              </a:rPr>
              <a:t>valores</a:t>
            </a:r>
            <a:endParaRPr sz="1150">
              <a:latin typeface="Lucida Sans Unicode"/>
              <a:cs typeface="Lucida Sans Unicode"/>
            </a:endParaRPr>
          </a:p>
        </p:txBody>
      </p:sp>
      <p:sp>
        <p:nvSpPr>
          <p:cNvPr id="11" name="object 11" descr=""/>
          <p:cNvSpPr txBox="1"/>
          <p:nvPr/>
        </p:nvSpPr>
        <p:spPr>
          <a:xfrm>
            <a:off x="2335147" y="3698533"/>
            <a:ext cx="2510790" cy="429259"/>
          </a:xfrm>
          <a:prstGeom prst="rect">
            <a:avLst/>
          </a:prstGeom>
        </p:spPr>
        <p:txBody>
          <a:bodyPr wrap="square" lIns="0" tIns="12065" rIns="0" bIns="0" rtlCol="0" vert="horz">
            <a:spAutoFit/>
          </a:bodyPr>
          <a:lstStyle/>
          <a:p>
            <a:pPr marL="12700" marR="5080">
              <a:lnSpc>
                <a:spcPct val="115100"/>
              </a:lnSpc>
              <a:spcBef>
                <a:spcPts val="95"/>
              </a:spcBef>
            </a:pPr>
            <a:r>
              <a:rPr dirty="0" sz="1150">
                <a:solidFill>
                  <a:srgbClr val="0CBFDF"/>
                </a:solidFill>
                <a:latin typeface="Lucida Sans Unicode"/>
                <a:cs typeface="Lucida Sans Unicode"/>
              </a:rPr>
              <a:t>Esta</a:t>
            </a:r>
            <a:r>
              <a:rPr dirty="0" sz="1150" spc="160">
                <a:solidFill>
                  <a:srgbClr val="0CBFDF"/>
                </a:solidFill>
                <a:latin typeface="Lucida Sans Unicode"/>
                <a:cs typeface="Lucida Sans Unicode"/>
              </a:rPr>
              <a:t> </a:t>
            </a:r>
            <a:r>
              <a:rPr dirty="0" sz="1150">
                <a:solidFill>
                  <a:srgbClr val="0CBFDF"/>
                </a:solidFill>
                <a:latin typeface="Lucida Sans Unicode"/>
                <a:cs typeface="Lucida Sans Unicode"/>
              </a:rPr>
              <a:t>entidad</a:t>
            </a:r>
            <a:r>
              <a:rPr dirty="0" sz="1150" spc="160">
                <a:solidFill>
                  <a:srgbClr val="0CBFDF"/>
                </a:solidFill>
                <a:latin typeface="Lucida Sans Unicode"/>
                <a:cs typeface="Lucida Sans Unicode"/>
              </a:rPr>
              <a:t> </a:t>
            </a:r>
            <a:r>
              <a:rPr dirty="0" sz="1150">
                <a:solidFill>
                  <a:srgbClr val="0CBFDF"/>
                </a:solidFill>
                <a:latin typeface="Lucida Sans Unicode"/>
                <a:cs typeface="Lucida Sans Unicode"/>
              </a:rPr>
              <a:t>no</a:t>
            </a:r>
            <a:r>
              <a:rPr dirty="0" sz="1150" spc="170">
                <a:solidFill>
                  <a:srgbClr val="0CBFDF"/>
                </a:solidFill>
                <a:latin typeface="Lucida Sans Unicode"/>
                <a:cs typeface="Lucida Sans Unicode"/>
              </a:rPr>
              <a:t> </a:t>
            </a:r>
            <a:r>
              <a:rPr dirty="0" sz="1150">
                <a:solidFill>
                  <a:srgbClr val="0CBFDF"/>
                </a:solidFill>
                <a:latin typeface="Lucida Sans Unicode"/>
                <a:cs typeface="Lucida Sans Unicode"/>
              </a:rPr>
              <a:t>está</a:t>
            </a:r>
            <a:r>
              <a:rPr dirty="0" sz="1150" spc="160">
                <a:solidFill>
                  <a:srgbClr val="0CBFDF"/>
                </a:solidFill>
                <a:latin typeface="Lucida Sans Unicode"/>
                <a:cs typeface="Lucida Sans Unicode"/>
              </a:rPr>
              <a:t> </a:t>
            </a:r>
            <a:r>
              <a:rPr dirty="0" sz="1150">
                <a:solidFill>
                  <a:srgbClr val="0CBFDF"/>
                </a:solidFill>
                <a:latin typeface="Lucida Sans Unicode"/>
                <a:cs typeface="Lucida Sans Unicode"/>
              </a:rPr>
              <a:t>en</a:t>
            </a:r>
            <a:r>
              <a:rPr dirty="0" sz="1150" spc="165">
                <a:solidFill>
                  <a:srgbClr val="0CBFDF"/>
                </a:solidFill>
                <a:latin typeface="Lucida Sans Unicode"/>
                <a:cs typeface="Lucida Sans Unicode"/>
              </a:rPr>
              <a:t> </a:t>
            </a:r>
            <a:r>
              <a:rPr dirty="0" sz="1150">
                <a:solidFill>
                  <a:srgbClr val="0CBFDF"/>
                </a:solidFill>
                <a:latin typeface="Lucida Sans Unicode"/>
                <a:cs typeface="Lucida Sans Unicode"/>
              </a:rPr>
              <a:t>el</a:t>
            </a:r>
            <a:r>
              <a:rPr dirty="0" sz="1150" spc="180">
                <a:solidFill>
                  <a:srgbClr val="0CBFDF"/>
                </a:solidFill>
                <a:latin typeface="Lucida Sans Unicode"/>
                <a:cs typeface="Lucida Sans Unicode"/>
              </a:rPr>
              <a:t> </a:t>
            </a:r>
            <a:r>
              <a:rPr dirty="0" sz="1150" spc="-10">
                <a:solidFill>
                  <a:srgbClr val="0CBFDF"/>
                </a:solidFill>
                <a:latin typeface="Lucida Sans Unicode"/>
                <a:cs typeface="Lucida Sans Unicode"/>
              </a:rPr>
              <a:t>primer </a:t>
            </a:r>
            <a:r>
              <a:rPr dirty="0" sz="1150">
                <a:solidFill>
                  <a:srgbClr val="0CBFDF"/>
                </a:solidFill>
                <a:latin typeface="Lucida Sans Unicode"/>
                <a:cs typeface="Lucida Sans Unicode"/>
              </a:rPr>
              <a:t>formato</a:t>
            </a:r>
            <a:r>
              <a:rPr dirty="0" sz="1150" spc="-35">
                <a:solidFill>
                  <a:srgbClr val="0CBFDF"/>
                </a:solidFill>
                <a:latin typeface="Lucida Sans Unicode"/>
                <a:cs typeface="Lucida Sans Unicode"/>
              </a:rPr>
              <a:t> </a:t>
            </a:r>
            <a:r>
              <a:rPr dirty="0" sz="1150" spc="-10">
                <a:solidFill>
                  <a:srgbClr val="0CBFDF"/>
                </a:solidFill>
                <a:latin typeface="Lucida Sans Unicode"/>
                <a:cs typeface="Lucida Sans Unicode"/>
              </a:rPr>
              <a:t>normal</a:t>
            </a:r>
            <a:endParaRPr sz="1150">
              <a:latin typeface="Lucida Sans Unicode"/>
              <a:cs typeface="Lucida Sans Unicode"/>
            </a:endParaRPr>
          </a:p>
        </p:txBody>
      </p:sp>
      <p:sp>
        <p:nvSpPr>
          <p:cNvPr id="12" name="object 12" descr=""/>
          <p:cNvSpPr txBox="1"/>
          <p:nvPr/>
        </p:nvSpPr>
        <p:spPr>
          <a:xfrm>
            <a:off x="5341996" y="3155085"/>
            <a:ext cx="3033395" cy="903605"/>
          </a:xfrm>
          <a:prstGeom prst="rect">
            <a:avLst/>
          </a:prstGeom>
        </p:spPr>
        <p:txBody>
          <a:bodyPr wrap="square" lIns="0" tIns="12065" rIns="0" bIns="0" rtlCol="0" vert="horz">
            <a:spAutoFit/>
          </a:bodyPr>
          <a:lstStyle/>
          <a:p>
            <a:pPr algn="just" marL="12700" marR="5080">
              <a:lnSpc>
                <a:spcPct val="115300"/>
              </a:lnSpc>
              <a:spcBef>
                <a:spcPts val="95"/>
              </a:spcBef>
            </a:pPr>
            <a:r>
              <a:rPr dirty="0" sz="1250">
                <a:solidFill>
                  <a:srgbClr val="FFFFFF"/>
                </a:solidFill>
                <a:latin typeface="Lucida Sans Unicode"/>
                <a:cs typeface="Lucida Sans Unicode"/>
              </a:rPr>
              <a:t>Si</a:t>
            </a:r>
            <a:r>
              <a:rPr dirty="0" sz="1250" spc="75">
                <a:solidFill>
                  <a:srgbClr val="FFFFFF"/>
                </a:solidFill>
                <a:latin typeface="Lucida Sans Unicode"/>
                <a:cs typeface="Lucida Sans Unicode"/>
              </a:rPr>
              <a:t>  </a:t>
            </a:r>
            <a:r>
              <a:rPr dirty="0" sz="1250">
                <a:solidFill>
                  <a:srgbClr val="FFFFFF"/>
                </a:solidFill>
                <a:latin typeface="Lucida Sans Unicode"/>
                <a:cs typeface="Lucida Sans Unicode"/>
              </a:rPr>
              <a:t>un</a:t>
            </a:r>
            <a:r>
              <a:rPr dirty="0" sz="1250" spc="85">
                <a:solidFill>
                  <a:srgbClr val="FFFFFF"/>
                </a:solidFill>
                <a:latin typeface="Lucida Sans Unicode"/>
                <a:cs typeface="Lucida Sans Unicode"/>
              </a:rPr>
              <a:t>  </a:t>
            </a:r>
            <a:r>
              <a:rPr dirty="0" sz="1250">
                <a:solidFill>
                  <a:srgbClr val="FFFFFF"/>
                </a:solidFill>
                <a:latin typeface="Lucida Sans Unicode"/>
                <a:cs typeface="Lucida Sans Unicode"/>
              </a:rPr>
              <a:t>atributo</a:t>
            </a:r>
            <a:r>
              <a:rPr dirty="0" sz="1250" spc="80">
                <a:solidFill>
                  <a:srgbClr val="FFFFFF"/>
                </a:solidFill>
                <a:latin typeface="Lucida Sans Unicode"/>
                <a:cs typeface="Lucida Sans Unicode"/>
              </a:rPr>
              <a:t>  </a:t>
            </a:r>
            <a:r>
              <a:rPr dirty="0" sz="1250">
                <a:solidFill>
                  <a:srgbClr val="FFFFFF"/>
                </a:solidFill>
                <a:latin typeface="Lucida Sans Unicode"/>
                <a:cs typeface="Lucida Sans Unicode"/>
              </a:rPr>
              <a:t>tiene</a:t>
            </a:r>
            <a:r>
              <a:rPr dirty="0" sz="1250" spc="85">
                <a:solidFill>
                  <a:srgbClr val="FFFFFF"/>
                </a:solidFill>
                <a:latin typeface="Lucida Sans Unicode"/>
                <a:cs typeface="Lucida Sans Unicode"/>
              </a:rPr>
              <a:t>  </a:t>
            </a:r>
            <a:r>
              <a:rPr dirty="0" sz="1250">
                <a:solidFill>
                  <a:srgbClr val="FFFFFF"/>
                </a:solidFill>
                <a:latin typeface="Lucida Sans Unicode"/>
                <a:cs typeface="Lucida Sans Unicode"/>
              </a:rPr>
              <a:t>varios</a:t>
            </a:r>
            <a:r>
              <a:rPr dirty="0" sz="1250" spc="85">
                <a:solidFill>
                  <a:srgbClr val="FFFFFF"/>
                </a:solidFill>
                <a:latin typeface="Lucida Sans Unicode"/>
                <a:cs typeface="Lucida Sans Unicode"/>
              </a:rPr>
              <a:t>  </a:t>
            </a:r>
            <a:r>
              <a:rPr dirty="0" sz="1250" spc="-10">
                <a:solidFill>
                  <a:srgbClr val="FFFFFF"/>
                </a:solidFill>
                <a:latin typeface="Lucida Sans Unicode"/>
                <a:cs typeface="Lucida Sans Unicode"/>
              </a:rPr>
              <a:t>valores, </a:t>
            </a:r>
            <a:r>
              <a:rPr dirty="0" sz="1250">
                <a:solidFill>
                  <a:srgbClr val="FFFFFF"/>
                </a:solidFill>
                <a:latin typeface="Lucida Sans Unicode"/>
                <a:cs typeface="Lucida Sans Unicode"/>
              </a:rPr>
              <a:t>creamos</a:t>
            </a:r>
            <a:r>
              <a:rPr dirty="0" sz="1250" spc="490">
                <a:solidFill>
                  <a:srgbClr val="FFFFFF"/>
                </a:solidFill>
                <a:latin typeface="Lucida Sans Unicode"/>
                <a:cs typeface="Lucida Sans Unicode"/>
              </a:rPr>
              <a:t> </a:t>
            </a:r>
            <a:r>
              <a:rPr dirty="0" sz="1250">
                <a:solidFill>
                  <a:srgbClr val="FFFFFF"/>
                </a:solidFill>
                <a:latin typeface="Lucida Sans Unicode"/>
                <a:cs typeface="Lucida Sans Unicode"/>
              </a:rPr>
              <a:t>una</a:t>
            </a:r>
            <a:r>
              <a:rPr dirty="0" sz="1250" spc="495">
                <a:solidFill>
                  <a:srgbClr val="FFFFFF"/>
                </a:solidFill>
                <a:latin typeface="Lucida Sans Unicode"/>
                <a:cs typeface="Lucida Sans Unicode"/>
              </a:rPr>
              <a:t> </a:t>
            </a:r>
            <a:r>
              <a:rPr dirty="0" sz="1250">
                <a:solidFill>
                  <a:srgbClr val="FFFFFF"/>
                </a:solidFill>
                <a:latin typeface="Lucida Sans Unicode"/>
                <a:cs typeface="Lucida Sans Unicode"/>
              </a:rPr>
              <a:t>entidad</a:t>
            </a:r>
            <a:r>
              <a:rPr dirty="0" sz="1250" spc="480">
                <a:solidFill>
                  <a:srgbClr val="FFFFFF"/>
                </a:solidFill>
                <a:latin typeface="Lucida Sans Unicode"/>
                <a:cs typeface="Lucida Sans Unicode"/>
              </a:rPr>
              <a:t> </a:t>
            </a:r>
            <a:r>
              <a:rPr dirty="0" sz="1250">
                <a:solidFill>
                  <a:srgbClr val="FFFFFF"/>
                </a:solidFill>
                <a:latin typeface="Lucida Sans Unicode"/>
                <a:cs typeface="Lucida Sans Unicode"/>
              </a:rPr>
              <a:t>adicional</a:t>
            </a:r>
            <a:r>
              <a:rPr dirty="0" sz="1250" spc="50">
                <a:solidFill>
                  <a:srgbClr val="FFFFFF"/>
                </a:solidFill>
                <a:latin typeface="Lucida Sans Unicode"/>
                <a:cs typeface="Lucida Sans Unicode"/>
              </a:rPr>
              <a:t>  </a:t>
            </a:r>
            <a:r>
              <a:rPr dirty="0" sz="1250" spc="55">
                <a:solidFill>
                  <a:srgbClr val="FFFFFF"/>
                </a:solidFill>
                <a:latin typeface="Lucida Sans Unicode"/>
                <a:cs typeface="Lucida Sans Unicode"/>
              </a:rPr>
              <a:t>y</a:t>
            </a:r>
            <a:r>
              <a:rPr dirty="0" sz="1250" spc="490">
                <a:solidFill>
                  <a:srgbClr val="FFFFFF"/>
                </a:solidFill>
                <a:latin typeface="Lucida Sans Unicode"/>
                <a:cs typeface="Lucida Sans Unicode"/>
              </a:rPr>
              <a:t> </a:t>
            </a:r>
            <a:r>
              <a:rPr dirty="0" sz="1250" spc="-25">
                <a:solidFill>
                  <a:srgbClr val="FFFFFF"/>
                </a:solidFill>
                <a:latin typeface="Lucida Sans Unicode"/>
                <a:cs typeface="Lucida Sans Unicode"/>
              </a:rPr>
              <a:t>la </a:t>
            </a:r>
            <a:r>
              <a:rPr dirty="0" sz="1250">
                <a:solidFill>
                  <a:srgbClr val="FFFFFF"/>
                </a:solidFill>
                <a:latin typeface="Lucida Sans Unicode"/>
                <a:cs typeface="Lucida Sans Unicode"/>
              </a:rPr>
              <a:t>relacionamos</a:t>
            </a:r>
            <a:r>
              <a:rPr dirty="0" sz="1250" spc="400">
                <a:solidFill>
                  <a:srgbClr val="FFFFFF"/>
                </a:solidFill>
                <a:latin typeface="Lucida Sans Unicode"/>
                <a:cs typeface="Lucida Sans Unicode"/>
              </a:rPr>
              <a:t> </a:t>
            </a:r>
            <a:r>
              <a:rPr dirty="0" sz="1250">
                <a:solidFill>
                  <a:srgbClr val="FFFFFF"/>
                </a:solidFill>
                <a:latin typeface="Lucida Sans Unicode"/>
                <a:cs typeface="Lucida Sans Unicode"/>
              </a:rPr>
              <a:t>con</a:t>
            </a:r>
            <a:r>
              <a:rPr dirty="0" sz="1250" spc="409">
                <a:solidFill>
                  <a:srgbClr val="FFFFFF"/>
                </a:solidFill>
                <a:latin typeface="Lucida Sans Unicode"/>
                <a:cs typeface="Lucida Sans Unicode"/>
              </a:rPr>
              <a:t> </a:t>
            </a:r>
            <a:r>
              <a:rPr dirty="0" sz="1250">
                <a:solidFill>
                  <a:srgbClr val="FFFFFF"/>
                </a:solidFill>
                <a:latin typeface="Lucida Sans Unicode"/>
                <a:cs typeface="Lucida Sans Unicode"/>
              </a:rPr>
              <a:t>la</a:t>
            </a:r>
            <a:r>
              <a:rPr dirty="0" sz="1250" spc="405">
                <a:solidFill>
                  <a:srgbClr val="FFFFFF"/>
                </a:solidFill>
                <a:latin typeface="Lucida Sans Unicode"/>
                <a:cs typeface="Lucida Sans Unicode"/>
              </a:rPr>
              <a:t> </a:t>
            </a:r>
            <a:r>
              <a:rPr dirty="0" sz="1250">
                <a:solidFill>
                  <a:srgbClr val="FFFFFF"/>
                </a:solidFill>
                <a:latin typeface="Lucida Sans Unicode"/>
                <a:cs typeface="Lucida Sans Unicode"/>
              </a:rPr>
              <a:t>entidad</a:t>
            </a:r>
            <a:r>
              <a:rPr dirty="0" sz="1250" spc="405">
                <a:solidFill>
                  <a:srgbClr val="FFFFFF"/>
                </a:solidFill>
                <a:latin typeface="Lucida Sans Unicode"/>
                <a:cs typeface="Lucida Sans Unicode"/>
              </a:rPr>
              <a:t> </a:t>
            </a:r>
            <a:r>
              <a:rPr dirty="0" sz="1250" spc="-10">
                <a:solidFill>
                  <a:srgbClr val="FFFFFF"/>
                </a:solidFill>
                <a:latin typeface="Lucida Sans Unicode"/>
                <a:cs typeface="Lucida Sans Unicode"/>
              </a:rPr>
              <a:t>original </a:t>
            </a:r>
            <a:r>
              <a:rPr dirty="0" sz="1250">
                <a:solidFill>
                  <a:srgbClr val="FFFFFF"/>
                </a:solidFill>
                <a:latin typeface="Lucida Sans Unicode"/>
                <a:cs typeface="Lucida Sans Unicode"/>
              </a:rPr>
              <a:t>con</a:t>
            </a:r>
            <a:r>
              <a:rPr dirty="0" sz="1250" spc="-60">
                <a:solidFill>
                  <a:srgbClr val="FFFFFF"/>
                </a:solidFill>
                <a:latin typeface="Lucida Sans Unicode"/>
                <a:cs typeface="Lucida Sans Unicode"/>
              </a:rPr>
              <a:t> </a:t>
            </a:r>
            <a:r>
              <a:rPr dirty="0" sz="1250">
                <a:solidFill>
                  <a:srgbClr val="FFFFFF"/>
                </a:solidFill>
                <a:latin typeface="Lucida Sans Unicode"/>
                <a:cs typeface="Lucida Sans Unicode"/>
              </a:rPr>
              <a:t>una</a:t>
            </a:r>
            <a:r>
              <a:rPr dirty="0" sz="1250" spc="-60">
                <a:solidFill>
                  <a:srgbClr val="FFFFFF"/>
                </a:solidFill>
                <a:latin typeface="Lucida Sans Unicode"/>
                <a:cs typeface="Lucida Sans Unicode"/>
              </a:rPr>
              <a:t> </a:t>
            </a:r>
            <a:r>
              <a:rPr dirty="0" sz="1250">
                <a:solidFill>
                  <a:srgbClr val="FFFFFF"/>
                </a:solidFill>
                <a:latin typeface="Lucida Sans Unicode"/>
                <a:cs typeface="Lucida Sans Unicode"/>
              </a:rPr>
              <a:t>relación</a:t>
            </a:r>
            <a:r>
              <a:rPr dirty="0" sz="1250" spc="-45">
                <a:solidFill>
                  <a:srgbClr val="FFFFFF"/>
                </a:solidFill>
                <a:latin typeface="Lucida Sans Unicode"/>
                <a:cs typeface="Lucida Sans Unicode"/>
              </a:rPr>
              <a:t> </a:t>
            </a:r>
            <a:r>
              <a:rPr dirty="0" sz="1250" spc="-25">
                <a:solidFill>
                  <a:srgbClr val="FFFFFF"/>
                </a:solidFill>
                <a:latin typeface="Lucida Sans Unicode"/>
                <a:cs typeface="Lucida Sans Unicode"/>
              </a:rPr>
              <a:t>1:M</a:t>
            </a:r>
            <a:endParaRPr sz="1250">
              <a:latin typeface="Lucida Sans Unicode"/>
              <a:cs typeface="Lucida Sans Unicod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136" y="941294"/>
            <a:ext cx="8843010" cy="4974590"/>
            <a:chOff x="16136" y="941294"/>
            <a:chExt cx="8843010" cy="4974590"/>
          </a:xfrm>
        </p:grpSpPr>
        <p:pic>
          <p:nvPicPr>
            <p:cNvPr id="3" name="object 3" descr=""/>
            <p:cNvPicPr/>
            <p:nvPr/>
          </p:nvPicPr>
          <p:blipFill>
            <a:blip r:embed="rId2" cstate="print"/>
            <a:stretch>
              <a:fillRect/>
            </a:stretch>
          </p:blipFill>
          <p:spPr>
            <a:xfrm>
              <a:off x="767827" y="3094168"/>
              <a:ext cx="2326341" cy="1437490"/>
            </a:xfrm>
            <a:prstGeom prst="rect">
              <a:avLst/>
            </a:prstGeom>
          </p:spPr>
        </p:pic>
        <p:pic>
          <p:nvPicPr>
            <p:cNvPr id="4" name="object 4" descr=""/>
            <p:cNvPicPr/>
            <p:nvPr/>
          </p:nvPicPr>
          <p:blipFill>
            <a:blip r:embed="rId3" cstate="print"/>
            <a:stretch>
              <a:fillRect/>
            </a:stretch>
          </p:blipFill>
          <p:spPr>
            <a:xfrm>
              <a:off x="4608306" y="3160058"/>
              <a:ext cx="3878131" cy="1304364"/>
            </a:xfrm>
            <a:prstGeom prst="rect">
              <a:avLst/>
            </a:prstGeom>
          </p:spPr>
        </p:pic>
      </p:grpSp>
      <p:sp>
        <p:nvSpPr>
          <p:cNvPr id="5" name="object 5"/>
          <p:cNvSpPr txBox="1">
            <a:spLocks noGrp="1"/>
          </p:cNvSpPr>
          <p:nvPr>
            <p:ph type="title"/>
          </p:nvPr>
        </p:nvSpPr>
        <p:spPr>
          <a:xfrm>
            <a:off x="501131" y="1585777"/>
            <a:ext cx="6862445" cy="615315"/>
          </a:xfrm>
          <a:prstGeom prst="rect"/>
        </p:spPr>
        <p:txBody>
          <a:bodyPr wrap="square" lIns="0" tIns="14604" rIns="0" bIns="0" rtlCol="0" vert="horz">
            <a:spAutoFit/>
          </a:bodyPr>
          <a:lstStyle/>
          <a:p>
            <a:pPr marL="12700">
              <a:lnSpc>
                <a:spcPct val="100000"/>
              </a:lnSpc>
              <a:spcBef>
                <a:spcPts val="114"/>
              </a:spcBef>
            </a:pPr>
            <a:r>
              <a:rPr dirty="0" sz="3850" spc="185">
                <a:solidFill>
                  <a:srgbClr val="FFFFFF"/>
                </a:solidFill>
                <a:latin typeface="Lucida Sans Unicode"/>
                <a:cs typeface="Lucida Sans Unicode"/>
              </a:rPr>
              <a:t>Primer</a:t>
            </a:r>
            <a:r>
              <a:rPr dirty="0" sz="3850" spc="-395">
                <a:solidFill>
                  <a:srgbClr val="FFFFFF"/>
                </a:solidFill>
                <a:latin typeface="Lucida Sans Unicode"/>
                <a:cs typeface="Lucida Sans Unicode"/>
              </a:rPr>
              <a:t> </a:t>
            </a:r>
            <a:r>
              <a:rPr dirty="0" sz="3850" spc="229">
                <a:solidFill>
                  <a:srgbClr val="FFFFFF"/>
                </a:solidFill>
                <a:latin typeface="Lucida Sans Unicode"/>
                <a:cs typeface="Lucida Sans Unicode"/>
              </a:rPr>
              <a:t>Forma</a:t>
            </a:r>
            <a:r>
              <a:rPr dirty="0" sz="3850" spc="-395">
                <a:solidFill>
                  <a:srgbClr val="FFFFFF"/>
                </a:solidFill>
                <a:latin typeface="Lucida Sans Unicode"/>
                <a:cs typeface="Lucida Sans Unicode"/>
              </a:rPr>
              <a:t> </a:t>
            </a:r>
            <a:r>
              <a:rPr dirty="0" sz="3850" spc="200">
                <a:solidFill>
                  <a:srgbClr val="FFFFFF"/>
                </a:solidFill>
                <a:latin typeface="Lucida Sans Unicode"/>
                <a:cs typeface="Lucida Sans Unicode"/>
              </a:rPr>
              <a:t>Normal</a:t>
            </a:r>
            <a:r>
              <a:rPr dirty="0" sz="3850" spc="-380">
                <a:solidFill>
                  <a:srgbClr val="FFFFFF"/>
                </a:solidFill>
                <a:latin typeface="Lucida Sans Unicode"/>
                <a:cs typeface="Lucida Sans Unicode"/>
              </a:rPr>
              <a:t> </a:t>
            </a:r>
            <a:r>
              <a:rPr dirty="0" sz="3850" spc="40">
                <a:solidFill>
                  <a:srgbClr val="FFFFFF"/>
                </a:solidFill>
                <a:latin typeface="Lucida Sans Unicode"/>
                <a:cs typeface="Lucida Sans Unicode"/>
              </a:rPr>
              <a:t>(1NF)</a:t>
            </a:r>
            <a:endParaRPr sz="3850">
              <a:latin typeface="Lucida Sans Unicode"/>
              <a:cs typeface="Lucida Sans Unicode"/>
            </a:endParaRPr>
          </a:p>
        </p:txBody>
      </p:sp>
      <p:sp>
        <p:nvSpPr>
          <p:cNvPr id="6" name="object 6" descr=""/>
          <p:cNvSpPr txBox="1"/>
          <p:nvPr/>
        </p:nvSpPr>
        <p:spPr>
          <a:xfrm>
            <a:off x="501038" y="1271032"/>
            <a:ext cx="1784985" cy="173355"/>
          </a:xfrm>
          <a:prstGeom prst="rect">
            <a:avLst/>
          </a:prstGeom>
        </p:spPr>
        <p:txBody>
          <a:bodyPr wrap="square" lIns="0" tIns="14604" rIns="0" bIns="0" rtlCol="0" vert="horz">
            <a:spAutoFit/>
          </a:bodyPr>
          <a:lstStyle/>
          <a:p>
            <a:pPr marL="12700">
              <a:lnSpc>
                <a:spcPct val="100000"/>
              </a:lnSpc>
              <a:spcBef>
                <a:spcPts val="114"/>
              </a:spcBef>
            </a:pPr>
            <a:r>
              <a:rPr dirty="0" sz="950" spc="65">
                <a:solidFill>
                  <a:srgbClr val="FFFFFF"/>
                </a:solidFill>
                <a:latin typeface="Lucida Sans Unicode"/>
                <a:cs typeface="Lucida Sans Unicode"/>
              </a:rPr>
              <a:t>Sistemas</a:t>
            </a:r>
            <a:r>
              <a:rPr dirty="0" sz="950" spc="-7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40">
                <a:solidFill>
                  <a:srgbClr val="FFFFFF"/>
                </a:solidFill>
                <a:latin typeface="Lucida Sans Unicode"/>
                <a:cs typeface="Lucida Sans Unicode"/>
              </a:rPr>
              <a:t> </a:t>
            </a:r>
            <a:r>
              <a:rPr dirty="0" sz="950" spc="80">
                <a:solidFill>
                  <a:srgbClr val="FFFFFF"/>
                </a:solidFill>
                <a:latin typeface="Lucida Sans Unicode"/>
                <a:cs typeface="Lucida Sans Unicode"/>
              </a:rPr>
              <a:t>Base</a:t>
            </a:r>
            <a:r>
              <a:rPr dirty="0" sz="950" spc="-5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65">
                <a:solidFill>
                  <a:srgbClr val="FFFFFF"/>
                </a:solidFill>
                <a:latin typeface="Lucida Sans Unicode"/>
                <a:cs typeface="Lucida Sans Unicode"/>
              </a:rPr>
              <a:t> </a:t>
            </a:r>
            <a:r>
              <a:rPr dirty="0" sz="950" spc="10">
                <a:solidFill>
                  <a:srgbClr val="FFFFFF"/>
                </a:solidFill>
                <a:latin typeface="Lucida Sans Unicode"/>
                <a:cs typeface="Lucida Sans Unicode"/>
              </a:rPr>
              <a:t>Datos</a:t>
            </a:r>
            <a:r>
              <a:rPr dirty="0" sz="950" spc="-70">
                <a:solidFill>
                  <a:srgbClr val="FFFFFF"/>
                </a:solidFill>
                <a:latin typeface="Lucida Sans Unicode"/>
                <a:cs typeface="Lucida Sans Unicode"/>
              </a:rPr>
              <a:t> </a:t>
            </a:r>
            <a:r>
              <a:rPr dirty="0" sz="950" spc="-90">
                <a:solidFill>
                  <a:srgbClr val="FFFFFF"/>
                </a:solidFill>
                <a:latin typeface="Lucida Sans Unicode"/>
                <a:cs typeface="Lucida Sans Unicode"/>
              </a:rPr>
              <a:t>1</a:t>
            </a:r>
            <a:endParaRPr sz="950">
              <a:latin typeface="Lucida Sans Unicode"/>
              <a:cs typeface="Lucida Sans Unicode"/>
            </a:endParaRPr>
          </a:p>
        </p:txBody>
      </p:sp>
      <p:sp>
        <p:nvSpPr>
          <p:cNvPr id="7" name="object 7" descr=""/>
          <p:cNvSpPr txBox="1"/>
          <p:nvPr/>
        </p:nvSpPr>
        <p:spPr>
          <a:xfrm>
            <a:off x="449907" y="2449912"/>
            <a:ext cx="755015" cy="217170"/>
          </a:xfrm>
          <a:prstGeom prst="rect">
            <a:avLst/>
          </a:prstGeom>
        </p:spPr>
        <p:txBody>
          <a:bodyPr wrap="square" lIns="0" tIns="13335" rIns="0" bIns="0" rtlCol="0" vert="horz">
            <a:spAutoFit/>
          </a:bodyPr>
          <a:lstStyle/>
          <a:p>
            <a:pPr marL="12700">
              <a:lnSpc>
                <a:spcPct val="100000"/>
              </a:lnSpc>
              <a:spcBef>
                <a:spcPts val="105"/>
              </a:spcBef>
            </a:pPr>
            <a:r>
              <a:rPr dirty="0" sz="1250">
                <a:solidFill>
                  <a:srgbClr val="FFFFFF"/>
                </a:solidFill>
                <a:latin typeface="Lucida Sans Unicode"/>
                <a:cs typeface="Lucida Sans Unicode"/>
              </a:rPr>
              <a:t>Ejemplo</a:t>
            </a:r>
            <a:r>
              <a:rPr dirty="0" sz="1250" spc="90">
                <a:solidFill>
                  <a:srgbClr val="FFFFFF"/>
                </a:solidFill>
                <a:latin typeface="Lucida Sans Unicode"/>
                <a:cs typeface="Lucida Sans Unicode"/>
              </a:rPr>
              <a:t> </a:t>
            </a:r>
            <a:r>
              <a:rPr dirty="0" sz="1250" spc="-440">
                <a:solidFill>
                  <a:srgbClr val="FFFFFF"/>
                </a:solidFill>
                <a:latin typeface="Lucida Sans Unicode"/>
                <a:cs typeface="Lucida Sans Unicode"/>
              </a:rPr>
              <a:t>1</a:t>
            </a:r>
            <a:endParaRPr sz="1250">
              <a:latin typeface="Lucida Sans Unicode"/>
              <a:cs typeface="Lucida Sans Unicod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136" y="941294"/>
            <a:ext cx="8843010" cy="4974590"/>
            <a:chOff x="16136" y="941294"/>
            <a:chExt cx="8843010" cy="4974590"/>
          </a:xfrm>
        </p:grpSpPr>
        <p:pic>
          <p:nvPicPr>
            <p:cNvPr id="3" name="object 3" descr=""/>
            <p:cNvPicPr/>
            <p:nvPr/>
          </p:nvPicPr>
          <p:blipFill>
            <a:blip r:embed="rId2" cstate="print"/>
            <a:stretch>
              <a:fillRect/>
            </a:stretch>
          </p:blipFill>
          <p:spPr>
            <a:xfrm>
              <a:off x="941294" y="3067273"/>
              <a:ext cx="1930997" cy="1395804"/>
            </a:xfrm>
            <a:prstGeom prst="rect">
              <a:avLst/>
            </a:prstGeom>
          </p:spPr>
        </p:pic>
        <p:pic>
          <p:nvPicPr>
            <p:cNvPr id="4" name="object 4" descr=""/>
            <p:cNvPicPr/>
            <p:nvPr/>
          </p:nvPicPr>
          <p:blipFill>
            <a:blip r:embed="rId3" cstate="print"/>
            <a:stretch>
              <a:fillRect/>
            </a:stretch>
          </p:blipFill>
          <p:spPr>
            <a:xfrm>
              <a:off x="4437529" y="2927424"/>
              <a:ext cx="4104042" cy="1709120"/>
            </a:xfrm>
            <a:prstGeom prst="rect">
              <a:avLst/>
            </a:prstGeom>
          </p:spPr>
        </p:pic>
      </p:grpSp>
      <p:sp>
        <p:nvSpPr>
          <p:cNvPr id="5" name="object 5"/>
          <p:cNvSpPr txBox="1">
            <a:spLocks noGrp="1"/>
          </p:cNvSpPr>
          <p:nvPr>
            <p:ph type="title"/>
          </p:nvPr>
        </p:nvSpPr>
        <p:spPr>
          <a:xfrm>
            <a:off x="501131" y="1585777"/>
            <a:ext cx="6862445" cy="615315"/>
          </a:xfrm>
          <a:prstGeom prst="rect"/>
        </p:spPr>
        <p:txBody>
          <a:bodyPr wrap="square" lIns="0" tIns="14604" rIns="0" bIns="0" rtlCol="0" vert="horz">
            <a:spAutoFit/>
          </a:bodyPr>
          <a:lstStyle/>
          <a:p>
            <a:pPr marL="12700">
              <a:lnSpc>
                <a:spcPct val="100000"/>
              </a:lnSpc>
              <a:spcBef>
                <a:spcPts val="114"/>
              </a:spcBef>
            </a:pPr>
            <a:r>
              <a:rPr dirty="0" sz="3850" spc="185">
                <a:solidFill>
                  <a:srgbClr val="FFFFFF"/>
                </a:solidFill>
                <a:latin typeface="Lucida Sans Unicode"/>
                <a:cs typeface="Lucida Sans Unicode"/>
              </a:rPr>
              <a:t>Primer</a:t>
            </a:r>
            <a:r>
              <a:rPr dirty="0" sz="3850" spc="-395">
                <a:solidFill>
                  <a:srgbClr val="FFFFFF"/>
                </a:solidFill>
                <a:latin typeface="Lucida Sans Unicode"/>
                <a:cs typeface="Lucida Sans Unicode"/>
              </a:rPr>
              <a:t> </a:t>
            </a:r>
            <a:r>
              <a:rPr dirty="0" sz="3850" spc="229">
                <a:solidFill>
                  <a:srgbClr val="FFFFFF"/>
                </a:solidFill>
                <a:latin typeface="Lucida Sans Unicode"/>
                <a:cs typeface="Lucida Sans Unicode"/>
              </a:rPr>
              <a:t>Forma</a:t>
            </a:r>
            <a:r>
              <a:rPr dirty="0" sz="3850" spc="-395">
                <a:solidFill>
                  <a:srgbClr val="FFFFFF"/>
                </a:solidFill>
                <a:latin typeface="Lucida Sans Unicode"/>
                <a:cs typeface="Lucida Sans Unicode"/>
              </a:rPr>
              <a:t> </a:t>
            </a:r>
            <a:r>
              <a:rPr dirty="0" sz="3850" spc="200">
                <a:solidFill>
                  <a:srgbClr val="FFFFFF"/>
                </a:solidFill>
                <a:latin typeface="Lucida Sans Unicode"/>
                <a:cs typeface="Lucida Sans Unicode"/>
              </a:rPr>
              <a:t>Normal</a:t>
            </a:r>
            <a:r>
              <a:rPr dirty="0" sz="3850" spc="-380">
                <a:solidFill>
                  <a:srgbClr val="FFFFFF"/>
                </a:solidFill>
                <a:latin typeface="Lucida Sans Unicode"/>
                <a:cs typeface="Lucida Sans Unicode"/>
              </a:rPr>
              <a:t> </a:t>
            </a:r>
            <a:r>
              <a:rPr dirty="0" sz="3850" spc="40">
                <a:solidFill>
                  <a:srgbClr val="FFFFFF"/>
                </a:solidFill>
                <a:latin typeface="Lucida Sans Unicode"/>
                <a:cs typeface="Lucida Sans Unicode"/>
              </a:rPr>
              <a:t>(1NF)</a:t>
            </a:r>
            <a:endParaRPr sz="3850">
              <a:latin typeface="Lucida Sans Unicode"/>
              <a:cs typeface="Lucida Sans Unicode"/>
            </a:endParaRPr>
          </a:p>
        </p:txBody>
      </p:sp>
      <p:sp>
        <p:nvSpPr>
          <p:cNvPr id="6" name="object 6" descr=""/>
          <p:cNvSpPr txBox="1"/>
          <p:nvPr/>
        </p:nvSpPr>
        <p:spPr>
          <a:xfrm>
            <a:off x="501038" y="1271032"/>
            <a:ext cx="1784985" cy="173355"/>
          </a:xfrm>
          <a:prstGeom prst="rect">
            <a:avLst/>
          </a:prstGeom>
        </p:spPr>
        <p:txBody>
          <a:bodyPr wrap="square" lIns="0" tIns="14604" rIns="0" bIns="0" rtlCol="0" vert="horz">
            <a:spAutoFit/>
          </a:bodyPr>
          <a:lstStyle/>
          <a:p>
            <a:pPr marL="12700">
              <a:lnSpc>
                <a:spcPct val="100000"/>
              </a:lnSpc>
              <a:spcBef>
                <a:spcPts val="114"/>
              </a:spcBef>
            </a:pPr>
            <a:r>
              <a:rPr dirty="0" sz="950" spc="65">
                <a:solidFill>
                  <a:srgbClr val="FFFFFF"/>
                </a:solidFill>
                <a:latin typeface="Lucida Sans Unicode"/>
                <a:cs typeface="Lucida Sans Unicode"/>
              </a:rPr>
              <a:t>Sistemas</a:t>
            </a:r>
            <a:r>
              <a:rPr dirty="0" sz="950" spc="-7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40">
                <a:solidFill>
                  <a:srgbClr val="FFFFFF"/>
                </a:solidFill>
                <a:latin typeface="Lucida Sans Unicode"/>
                <a:cs typeface="Lucida Sans Unicode"/>
              </a:rPr>
              <a:t> </a:t>
            </a:r>
            <a:r>
              <a:rPr dirty="0" sz="950" spc="80">
                <a:solidFill>
                  <a:srgbClr val="FFFFFF"/>
                </a:solidFill>
                <a:latin typeface="Lucida Sans Unicode"/>
                <a:cs typeface="Lucida Sans Unicode"/>
              </a:rPr>
              <a:t>Base</a:t>
            </a:r>
            <a:r>
              <a:rPr dirty="0" sz="950" spc="-5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65">
                <a:solidFill>
                  <a:srgbClr val="FFFFFF"/>
                </a:solidFill>
                <a:latin typeface="Lucida Sans Unicode"/>
                <a:cs typeface="Lucida Sans Unicode"/>
              </a:rPr>
              <a:t> </a:t>
            </a:r>
            <a:r>
              <a:rPr dirty="0" sz="950" spc="10">
                <a:solidFill>
                  <a:srgbClr val="FFFFFF"/>
                </a:solidFill>
                <a:latin typeface="Lucida Sans Unicode"/>
                <a:cs typeface="Lucida Sans Unicode"/>
              </a:rPr>
              <a:t>Datos</a:t>
            </a:r>
            <a:r>
              <a:rPr dirty="0" sz="950" spc="-70">
                <a:solidFill>
                  <a:srgbClr val="FFFFFF"/>
                </a:solidFill>
                <a:latin typeface="Lucida Sans Unicode"/>
                <a:cs typeface="Lucida Sans Unicode"/>
              </a:rPr>
              <a:t> </a:t>
            </a:r>
            <a:r>
              <a:rPr dirty="0" sz="950" spc="-90">
                <a:solidFill>
                  <a:srgbClr val="FFFFFF"/>
                </a:solidFill>
                <a:latin typeface="Lucida Sans Unicode"/>
                <a:cs typeface="Lucida Sans Unicode"/>
              </a:rPr>
              <a:t>1</a:t>
            </a:r>
            <a:endParaRPr sz="950">
              <a:latin typeface="Lucida Sans Unicode"/>
              <a:cs typeface="Lucida Sans Unicode"/>
            </a:endParaRPr>
          </a:p>
        </p:txBody>
      </p:sp>
      <p:sp>
        <p:nvSpPr>
          <p:cNvPr id="7" name="object 7" descr=""/>
          <p:cNvSpPr txBox="1"/>
          <p:nvPr/>
        </p:nvSpPr>
        <p:spPr>
          <a:xfrm>
            <a:off x="449907" y="2449912"/>
            <a:ext cx="795655" cy="217170"/>
          </a:xfrm>
          <a:prstGeom prst="rect">
            <a:avLst/>
          </a:prstGeom>
        </p:spPr>
        <p:txBody>
          <a:bodyPr wrap="square" lIns="0" tIns="13335" rIns="0" bIns="0" rtlCol="0" vert="horz">
            <a:spAutoFit/>
          </a:bodyPr>
          <a:lstStyle/>
          <a:p>
            <a:pPr marL="12700">
              <a:lnSpc>
                <a:spcPct val="100000"/>
              </a:lnSpc>
              <a:spcBef>
                <a:spcPts val="105"/>
              </a:spcBef>
            </a:pPr>
            <a:r>
              <a:rPr dirty="0" sz="1250">
                <a:solidFill>
                  <a:srgbClr val="FFFFFF"/>
                </a:solidFill>
                <a:latin typeface="Lucida Sans Unicode"/>
                <a:cs typeface="Lucida Sans Unicode"/>
              </a:rPr>
              <a:t>Ejemplo</a:t>
            </a:r>
            <a:r>
              <a:rPr dirty="0" sz="1250" spc="90">
                <a:solidFill>
                  <a:srgbClr val="FFFFFF"/>
                </a:solidFill>
                <a:latin typeface="Lucida Sans Unicode"/>
                <a:cs typeface="Lucida Sans Unicode"/>
              </a:rPr>
              <a:t> </a:t>
            </a:r>
            <a:r>
              <a:rPr dirty="0" sz="1250" spc="-50">
                <a:solidFill>
                  <a:srgbClr val="FFFFFF"/>
                </a:solidFill>
                <a:latin typeface="Lucida Sans Unicode"/>
                <a:cs typeface="Lucida Sans Unicode"/>
              </a:rPr>
              <a:t>2</a:t>
            </a:r>
            <a:endParaRPr sz="1250">
              <a:latin typeface="Lucida Sans Unicode"/>
              <a:cs typeface="Lucida Sans Unicod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136" y="941294"/>
            <a:ext cx="8843010" cy="4974590"/>
            <a:chOff x="16136" y="941294"/>
            <a:chExt cx="8843010" cy="4974590"/>
          </a:xfrm>
        </p:grpSpPr>
        <p:pic>
          <p:nvPicPr>
            <p:cNvPr id="3" name="object 3" descr=""/>
            <p:cNvPicPr/>
            <p:nvPr/>
          </p:nvPicPr>
          <p:blipFill>
            <a:blip r:embed="rId2" cstate="print"/>
            <a:stretch>
              <a:fillRect/>
            </a:stretch>
          </p:blipFill>
          <p:spPr>
            <a:xfrm>
              <a:off x="5415130" y="2700169"/>
              <a:ext cx="2630244" cy="2128669"/>
            </a:xfrm>
            <a:prstGeom prst="rect">
              <a:avLst/>
            </a:prstGeom>
          </p:spPr>
        </p:pic>
        <p:pic>
          <p:nvPicPr>
            <p:cNvPr id="4" name="object 4" descr=""/>
            <p:cNvPicPr/>
            <p:nvPr/>
          </p:nvPicPr>
          <p:blipFill>
            <a:blip r:embed="rId3" cstate="print"/>
            <a:stretch>
              <a:fillRect/>
            </a:stretch>
          </p:blipFill>
          <p:spPr>
            <a:xfrm>
              <a:off x="575534" y="3008107"/>
              <a:ext cx="3671046" cy="1276125"/>
            </a:xfrm>
            <a:prstGeom prst="rect">
              <a:avLst/>
            </a:prstGeom>
          </p:spPr>
        </p:pic>
      </p:grpSp>
      <p:sp>
        <p:nvSpPr>
          <p:cNvPr id="5" name="object 5"/>
          <p:cNvSpPr txBox="1">
            <a:spLocks noGrp="1"/>
          </p:cNvSpPr>
          <p:nvPr>
            <p:ph type="title"/>
          </p:nvPr>
        </p:nvSpPr>
        <p:spPr>
          <a:xfrm>
            <a:off x="501131" y="1585777"/>
            <a:ext cx="6862445" cy="615315"/>
          </a:xfrm>
          <a:prstGeom prst="rect"/>
        </p:spPr>
        <p:txBody>
          <a:bodyPr wrap="square" lIns="0" tIns="14604" rIns="0" bIns="0" rtlCol="0" vert="horz">
            <a:spAutoFit/>
          </a:bodyPr>
          <a:lstStyle/>
          <a:p>
            <a:pPr marL="12700">
              <a:lnSpc>
                <a:spcPct val="100000"/>
              </a:lnSpc>
              <a:spcBef>
                <a:spcPts val="114"/>
              </a:spcBef>
            </a:pPr>
            <a:r>
              <a:rPr dirty="0" sz="3850" spc="185">
                <a:solidFill>
                  <a:srgbClr val="FFFFFF"/>
                </a:solidFill>
                <a:latin typeface="Lucida Sans Unicode"/>
                <a:cs typeface="Lucida Sans Unicode"/>
              </a:rPr>
              <a:t>Primer</a:t>
            </a:r>
            <a:r>
              <a:rPr dirty="0" sz="3850" spc="-395">
                <a:solidFill>
                  <a:srgbClr val="FFFFFF"/>
                </a:solidFill>
                <a:latin typeface="Lucida Sans Unicode"/>
                <a:cs typeface="Lucida Sans Unicode"/>
              </a:rPr>
              <a:t> </a:t>
            </a:r>
            <a:r>
              <a:rPr dirty="0" sz="3850" spc="229">
                <a:solidFill>
                  <a:srgbClr val="FFFFFF"/>
                </a:solidFill>
                <a:latin typeface="Lucida Sans Unicode"/>
                <a:cs typeface="Lucida Sans Unicode"/>
              </a:rPr>
              <a:t>Forma</a:t>
            </a:r>
            <a:r>
              <a:rPr dirty="0" sz="3850" spc="-395">
                <a:solidFill>
                  <a:srgbClr val="FFFFFF"/>
                </a:solidFill>
                <a:latin typeface="Lucida Sans Unicode"/>
                <a:cs typeface="Lucida Sans Unicode"/>
              </a:rPr>
              <a:t> </a:t>
            </a:r>
            <a:r>
              <a:rPr dirty="0" sz="3850" spc="200">
                <a:solidFill>
                  <a:srgbClr val="FFFFFF"/>
                </a:solidFill>
                <a:latin typeface="Lucida Sans Unicode"/>
                <a:cs typeface="Lucida Sans Unicode"/>
              </a:rPr>
              <a:t>Normal</a:t>
            </a:r>
            <a:r>
              <a:rPr dirty="0" sz="3850" spc="-380">
                <a:solidFill>
                  <a:srgbClr val="FFFFFF"/>
                </a:solidFill>
                <a:latin typeface="Lucida Sans Unicode"/>
                <a:cs typeface="Lucida Sans Unicode"/>
              </a:rPr>
              <a:t> </a:t>
            </a:r>
            <a:r>
              <a:rPr dirty="0" sz="3850" spc="40">
                <a:solidFill>
                  <a:srgbClr val="FFFFFF"/>
                </a:solidFill>
                <a:latin typeface="Lucida Sans Unicode"/>
                <a:cs typeface="Lucida Sans Unicode"/>
              </a:rPr>
              <a:t>(1NF)</a:t>
            </a:r>
            <a:endParaRPr sz="3850">
              <a:latin typeface="Lucida Sans Unicode"/>
              <a:cs typeface="Lucida Sans Unicode"/>
            </a:endParaRPr>
          </a:p>
        </p:txBody>
      </p:sp>
      <p:sp>
        <p:nvSpPr>
          <p:cNvPr id="6" name="object 6" descr=""/>
          <p:cNvSpPr txBox="1"/>
          <p:nvPr/>
        </p:nvSpPr>
        <p:spPr>
          <a:xfrm>
            <a:off x="501038" y="1271032"/>
            <a:ext cx="1784985" cy="173355"/>
          </a:xfrm>
          <a:prstGeom prst="rect">
            <a:avLst/>
          </a:prstGeom>
        </p:spPr>
        <p:txBody>
          <a:bodyPr wrap="square" lIns="0" tIns="14604" rIns="0" bIns="0" rtlCol="0" vert="horz">
            <a:spAutoFit/>
          </a:bodyPr>
          <a:lstStyle/>
          <a:p>
            <a:pPr marL="12700">
              <a:lnSpc>
                <a:spcPct val="100000"/>
              </a:lnSpc>
              <a:spcBef>
                <a:spcPts val="114"/>
              </a:spcBef>
            </a:pPr>
            <a:r>
              <a:rPr dirty="0" sz="950" spc="65">
                <a:solidFill>
                  <a:srgbClr val="FFFFFF"/>
                </a:solidFill>
                <a:latin typeface="Lucida Sans Unicode"/>
                <a:cs typeface="Lucida Sans Unicode"/>
              </a:rPr>
              <a:t>Sistemas</a:t>
            </a:r>
            <a:r>
              <a:rPr dirty="0" sz="950" spc="-7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40">
                <a:solidFill>
                  <a:srgbClr val="FFFFFF"/>
                </a:solidFill>
                <a:latin typeface="Lucida Sans Unicode"/>
                <a:cs typeface="Lucida Sans Unicode"/>
              </a:rPr>
              <a:t> </a:t>
            </a:r>
            <a:r>
              <a:rPr dirty="0" sz="950" spc="80">
                <a:solidFill>
                  <a:srgbClr val="FFFFFF"/>
                </a:solidFill>
                <a:latin typeface="Lucida Sans Unicode"/>
                <a:cs typeface="Lucida Sans Unicode"/>
              </a:rPr>
              <a:t>Base</a:t>
            </a:r>
            <a:r>
              <a:rPr dirty="0" sz="950" spc="-5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65">
                <a:solidFill>
                  <a:srgbClr val="FFFFFF"/>
                </a:solidFill>
                <a:latin typeface="Lucida Sans Unicode"/>
                <a:cs typeface="Lucida Sans Unicode"/>
              </a:rPr>
              <a:t> </a:t>
            </a:r>
            <a:r>
              <a:rPr dirty="0" sz="950" spc="10">
                <a:solidFill>
                  <a:srgbClr val="FFFFFF"/>
                </a:solidFill>
                <a:latin typeface="Lucida Sans Unicode"/>
                <a:cs typeface="Lucida Sans Unicode"/>
              </a:rPr>
              <a:t>Datos</a:t>
            </a:r>
            <a:r>
              <a:rPr dirty="0" sz="950" spc="-70">
                <a:solidFill>
                  <a:srgbClr val="FFFFFF"/>
                </a:solidFill>
                <a:latin typeface="Lucida Sans Unicode"/>
                <a:cs typeface="Lucida Sans Unicode"/>
              </a:rPr>
              <a:t> </a:t>
            </a:r>
            <a:r>
              <a:rPr dirty="0" sz="950" spc="-90">
                <a:solidFill>
                  <a:srgbClr val="FFFFFF"/>
                </a:solidFill>
                <a:latin typeface="Lucida Sans Unicode"/>
                <a:cs typeface="Lucida Sans Unicode"/>
              </a:rPr>
              <a:t>1</a:t>
            </a:r>
            <a:endParaRPr sz="950">
              <a:latin typeface="Lucida Sans Unicode"/>
              <a:cs typeface="Lucida Sans Unicode"/>
            </a:endParaRPr>
          </a:p>
        </p:txBody>
      </p:sp>
      <p:sp>
        <p:nvSpPr>
          <p:cNvPr id="7" name="object 7" descr=""/>
          <p:cNvSpPr txBox="1"/>
          <p:nvPr/>
        </p:nvSpPr>
        <p:spPr>
          <a:xfrm>
            <a:off x="449907" y="2449912"/>
            <a:ext cx="798195" cy="217170"/>
          </a:xfrm>
          <a:prstGeom prst="rect">
            <a:avLst/>
          </a:prstGeom>
        </p:spPr>
        <p:txBody>
          <a:bodyPr wrap="square" lIns="0" tIns="13335" rIns="0" bIns="0" rtlCol="0" vert="horz">
            <a:spAutoFit/>
          </a:bodyPr>
          <a:lstStyle/>
          <a:p>
            <a:pPr marL="12700">
              <a:lnSpc>
                <a:spcPct val="100000"/>
              </a:lnSpc>
              <a:spcBef>
                <a:spcPts val="105"/>
              </a:spcBef>
            </a:pPr>
            <a:r>
              <a:rPr dirty="0" sz="1250">
                <a:solidFill>
                  <a:srgbClr val="FFFFFF"/>
                </a:solidFill>
                <a:latin typeface="Lucida Sans Unicode"/>
                <a:cs typeface="Lucida Sans Unicode"/>
              </a:rPr>
              <a:t>Ejemplo</a:t>
            </a:r>
            <a:r>
              <a:rPr dirty="0" sz="1250" spc="90">
                <a:solidFill>
                  <a:srgbClr val="FFFFFF"/>
                </a:solidFill>
                <a:latin typeface="Lucida Sans Unicode"/>
                <a:cs typeface="Lucida Sans Unicode"/>
              </a:rPr>
              <a:t> </a:t>
            </a:r>
            <a:r>
              <a:rPr dirty="0" sz="1250" spc="-50">
                <a:solidFill>
                  <a:srgbClr val="FFFFFF"/>
                </a:solidFill>
                <a:latin typeface="Lucida Sans Unicode"/>
                <a:cs typeface="Lucida Sans Unicode"/>
              </a:rPr>
              <a:t>3</a:t>
            </a:r>
            <a:endParaRPr sz="1250">
              <a:latin typeface="Lucida Sans Unicode"/>
              <a:cs typeface="Lucida Sans Unicod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16136" y="941294"/>
            <a:ext cx="8843010" cy="4974590"/>
            <a:chOff x="16136" y="941294"/>
            <a:chExt cx="8843010" cy="4974590"/>
          </a:xfrm>
        </p:grpSpPr>
        <p:pic>
          <p:nvPicPr>
            <p:cNvPr id="3" name="object 3" descr=""/>
            <p:cNvPicPr/>
            <p:nvPr/>
          </p:nvPicPr>
          <p:blipFill>
            <a:blip r:embed="rId2" cstate="print"/>
            <a:stretch>
              <a:fillRect/>
            </a:stretch>
          </p:blipFill>
          <p:spPr>
            <a:xfrm>
              <a:off x="16136" y="941294"/>
              <a:ext cx="8842785" cy="4974067"/>
            </a:xfrm>
            <a:prstGeom prst="rect">
              <a:avLst/>
            </a:prstGeom>
          </p:spPr>
        </p:pic>
        <p:pic>
          <p:nvPicPr>
            <p:cNvPr id="4" name="object 4" descr=""/>
            <p:cNvPicPr/>
            <p:nvPr/>
          </p:nvPicPr>
          <p:blipFill>
            <a:blip r:embed="rId3" cstate="print"/>
            <a:stretch>
              <a:fillRect/>
            </a:stretch>
          </p:blipFill>
          <p:spPr>
            <a:xfrm>
              <a:off x="1359497" y="2858844"/>
              <a:ext cx="1690295" cy="2058744"/>
            </a:xfrm>
            <a:prstGeom prst="rect">
              <a:avLst/>
            </a:prstGeom>
          </p:spPr>
        </p:pic>
      </p:grpSp>
      <p:sp>
        <p:nvSpPr>
          <p:cNvPr id="5" name="object 5"/>
          <p:cNvSpPr txBox="1">
            <a:spLocks noGrp="1"/>
          </p:cNvSpPr>
          <p:nvPr>
            <p:ph type="title"/>
          </p:nvPr>
        </p:nvSpPr>
        <p:spPr>
          <a:xfrm>
            <a:off x="501131" y="1585777"/>
            <a:ext cx="7432040" cy="615315"/>
          </a:xfrm>
          <a:prstGeom prst="rect"/>
        </p:spPr>
        <p:txBody>
          <a:bodyPr wrap="square" lIns="0" tIns="14604" rIns="0" bIns="0" rtlCol="0" vert="horz">
            <a:spAutoFit/>
          </a:bodyPr>
          <a:lstStyle/>
          <a:p>
            <a:pPr marL="12700">
              <a:lnSpc>
                <a:spcPct val="100000"/>
              </a:lnSpc>
              <a:spcBef>
                <a:spcPts val="114"/>
              </a:spcBef>
            </a:pPr>
            <a:r>
              <a:rPr dirty="0" sz="3850" spc="260">
                <a:solidFill>
                  <a:srgbClr val="FFFFFF"/>
                </a:solidFill>
                <a:latin typeface="Lucida Sans Unicode"/>
                <a:cs typeface="Lucida Sans Unicode"/>
              </a:rPr>
              <a:t>Segunda</a:t>
            </a:r>
            <a:r>
              <a:rPr dirty="0" sz="3850" spc="-400">
                <a:solidFill>
                  <a:srgbClr val="FFFFFF"/>
                </a:solidFill>
                <a:latin typeface="Lucida Sans Unicode"/>
                <a:cs typeface="Lucida Sans Unicode"/>
              </a:rPr>
              <a:t> </a:t>
            </a:r>
            <a:r>
              <a:rPr dirty="0" sz="3850" spc="229">
                <a:solidFill>
                  <a:srgbClr val="FFFFFF"/>
                </a:solidFill>
                <a:latin typeface="Lucida Sans Unicode"/>
                <a:cs typeface="Lucida Sans Unicode"/>
              </a:rPr>
              <a:t>Forma</a:t>
            </a:r>
            <a:r>
              <a:rPr dirty="0" sz="3850" spc="-400">
                <a:solidFill>
                  <a:srgbClr val="FFFFFF"/>
                </a:solidFill>
                <a:latin typeface="Lucida Sans Unicode"/>
                <a:cs typeface="Lucida Sans Unicode"/>
              </a:rPr>
              <a:t> </a:t>
            </a:r>
            <a:r>
              <a:rPr dirty="0" sz="3850" spc="195">
                <a:solidFill>
                  <a:srgbClr val="FFFFFF"/>
                </a:solidFill>
                <a:latin typeface="Lucida Sans Unicode"/>
                <a:cs typeface="Lucida Sans Unicode"/>
              </a:rPr>
              <a:t>Normal</a:t>
            </a:r>
            <a:r>
              <a:rPr dirty="0" sz="3850" spc="-385">
                <a:solidFill>
                  <a:srgbClr val="FFFFFF"/>
                </a:solidFill>
                <a:latin typeface="Lucida Sans Unicode"/>
                <a:cs typeface="Lucida Sans Unicode"/>
              </a:rPr>
              <a:t> </a:t>
            </a:r>
            <a:r>
              <a:rPr dirty="0" sz="3850" spc="40">
                <a:solidFill>
                  <a:srgbClr val="FFFFFF"/>
                </a:solidFill>
                <a:latin typeface="Lucida Sans Unicode"/>
                <a:cs typeface="Lucida Sans Unicode"/>
              </a:rPr>
              <a:t>(1NF)</a:t>
            </a:r>
            <a:endParaRPr sz="3850">
              <a:latin typeface="Lucida Sans Unicode"/>
              <a:cs typeface="Lucida Sans Unicode"/>
            </a:endParaRPr>
          </a:p>
        </p:txBody>
      </p:sp>
      <p:sp>
        <p:nvSpPr>
          <p:cNvPr id="6" name="object 6" descr=""/>
          <p:cNvSpPr/>
          <p:nvPr/>
        </p:nvSpPr>
        <p:spPr>
          <a:xfrm>
            <a:off x="597049" y="2544183"/>
            <a:ext cx="55244" cy="55244"/>
          </a:xfrm>
          <a:custGeom>
            <a:avLst/>
            <a:gdLst/>
            <a:ahLst/>
            <a:cxnLst/>
            <a:rect l="l" t="t" r="r" b="b"/>
            <a:pathLst>
              <a:path w="55245" h="55244">
                <a:moveTo>
                  <a:pt x="30928" y="55132"/>
                </a:moveTo>
                <a:lnTo>
                  <a:pt x="22859" y="55132"/>
                </a:lnTo>
                <a:lnTo>
                  <a:pt x="21515" y="53788"/>
                </a:lnTo>
                <a:lnTo>
                  <a:pt x="18825" y="53788"/>
                </a:lnTo>
                <a:lnTo>
                  <a:pt x="16136" y="52443"/>
                </a:lnTo>
                <a:lnTo>
                  <a:pt x="14791" y="52443"/>
                </a:lnTo>
                <a:lnTo>
                  <a:pt x="10757" y="48409"/>
                </a:lnTo>
                <a:lnTo>
                  <a:pt x="9412" y="48409"/>
                </a:lnTo>
                <a:lnTo>
                  <a:pt x="4034" y="43030"/>
                </a:lnTo>
                <a:lnTo>
                  <a:pt x="2689" y="40341"/>
                </a:lnTo>
                <a:lnTo>
                  <a:pt x="2689" y="38996"/>
                </a:lnTo>
                <a:lnTo>
                  <a:pt x="1344" y="37651"/>
                </a:lnTo>
                <a:lnTo>
                  <a:pt x="1344" y="36307"/>
                </a:lnTo>
                <a:lnTo>
                  <a:pt x="0" y="33617"/>
                </a:lnTo>
                <a:lnTo>
                  <a:pt x="0" y="20170"/>
                </a:lnTo>
                <a:lnTo>
                  <a:pt x="1344" y="18825"/>
                </a:lnTo>
                <a:lnTo>
                  <a:pt x="1344" y="16136"/>
                </a:lnTo>
                <a:lnTo>
                  <a:pt x="2689" y="14791"/>
                </a:lnTo>
                <a:lnTo>
                  <a:pt x="2689" y="13447"/>
                </a:lnTo>
                <a:lnTo>
                  <a:pt x="13447" y="2689"/>
                </a:lnTo>
                <a:lnTo>
                  <a:pt x="14791" y="2689"/>
                </a:lnTo>
                <a:lnTo>
                  <a:pt x="16136" y="1344"/>
                </a:lnTo>
                <a:lnTo>
                  <a:pt x="18825" y="1344"/>
                </a:lnTo>
                <a:lnTo>
                  <a:pt x="20170" y="0"/>
                </a:lnTo>
                <a:lnTo>
                  <a:pt x="33617" y="0"/>
                </a:lnTo>
                <a:lnTo>
                  <a:pt x="36307" y="1344"/>
                </a:lnTo>
                <a:lnTo>
                  <a:pt x="37651" y="1344"/>
                </a:lnTo>
                <a:lnTo>
                  <a:pt x="38996" y="2689"/>
                </a:lnTo>
                <a:lnTo>
                  <a:pt x="40341" y="2689"/>
                </a:lnTo>
                <a:lnTo>
                  <a:pt x="43030" y="4034"/>
                </a:lnTo>
                <a:lnTo>
                  <a:pt x="48409" y="9412"/>
                </a:lnTo>
                <a:lnTo>
                  <a:pt x="48409" y="10757"/>
                </a:lnTo>
                <a:lnTo>
                  <a:pt x="52443" y="14791"/>
                </a:lnTo>
                <a:lnTo>
                  <a:pt x="52443" y="16136"/>
                </a:lnTo>
                <a:lnTo>
                  <a:pt x="53788" y="18825"/>
                </a:lnTo>
                <a:lnTo>
                  <a:pt x="53788" y="21515"/>
                </a:lnTo>
                <a:lnTo>
                  <a:pt x="55132" y="22859"/>
                </a:lnTo>
                <a:lnTo>
                  <a:pt x="55132" y="26894"/>
                </a:lnTo>
                <a:lnTo>
                  <a:pt x="55132" y="30928"/>
                </a:lnTo>
                <a:lnTo>
                  <a:pt x="53788" y="32272"/>
                </a:lnTo>
                <a:lnTo>
                  <a:pt x="53788" y="36307"/>
                </a:lnTo>
                <a:lnTo>
                  <a:pt x="52443" y="37651"/>
                </a:lnTo>
                <a:lnTo>
                  <a:pt x="52443" y="38996"/>
                </a:lnTo>
                <a:lnTo>
                  <a:pt x="51098" y="40341"/>
                </a:lnTo>
                <a:lnTo>
                  <a:pt x="49754" y="43030"/>
                </a:lnTo>
                <a:lnTo>
                  <a:pt x="48409" y="44375"/>
                </a:lnTo>
                <a:lnTo>
                  <a:pt x="48409" y="45719"/>
                </a:lnTo>
                <a:lnTo>
                  <a:pt x="45719" y="48409"/>
                </a:lnTo>
                <a:lnTo>
                  <a:pt x="44375" y="48409"/>
                </a:lnTo>
                <a:lnTo>
                  <a:pt x="43030" y="49754"/>
                </a:lnTo>
                <a:lnTo>
                  <a:pt x="40341" y="51098"/>
                </a:lnTo>
                <a:lnTo>
                  <a:pt x="38996" y="52443"/>
                </a:lnTo>
                <a:lnTo>
                  <a:pt x="37651" y="52443"/>
                </a:lnTo>
                <a:lnTo>
                  <a:pt x="36307" y="53788"/>
                </a:lnTo>
                <a:lnTo>
                  <a:pt x="32272" y="53788"/>
                </a:lnTo>
                <a:lnTo>
                  <a:pt x="30928" y="55132"/>
                </a:lnTo>
                <a:close/>
              </a:path>
            </a:pathLst>
          </a:custGeom>
          <a:solidFill>
            <a:srgbClr val="FFFFFF"/>
          </a:solidFill>
        </p:spPr>
        <p:txBody>
          <a:bodyPr wrap="square" lIns="0" tIns="0" rIns="0" bIns="0" rtlCol="0"/>
          <a:lstStyle/>
          <a:p/>
        </p:txBody>
      </p:sp>
      <p:sp>
        <p:nvSpPr>
          <p:cNvPr id="7" name="object 7" descr=""/>
          <p:cNvSpPr txBox="1"/>
          <p:nvPr/>
        </p:nvSpPr>
        <p:spPr>
          <a:xfrm>
            <a:off x="501038" y="1271032"/>
            <a:ext cx="1784985" cy="173355"/>
          </a:xfrm>
          <a:prstGeom prst="rect">
            <a:avLst/>
          </a:prstGeom>
        </p:spPr>
        <p:txBody>
          <a:bodyPr wrap="square" lIns="0" tIns="14604" rIns="0" bIns="0" rtlCol="0" vert="horz">
            <a:spAutoFit/>
          </a:bodyPr>
          <a:lstStyle/>
          <a:p>
            <a:pPr marL="12700">
              <a:lnSpc>
                <a:spcPct val="100000"/>
              </a:lnSpc>
              <a:spcBef>
                <a:spcPts val="114"/>
              </a:spcBef>
            </a:pPr>
            <a:r>
              <a:rPr dirty="0" sz="950" spc="65">
                <a:solidFill>
                  <a:srgbClr val="FFFFFF"/>
                </a:solidFill>
                <a:latin typeface="Lucida Sans Unicode"/>
                <a:cs typeface="Lucida Sans Unicode"/>
              </a:rPr>
              <a:t>Sistemas</a:t>
            </a:r>
            <a:r>
              <a:rPr dirty="0" sz="950" spc="-7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40">
                <a:solidFill>
                  <a:srgbClr val="FFFFFF"/>
                </a:solidFill>
                <a:latin typeface="Lucida Sans Unicode"/>
                <a:cs typeface="Lucida Sans Unicode"/>
              </a:rPr>
              <a:t> </a:t>
            </a:r>
            <a:r>
              <a:rPr dirty="0" sz="950" spc="80">
                <a:solidFill>
                  <a:srgbClr val="FFFFFF"/>
                </a:solidFill>
                <a:latin typeface="Lucida Sans Unicode"/>
                <a:cs typeface="Lucida Sans Unicode"/>
              </a:rPr>
              <a:t>Base</a:t>
            </a:r>
            <a:r>
              <a:rPr dirty="0" sz="950" spc="-5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65">
                <a:solidFill>
                  <a:srgbClr val="FFFFFF"/>
                </a:solidFill>
                <a:latin typeface="Lucida Sans Unicode"/>
                <a:cs typeface="Lucida Sans Unicode"/>
              </a:rPr>
              <a:t> </a:t>
            </a:r>
            <a:r>
              <a:rPr dirty="0" sz="950" spc="10">
                <a:solidFill>
                  <a:srgbClr val="FFFFFF"/>
                </a:solidFill>
                <a:latin typeface="Lucida Sans Unicode"/>
                <a:cs typeface="Lucida Sans Unicode"/>
              </a:rPr>
              <a:t>Datos</a:t>
            </a:r>
            <a:r>
              <a:rPr dirty="0" sz="950" spc="-70">
                <a:solidFill>
                  <a:srgbClr val="FFFFFF"/>
                </a:solidFill>
                <a:latin typeface="Lucida Sans Unicode"/>
                <a:cs typeface="Lucida Sans Unicode"/>
              </a:rPr>
              <a:t> </a:t>
            </a:r>
            <a:r>
              <a:rPr dirty="0" sz="950" spc="-90">
                <a:solidFill>
                  <a:srgbClr val="FFFFFF"/>
                </a:solidFill>
                <a:latin typeface="Lucida Sans Unicode"/>
                <a:cs typeface="Lucida Sans Unicode"/>
              </a:rPr>
              <a:t>1</a:t>
            </a:r>
            <a:endParaRPr sz="950">
              <a:latin typeface="Lucida Sans Unicode"/>
              <a:cs typeface="Lucida Sans Unicode"/>
            </a:endParaRPr>
          </a:p>
        </p:txBody>
      </p:sp>
      <p:sp>
        <p:nvSpPr>
          <p:cNvPr id="8" name="object 8" descr=""/>
          <p:cNvSpPr txBox="1"/>
          <p:nvPr/>
        </p:nvSpPr>
        <p:spPr>
          <a:xfrm>
            <a:off x="721438" y="2449912"/>
            <a:ext cx="7111365" cy="2279015"/>
          </a:xfrm>
          <a:prstGeom prst="rect">
            <a:avLst/>
          </a:prstGeom>
        </p:spPr>
        <p:txBody>
          <a:bodyPr wrap="square" lIns="0" tIns="13335" rIns="0" bIns="0" rtlCol="0" vert="horz">
            <a:spAutoFit/>
          </a:bodyPr>
          <a:lstStyle/>
          <a:p>
            <a:pPr marL="12700">
              <a:lnSpc>
                <a:spcPct val="100000"/>
              </a:lnSpc>
              <a:spcBef>
                <a:spcPts val="105"/>
              </a:spcBef>
            </a:pPr>
            <a:r>
              <a:rPr dirty="0" sz="1250">
                <a:solidFill>
                  <a:srgbClr val="FFFFFF"/>
                </a:solidFill>
                <a:latin typeface="Lucida Sans Unicode"/>
                <a:cs typeface="Lucida Sans Unicode"/>
              </a:rPr>
              <a:t>Necesita</a:t>
            </a:r>
            <a:r>
              <a:rPr dirty="0" sz="1250" spc="55">
                <a:solidFill>
                  <a:srgbClr val="FFFFFF"/>
                </a:solidFill>
                <a:latin typeface="Lucida Sans Unicode"/>
                <a:cs typeface="Lucida Sans Unicode"/>
              </a:rPr>
              <a:t> </a:t>
            </a:r>
            <a:r>
              <a:rPr dirty="0" sz="1250">
                <a:solidFill>
                  <a:srgbClr val="FFFFFF"/>
                </a:solidFill>
                <a:latin typeface="Lucida Sans Unicode"/>
                <a:cs typeface="Lucida Sans Unicode"/>
              </a:rPr>
              <a:t>que</a:t>
            </a:r>
            <a:r>
              <a:rPr dirty="0" sz="1250" spc="45">
                <a:solidFill>
                  <a:srgbClr val="FFFFFF"/>
                </a:solidFill>
                <a:latin typeface="Lucida Sans Unicode"/>
                <a:cs typeface="Lucida Sans Unicode"/>
              </a:rPr>
              <a:t> </a:t>
            </a:r>
            <a:r>
              <a:rPr dirty="0" sz="1250">
                <a:solidFill>
                  <a:srgbClr val="FFFFFF"/>
                </a:solidFill>
                <a:latin typeface="Lucida Sans Unicode"/>
                <a:cs typeface="Lucida Sans Unicode"/>
              </a:rPr>
              <a:t>cualquier</a:t>
            </a:r>
            <a:r>
              <a:rPr dirty="0" sz="1250" spc="50">
                <a:solidFill>
                  <a:srgbClr val="FFFFFF"/>
                </a:solidFill>
                <a:latin typeface="Lucida Sans Unicode"/>
                <a:cs typeface="Lucida Sans Unicode"/>
              </a:rPr>
              <a:t> </a:t>
            </a:r>
            <a:r>
              <a:rPr dirty="0" sz="1250">
                <a:solidFill>
                  <a:srgbClr val="FFFFFF"/>
                </a:solidFill>
                <a:latin typeface="Lucida Sans Unicode"/>
                <a:cs typeface="Lucida Sans Unicode"/>
              </a:rPr>
              <a:t>atributo</a:t>
            </a:r>
            <a:r>
              <a:rPr dirty="0" sz="1250" spc="50">
                <a:solidFill>
                  <a:srgbClr val="FFFFFF"/>
                </a:solidFill>
                <a:latin typeface="Lucida Sans Unicode"/>
                <a:cs typeface="Lucida Sans Unicode"/>
              </a:rPr>
              <a:t> </a:t>
            </a:r>
            <a:r>
              <a:rPr dirty="0" sz="1250">
                <a:solidFill>
                  <a:srgbClr val="FFFFFF"/>
                </a:solidFill>
                <a:latin typeface="Lucida Sans Unicode"/>
                <a:cs typeface="Lucida Sans Unicode"/>
              </a:rPr>
              <a:t>que</a:t>
            </a:r>
            <a:r>
              <a:rPr dirty="0" sz="1250" spc="35">
                <a:solidFill>
                  <a:srgbClr val="FFFFFF"/>
                </a:solidFill>
                <a:latin typeface="Lucida Sans Unicode"/>
                <a:cs typeface="Lucida Sans Unicode"/>
              </a:rPr>
              <a:t> </a:t>
            </a:r>
            <a:r>
              <a:rPr dirty="0" sz="1250">
                <a:solidFill>
                  <a:srgbClr val="FFFFFF"/>
                </a:solidFill>
                <a:latin typeface="Lucida Sans Unicode"/>
                <a:cs typeface="Lucida Sans Unicode"/>
              </a:rPr>
              <a:t>no</a:t>
            </a:r>
            <a:r>
              <a:rPr dirty="0" sz="1250" spc="50">
                <a:solidFill>
                  <a:srgbClr val="FFFFFF"/>
                </a:solidFill>
                <a:latin typeface="Lucida Sans Unicode"/>
                <a:cs typeface="Lucida Sans Unicode"/>
              </a:rPr>
              <a:t> </a:t>
            </a:r>
            <a:r>
              <a:rPr dirty="0" sz="1250" spc="85">
                <a:solidFill>
                  <a:srgbClr val="FFFFFF"/>
                </a:solidFill>
                <a:latin typeface="Lucida Sans Unicode"/>
                <a:cs typeface="Lucida Sans Unicode"/>
              </a:rPr>
              <a:t>sea</a:t>
            </a:r>
            <a:r>
              <a:rPr dirty="0" sz="1250" spc="40">
                <a:solidFill>
                  <a:srgbClr val="FFFFFF"/>
                </a:solidFill>
                <a:latin typeface="Lucida Sans Unicode"/>
                <a:cs typeface="Lucida Sans Unicode"/>
              </a:rPr>
              <a:t> </a:t>
            </a:r>
            <a:r>
              <a:rPr dirty="0" sz="1250" spc="-60">
                <a:solidFill>
                  <a:srgbClr val="FFFFFF"/>
                </a:solidFill>
                <a:latin typeface="Lucida Sans Unicode"/>
                <a:cs typeface="Lucida Sans Unicode"/>
              </a:rPr>
              <a:t>ID</a:t>
            </a:r>
            <a:r>
              <a:rPr dirty="0" sz="1250" spc="45">
                <a:solidFill>
                  <a:srgbClr val="FFFFFF"/>
                </a:solidFill>
                <a:latin typeface="Lucida Sans Unicode"/>
                <a:cs typeface="Lucida Sans Unicode"/>
              </a:rPr>
              <a:t> </a:t>
            </a:r>
            <a:r>
              <a:rPr dirty="0" sz="1250" spc="65">
                <a:solidFill>
                  <a:srgbClr val="FFFFFF"/>
                </a:solidFill>
                <a:latin typeface="Lucida Sans Unicode"/>
                <a:cs typeface="Lucida Sans Unicode"/>
              </a:rPr>
              <a:t>dependa</a:t>
            </a:r>
            <a:r>
              <a:rPr dirty="0" sz="1250" spc="55">
                <a:solidFill>
                  <a:srgbClr val="FFFFFF"/>
                </a:solidFill>
                <a:latin typeface="Lucida Sans Unicode"/>
                <a:cs typeface="Lucida Sans Unicode"/>
              </a:rPr>
              <a:t> </a:t>
            </a:r>
            <a:r>
              <a:rPr dirty="0" sz="1250" spc="60">
                <a:solidFill>
                  <a:srgbClr val="FFFFFF"/>
                </a:solidFill>
                <a:latin typeface="Lucida Sans Unicode"/>
                <a:cs typeface="Lucida Sans Unicode"/>
              </a:rPr>
              <a:t>de</a:t>
            </a:r>
            <a:r>
              <a:rPr dirty="0" sz="1250" spc="50">
                <a:solidFill>
                  <a:srgbClr val="FFFFFF"/>
                </a:solidFill>
                <a:latin typeface="Lucida Sans Unicode"/>
                <a:cs typeface="Lucida Sans Unicode"/>
              </a:rPr>
              <a:t> </a:t>
            </a:r>
            <a:r>
              <a:rPr dirty="0" sz="1250">
                <a:solidFill>
                  <a:srgbClr val="FFFFFF"/>
                </a:solidFill>
                <a:latin typeface="Lucida Sans Unicode"/>
                <a:cs typeface="Lucida Sans Unicode"/>
              </a:rPr>
              <a:t>todo</a:t>
            </a:r>
            <a:r>
              <a:rPr dirty="0" sz="1250" spc="45">
                <a:solidFill>
                  <a:srgbClr val="FFFFFF"/>
                </a:solidFill>
                <a:latin typeface="Lucida Sans Unicode"/>
                <a:cs typeface="Lucida Sans Unicode"/>
              </a:rPr>
              <a:t> </a:t>
            </a:r>
            <a:r>
              <a:rPr dirty="0" sz="1250">
                <a:solidFill>
                  <a:srgbClr val="FFFFFF"/>
                </a:solidFill>
                <a:latin typeface="Lucida Sans Unicode"/>
                <a:cs typeface="Lucida Sans Unicode"/>
              </a:rPr>
              <a:t>el</a:t>
            </a:r>
            <a:r>
              <a:rPr dirty="0" sz="1250" spc="45">
                <a:solidFill>
                  <a:srgbClr val="FFFFFF"/>
                </a:solidFill>
                <a:latin typeface="Lucida Sans Unicode"/>
                <a:cs typeface="Lucida Sans Unicode"/>
              </a:rPr>
              <a:t> </a:t>
            </a:r>
            <a:r>
              <a:rPr dirty="0" sz="1250" spc="-25">
                <a:solidFill>
                  <a:srgbClr val="FFFFFF"/>
                </a:solidFill>
                <a:latin typeface="Lucida Sans Unicode"/>
                <a:cs typeface="Lucida Sans Unicode"/>
              </a:rPr>
              <a:t>ID</a:t>
            </a:r>
            <a:endParaRPr sz="1250">
              <a:latin typeface="Lucida Sans Unicode"/>
              <a:cs typeface="Lucida Sans Unicode"/>
            </a:endParaRPr>
          </a:p>
          <a:p>
            <a:pPr marL="2481580" marR="5080">
              <a:lnSpc>
                <a:spcPct val="115900"/>
              </a:lnSpc>
              <a:spcBef>
                <a:spcPts val="1864"/>
              </a:spcBef>
            </a:pPr>
            <a:r>
              <a:rPr dirty="0" sz="1150">
                <a:solidFill>
                  <a:srgbClr val="FFFFFF"/>
                </a:solidFill>
                <a:latin typeface="Lucida Sans Unicode"/>
                <a:cs typeface="Lucida Sans Unicode"/>
              </a:rPr>
              <a:t>El</a:t>
            </a:r>
            <a:r>
              <a:rPr dirty="0" sz="1150" spc="5">
                <a:solidFill>
                  <a:srgbClr val="FFFFFF"/>
                </a:solidFill>
                <a:latin typeface="Lucida Sans Unicode"/>
                <a:cs typeface="Lucida Sans Unicode"/>
              </a:rPr>
              <a:t> </a:t>
            </a:r>
            <a:r>
              <a:rPr dirty="0" sz="1150">
                <a:solidFill>
                  <a:srgbClr val="FFFFFF"/>
                </a:solidFill>
                <a:latin typeface="Lucida Sans Unicode"/>
                <a:cs typeface="Lucida Sans Unicode"/>
              </a:rPr>
              <a:t>ID</a:t>
            </a:r>
            <a:r>
              <a:rPr dirty="0" sz="1150" spc="-5">
                <a:solidFill>
                  <a:srgbClr val="FFFFFF"/>
                </a:solidFill>
                <a:latin typeface="Lucida Sans Unicode"/>
                <a:cs typeface="Lucida Sans Unicode"/>
              </a:rPr>
              <a:t> </a:t>
            </a:r>
            <a:r>
              <a:rPr dirty="0" sz="1150">
                <a:solidFill>
                  <a:srgbClr val="FFFFFF"/>
                </a:solidFill>
                <a:latin typeface="Lucida Sans Unicode"/>
                <a:cs typeface="Lucida Sans Unicode"/>
              </a:rPr>
              <a:t>es</a:t>
            </a:r>
            <a:r>
              <a:rPr dirty="0" sz="1150" spc="15">
                <a:solidFill>
                  <a:srgbClr val="FFFFFF"/>
                </a:solidFill>
                <a:latin typeface="Lucida Sans Unicode"/>
                <a:cs typeface="Lucida Sans Unicode"/>
              </a:rPr>
              <a:t> </a:t>
            </a:r>
            <a:r>
              <a:rPr dirty="0" sz="1150">
                <a:solidFill>
                  <a:srgbClr val="FFFFFF"/>
                </a:solidFill>
                <a:latin typeface="Lucida Sans Unicode"/>
                <a:cs typeface="Lucida Sans Unicode"/>
              </a:rPr>
              <a:t>un</a:t>
            </a:r>
            <a:r>
              <a:rPr dirty="0" sz="1150" spc="-5">
                <a:solidFill>
                  <a:srgbClr val="FFFFFF"/>
                </a:solidFill>
                <a:latin typeface="Lucida Sans Unicode"/>
                <a:cs typeface="Lucida Sans Unicode"/>
              </a:rPr>
              <a:t> </a:t>
            </a:r>
            <a:r>
              <a:rPr dirty="0" sz="1150">
                <a:solidFill>
                  <a:srgbClr val="00BF62"/>
                </a:solidFill>
                <a:latin typeface="Lucida Sans Unicode"/>
                <a:cs typeface="Lucida Sans Unicode"/>
              </a:rPr>
              <a:t>ID</a:t>
            </a:r>
            <a:r>
              <a:rPr dirty="0" sz="1150" spc="5">
                <a:solidFill>
                  <a:srgbClr val="00BF62"/>
                </a:solidFill>
                <a:latin typeface="Lucida Sans Unicode"/>
                <a:cs typeface="Lucida Sans Unicode"/>
              </a:rPr>
              <a:t> </a:t>
            </a:r>
            <a:r>
              <a:rPr dirty="0" sz="1150">
                <a:solidFill>
                  <a:srgbClr val="00BF62"/>
                </a:solidFill>
                <a:latin typeface="Lucida Sans Unicode"/>
                <a:cs typeface="Lucida Sans Unicode"/>
              </a:rPr>
              <a:t>compuesto</a:t>
            </a:r>
            <a:r>
              <a:rPr dirty="0" sz="1150" spc="-10">
                <a:solidFill>
                  <a:srgbClr val="00BF62"/>
                </a:solidFill>
                <a:latin typeface="Lucida Sans Unicode"/>
                <a:cs typeface="Lucida Sans Unicode"/>
              </a:rPr>
              <a:t> </a:t>
            </a:r>
            <a:r>
              <a:rPr dirty="0" sz="1150">
                <a:solidFill>
                  <a:srgbClr val="FFFFFF"/>
                </a:solidFill>
                <a:latin typeface="Lucida Sans Unicode"/>
                <a:cs typeface="Lucida Sans Unicode"/>
              </a:rPr>
              <a:t>que consta</a:t>
            </a:r>
            <a:r>
              <a:rPr dirty="0" sz="1150" spc="5">
                <a:solidFill>
                  <a:srgbClr val="FFFFFF"/>
                </a:solidFill>
                <a:latin typeface="Lucida Sans Unicode"/>
                <a:cs typeface="Lucida Sans Unicode"/>
              </a:rPr>
              <a:t> </a:t>
            </a:r>
            <a:r>
              <a:rPr dirty="0" sz="1150">
                <a:solidFill>
                  <a:srgbClr val="FFFFFF"/>
                </a:solidFill>
                <a:latin typeface="Lucida Sans Unicode"/>
                <a:cs typeface="Lucida Sans Unicode"/>
              </a:rPr>
              <a:t>del</a:t>
            </a:r>
            <a:r>
              <a:rPr dirty="0" sz="1150" spc="-5">
                <a:solidFill>
                  <a:srgbClr val="FFFFFF"/>
                </a:solidFill>
                <a:latin typeface="Lucida Sans Unicode"/>
                <a:cs typeface="Lucida Sans Unicode"/>
              </a:rPr>
              <a:t> </a:t>
            </a:r>
            <a:r>
              <a:rPr dirty="0" sz="1150">
                <a:solidFill>
                  <a:srgbClr val="FFFFFF"/>
                </a:solidFill>
                <a:latin typeface="Lucida Sans Unicode"/>
                <a:cs typeface="Lucida Sans Unicode"/>
              </a:rPr>
              <a:t>número</a:t>
            </a:r>
            <a:r>
              <a:rPr dirty="0" sz="1150" spc="5">
                <a:solidFill>
                  <a:srgbClr val="FFFFFF"/>
                </a:solidFill>
                <a:latin typeface="Lucida Sans Unicode"/>
                <a:cs typeface="Lucida Sans Unicode"/>
              </a:rPr>
              <a:t> </a:t>
            </a:r>
            <a:r>
              <a:rPr dirty="0" sz="1150">
                <a:solidFill>
                  <a:srgbClr val="FFFFFF"/>
                </a:solidFill>
                <a:latin typeface="Lucida Sans Unicode"/>
                <a:cs typeface="Lucida Sans Unicode"/>
              </a:rPr>
              <a:t>de proveedor</a:t>
            </a:r>
            <a:r>
              <a:rPr dirty="0" sz="1150" spc="5">
                <a:solidFill>
                  <a:srgbClr val="FFFFFF"/>
                </a:solidFill>
                <a:latin typeface="Lucida Sans Unicode"/>
                <a:cs typeface="Lucida Sans Unicode"/>
              </a:rPr>
              <a:t> </a:t>
            </a:r>
            <a:r>
              <a:rPr dirty="0" sz="1150">
                <a:solidFill>
                  <a:srgbClr val="FFFFFF"/>
                </a:solidFill>
                <a:latin typeface="Lucida Sans Unicode"/>
                <a:cs typeface="Lucida Sans Unicode"/>
              </a:rPr>
              <a:t>y el</a:t>
            </a:r>
            <a:r>
              <a:rPr dirty="0" sz="1150" spc="-70">
                <a:solidFill>
                  <a:srgbClr val="FFFFFF"/>
                </a:solidFill>
                <a:latin typeface="Lucida Sans Unicode"/>
                <a:cs typeface="Lucida Sans Unicode"/>
              </a:rPr>
              <a:t> </a:t>
            </a:r>
            <a:r>
              <a:rPr dirty="0" sz="1150">
                <a:solidFill>
                  <a:srgbClr val="FFFFFF"/>
                </a:solidFill>
                <a:latin typeface="Lucida Sans Unicode"/>
                <a:cs typeface="Lucida Sans Unicode"/>
              </a:rPr>
              <a:t>número</a:t>
            </a:r>
            <a:r>
              <a:rPr dirty="0" sz="1150" spc="-60">
                <a:solidFill>
                  <a:srgbClr val="FFFFFF"/>
                </a:solidFill>
                <a:latin typeface="Lucida Sans Unicode"/>
                <a:cs typeface="Lucida Sans Unicode"/>
              </a:rPr>
              <a:t> </a:t>
            </a:r>
            <a:r>
              <a:rPr dirty="0" sz="1150">
                <a:solidFill>
                  <a:srgbClr val="FFFFFF"/>
                </a:solidFill>
                <a:latin typeface="Lucida Sans Unicode"/>
                <a:cs typeface="Lucida Sans Unicode"/>
              </a:rPr>
              <a:t>de</a:t>
            </a:r>
            <a:r>
              <a:rPr dirty="0" sz="1150" spc="-55">
                <a:solidFill>
                  <a:srgbClr val="FFFFFF"/>
                </a:solidFill>
                <a:latin typeface="Lucida Sans Unicode"/>
                <a:cs typeface="Lucida Sans Unicode"/>
              </a:rPr>
              <a:t> </a:t>
            </a:r>
            <a:r>
              <a:rPr dirty="0" sz="1150" spc="-10">
                <a:solidFill>
                  <a:srgbClr val="FFFFFF"/>
                </a:solidFill>
                <a:latin typeface="Lucida Sans Unicode"/>
                <a:cs typeface="Lucida Sans Unicode"/>
              </a:rPr>
              <a:t>producto</a:t>
            </a:r>
            <a:endParaRPr sz="1150">
              <a:latin typeface="Lucida Sans Unicode"/>
              <a:cs typeface="Lucida Sans Unicode"/>
            </a:endParaRPr>
          </a:p>
          <a:p>
            <a:pPr marL="2481580" marR="5080">
              <a:lnSpc>
                <a:spcPct val="115799"/>
              </a:lnSpc>
              <a:spcBef>
                <a:spcPts val="1590"/>
              </a:spcBef>
            </a:pPr>
            <a:r>
              <a:rPr dirty="0" sz="1150">
                <a:solidFill>
                  <a:srgbClr val="FFFFFF"/>
                </a:solidFill>
                <a:latin typeface="Lucida Sans Unicode"/>
                <a:cs typeface="Lucida Sans Unicode"/>
              </a:rPr>
              <a:t>Si</a:t>
            </a:r>
            <a:r>
              <a:rPr dirty="0" sz="1150" spc="100">
                <a:solidFill>
                  <a:srgbClr val="FFFFFF"/>
                </a:solidFill>
                <a:latin typeface="Lucida Sans Unicode"/>
                <a:cs typeface="Lucida Sans Unicode"/>
              </a:rPr>
              <a:t>  </a:t>
            </a:r>
            <a:r>
              <a:rPr dirty="0" sz="1150">
                <a:solidFill>
                  <a:srgbClr val="FFFFFF"/>
                </a:solidFill>
                <a:latin typeface="Lucida Sans Unicode"/>
                <a:cs typeface="Lucida Sans Unicode"/>
              </a:rPr>
              <a:t>un</a:t>
            </a:r>
            <a:r>
              <a:rPr dirty="0" sz="1150" spc="110">
                <a:solidFill>
                  <a:srgbClr val="FFFFFF"/>
                </a:solidFill>
                <a:latin typeface="Lucida Sans Unicode"/>
                <a:cs typeface="Lucida Sans Unicode"/>
              </a:rPr>
              <a:t>  </a:t>
            </a:r>
            <a:r>
              <a:rPr dirty="0" sz="1150">
                <a:solidFill>
                  <a:srgbClr val="FFFFFF"/>
                </a:solidFill>
                <a:latin typeface="Lucida Sans Unicode"/>
                <a:cs typeface="Lucida Sans Unicode"/>
              </a:rPr>
              <a:t>proveedor</a:t>
            </a:r>
            <a:r>
              <a:rPr dirty="0" sz="1150" spc="110">
                <a:solidFill>
                  <a:srgbClr val="FFFFFF"/>
                </a:solidFill>
                <a:latin typeface="Lucida Sans Unicode"/>
                <a:cs typeface="Lucida Sans Unicode"/>
              </a:rPr>
              <a:t>  </a:t>
            </a:r>
            <a:r>
              <a:rPr dirty="0" sz="1150">
                <a:solidFill>
                  <a:srgbClr val="FFFFFF"/>
                </a:solidFill>
                <a:latin typeface="Lucida Sans Unicode"/>
                <a:cs typeface="Lucida Sans Unicode"/>
              </a:rPr>
              <a:t>proporciona</a:t>
            </a:r>
            <a:r>
              <a:rPr dirty="0" sz="1150" spc="105">
                <a:solidFill>
                  <a:srgbClr val="FFFFFF"/>
                </a:solidFill>
                <a:latin typeface="Lucida Sans Unicode"/>
                <a:cs typeface="Lucida Sans Unicode"/>
              </a:rPr>
              <a:t>  </a:t>
            </a:r>
            <a:r>
              <a:rPr dirty="0" sz="1150">
                <a:solidFill>
                  <a:srgbClr val="FFFFFF"/>
                </a:solidFill>
                <a:latin typeface="Lucida Sans Unicode"/>
                <a:cs typeface="Lucida Sans Unicode"/>
              </a:rPr>
              <a:t>5</a:t>
            </a:r>
            <a:r>
              <a:rPr dirty="0" sz="1150" spc="105">
                <a:solidFill>
                  <a:srgbClr val="FFFFFF"/>
                </a:solidFill>
                <a:latin typeface="Lucida Sans Unicode"/>
                <a:cs typeface="Lucida Sans Unicode"/>
              </a:rPr>
              <a:t>  </a:t>
            </a:r>
            <a:r>
              <a:rPr dirty="0" sz="1150">
                <a:solidFill>
                  <a:srgbClr val="FFFFFF"/>
                </a:solidFill>
                <a:latin typeface="Lucida Sans Unicode"/>
                <a:cs typeface="Lucida Sans Unicode"/>
              </a:rPr>
              <a:t>productos</a:t>
            </a:r>
            <a:r>
              <a:rPr dirty="0" sz="1150" spc="110">
                <a:solidFill>
                  <a:srgbClr val="FFFFFF"/>
                </a:solidFill>
                <a:latin typeface="Lucida Sans Unicode"/>
                <a:cs typeface="Lucida Sans Unicode"/>
              </a:rPr>
              <a:t>  </a:t>
            </a:r>
            <a:r>
              <a:rPr dirty="0" sz="1150">
                <a:solidFill>
                  <a:srgbClr val="FFFFFF"/>
                </a:solidFill>
                <a:latin typeface="Lucida Sans Unicode"/>
                <a:cs typeface="Lucida Sans Unicode"/>
              </a:rPr>
              <a:t>diferentes</a:t>
            </a:r>
            <a:r>
              <a:rPr dirty="0" sz="1150" spc="105">
                <a:solidFill>
                  <a:srgbClr val="FFFFFF"/>
                </a:solidFill>
                <a:latin typeface="Lucida Sans Unicode"/>
                <a:cs typeface="Lucida Sans Unicode"/>
              </a:rPr>
              <a:t>  </a:t>
            </a:r>
            <a:r>
              <a:rPr dirty="0" sz="1150">
                <a:solidFill>
                  <a:srgbClr val="FFFFFF"/>
                </a:solidFill>
                <a:latin typeface="Lucida Sans Unicode"/>
                <a:cs typeface="Lucida Sans Unicode"/>
              </a:rPr>
              <a:t>y,</a:t>
            </a:r>
            <a:r>
              <a:rPr dirty="0" sz="1150" spc="105">
                <a:solidFill>
                  <a:srgbClr val="FFFFFF"/>
                </a:solidFill>
                <a:latin typeface="Lucida Sans Unicode"/>
                <a:cs typeface="Lucida Sans Unicode"/>
              </a:rPr>
              <a:t>  </a:t>
            </a:r>
            <a:r>
              <a:rPr dirty="0" sz="1150" spc="-50">
                <a:solidFill>
                  <a:srgbClr val="FFFFFF"/>
                </a:solidFill>
                <a:latin typeface="Lucida Sans Unicode"/>
                <a:cs typeface="Lucida Sans Unicode"/>
              </a:rPr>
              <a:t>a </a:t>
            </a:r>
            <a:r>
              <a:rPr dirty="0" sz="1150">
                <a:solidFill>
                  <a:srgbClr val="FFFFFF"/>
                </a:solidFill>
                <a:latin typeface="Lucida Sans Unicode"/>
                <a:cs typeface="Lucida Sans Unicode"/>
              </a:rPr>
              <a:t>continuación,</a:t>
            </a:r>
            <a:r>
              <a:rPr dirty="0" sz="1150" spc="-60">
                <a:solidFill>
                  <a:srgbClr val="FFFFFF"/>
                </a:solidFill>
                <a:latin typeface="Lucida Sans Unicode"/>
                <a:cs typeface="Lucida Sans Unicode"/>
              </a:rPr>
              <a:t> </a:t>
            </a:r>
            <a:r>
              <a:rPr dirty="0" sz="1150">
                <a:solidFill>
                  <a:srgbClr val="FFFFFF"/>
                </a:solidFill>
                <a:latin typeface="Lucida Sans Unicode"/>
                <a:cs typeface="Lucida Sans Unicode"/>
              </a:rPr>
              <a:t>se</a:t>
            </a:r>
            <a:r>
              <a:rPr dirty="0" sz="1150" spc="-75">
                <a:solidFill>
                  <a:srgbClr val="FFFFFF"/>
                </a:solidFill>
                <a:latin typeface="Lucida Sans Unicode"/>
                <a:cs typeface="Lucida Sans Unicode"/>
              </a:rPr>
              <a:t> </a:t>
            </a:r>
            <a:r>
              <a:rPr dirty="0" sz="1150">
                <a:solidFill>
                  <a:srgbClr val="FFFFFF"/>
                </a:solidFill>
                <a:latin typeface="Lucida Sans Unicode"/>
                <a:cs typeface="Lucida Sans Unicode"/>
              </a:rPr>
              <a:t>crean</a:t>
            </a:r>
            <a:r>
              <a:rPr dirty="0" sz="1150" spc="-55">
                <a:solidFill>
                  <a:srgbClr val="FFFFFF"/>
                </a:solidFill>
                <a:latin typeface="Lucida Sans Unicode"/>
                <a:cs typeface="Lucida Sans Unicode"/>
              </a:rPr>
              <a:t> </a:t>
            </a:r>
            <a:r>
              <a:rPr dirty="0" sz="1150" spc="-50">
                <a:solidFill>
                  <a:srgbClr val="FFFFFF"/>
                </a:solidFill>
                <a:latin typeface="Lucida Sans Unicode"/>
                <a:cs typeface="Lucida Sans Unicode"/>
              </a:rPr>
              <a:t>5</a:t>
            </a:r>
            <a:r>
              <a:rPr dirty="0" sz="1150" spc="-70">
                <a:solidFill>
                  <a:srgbClr val="FFFFFF"/>
                </a:solidFill>
                <a:latin typeface="Lucida Sans Unicode"/>
                <a:cs typeface="Lucida Sans Unicode"/>
              </a:rPr>
              <a:t> </a:t>
            </a:r>
            <a:r>
              <a:rPr dirty="0" sz="1150">
                <a:solidFill>
                  <a:srgbClr val="FFFFFF"/>
                </a:solidFill>
                <a:latin typeface="Lucida Sans Unicode"/>
                <a:cs typeface="Lucida Sans Unicode"/>
              </a:rPr>
              <a:t>instancias</a:t>
            </a:r>
            <a:r>
              <a:rPr dirty="0" sz="1150" spc="-60">
                <a:solidFill>
                  <a:srgbClr val="FFFFFF"/>
                </a:solidFill>
                <a:latin typeface="Lucida Sans Unicode"/>
                <a:cs typeface="Lucida Sans Unicode"/>
              </a:rPr>
              <a:t> </a:t>
            </a:r>
            <a:r>
              <a:rPr dirty="0" sz="1150" spc="-10">
                <a:solidFill>
                  <a:srgbClr val="FFFFFF"/>
                </a:solidFill>
                <a:latin typeface="Lucida Sans Unicode"/>
                <a:cs typeface="Lucida Sans Unicode"/>
              </a:rPr>
              <a:t>distintas</a:t>
            </a:r>
            <a:endParaRPr sz="1150">
              <a:latin typeface="Lucida Sans Unicode"/>
              <a:cs typeface="Lucida Sans Unicode"/>
            </a:endParaRPr>
          </a:p>
          <a:p>
            <a:pPr>
              <a:lnSpc>
                <a:spcPct val="100000"/>
              </a:lnSpc>
              <a:spcBef>
                <a:spcPts val="35"/>
              </a:spcBef>
            </a:pPr>
            <a:endParaRPr sz="1150">
              <a:latin typeface="Lucida Sans Unicode"/>
              <a:cs typeface="Lucida Sans Unicode"/>
            </a:endParaRPr>
          </a:p>
          <a:p>
            <a:pPr marL="2481580">
              <a:lnSpc>
                <a:spcPct val="100000"/>
              </a:lnSpc>
              <a:spcBef>
                <a:spcPts val="5"/>
              </a:spcBef>
            </a:pPr>
            <a:r>
              <a:rPr dirty="0" sz="1150">
                <a:solidFill>
                  <a:srgbClr val="FFFFFF"/>
                </a:solidFill>
                <a:latin typeface="Lucida Sans Unicode"/>
                <a:cs typeface="Lucida Sans Unicode"/>
              </a:rPr>
              <a:t>¿Qué</a:t>
            </a:r>
            <a:r>
              <a:rPr dirty="0" sz="1150" spc="-25">
                <a:solidFill>
                  <a:srgbClr val="FFFFFF"/>
                </a:solidFill>
                <a:latin typeface="Lucida Sans Unicode"/>
                <a:cs typeface="Lucida Sans Unicode"/>
              </a:rPr>
              <a:t> </a:t>
            </a:r>
            <a:r>
              <a:rPr dirty="0" sz="1150">
                <a:solidFill>
                  <a:srgbClr val="FFFFFF"/>
                </a:solidFill>
                <a:latin typeface="Lucida Sans Unicode"/>
                <a:cs typeface="Lucida Sans Unicode"/>
              </a:rPr>
              <a:t>sucede</a:t>
            </a:r>
            <a:r>
              <a:rPr dirty="0" sz="1150" spc="-20">
                <a:solidFill>
                  <a:srgbClr val="FFFFFF"/>
                </a:solidFill>
                <a:latin typeface="Lucida Sans Unicode"/>
                <a:cs typeface="Lucida Sans Unicode"/>
              </a:rPr>
              <a:t> </a:t>
            </a:r>
            <a:r>
              <a:rPr dirty="0" sz="1150" spc="-25">
                <a:solidFill>
                  <a:srgbClr val="FFFFFF"/>
                </a:solidFill>
                <a:latin typeface="Lucida Sans Unicode"/>
                <a:cs typeface="Lucida Sans Unicode"/>
              </a:rPr>
              <a:t>si </a:t>
            </a:r>
            <a:r>
              <a:rPr dirty="0" sz="1150">
                <a:solidFill>
                  <a:srgbClr val="FFFFFF"/>
                </a:solidFill>
                <a:latin typeface="Lucida Sans Unicode"/>
                <a:cs typeface="Lucida Sans Unicode"/>
              </a:rPr>
              <a:t>el</a:t>
            </a:r>
            <a:r>
              <a:rPr dirty="0" sz="1150" spc="-20">
                <a:solidFill>
                  <a:srgbClr val="FFFFFF"/>
                </a:solidFill>
                <a:latin typeface="Lucida Sans Unicode"/>
                <a:cs typeface="Lucida Sans Unicode"/>
              </a:rPr>
              <a:t> </a:t>
            </a:r>
            <a:r>
              <a:rPr dirty="0" sz="1150">
                <a:solidFill>
                  <a:srgbClr val="FFFFFF"/>
                </a:solidFill>
                <a:latin typeface="Lucida Sans Unicode"/>
                <a:cs typeface="Lucida Sans Unicode"/>
              </a:rPr>
              <a:t>nombre</a:t>
            </a:r>
            <a:r>
              <a:rPr dirty="0" sz="1150" spc="-10">
                <a:solidFill>
                  <a:srgbClr val="FFFFFF"/>
                </a:solidFill>
                <a:latin typeface="Lucida Sans Unicode"/>
                <a:cs typeface="Lucida Sans Unicode"/>
              </a:rPr>
              <a:t> </a:t>
            </a:r>
            <a:r>
              <a:rPr dirty="0" sz="1150">
                <a:solidFill>
                  <a:srgbClr val="FFFFFF"/>
                </a:solidFill>
                <a:latin typeface="Lucida Sans Unicode"/>
                <a:cs typeface="Lucida Sans Unicode"/>
              </a:rPr>
              <a:t>de</a:t>
            </a:r>
            <a:r>
              <a:rPr dirty="0" sz="1150" spc="-20">
                <a:solidFill>
                  <a:srgbClr val="FFFFFF"/>
                </a:solidFill>
                <a:latin typeface="Lucida Sans Unicode"/>
                <a:cs typeface="Lucida Sans Unicode"/>
              </a:rPr>
              <a:t> </a:t>
            </a:r>
            <a:r>
              <a:rPr dirty="0" sz="1150">
                <a:solidFill>
                  <a:srgbClr val="FFFFFF"/>
                </a:solidFill>
                <a:latin typeface="Lucida Sans Unicode"/>
                <a:cs typeface="Lucida Sans Unicode"/>
              </a:rPr>
              <a:t>proveedor</a:t>
            </a:r>
            <a:r>
              <a:rPr dirty="0" sz="1150" spc="-10">
                <a:solidFill>
                  <a:srgbClr val="FFFFFF"/>
                </a:solidFill>
                <a:latin typeface="Lucida Sans Unicode"/>
                <a:cs typeface="Lucida Sans Unicode"/>
              </a:rPr>
              <a:t> cambia?</a:t>
            </a:r>
            <a:endParaRPr sz="1150">
              <a:latin typeface="Lucida Sans Unicode"/>
              <a:cs typeface="Lucida Sans Unicode"/>
            </a:endParaRPr>
          </a:p>
          <a:p>
            <a:pPr marL="2481580" marR="6350">
              <a:lnSpc>
                <a:spcPct val="115900"/>
              </a:lnSpc>
            </a:pPr>
            <a:r>
              <a:rPr dirty="0" sz="1150">
                <a:solidFill>
                  <a:srgbClr val="0CBFDF"/>
                </a:solidFill>
                <a:latin typeface="Lucida Sans Unicode"/>
                <a:cs typeface="Lucida Sans Unicode"/>
              </a:rPr>
              <a:t>El</a:t>
            </a:r>
            <a:r>
              <a:rPr dirty="0" sz="1150" spc="105">
                <a:solidFill>
                  <a:srgbClr val="0CBFDF"/>
                </a:solidFill>
                <a:latin typeface="Lucida Sans Unicode"/>
                <a:cs typeface="Lucida Sans Unicode"/>
              </a:rPr>
              <a:t> </a:t>
            </a:r>
            <a:r>
              <a:rPr dirty="0" sz="1150">
                <a:solidFill>
                  <a:srgbClr val="0CBFDF"/>
                </a:solidFill>
                <a:latin typeface="Lucida Sans Unicode"/>
                <a:cs typeface="Lucida Sans Unicode"/>
              </a:rPr>
              <a:t>nombre</a:t>
            </a:r>
            <a:r>
              <a:rPr dirty="0" sz="1150" spc="95">
                <a:solidFill>
                  <a:srgbClr val="0CBFDF"/>
                </a:solidFill>
                <a:latin typeface="Lucida Sans Unicode"/>
                <a:cs typeface="Lucida Sans Unicode"/>
              </a:rPr>
              <a:t> </a:t>
            </a:r>
            <a:r>
              <a:rPr dirty="0" sz="1150">
                <a:solidFill>
                  <a:srgbClr val="0CBFDF"/>
                </a:solidFill>
                <a:latin typeface="Lucida Sans Unicode"/>
                <a:cs typeface="Lucida Sans Unicode"/>
              </a:rPr>
              <a:t>de</a:t>
            </a:r>
            <a:r>
              <a:rPr dirty="0" sz="1150" spc="110">
                <a:solidFill>
                  <a:srgbClr val="0CBFDF"/>
                </a:solidFill>
                <a:latin typeface="Lucida Sans Unicode"/>
                <a:cs typeface="Lucida Sans Unicode"/>
              </a:rPr>
              <a:t> </a:t>
            </a:r>
            <a:r>
              <a:rPr dirty="0" sz="1150">
                <a:solidFill>
                  <a:srgbClr val="0CBFDF"/>
                </a:solidFill>
                <a:latin typeface="Lucida Sans Unicode"/>
                <a:cs typeface="Lucida Sans Unicode"/>
              </a:rPr>
              <a:t>proveedor</a:t>
            </a:r>
            <a:r>
              <a:rPr dirty="0" sz="1150" spc="105">
                <a:solidFill>
                  <a:srgbClr val="0CBFDF"/>
                </a:solidFill>
                <a:latin typeface="Lucida Sans Unicode"/>
                <a:cs typeface="Lucida Sans Unicode"/>
              </a:rPr>
              <a:t> </a:t>
            </a:r>
            <a:r>
              <a:rPr dirty="0" sz="1150">
                <a:solidFill>
                  <a:srgbClr val="0CBFDF"/>
                </a:solidFill>
                <a:latin typeface="Lucida Sans Unicode"/>
                <a:cs typeface="Lucida Sans Unicode"/>
              </a:rPr>
              <a:t>se</a:t>
            </a:r>
            <a:r>
              <a:rPr dirty="0" sz="1150" spc="95">
                <a:solidFill>
                  <a:srgbClr val="0CBFDF"/>
                </a:solidFill>
                <a:latin typeface="Lucida Sans Unicode"/>
                <a:cs typeface="Lucida Sans Unicode"/>
              </a:rPr>
              <a:t> </a:t>
            </a:r>
            <a:r>
              <a:rPr dirty="0" sz="1150">
                <a:solidFill>
                  <a:srgbClr val="0CBFDF"/>
                </a:solidFill>
                <a:latin typeface="Lucida Sans Unicode"/>
                <a:cs typeface="Lucida Sans Unicode"/>
              </a:rPr>
              <a:t>tendrá</a:t>
            </a:r>
            <a:r>
              <a:rPr dirty="0" sz="1150" spc="90">
                <a:solidFill>
                  <a:srgbClr val="0CBFDF"/>
                </a:solidFill>
                <a:latin typeface="Lucida Sans Unicode"/>
                <a:cs typeface="Lucida Sans Unicode"/>
              </a:rPr>
              <a:t> </a:t>
            </a:r>
            <a:r>
              <a:rPr dirty="0" sz="1150">
                <a:solidFill>
                  <a:srgbClr val="0CBFDF"/>
                </a:solidFill>
                <a:latin typeface="Lucida Sans Unicode"/>
                <a:cs typeface="Lucida Sans Unicode"/>
              </a:rPr>
              <a:t>que</a:t>
            </a:r>
            <a:r>
              <a:rPr dirty="0" sz="1150" spc="100">
                <a:solidFill>
                  <a:srgbClr val="0CBFDF"/>
                </a:solidFill>
                <a:latin typeface="Lucida Sans Unicode"/>
                <a:cs typeface="Lucida Sans Unicode"/>
              </a:rPr>
              <a:t> </a:t>
            </a:r>
            <a:r>
              <a:rPr dirty="0" sz="1150">
                <a:solidFill>
                  <a:srgbClr val="0CBFDF"/>
                </a:solidFill>
                <a:latin typeface="Lucida Sans Unicode"/>
                <a:cs typeface="Lucida Sans Unicode"/>
              </a:rPr>
              <a:t>cambiar</a:t>
            </a:r>
            <a:r>
              <a:rPr dirty="0" sz="1150" spc="105">
                <a:solidFill>
                  <a:srgbClr val="0CBFDF"/>
                </a:solidFill>
                <a:latin typeface="Lucida Sans Unicode"/>
                <a:cs typeface="Lucida Sans Unicode"/>
              </a:rPr>
              <a:t> </a:t>
            </a:r>
            <a:r>
              <a:rPr dirty="0" sz="1150">
                <a:solidFill>
                  <a:srgbClr val="0CBFDF"/>
                </a:solidFill>
                <a:latin typeface="Lucida Sans Unicode"/>
                <a:cs typeface="Lucida Sans Unicode"/>
              </a:rPr>
              <a:t>en</a:t>
            </a:r>
            <a:r>
              <a:rPr dirty="0" sz="1150" spc="100">
                <a:solidFill>
                  <a:srgbClr val="0CBFDF"/>
                </a:solidFill>
                <a:latin typeface="Lucida Sans Unicode"/>
                <a:cs typeface="Lucida Sans Unicode"/>
              </a:rPr>
              <a:t> </a:t>
            </a:r>
            <a:r>
              <a:rPr dirty="0" sz="1150">
                <a:solidFill>
                  <a:srgbClr val="0CBFDF"/>
                </a:solidFill>
                <a:latin typeface="Lucida Sans Unicode"/>
                <a:cs typeface="Lucida Sans Unicode"/>
              </a:rPr>
              <a:t>5</a:t>
            </a:r>
            <a:r>
              <a:rPr dirty="0" sz="1150" spc="114">
                <a:solidFill>
                  <a:srgbClr val="0CBFDF"/>
                </a:solidFill>
                <a:latin typeface="Lucida Sans Unicode"/>
                <a:cs typeface="Lucida Sans Unicode"/>
              </a:rPr>
              <a:t> </a:t>
            </a:r>
            <a:r>
              <a:rPr dirty="0" sz="1150" spc="-10">
                <a:solidFill>
                  <a:srgbClr val="0CBFDF"/>
                </a:solidFill>
                <a:latin typeface="Lucida Sans Unicode"/>
                <a:cs typeface="Lucida Sans Unicode"/>
              </a:rPr>
              <a:t>instancias distintas</a:t>
            </a:r>
            <a:endParaRPr sz="1150">
              <a:latin typeface="Lucida Sans Unicode"/>
              <a:cs typeface="Lucida Sans Unicod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descr=""/>
          <p:cNvGrpSpPr/>
          <p:nvPr/>
        </p:nvGrpSpPr>
        <p:grpSpPr>
          <a:xfrm>
            <a:off x="16136" y="941294"/>
            <a:ext cx="8843010" cy="4974590"/>
            <a:chOff x="16136" y="941294"/>
            <a:chExt cx="8843010" cy="4974590"/>
          </a:xfrm>
        </p:grpSpPr>
        <p:pic>
          <p:nvPicPr>
            <p:cNvPr id="3" name="object 3" descr=""/>
            <p:cNvPicPr/>
            <p:nvPr/>
          </p:nvPicPr>
          <p:blipFill>
            <a:blip r:embed="rId2" cstate="print"/>
            <a:stretch>
              <a:fillRect/>
            </a:stretch>
          </p:blipFill>
          <p:spPr>
            <a:xfrm>
              <a:off x="792031" y="3008107"/>
              <a:ext cx="1690295" cy="2058744"/>
            </a:xfrm>
            <a:prstGeom prst="rect">
              <a:avLst/>
            </a:prstGeom>
          </p:spPr>
        </p:pic>
        <p:pic>
          <p:nvPicPr>
            <p:cNvPr id="4" name="object 4" descr=""/>
            <p:cNvPicPr/>
            <p:nvPr/>
          </p:nvPicPr>
          <p:blipFill>
            <a:blip r:embed="rId3" cstate="print"/>
            <a:stretch>
              <a:fillRect/>
            </a:stretch>
          </p:blipFill>
          <p:spPr>
            <a:xfrm>
              <a:off x="3384624" y="3189642"/>
              <a:ext cx="4979445" cy="1653988"/>
            </a:xfrm>
            <a:prstGeom prst="rect">
              <a:avLst/>
            </a:prstGeom>
          </p:spPr>
        </p:pic>
      </p:grpSp>
      <p:sp>
        <p:nvSpPr>
          <p:cNvPr id="5" name="object 5"/>
          <p:cNvSpPr txBox="1">
            <a:spLocks noGrp="1"/>
          </p:cNvSpPr>
          <p:nvPr>
            <p:ph type="title"/>
          </p:nvPr>
        </p:nvSpPr>
        <p:spPr>
          <a:xfrm>
            <a:off x="501131" y="1585777"/>
            <a:ext cx="7432040" cy="615315"/>
          </a:xfrm>
          <a:prstGeom prst="rect"/>
        </p:spPr>
        <p:txBody>
          <a:bodyPr wrap="square" lIns="0" tIns="14604" rIns="0" bIns="0" rtlCol="0" vert="horz">
            <a:spAutoFit/>
          </a:bodyPr>
          <a:lstStyle/>
          <a:p>
            <a:pPr marL="12700">
              <a:lnSpc>
                <a:spcPct val="100000"/>
              </a:lnSpc>
              <a:spcBef>
                <a:spcPts val="114"/>
              </a:spcBef>
            </a:pPr>
            <a:r>
              <a:rPr dirty="0" sz="3850" spc="260">
                <a:solidFill>
                  <a:srgbClr val="FFFFFF"/>
                </a:solidFill>
                <a:latin typeface="Lucida Sans Unicode"/>
                <a:cs typeface="Lucida Sans Unicode"/>
              </a:rPr>
              <a:t>Segunda</a:t>
            </a:r>
            <a:r>
              <a:rPr dirty="0" sz="3850" spc="-400">
                <a:solidFill>
                  <a:srgbClr val="FFFFFF"/>
                </a:solidFill>
                <a:latin typeface="Lucida Sans Unicode"/>
                <a:cs typeface="Lucida Sans Unicode"/>
              </a:rPr>
              <a:t> </a:t>
            </a:r>
            <a:r>
              <a:rPr dirty="0" sz="3850" spc="229">
                <a:solidFill>
                  <a:srgbClr val="FFFFFF"/>
                </a:solidFill>
                <a:latin typeface="Lucida Sans Unicode"/>
                <a:cs typeface="Lucida Sans Unicode"/>
              </a:rPr>
              <a:t>Forma</a:t>
            </a:r>
            <a:r>
              <a:rPr dirty="0" sz="3850" spc="-400">
                <a:solidFill>
                  <a:srgbClr val="FFFFFF"/>
                </a:solidFill>
                <a:latin typeface="Lucida Sans Unicode"/>
                <a:cs typeface="Lucida Sans Unicode"/>
              </a:rPr>
              <a:t> </a:t>
            </a:r>
            <a:r>
              <a:rPr dirty="0" sz="3850" spc="195">
                <a:solidFill>
                  <a:srgbClr val="FFFFFF"/>
                </a:solidFill>
                <a:latin typeface="Lucida Sans Unicode"/>
                <a:cs typeface="Lucida Sans Unicode"/>
              </a:rPr>
              <a:t>Normal</a:t>
            </a:r>
            <a:r>
              <a:rPr dirty="0" sz="3850" spc="-385">
                <a:solidFill>
                  <a:srgbClr val="FFFFFF"/>
                </a:solidFill>
                <a:latin typeface="Lucida Sans Unicode"/>
                <a:cs typeface="Lucida Sans Unicode"/>
              </a:rPr>
              <a:t> </a:t>
            </a:r>
            <a:r>
              <a:rPr dirty="0" sz="3850" spc="40">
                <a:solidFill>
                  <a:srgbClr val="FFFFFF"/>
                </a:solidFill>
                <a:latin typeface="Lucida Sans Unicode"/>
                <a:cs typeface="Lucida Sans Unicode"/>
              </a:rPr>
              <a:t>(1NF)</a:t>
            </a:r>
            <a:endParaRPr sz="3850">
              <a:latin typeface="Lucida Sans Unicode"/>
              <a:cs typeface="Lucida Sans Unicode"/>
            </a:endParaRPr>
          </a:p>
        </p:txBody>
      </p:sp>
      <p:sp>
        <p:nvSpPr>
          <p:cNvPr id="6" name="object 6" descr=""/>
          <p:cNvSpPr/>
          <p:nvPr/>
        </p:nvSpPr>
        <p:spPr>
          <a:xfrm>
            <a:off x="597049" y="2544183"/>
            <a:ext cx="55244" cy="55244"/>
          </a:xfrm>
          <a:custGeom>
            <a:avLst/>
            <a:gdLst/>
            <a:ahLst/>
            <a:cxnLst/>
            <a:rect l="l" t="t" r="r" b="b"/>
            <a:pathLst>
              <a:path w="55245" h="55244">
                <a:moveTo>
                  <a:pt x="30928" y="55132"/>
                </a:moveTo>
                <a:lnTo>
                  <a:pt x="22859" y="55132"/>
                </a:lnTo>
                <a:lnTo>
                  <a:pt x="21515" y="53788"/>
                </a:lnTo>
                <a:lnTo>
                  <a:pt x="18825" y="53788"/>
                </a:lnTo>
                <a:lnTo>
                  <a:pt x="16136" y="52443"/>
                </a:lnTo>
                <a:lnTo>
                  <a:pt x="14791" y="52443"/>
                </a:lnTo>
                <a:lnTo>
                  <a:pt x="10757" y="48409"/>
                </a:lnTo>
                <a:lnTo>
                  <a:pt x="9412" y="48409"/>
                </a:lnTo>
                <a:lnTo>
                  <a:pt x="4034" y="43030"/>
                </a:lnTo>
                <a:lnTo>
                  <a:pt x="2689" y="40341"/>
                </a:lnTo>
                <a:lnTo>
                  <a:pt x="2689" y="38996"/>
                </a:lnTo>
                <a:lnTo>
                  <a:pt x="1344" y="37651"/>
                </a:lnTo>
                <a:lnTo>
                  <a:pt x="1344" y="36307"/>
                </a:lnTo>
                <a:lnTo>
                  <a:pt x="0" y="33617"/>
                </a:lnTo>
                <a:lnTo>
                  <a:pt x="0" y="20170"/>
                </a:lnTo>
                <a:lnTo>
                  <a:pt x="1344" y="18825"/>
                </a:lnTo>
                <a:lnTo>
                  <a:pt x="1344" y="16136"/>
                </a:lnTo>
                <a:lnTo>
                  <a:pt x="2689" y="14791"/>
                </a:lnTo>
                <a:lnTo>
                  <a:pt x="2689" y="13447"/>
                </a:lnTo>
                <a:lnTo>
                  <a:pt x="13447" y="2689"/>
                </a:lnTo>
                <a:lnTo>
                  <a:pt x="14791" y="2689"/>
                </a:lnTo>
                <a:lnTo>
                  <a:pt x="16136" y="1344"/>
                </a:lnTo>
                <a:lnTo>
                  <a:pt x="18825" y="1344"/>
                </a:lnTo>
                <a:lnTo>
                  <a:pt x="20170" y="0"/>
                </a:lnTo>
                <a:lnTo>
                  <a:pt x="33617" y="0"/>
                </a:lnTo>
                <a:lnTo>
                  <a:pt x="36307" y="1344"/>
                </a:lnTo>
                <a:lnTo>
                  <a:pt x="37651" y="1344"/>
                </a:lnTo>
                <a:lnTo>
                  <a:pt x="38996" y="2689"/>
                </a:lnTo>
                <a:lnTo>
                  <a:pt x="40341" y="2689"/>
                </a:lnTo>
                <a:lnTo>
                  <a:pt x="43030" y="4034"/>
                </a:lnTo>
                <a:lnTo>
                  <a:pt x="48409" y="9412"/>
                </a:lnTo>
                <a:lnTo>
                  <a:pt x="48409" y="10757"/>
                </a:lnTo>
                <a:lnTo>
                  <a:pt x="52443" y="14791"/>
                </a:lnTo>
                <a:lnTo>
                  <a:pt x="52443" y="16136"/>
                </a:lnTo>
                <a:lnTo>
                  <a:pt x="53788" y="18825"/>
                </a:lnTo>
                <a:lnTo>
                  <a:pt x="53788" y="21515"/>
                </a:lnTo>
                <a:lnTo>
                  <a:pt x="55132" y="22859"/>
                </a:lnTo>
                <a:lnTo>
                  <a:pt x="55132" y="26894"/>
                </a:lnTo>
                <a:lnTo>
                  <a:pt x="55132" y="30928"/>
                </a:lnTo>
                <a:lnTo>
                  <a:pt x="53788" y="32272"/>
                </a:lnTo>
                <a:lnTo>
                  <a:pt x="53788" y="36307"/>
                </a:lnTo>
                <a:lnTo>
                  <a:pt x="52443" y="37651"/>
                </a:lnTo>
                <a:lnTo>
                  <a:pt x="52443" y="38996"/>
                </a:lnTo>
                <a:lnTo>
                  <a:pt x="51098" y="40341"/>
                </a:lnTo>
                <a:lnTo>
                  <a:pt x="49754" y="43030"/>
                </a:lnTo>
                <a:lnTo>
                  <a:pt x="48409" y="44375"/>
                </a:lnTo>
                <a:lnTo>
                  <a:pt x="48409" y="45719"/>
                </a:lnTo>
                <a:lnTo>
                  <a:pt x="45719" y="48409"/>
                </a:lnTo>
                <a:lnTo>
                  <a:pt x="44375" y="48409"/>
                </a:lnTo>
                <a:lnTo>
                  <a:pt x="43030" y="49754"/>
                </a:lnTo>
                <a:lnTo>
                  <a:pt x="40341" y="51098"/>
                </a:lnTo>
                <a:lnTo>
                  <a:pt x="38996" y="52443"/>
                </a:lnTo>
                <a:lnTo>
                  <a:pt x="37651" y="52443"/>
                </a:lnTo>
                <a:lnTo>
                  <a:pt x="36307" y="53788"/>
                </a:lnTo>
                <a:lnTo>
                  <a:pt x="32272" y="53788"/>
                </a:lnTo>
                <a:lnTo>
                  <a:pt x="30928" y="55132"/>
                </a:lnTo>
                <a:close/>
              </a:path>
            </a:pathLst>
          </a:custGeom>
          <a:solidFill>
            <a:srgbClr val="FFFFFF"/>
          </a:solidFill>
        </p:spPr>
        <p:txBody>
          <a:bodyPr wrap="square" lIns="0" tIns="0" rIns="0" bIns="0" rtlCol="0"/>
          <a:lstStyle/>
          <a:p/>
        </p:txBody>
      </p:sp>
      <p:sp>
        <p:nvSpPr>
          <p:cNvPr id="7" name="object 7" descr=""/>
          <p:cNvSpPr txBox="1"/>
          <p:nvPr/>
        </p:nvSpPr>
        <p:spPr>
          <a:xfrm>
            <a:off x="721438" y="2449912"/>
            <a:ext cx="5486400" cy="217170"/>
          </a:xfrm>
          <a:prstGeom prst="rect">
            <a:avLst/>
          </a:prstGeom>
        </p:spPr>
        <p:txBody>
          <a:bodyPr wrap="square" lIns="0" tIns="13335" rIns="0" bIns="0" rtlCol="0" vert="horz">
            <a:spAutoFit/>
          </a:bodyPr>
          <a:lstStyle/>
          <a:p>
            <a:pPr marL="12700">
              <a:lnSpc>
                <a:spcPct val="100000"/>
              </a:lnSpc>
              <a:spcBef>
                <a:spcPts val="105"/>
              </a:spcBef>
            </a:pPr>
            <a:r>
              <a:rPr dirty="0" sz="1250">
                <a:solidFill>
                  <a:srgbClr val="FFFFFF"/>
                </a:solidFill>
                <a:latin typeface="Lucida Sans Unicode"/>
                <a:cs typeface="Lucida Sans Unicode"/>
              </a:rPr>
              <a:t>Necesita</a:t>
            </a:r>
            <a:r>
              <a:rPr dirty="0" sz="1250" spc="55">
                <a:solidFill>
                  <a:srgbClr val="FFFFFF"/>
                </a:solidFill>
                <a:latin typeface="Lucida Sans Unicode"/>
                <a:cs typeface="Lucida Sans Unicode"/>
              </a:rPr>
              <a:t> </a:t>
            </a:r>
            <a:r>
              <a:rPr dirty="0" sz="1250">
                <a:solidFill>
                  <a:srgbClr val="FFFFFF"/>
                </a:solidFill>
                <a:latin typeface="Lucida Sans Unicode"/>
                <a:cs typeface="Lucida Sans Unicode"/>
              </a:rPr>
              <a:t>que</a:t>
            </a:r>
            <a:r>
              <a:rPr dirty="0" sz="1250" spc="45">
                <a:solidFill>
                  <a:srgbClr val="FFFFFF"/>
                </a:solidFill>
                <a:latin typeface="Lucida Sans Unicode"/>
                <a:cs typeface="Lucida Sans Unicode"/>
              </a:rPr>
              <a:t> </a:t>
            </a:r>
            <a:r>
              <a:rPr dirty="0" sz="1250">
                <a:solidFill>
                  <a:srgbClr val="FFFFFF"/>
                </a:solidFill>
                <a:latin typeface="Lucida Sans Unicode"/>
                <a:cs typeface="Lucida Sans Unicode"/>
              </a:rPr>
              <a:t>cualquier</a:t>
            </a:r>
            <a:r>
              <a:rPr dirty="0" sz="1250" spc="50">
                <a:solidFill>
                  <a:srgbClr val="FFFFFF"/>
                </a:solidFill>
                <a:latin typeface="Lucida Sans Unicode"/>
                <a:cs typeface="Lucida Sans Unicode"/>
              </a:rPr>
              <a:t> </a:t>
            </a:r>
            <a:r>
              <a:rPr dirty="0" sz="1250">
                <a:solidFill>
                  <a:srgbClr val="FFFFFF"/>
                </a:solidFill>
                <a:latin typeface="Lucida Sans Unicode"/>
                <a:cs typeface="Lucida Sans Unicode"/>
              </a:rPr>
              <a:t>atributo</a:t>
            </a:r>
            <a:r>
              <a:rPr dirty="0" sz="1250" spc="50">
                <a:solidFill>
                  <a:srgbClr val="FFFFFF"/>
                </a:solidFill>
                <a:latin typeface="Lucida Sans Unicode"/>
                <a:cs typeface="Lucida Sans Unicode"/>
              </a:rPr>
              <a:t> </a:t>
            </a:r>
            <a:r>
              <a:rPr dirty="0" sz="1250">
                <a:solidFill>
                  <a:srgbClr val="FFFFFF"/>
                </a:solidFill>
                <a:latin typeface="Lucida Sans Unicode"/>
                <a:cs typeface="Lucida Sans Unicode"/>
              </a:rPr>
              <a:t>que</a:t>
            </a:r>
            <a:r>
              <a:rPr dirty="0" sz="1250" spc="35">
                <a:solidFill>
                  <a:srgbClr val="FFFFFF"/>
                </a:solidFill>
                <a:latin typeface="Lucida Sans Unicode"/>
                <a:cs typeface="Lucida Sans Unicode"/>
              </a:rPr>
              <a:t> </a:t>
            </a:r>
            <a:r>
              <a:rPr dirty="0" sz="1250">
                <a:solidFill>
                  <a:srgbClr val="FFFFFF"/>
                </a:solidFill>
                <a:latin typeface="Lucida Sans Unicode"/>
                <a:cs typeface="Lucida Sans Unicode"/>
              </a:rPr>
              <a:t>no</a:t>
            </a:r>
            <a:r>
              <a:rPr dirty="0" sz="1250" spc="50">
                <a:solidFill>
                  <a:srgbClr val="FFFFFF"/>
                </a:solidFill>
                <a:latin typeface="Lucida Sans Unicode"/>
                <a:cs typeface="Lucida Sans Unicode"/>
              </a:rPr>
              <a:t> </a:t>
            </a:r>
            <a:r>
              <a:rPr dirty="0" sz="1250" spc="85">
                <a:solidFill>
                  <a:srgbClr val="FFFFFF"/>
                </a:solidFill>
                <a:latin typeface="Lucida Sans Unicode"/>
                <a:cs typeface="Lucida Sans Unicode"/>
              </a:rPr>
              <a:t>sea</a:t>
            </a:r>
            <a:r>
              <a:rPr dirty="0" sz="1250" spc="40">
                <a:solidFill>
                  <a:srgbClr val="FFFFFF"/>
                </a:solidFill>
                <a:latin typeface="Lucida Sans Unicode"/>
                <a:cs typeface="Lucida Sans Unicode"/>
              </a:rPr>
              <a:t> </a:t>
            </a:r>
            <a:r>
              <a:rPr dirty="0" sz="1250" spc="-60">
                <a:solidFill>
                  <a:srgbClr val="FFFFFF"/>
                </a:solidFill>
                <a:latin typeface="Lucida Sans Unicode"/>
                <a:cs typeface="Lucida Sans Unicode"/>
              </a:rPr>
              <a:t>ID</a:t>
            </a:r>
            <a:r>
              <a:rPr dirty="0" sz="1250" spc="45">
                <a:solidFill>
                  <a:srgbClr val="FFFFFF"/>
                </a:solidFill>
                <a:latin typeface="Lucida Sans Unicode"/>
                <a:cs typeface="Lucida Sans Unicode"/>
              </a:rPr>
              <a:t> </a:t>
            </a:r>
            <a:r>
              <a:rPr dirty="0" sz="1250" spc="65">
                <a:solidFill>
                  <a:srgbClr val="FFFFFF"/>
                </a:solidFill>
                <a:latin typeface="Lucida Sans Unicode"/>
                <a:cs typeface="Lucida Sans Unicode"/>
              </a:rPr>
              <a:t>dependa</a:t>
            </a:r>
            <a:r>
              <a:rPr dirty="0" sz="1250" spc="55">
                <a:solidFill>
                  <a:srgbClr val="FFFFFF"/>
                </a:solidFill>
                <a:latin typeface="Lucida Sans Unicode"/>
                <a:cs typeface="Lucida Sans Unicode"/>
              </a:rPr>
              <a:t> </a:t>
            </a:r>
            <a:r>
              <a:rPr dirty="0" sz="1250" spc="60">
                <a:solidFill>
                  <a:srgbClr val="FFFFFF"/>
                </a:solidFill>
                <a:latin typeface="Lucida Sans Unicode"/>
                <a:cs typeface="Lucida Sans Unicode"/>
              </a:rPr>
              <a:t>de</a:t>
            </a:r>
            <a:r>
              <a:rPr dirty="0" sz="1250" spc="50">
                <a:solidFill>
                  <a:srgbClr val="FFFFFF"/>
                </a:solidFill>
                <a:latin typeface="Lucida Sans Unicode"/>
                <a:cs typeface="Lucida Sans Unicode"/>
              </a:rPr>
              <a:t> </a:t>
            </a:r>
            <a:r>
              <a:rPr dirty="0" sz="1250">
                <a:solidFill>
                  <a:srgbClr val="FFFFFF"/>
                </a:solidFill>
                <a:latin typeface="Lucida Sans Unicode"/>
                <a:cs typeface="Lucida Sans Unicode"/>
              </a:rPr>
              <a:t>todo</a:t>
            </a:r>
            <a:r>
              <a:rPr dirty="0" sz="1250" spc="45">
                <a:solidFill>
                  <a:srgbClr val="FFFFFF"/>
                </a:solidFill>
                <a:latin typeface="Lucida Sans Unicode"/>
                <a:cs typeface="Lucida Sans Unicode"/>
              </a:rPr>
              <a:t> </a:t>
            </a:r>
            <a:r>
              <a:rPr dirty="0" sz="1250">
                <a:solidFill>
                  <a:srgbClr val="FFFFFF"/>
                </a:solidFill>
                <a:latin typeface="Lucida Sans Unicode"/>
                <a:cs typeface="Lucida Sans Unicode"/>
              </a:rPr>
              <a:t>el</a:t>
            </a:r>
            <a:r>
              <a:rPr dirty="0" sz="1250" spc="45">
                <a:solidFill>
                  <a:srgbClr val="FFFFFF"/>
                </a:solidFill>
                <a:latin typeface="Lucida Sans Unicode"/>
                <a:cs typeface="Lucida Sans Unicode"/>
              </a:rPr>
              <a:t> </a:t>
            </a:r>
            <a:r>
              <a:rPr dirty="0" sz="1250" spc="-25">
                <a:solidFill>
                  <a:srgbClr val="FFFFFF"/>
                </a:solidFill>
                <a:latin typeface="Lucida Sans Unicode"/>
                <a:cs typeface="Lucida Sans Unicode"/>
              </a:rPr>
              <a:t>ID</a:t>
            </a:r>
            <a:endParaRPr sz="1250">
              <a:latin typeface="Lucida Sans Unicode"/>
              <a:cs typeface="Lucida Sans Unicode"/>
            </a:endParaRPr>
          </a:p>
        </p:txBody>
      </p:sp>
      <p:sp>
        <p:nvSpPr>
          <p:cNvPr id="8" name="object 8" descr=""/>
          <p:cNvSpPr txBox="1"/>
          <p:nvPr/>
        </p:nvSpPr>
        <p:spPr>
          <a:xfrm>
            <a:off x="501038" y="1271032"/>
            <a:ext cx="1784985" cy="173355"/>
          </a:xfrm>
          <a:prstGeom prst="rect">
            <a:avLst/>
          </a:prstGeom>
        </p:spPr>
        <p:txBody>
          <a:bodyPr wrap="square" lIns="0" tIns="14604" rIns="0" bIns="0" rtlCol="0" vert="horz">
            <a:spAutoFit/>
          </a:bodyPr>
          <a:lstStyle/>
          <a:p>
            <a:pPr marL="12700">
              <a:lnSpc>
                <a:spcPct val="100000"/>
              </a:lnSpc>
              <a:spcBef>
                <a:spcPts val="114"/>
              </a:spcBef>
            </a:pPr>
            <a:r>
              <a:rPr dirty="0" sz="950" spc="65">
                <a:solidFill>
                  <a:srgbClr val="FFFFFF"/>
                </a:solidFill>
                <a:latin typeface="Lucida Sans Unicode"/>
                <a:cs typeface="Lucida Sans Unicode"/>
              </a:rPr>
              <a:t>Sistemas</a:t>
            </a:r>
            <a:r>
              <a:rPr dirty="0" sz="950" spc="-7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40">
                <a:solidFill>
                  <a:srgbClr val="FFFFFF"/>
                </a:solidFill>
                <a:latin typeface="Lucida Sans Unicode"/>
                <a:cs typeface="Lucida Sans Unicode"/>
              </a:rPr>
              <a:t> </a:t>
            </a:r>
            <a:r>
              <a:rPr dirty="0" sz="950" spc="80">
                <a:solidFill>
                  <a:srgbClr val="FFFFFF"/>
                </a:solidFill>
                <a:latin typeface="Lucida Sans Unicode"/>
                <a:cs typeface="Lucida Sans Unicode"/>
              </a:rPr>
              <a:t>Base</a:t>
            </a:r>
            <a:r>
              <a:rPr dirty="0" sz="950" spc="-50">
                <a:solidFill>
                  <a:srgbClr val="FFFFFF"/>
                </a:solidFill>
                <a:latin typeface="Lucida Sans Unicode"/>
                <a:cs typeface="Lucida Sans Unicode"/>
              </a:rPr>
              <a:t> </a:t>
            </a:r>
            <a:r>
              <a:rPr dirty="0" sz="950" spc="60">
                <a:solidFill>
                  <a:srgbClr val="FFFFFF"/>
                </a:solidFill>
                <a:latin typeface="Lucida Sans Unicode"/>
                <a:cs typeface="Lucida Sans Unicode"/>
              </a:rPr>
              <a:t>de</a:t>
            </a:r>
            <a:r>
              <a:rPr dirty="0" sz="950" spc="-65">
                <a:solidFill>
                  <a:srgbClr val="FFFFFF"/>
                </a:solidFill>
                <a:latin typeface="Lucida Sans Unicode"/>
                <a:cs typeface="Lucida Sans Unicode"/>
              </a:rPr>
              <a:t> </a:t>
            </a:r>
            <a:r>
              <a:rPr dirty="0" sz="950" spc="10">
                <a:solidFill>
                  <a:srgbClr val="FFFFFF"/>
                </a:solidFill>
                <a:latin typeface="Lucida Sans Unicode"/>
                <a:cs typeface="Lucida Sans Unicode"/>
              </a:rPr>
              <a:t>Datos</a:t>
            </a:r>
            <a:r>
              <a:rPr dirty="0" sz="950" spc="-70">
                <a:solidFill>
                  <a:srgbClr val="FFFFFF"/>
                </a:solidFill>
                <a:latin typeface="Lucida Sans Unicode"/>
                <a:cs typeface="Lucida Sans Unicode"/>
              </a:rPr>
              <a:t> </a:t>
            </a:r>
            <a:r>
              <a:rPr dirty="0" sz="950" spc="-90">
                <a:solidFill>
                  <a:srgbClr val="FFFFFF"/>
                </a:solidFill>
                <a:latin typeface="Lucida Sans Unicode"/>
                <a:cs typeface="Lucida Sans Unicode"/>
              </a:rPr>
              <a:t>1</a:t>
            </a:r>
            <a:endParaRPr sz="950">
              <a:latin typeface="Lucida Sans Unicode"/>
              <a:cs typeface="Lucida Sans Unicod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92023" y="192023"/>
            <a:ext cx="8759952" cy="914400"/>
          </a:xfrm>
          <a:prstGeom prst="rect">
            <a:avLst/>
          </a:prstGeom>
        </p:spPr>
      </p:pic>
      <p:pic>
        <p:nvPicPr>
          <p:cNvPr id="3" name="object 3" descr=""/>
          <p:cNvPicPr/>
          <p:nvPr/>
        </p:nvPicPr>
        <p:blipFill>
          <a:blip r:embed="rId3" cstate="print"/>
          <a:stretch>
            <a:fillRect/>
          </a:stretch>
        </p:blipFill>
        <p:spPr>
          <a:xfrm>
            <a:off x="192023" y="5751576"/>
            <a:ext cx="8759952" cy="914399"/>
          </a:xfrm>
          <a:prstGeom prst="rect">
            <a:avLst/>
          </a:prstGeom>
        </p:spPr>
      </p:pic>
      <p:pic>
        <p:nvPicPr>
          <p:cNvPr id="4" name="object 4" descr=""/>
          <p:cNvPicPr/>
          <p:nvPr/>
        </p:nvPicPr>
        <p:blipFill>
          <a:blip r:embed="rId4" cstate="print"/>
          <a:stretch>
            <a:fillRect/>
          </a:stretch>
        </p:blipFill>
        <p:spPr>
          <a:xfrm>
            <a:off x="1834895" y="2514600"/>
            <a:ext cx="5474208" cy="1828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body" idx="1"/>
          </p:nvPr>
        </p:nvSpPr>
        <p:spPr>
          <a:prstGeom prst="rect"/>
        </p:spPr>
        <p:txBody>
          <a:bodyPr wrap="square" lIns="0" tIns="153670" rIns="0" bIns="0" rtlCol="0" vert="horz">
            <a:spAutoFit/>
          </a:bodyPr>
          <a:lstStyle/>
          <a:p>
            <a:pPr marL="12065" marR="5080">
              <a:lnSpc>
                <a:spcPts val="4610"/>
              </a:lnSpc>
              <a:spcBef>
                <a:spcPts val="1210"/>
              </a:spcBef>
            </a:pPr>
            <a:r>
              <a:rPr dirty="0"/>
              <a:t>Database</a:t>
            </a:r>
            <a:r>
              <a:rPr dirty="0" spc="-190"/>
              <a:t> </a:t>
            </a:r>
            <a:r>
              <a:rPr dirty="0" spc="-20"/>
              <a:t>Programming</a:t>
            </a:r>
            <a:r>
              <a:rPr dirty="0" spc="-185"/>
              <a:t> </a:t>
            </a:r>
            <a:r>
              <a:rPr dirty="0" spc="-20"/>
              <a:t>with </a:t>
            </a:r>
            <a:r>
              <a:rPr dirty="0" spc="-25"/>
              <a:t>SQL</a:t>
            </a:r>
          </a:p>
        </p:txBody>
      </p:sp>
      <p:sp>
        <p:nvSpPr>
          <p:cNvPr id="8" name="object 8" descr=""/>
          <p:cNvSpPr txBox="1"/>
          <p:nvPr/>
        </p:nvSpPr>
        <p:spPr>
          <a:xfrm>
            <a:off x="962879" y="2400950"/>
            <a:ext cx="269875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13-</a:t>
            </a:r>
            <a:r>
              <a:rPr dirty="0" sz="2400" spc="-50" b="1">
                <a:solidFill>
                  <a:srgbClr val="4E3629"/>
                </a:solidFill>
                <a:latin typeface="Calibri"/>
                <a:cs typeface="Calibri"/>
              </a:rPr>
              <a:t>2</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Uso</a:t>
            </a:r>
            <a:r>
              <a:rPr dirty="0" sz="2400" spc="-40" b="1">
                <a:solidFill>
                  <a:srgbClr val="4E3629"/>
                </a:solidFill>
                <a:latin typeface="Calibri"/>
                <a:cs typeface="Calibri"/>
              </a:rPr>
              <a:t> </a:t>
            </a:r>
            <a:r>
              <a:rPr dirty="0" sz="2400" b="1">
                <a:solidFill>
                  <a:srgbClr val="4E3629"/>
                </a:solidFill>
                <a:latin typeface="Calibri"/>
                <a:cs typeface="Calibri"/>
              </a:rPr>
              <a:t>de</a:t>
            </a:r>
            <a:r>
              <a:rPr dirty="0" sz="2400" spc="-5" b="1">
                <a:solidFill>
                  <a:srgbClr val="4E3629"/>
                </a:solidFill>
                <a:latin typeface="Calibri"/>
                <a:cs typeface="Calibri"/>
              </a:rPr>
              <a:t> </a:t>
            </a:r>
            <a:r>
              <a:rPr dirty="0" sz="2400" b="1">
                <a:solidFill>
                  <a:srgbClr val="4E3629"/>
                </a:solidFill>
                <a:latin typeface="Calibri"/>
                <a:cs typeface="Calibri"/>
              </a:rPr>
              <a:t>Tipos</a:t>
            </a:r>
            <a:r>
              <a:rPr dirty="0" sz="2400" spc="-25" b="1">
                <a:solidFill>
                  <a:srgbClr val="4E3629"/>
                </a:solidFill>
                <a:latin typeface="Calibri"/>
                <a:cs typeface="Calibri"/>
              </a:rPr>
              <a:t> </a:t>
            </a:r>
            <a:r>
              <a:rPr dirty="0" sz="2400" b="1">
                <a:solidFill>
                  <a:srgbClr val="4E3629"/>
                </a:solidFill>
                <a:latin typeface="Calibri"/>
                <a:cs typeface="Calibri"/>
              </a:rPr>
              <a:t>de</a:t>
            </a:r>
            <a:r>
              <a:rPr dirty="0" sz="2400" spc="-15" b="1">
                <a:solidFill>
                  <a:srgbClr val="4E3629"/>
                </a:solidFill>
                <a:latin typeface="Calibri"/>
                <a:cs typeface="Calibri"/>
              </a:rPr>
              <a:t> </a:t>
            </a:r>
            <a:r>
              <a:rPr dirty="0" sz="2400" spc="-20" b="1">
                <a:solidFill>
                  <a:srgbClr val="4E3629"/>
                </a:solidFill>
                <a:latin typeface="Calibri"/>
                <a:cs typeface="Calibri"/>
              </a:rPr>
              <a:t>Dato</a:t>
            </a:r>
            <a:endParaRPr sz="2400">
              <a:latin typeface="Calibri"/>
              <a:cs typeface="Calibri"/>
            </a:endParaRPr>
          </a:p>
        </p:txBody>
      </p:sp>
      <p:pic>
        <p:nvPicPr>
          <p:cNvPr id="9" name="object 9" descr=""/>
          <p:cNvPicPr/>
          <p:nvPr/>
        </p:nvPicPr>
        <p:blipFill>
          <a:blip r:embed="rId4" cstate="print"/>
          <a:stretch>
            <a:fillRect/>
          </a:stretch>
        </p:blipFill>
        <p:spPr>
          <a:xfrm>
            <a:off x="3698747" y="3369564"/>
            <a:ext cx="5058156" cy="29672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Visión</a:t>
            </a:r>
            <a:r>
              <a:rPr dirty="0" spc="-55"/>
              <a:t> </a:t>
            </a:r>
            <a:r>
              <a:rPr dirty="0"/>
              <a:t>General</a:t>
            </a:r>
            <a:r>
              <a:rPr dirty="0" spc="-65"/>
              <a:t> </a:t>
            </a:r>
            <a:r>
              <a:rPr dirty="0"/>
              <a:t>de</a:t>
            </a:r>
            <a:r>
              <a:rPr dirty="0" spc="-55"/>
              <a:t> </a:t>
            </a:r>
            <a:r>
              <a:rPr dirty="0"/>
              <a:t>Tipo</a:t>
            </a:r>
            <a:r>
              <a:rPr dirty="0" spc="-50"/>
              <a:t> </a:t>
            </a:r>
            <a:r>
              <a:rPr dirty="0"/>
              <a:t>de</a:t>
            </a:r>
            <a:r>
              <a:rPr dirty="0" spc="-75"/>
              <a:t> </a:t>
            </a:r>
            <a:r>
              <a:rPr dirty="0" spc="-20"/>
              <a:t>Dato</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5</a:t>
            </a:r>
          </a:p>
        </p:txBody>
      </p:sp>
      <p:sp>
        <p:nvSpPr>
          <p:cNvPr id="5" name="object 5" descr=""/>
          <p:cNvSpPr txBox="1"/>
          <p:nvPr/>
        </p:nvSpPr>
        <p:spPr>
          <a:xfrm>
            <a:off x="483552" y="1415417"/>
            <a:ext cx="8108315" cy="2960370"/>
          </a:xfrm>
          <a:prstGeom prst="rect">
            <a:avLst/>
          </a:prstGeom>
        </p:spPr>
        <p:txBody>
          <a:bodyPr wrap="square" lIns="0" tIns="59690" rIns="0" bIns="0" rtlCol="0" vert="horz">
            <a:spAutoFit/>
          </a:bodyPr>
          <a:lstStyle/>
          <a:p>
            <a:pPr marL="182880" marR="63182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Cada</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0">
                <a:solidFill>
                  <a:srgbClr val="4E3629"/>
                </a:solidFill>
                <a:latin typeface="Calibri"/>
                <a:cs typeface="Calibri"/>
              </a:rPr>
              <a:t> </a:t>
            </a:r>
            <a:r>
              <a:rPr dirty="0" sz="2800">
                <a:solidFill>
                  <a:srgbClr val="4E3629"/>
                </a:solidFill>
                <a:latin typeface="Calibri"/>
                <a:cs typeface="Calibri"/>
              </a:rPr>
              <a:t>manipulado</a:t>
            </a:r>
            <a:r>
              <a:rPr dirty="0" sz="2800" spc="-25">
                <a:solidFill>
                  <a:srgbClr val="4E3629"/>
                </a:solidFill>
                <a:latin typeface="Calibri"/>
                <a:cs typeface="Calibri"/>
              </a:rPr>
              <a:t> </a:t>
            </a:r>
            <a:r>
              <a:rPr dirty="0" sz="2800">
                <a:solidFill>
                  <a:srgbClr val="4E3629"/>
                </a:solidFill>
                <a:latin typeface="Calibri"/>
                <a:cs typeface="Calibri"/>
              </a:rPr>
              <a:t>por</a:t>
            </a:r>
            <a:r>
              <a:rPr dirty="0" sz="2800" spc="-60">
                <a:solidFill>
                  <a:srgbClr val="4E3629"/>
                </a:solidFill>
                <a:latin typeface="Calibri"/>
                <a:cs typeface="Calibri"/>
              </a:rPr>
              <a:t> </a:t>
            </a:r>
            <a:r>
              <a:rPr dirty="0" sz="2800">
                <a:solidFill>
                  <a:srgbClr val="4E3629"/>
                </a:solidFill>
                <a:latin typeface="Calibri"/>
                <a:cs typeface="Calibri"/>
              </a:rPr>
              <a:t>Oracle</a:t>
            </a:r>
            <a:r>
              <a:rPr dirty="0" sz="2800" spc="-65">
                <a:solidFill>
                  <a:srgbClr val="4E3629"/>
                </a:solidFill>
                <a:latin typeface="Calibri"/>
                <a:cs typeface="Calibri"/>
              </a:rPr>
              <a:t> </a:t>
            </a:r>
            <a:r>
              <a:rPr dirty="0" sz="2800">
                <a:solidFill>
                  <a:srgbClr val="4E3629"/>
                </a:solidFill>
                <a:latin typeface="Calibri"/>
                <a:cs typeface="Calibri"/>
              </a:rPr>
              <a:t>tiene</a:t>
            </a:r>
            <a:r>
              <a:rPr dirty="0" sz="2800" spc="-50">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a:p>
            <a:pPr marL="182880" marR="82232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tipo</a:t>
            </a:r>
            <a:r>
              <a:rPr dirty="0" sz="2800" spc="-35">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dato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valor</a:t>
            </a:r>
            <a:r>
              <a:rPr dirty="0" sz="2800" spc="-55">
                <a:solidFill>
                  <a:srgbClr val="4E3629"/>
                </a:solidFill>
                <a:latin typeface="Calibri"/>
                <a:cs typeface="Calibri"/>
              </a:rPr>
              <a:t> </a:t>
            </a:r>
            <a:r>
              <a:rPr dirty="0" sz="2800">
                <a:solidFill>
                  <a:srgbClr val="4E3629"/>
                </a:solidFill>
                <a:latin typeface="Calibri"/>
                <a:cs typeface="Calibri"/>
              </a:rPr>
              <a:t>asocia</a:t>
            </a:r>
            <a:r>
              <a:rPr dirty="0" sz="2800" spc="-45">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juego</a:t>
            </a:r>
            <a:r>
              <a:rPr dirty="0" sz="2800" spc="-40">
                <a:solidFill>
                  <a:srgbClr val="4E3629"/>
                </a:solidFill>
                <a:latin typeface="Calibri"/>
                <a:cs typeface="Calibri"/>
              </a:rPr>
              <a:t> </a:t>
            </a:r>
            <a:r>
              <a:rPr dirty="0" sz="2800">
                <a:solidFill>
                  <a:srgbClr val="4E3629"/>
                </a:solidFill>
                <a:latin typeface="Calibri"/>
                <a:cs typeface="Calibri"/>
              </a:rPr>
              <a:t>fijo</a:t>
            </a:r>
            <a:r>
              <a:rPr dirty="0" sz="2800" spc="-3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propiedades</a:t>
            </a:r>
            <a:r>
              <a:rPr dirty="0" sz="2800" spc="-15">
                <a:solidFill>
                  <a:srgbClr val="4E3629"/>
                </a:solidFill>
                <a:latin typeface="Calibri"/>
                <a:cs typeface="Calibri"/>
              </a:rPr>
              <a:t> </a:t>
            </a:r>
            <a:r>
              <a:rPr dirty="0" sz="2800">
                <a:solidFill>
                  <a:srgbClr val="4E3629"/>
                </a:solidFill>
                <a:latin typeface="Calibri"/>
                <a:cs typeface="Calibri"/>
              </a:rPr>
              <a:t>al</a:t>
            </a:r>
            <a:r>
              <a:rPr dirty="0" sz="2800" spc="-70">
                <a:solidFill>
                  <a:srgbClr val="4E3629"/>
                </a:solidFill>
                <a:latin typeface="Calibri"/>
                <a:cs typeface="Calibri"/>
              </a:rPr>
              <a:t> </a:t>
            </a:r>
            <a:r>
              <a:rPr dirty="0" sz="2800" spc="-20">
                <a:solidFill>
                  <a:srgbClr val="4E3629"/>
                </a:solidFill>
                <a:latin typeface="Calibri"/>
                <a:cs typeface="Calibri"/>
              </a:rPr>
              <a:t>valor</a:t>
            </a:r>
            <a:endParaRPr sz="2800">
              <a:latin typeface="Calibri"/>
              <a:cs typeface="Calibri"/>
            </a:endParaRPr>
          </a:p>
          <a:p>
            <a:pPr algn="just" marL="182880" marR="5080"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Estas</a:t>
            </a:r>
            <a:r>
              <a:rPr dirty="0" sz="2800" spc="-70">
                <a:solidFill>
                  <a:srgbClr val="4E3629"/>
                </a:solidFill>
                <a:latin typeface="Calibri"/>
                <a:cs typeface="Calibri"/>
              </a:rPr>
              <a:t> </a:t>
            </a:r>
            <a:r>
              <a:rPr dirty="0" sz="2800" spc="-10">
                <a:solidFill>
                  <a:srgbClr val="4E3629"/>
                </a:solidFill>
                <a:latin typeface="Calibri"/>
                <a:cs typeface="Calibri"/>
              </a:rPr>
              <a:t>propiedades</a:t>
            </a:r>
            <a:r>
              <a:rPr dirty="0" sz="2800" spc="-35">
                <a:solidFill>
                  <a:srgbClr val="4E3629"/>
                </a:solidFill>
                <a:latin typeface="Calibri"/>
                <a:cs typeface="Calibri"/>
              </a:rPr>
              <a:t> </a:t>
            </a:r>
            <a:r>
              <a:rPr dirty="0" sz="2800">
                <a:solidFill>
                  <a:srgbClr val="4E3629"/>
                </a:solidFill>
                <a:latin typeface="Calibri"/>
                <a:cs typeface="Calibri"/>
              </a:rPr>
              <a:t>hacen</a:t>
            </a:r>
            <a:r>
              <a:rPr dirty="0" sz="2800" spc="-70">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base</a:t>
            </a:r>
            <a:r>
              <a:rPr dirty="0" sz="2800" spc="-6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75">
                <a:solidFill>
                  <a:srgbClr val="4E3629"/>
                </a:solidFill>
                <a:latin typeface="Calibri"/>
                <a:cs typeface="Calibri"/>
              </a:rPr>
              <a:t> </a:t>
            </a:r>
            <a:r>
              <a:rPr dirty="0" sz="2800">
                <a:solidFill>
                  <a:srgbClr val="4E3629"/>
                </a:solidFill>
                <a:latin typeface="Calibri"/>
                <a:cs typeface="Calibri"/>
              </a:rPr>
              <a:t>trate</a:t>
            </a:r>
            <a:r>
              <a:rPr dirty="0" sz="2800" spc="-75">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valores</a:t>
            </a:r>
            <a:r>
              <a:rPr dirty="0" sz="2800" spc="-6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a:solidFill>
                  <a:srgbClr val="4E3629"/>
                </a:solidFill>
                <a:latin typeface="Calibri"/>
                <a:cs typeface="Calibri"/>
              </a:rPr>
              <a:t>tipo</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a:t>
            </a:r>
            <a:r>
              <a:rPr dirty="0" sz="2800" spc="-6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forma</a:t>
            </a:r>
            <a:r>
              <a:rPr dirty="0" sz="2800" spc="-55">
                <a:solidFill>
                  <a:srgbClr val="4E3629"/>
                </a:solidFill>
                <a:latin typeface="Calibri"/>
                <a:cs typeface="Calibri"/>
              </a:rPr>
              <a:t> </a:t>
            </a:r>
            <a:r>
              <a:rPr dirty="0" sz="2800" spc="-10">
                <a:solidFill>
                  <a:srgbClr val="4E3629"/>
                </a:solidFill>
                <a:latin typeface="Calibri"/>
                <a:cs typeface="Calibri"/>
              </a:rPr>
              <a:t>diferente</a:t>
            </a:r>
            <a:r>
              <a:rPr dirty="0" sz="2800" spc="-50">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spc="-10">
                <a:solidFill>
                  <a:srgbClr val="4E3629"/>
                </a:solidFill>
                <a:latin typeface="Calibri"/>
                <a:cs typeface="Calibri"/>
              </a:rPr>
              <a:t>valores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otro</a:t>
            </a:r>
            <a:r>
              <a:rPr dirty="0" sz="2800" spc="-60">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Visión</a:t>
            </a:r>
            <a:r>
              <a:rPr dirty="0" spc="-55"/>
              <a:t> </a:t>
            </a:r>
            <a:r>
              <a:rPr dirty="0"/>
              <a:t>General</a:t>
            </a:r>
            <a:r>
              <a:rPr dirty="0" spc="-65"/>
              <a:t> </a:t>
            </a:r>
            <a:r>
              <a:rPr dirty="0"/>
              <a:t>de</a:t>
            </a:r>
            <a:r>
              <a:rPr dirty="0" spc="-55"/>
              <a:t> </a:t>
            </a:r>
            <a:r>
              <a:rPr dirty="0"/>
              <a:t>Tipo</a:t>
            </a:r>
            <a:r>
              <a:rPr dirty="0" spc="-50"/>
              <a:t> </a:t>
            </a:r>
            <a:r>
              <a:rPr dirty="0"/>
              <a:t>de</a:t>
            </a:r>
            <a:r>
              <a:rPr dirty="0" spc="-75"/>
              <a:t> </a:t>
            </a:r>
            <a:r>
              <a:rPr dirty="0" spc="-20"/>
              <a:t>Dato</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6</a:t>
            </a:r>
          </a:p>
        </p:txBody>
      </p:sp>
      <p:sp>
        <p:nvSpPr>
          <p:cNvPr id="5" name="object 5" descr=""/>
          <p:cNvSpPr txBox="1"/>
          <p:nvPr/>
        </p:nvSpPr>
        <p:spPr>
          <a:xfrm>
            <a:off x="483552" y="1393401"/>
            <a:ext cx="7921625" cy="4286885"/>
          </a:xfrm>
          <a:prstGeom prst="rect">
            <a:avLst/>
          </a:prstGeom>
        </p:spPr>
        <p:txBody>
          <a:bodyPr wrap="square" lIns="0" tIns="34290" rIns="0" bIns="0" rtlCol="0" vert="horz">
            <a:spAutoFit/>
          </a:bodyPr>
          <a:lstStyle/>
          <a:p>
            <a:pPr marL="183515" indent="-170815">
              <a:lnSpc>
                <a:spcPct val="100000"/>
              </a:lnSpc>
              <a:spcBef>
                <a:spcPts val="270"/>
              </a:spcBef>
              <a:buClr>
                <a:srgbClr val="D1350F"/>
              </a:buClr>
              <a:buFont typeface="Arial MT"/>
              <a:buChar char="•"/>
              <a:tabLst>
                <a:tab pos="183515" algn="l"/>
              </a:tabLst>
            </a:pPr>
            <a:r>
              <a:rPr dirty="0" sz="2800">
                <a:solidFill>
                  <a:srgbClr val="4E3629"/>
                </a:solidFill>
                <a:latin typeface="Calibri"/>
                <a:cs typeface="Calibri"/>
              </a:rPr>
              <a:t>Los</a:t>
            </a:r>
            <a:r>
              <a:rPr dirty="0" sz="2800" spc="-65">
                <a:solidFill>
                  <a:srgbClr val="4E3629"/>
                </a:solidFill>
                <a:latin typeface="Calibri"/>
                <a:cs typeface="Calibri"/>
              </a:rPr>
              <a:t> </a:t>
            </a:r>
            <a:r>
              <a:rPr dirty="0" sz="2800" spc="-10">
                <a:solidFill>
                  <a:srgbClr val="4E3629"/>
                </a:solidFill>
                <a:latin typeface="Calibri"/>
                <a:cs typeface="Calibri"/>
              </a:rPr>
              <a:t>distintos</a:t>
            </a:r>
            <a:r>
              <a:rPr dirty="0" sz="2800" spc="-40">
                <a:solidFill>
                  <a:srgbClr val="4E3629"/>
                </a:solidFill>
                <a:latin typeface="Calibri"/>
                <a:cs typeface="Calibri"/>
              </a:rPr>
              <a:t> </a:t>
            </a:r>
            <a:r>
              <a:rPr dirty="0" sz="2800">
                <a:solidFill>
                  <a:srgbClr val="4E3629"/>
                </a:solidFill>
                <a:latin typeface="Calibri"/>
                <a:cs typeface="Calibri"/>
              </a:rPr>
              <a:t>tipos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a:t>
            </a:r>
            <a:r>
              <a:rPr dirty="0" sz="2800" spc="-70">
                <a:solidFill>
                  <a:srgbClr val="4E3629"/>
                </a:solidFill>
                <a:latin typeface="Calibri"/>
                <a:cs typeface="Calibri"/>
              </a:rPr>
              <a:t> </a:t>
            </a:r>
            <a:r>
              <a:rPr dirty="0" sz="2800">
                <a:solidFill>
                  <a:srgbClr val="4E3629"/>
                </a:solidFill>
                <a:latin typeface="Calibri"/>
                <a:cs typeface="Calibri"/>
              </a:rPr>
              <a:t>ofrecen</a:t>
            </a:r>
            <a:r>
              <a:rPr dirty="0" sz="2800" spc="-75">
                <a:solidFill>
                  <a:srgbClr val="4E3629"/>
                </a:solidFill>
                <a:latin typeface="Calibri"/>
                <a:cs typeface="Calibri"/>
              </a:rPr>
              <a:t> </a:t>
            </a:r>
            <a:r>
              <a:rPr dirty="0" sz="2800">
                <a:solidFill>
                  <a:srgbClr val="4E3629"/>
                </a:solidFill>
                <a:latin typeface="Calibri"/>
                <a:cs typeface="Calibri"/>
              </a:rPr>
              <a:t>varias</a:t>
            </a:r>
            <a:r>
              <a:rPr dirty="0" sz="2800" spc="-75">
                <a:solidFill>
                  <a:srgbClr val="4E3629"/>
                </a:solidFill>
                <a:latin typeface="Calibri"/>
                <a:cs typeface="Calibri"/>
              </a:rPr>
              <a:t> </a:t>
            </a:r>
            <a:r>
              <a:rPr dirty="0" sz="2800" spc="-10">
                <a:solidFill>
                  <a:srgbClr val="4E3629"/>
                </a:solidFill>
                <a:latin typeface="Calibri"/>
                <a:cs typeface="Calibri"/>
              </a:rPr>
              <a:t>ventajas:</a:t>
            </a:r>
            <a:endParaRPr sz="2800">
              <a:latin typeface="Calibri"/>
              <a:cs typeface="Calibri"/>
            </a:endParaRPr>
          </a:p>
          <a:p>
            <a:pPr marL="530860" marR="1217930" indent="-175260">
              <a:lnSpc>
                <a:spcPts val="2590"/>
              </a:lnSpc>
              <a:spcBef>
                <a:spcPts val="475"/>
              </a:spcBef>
            </a:pPr>
            <a:r>
              <a:rPr dirty="0" sz="2400">
                <a:solidFill>
                  <a:srgbClr val="D1350F"/>
                </a:solidFill>
                <a:latin typeface="Calibri"/>
                <a:cs typeface="Calibri"/>
              </a:rPr>
              <a:t>−</a:t>
            </a:r>
            <a:r>
              <a:rPr dirty="0" sz="2400">
                <a:solidFill>
                  <a:srgbClr val="4E3629"/>
                </a:solidFill>
                <a:latin typeface="Calibri"/>
                <a:cs typeface="Calibri"/>
              </a:rPr>
              <a:t>Las</a:t>
            </a:r>
            <a:r>
              <a:rPr dirty="0" sz="2400" spc="-15">
                <a:solidFill>
                  <a:srgbClr val="4E3629"/>
                </a:solidFill>
                <a:latin typeface="Calibri"/>
                <a:cs typeface="Calibri"/>
              </a:rPr>
              <a:t> </a:t>
            </a:r>
            <a:r>
              <a:rPr dirty="0" sz="2400">
                <a:solidFill>
                  <a:srgbClr val="4E3629"/>
                </a:solidFill>
                <a:latin typeface="Calibri"/>
                <a:cs typeface="Calibri"/>
              </a:rPr>
              <a:t>columnas</a:t>
            </a:r>
            <a:r>
              <a:rPr dirty="0" sz="2400" spc="-25">
                <a:solidFill>
                  <a:srgbClr val="4E3629"/>
                </a:solidFill>
                <a:latin typeface="Calibri"/>
                <a:cs typeface="Calibri"/>
              </a:rPr>
              <a:t> </a:t>
            </a:r>
            <a:r>
              <a:rPr dirty="0" sz="2400">
                <a:solidFill>
                  <a:srgbClr val="4E3629"/>
                </a:solidFill>
                <a:latin typeface="Calibri"/>
                <a:cs typeface="Calibri"/>
              </a:rPr>
              <a:t>de</a:t>
            </a:r>
            <a:r>
              <a:rPr dirty="0" sz="2400" spc="-5">
                <a:solidFill>
                  <a:srgbClr val="4E3629"/>
                </a:solidFill>
                <a:latin typeface="Calibri"/>
                <a:cs typeface="Calibri"/>
              </a:rPr>
              <a:t> </a:t>
            </a:r>
            <a:r>
              <a:rPr dirty="0" sz="2400">
                <a:solidFill>
                  <a:srgbClr val="4E3629"/>
                </a:solidFill>
                <a:latin typeface="Calibri"/>
                <a:cs typeface="Calibri"/>
              </a:rPr>
              <a:t>un</a:t>
            </a:r>
            <a:r>
              <a:rPr dirty="0" sz="2400" spc="5">
                <a:solidFill>
                  <a:srgbClr val="4E3629"/>
                </a:solidFill>
                <a:latin typeface="Calibri"/>
                <a:cs typeface="Calibri"/>
              </a:rPr>
              <a:t> </a:t>
            </a:r>
            <a:r>
              <a:rPr dirty="0" sz="2400">
                <a:solidFill>
                  <a:srgbClr val="4E3629"/>
                </a:solidFill>
                <a:latin typeface="Calibri"/>
                <a:cs typeface="Calibri"/>
              </a:rPr>
              <a:t>solo</a:t>
            </a:r>
            <a:r>
              <a:rPr dirty="0" sz="2400" spc="-15">
                <a:solidFill>
                  <a:srgbClr val="4E3629"/>
                </a:solidFill>
                <a:latin typeface="Calibri"/>
                <a:cs typeface="Calibri"/>
              </a:rPr>
              <a:t> </a:t>
            </a:r>
            <a:r>
              <a:rPr dirty="0" sz="2400">
                <a:solidFill>
                  <a:srgbClr val="4E3629"/>
                </a:solidFill>
                <a:latin typeface="Calibri"/>
                <a:cs typeface="Calibri"/>
              </a:rPr>
              <a:t>tipo</a:t>
            </a:r>
            <a:r>
              <a:rPr dirty="0" sz="2400" spc="-15">
                <a:solidFill>
                  <a:srgbClr val="4E3629"/>
                </a:solidFill>
                <a:latin typeface="Calibri"/>
                <a:cs typeface="Calibri"/>
              </a:rPr>
              <a:t> </a:t>
            </a:r>
            <a:r>
              <a:rPr dirty="0" sz="2400" spc="-10">
                <a:solidFill>
                  <a:srgbClr val="4E3629"/>
                </a:solidFill>
                <a:latin typeface="Calibri"/>
                <a:cs typeface="Calibri"/>
              </a:rPr>
              <a:t>producen</a:t>
            </a:r>
            <a:r>
              <a:rPr dirty="0" sz="2400" spc="-20">
                <a:solidFill>
                  <a:srgbClr val="4E3629"/>
                </a:solidFill>
                <a:latin typeface="Calibri"/>
                <a:cs typeface="Calibri"/>
              </a:rPr>
              <a:t> </a:t>
            </a:r>
            <a:r>
              <a:rPr dirty="0" sz="2400" spc="-10">
                <a:solidFill>
                  <a:srgbClr val="4E3629"/>
                </a:solidFill>
                <a:latin typeface="Calibri"/>
                <a:cs typeface="Calibri"/>
              </a:rPr>
              <a:t>resultados consistentes</a:t>
            </a:r>
            <a:endParaRPr sz="2400">
              <a:latin typeface="Calibri"/>
              <a:cs typeface="Calibri"/>
            </a:endParaRPr>
          </a:p>
          <a:p>
            <a:pPr marL="530860" marR="363855"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Por</a:t>
            </a:r>
            <a:r>
              <a:rPr dirty="0" sz="2400" spc="-35">
                <a:solidFill>
                  <a:srgbClr val="4E3629"/>
                </a:solidFill>
                <a:latin typeface="Calibri"/>
                <a:cs typeface="Calibri"/>
              </a:rPr>
              <a:t> </a:t>
            </a:r>
            <a:r>
              <a:rPr dirty="0" sz="2400">
                <a:solidFill>
                  <a:srgbClr val="4E3629"/>
                </a:solidFill>
                <a:latin typeface="Calibri"/>
                <a:cs typeface="Calibri"/>
              </a:rPr>
              <a:t>ejemplo,</a:t>
            </a:r>
            <a:r>
              <a:rPr dirty="0" sz="2400" spc="-35">
                <a:solidFill>
                  <a:srgbClr val="4E3629"/>
                </a:solidFill>
                <a:latin typeface="Calibri"/>
                <a:cs typeface="Calibri"/>
              </a:rPr>
              <a:t> </a:t>
            </a:r>
            <a:r>
              <a:rPr dirty="0" sz="2400">
                <a:solidFill>
                  <a:srgbClr val="4E3629"/>
                </a:solidFill>
                <a:latin typeface="Calibri"/>
                <a:cs typeface="Calibri"/>
              </a:rPr>
              <a:t>las</a:t>
            </a:r>
            <a:r>
              <a:rPr dirty="0" sz="2400" spc="-55">
                <a:solidFill>
                  <a:srgbClr val="4E3629"/>
                </a:solidFill>
                <a:latin typeface="Calibri"/>
                <a:cs typeface="Calibri"/>
              </a:rPr>
              <a:t> </a:t>
            </a:r>
            <a:r>
              <a:rPr dirty="0" sz="2400">
                <a:solidFill>
                  <a:srgbClr val="4E3629"/>
                </a:solidFill>
                <a:latin typeface="Calibri"/>
                <a:cs typeface="Calibri"/>
              </a:rPr>
              <a:t>columnas</a:t>
            </a:r>
            <a:r>
              <a:rPr dirty="0" sz="2400" spc="-40">
                <a:solidFill>
                  <a:srgbClr val="4E3629"/>
                </a:solidFill>
                <a:latin typeface="Calibri"/>
                <a:cs typeface="Calibri"/>
              </a:rPr>
              <a:t> </a:t>
            </a:r>
            <a:r>
              <a:rPr dirty="0" sz="2400">
                <a:solidFill>
                  <a:srgbClr val="4E3629"/>
                </a:solidFill>
                <a:latin typeface="Calibri"/>
                <a:cs typeface="Calibri"/>
              </a:rPr>
              <a:t>del</a:t>
            </a:r>
            <a:r>
              <a:rPr dirty="0" sz="2400" spc="-45">
                <a:solidFill>
                  <a:srgbClr val="4E3629"/>
                </a:solidFill>
                <a:latin typeface="Calibri"/>
                <a:cs typeface="Calibri"/>
              </a:rPr>
              <a:t> </a:t>
            </a:r>
            <a:r>
              <a:rPr dirty="0" sz="2400">
                <a:solidFill>
                  <a:srgbClr val="4E3629"/>
                </a:solidFill>
                <a:latin typeface="Calibri"/>
                <a:cs typeface="Calibri"/>
              </a:rPr>
              <a:t>tipo</a:t>
            </a:r>
            <a:r>
              <a:rPr dirty="0" sz="2400" spc="-40">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a:solidFill>
                  <a:srgbClr val="4E3629"/>
                </a:solidFill>
                <a:latin typeface="Calibri"/>
                <a:cs typeface="Calibri"/>
              </a:rPr>
              <a:t>dato</a:t>
            </a:r>
            <a:r>
              <a:rPr dirty="0" sz="2400" spc="-40">
                <a:solidFill>
                  <a:srgbClr val="4E3629"/>
                </a:solidFill>
                <a:latin typeface="Calibri"/>
                <a:cs typeface="Calibri"/>
              </a:rPr>
              <a:t> </a:t>
            </a:r>
            <a:r>
              <a:rPr dirty="0" sz="2400" spc="-45">
                <a:solidFill>
                  <a:srgbClr val="4E3629"/>
                </a:solidFill>
                <a:latin typeface="Calibri"/>
                <a:cs typeface="Calibri"/>
              </a:rPr>
              <a:t>DATE</a:t>
            </a:r>
            <a:r>
              <a:rPr dirty="0" sz="2400" spc="-25">
                <a:solidFill>
                  <a:srgbClr val="4E3629"/>
                </a:solidFill>
                <a:latin typeface="Calibri"/>
                <a:cs typeface="Calibri"/>
              </a:rPr>
              <a:t> </a:t>
            </a:r>
            <a:r>
              <a:rPr dirty="0" sz="2400" spc="-10">
                <a:solidFill>
                  <a:srgbClr val="4E3629"/>
                </a:solidFill>
                <a:latin typeface="Calibri"/>
                <a:cs typeface="Calibri"/>
              </a:rPr>
              <a:t>siempre </a:t>
            </a:r>
            <a:r>
              <a:rPr dirty="0" sz="2400">
                <a:solidFill>
                  <a:srgbClr val="4E3629"/>
                </a:solidFill>
                <a:latin typeface="Calibri"/>
                <a:cs typeface="Calibri"/>
              </a:rPr>
              <a:t>producen</a:t>
            </a:r>
            <a:r>
              <a:rPr dirty="0" sz="2400" spc="-95">
                <a:solidFill>
                  <a:srgbClr val="4E3629"/>
                </a:solidFill>
                <a:latin typeface="Calibri"/>
                <a:cs typeface="Calibri"/>
              </a:rPr>
              <a:t> </a:t>
            </a:r>
            <a:r>
              <a:rPr dirty="0" sz="2400">
                <a:solidFill>
                  <a:srgbClr val="4E3629"/>
                </a:solidFill>
                <a:latin typeface="Calibri"/>
                <a:cs typeface="Calibri"/>
              </a:rPr>
              <a:t>valores</a:t>
            </a:r>
            <a:r>
              <a:rPr dirty="0" sz="2400" spc="-95">
                <a:solidFill>
                  <a:srgbClr val="4E3629"/>
                </a:solidFill>
                <a:latin typeface="Calibri"/>
                <a:cs typeface="Calibri"/>
              </a:rPr>
              <a:t> </a:t>
            </a:r>
            <a:r>
              <a:rPr dirty="0" sz="2400">
                <a:solidFill>
                  <a:srgbClr val="4E3629"/>
                </a:solidFill>
                <a:latin typeface="Calibri"/>
                <a:cs typeface="Calibri"/>
              </a:rPr>
              <a:t>de</a:t>
            </a:r>
            <a:r>
              <a:rPr dirty="0" sz="2400" spc="-90">
                <a:solidFill>
                  <a:srgbClr val="4E3629"/>
                </a:solidFill>
                <a:latin typeface="Calibri"/>
                <a:cs typeface="Calibri"/>
              </a:rPr>
              <a:t> </a:t>
            </a:r>
            <a:r>
              <a:rPr dirty="0" sz="2400" spc="-10">
                <a:solidFill>
                  <a:srgbClr val="4E3629"/>
                </a:solidFill>
                <a:latin typeface="Calibri"/>
                <a:cs typeface="Calibri"/>
              </a:rPr>
              <a:t>fecha</a:t>
            </a:r>
            <a:endParaRPr sz="2400">
              <a:latin typeface="Calibri"/>
              <a:cs typeface="Calibri"/>
            </a:endParaRPr>
          </a:p>
          <a:p>
            <a:pPr marL="530860" marR="224154"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No</a:t>
            </a:r>
            <a:r>
              <a:rPr dirty="0" sz="2400" spc="-40">
                <a:solidFill>
                  <a:srgbClr val="4E3629"/>
                </a:solidFill>
                <a:latin typeface="Calibri"/>
                <a:cs typeface="Calibri"/>
              </a:rPr>
              <a:t> </a:t>
            </a:r>
            <a:r>
              <a:rPr dirty="0" sz="2400">
                <a:solidFill>
                  <a:srgbClr val="4E3629"/>
                </a:solidFill>
                <a:latin typeface="Calibri"/>
                <a:cs typeface="Calibri"/>
              </a:rPr>
              <a:t>se</a:t>
            </a:r>
            <a:r>
              <a:rPr dirty="0" sz="2400" spc="-25">
                <a:solidFill>
                  <a:srgbClr val="4E3629"/>
                </a:solidFill>
                <a:latin typeface="Calibri"/>
                <a:cs typeface="Calibri"/>
              </a:rPr>
              <a:t> </a:t>
            </a:r>
            <a:r>
              <a:rPr dirty="0" sz="2400">
                <a:solidFill>
                  <a:srgbClr val="4E3629"/>
                </a:solidFill>
                <a:latin typeface="Calibri"/>
                <a:cs typeface="Calibri"/>
              </a:rPr>
              <a:t>puede</a:t>
            </a:r>
            <a:r>
              <a:rPr dirty="0" sz="2400" spc="-15">
                <a:solidFill>
                  <a:srgbClr val="4E3629"/>
                </a:solidFill>
                <a:latin typeface="Calibri"/>
                <a:cs typeface="Calibri"/>
              </a:rPr>
              <a:t> </a:t>
            </a:r>
            <a:r>
              <a:rPr dirty="0" sz="2400">
                <a:solidFill>
                  <a:srgbClr val="4E3629"/>
                </a:solidFill>
                <a:latin typeface="Calibri"/>
                <a:cs typeface="Calibri"/>
              </a:rPr>
              <a:t>insertar</a:t>
            </a:r>
            <a:r>
              <a:rPr dirty="0" sz="2400" spc="-50">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a:solidFill>
                  <a:srgbClr val="4E3629"/>
                </a:solidFill>
                <a:latin typeface="Calibri"/>
                <a:cs typeface="Calibri"/>
              </a:rPr>
              <a:t>tipo</a:t>
            </a:r>
            <a:r>
              <a:rPr dirty="0" sz="2400" spc="-50">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dato</a:t>
            </a:r>
            <a:r>
              <a:rPr dirty="0" sz="2400" spc="-40">
                <a:solidFill>
                  <a:srgbClr val="4E3629"/>
                </a:solidFill>
                <a:latin typeface="Calibri"/>
                <a:cs typeface="Calibri"/>
              </a:rPr>
              <a:t> </a:t>
            </a:r>
            <a:r>
              <a:rPr dirty="0" sz="2400">
                <a:solidFill>
                  <a:srgbClr val="4E3629"/>
                </a:solidFill>
                <a:latin typeface="Calibri"/>
                <a:cs typeface="Calibri"/>
              </a:rPr>
              <a:t>incorrecto</a:t>
            </a:r>
            <a:r>
              <a:rPr dirty="0" sz="2400" spc="-50">
                <a:solidFill>
                  <a:srgbClr val="4E3629"/>
                </a:solidFill>
                <a:latin typeface="Calibri"/>
                <a:cs typeface="Calibri"/>
              </a:rPr>
              <a:t> </a:t>
            </a:r>
            <a:r>
              <a:rPr dirty="0" sz="2400">
                <a:solidFill>
                  <a:srgbClr val="4E3629"/>
                </a:solidFill>
                <a:latin typeface="Calibri"/>
                <a:cs typeface="Calibri"/>
              </a:rPr>
              <a:t>en</a:t>
            </a:r>
            <a:r>
              <a:rPr dirty="0" sz="2400" spc="-30">
                <a:solidFill>
                  <a:srgbClr val="4E3629"/>
                </a:solidFill>
                <a:latin typeface="Calibri"/>
                <a:cs typeface="Calibri"/>
              </a:rPr>
              <a:t> </a:t>
            </a:r>
            <a:r>
              <a:rPr dirty="0" sz="2400" spc="-25">
                <a:solidFill>
                  <a:srgbClr val="4E3629"/>
                </a:solidFill>
                <a:latin typeface="Calibri"/>
                <a:cs typeface="Calibri"/>
              </a:rPr>
              <a:t>una </a:t>
            </a:r>
            <a:r>
              <a:rPr dirty="0" sz="2400">
                <a:solidFill>
                  <a:srgbClr val="4E3629"/>
                </a:solidFill>
                <a:latin typeface="Calibri"/>
                <a:cs typeface="Calibri"/>
              </a:rPr>
              <a:t>columna.</a:t>
            </a:r>
            <a:r>
              <a:rPr dirty="0" sz="2400" spc="-75">
                <a:solidFill>
                  <a:srgbClr val="4E3629"/>
                </a:solidFill>
                <a:latin typeface="Calibri"/>
                <a:cs typeface="Calibri"/>
              </a:rPr>
              <a:t> </a:t>
            </a:r>
            <a:r>
              <a:rPr dirty="0" sz="2400">
                <a:solidFill>
                  <a:srgbClr val="4E3629"/>
                </a:solidFill>
                <a:latin typeface="Calibri"/>
                <a:cs typeface="Calibri"/>
              </a:rPr>
              <a:t>Por</a:t>
            </a:r>
            <a:r>
              <a:rPr dirty="0" sz="2400" spc="-50">
                <a:solidFill>
                  <a:srgbClr val="4E3629"/>
                </a:solidFill>
                <a:latin typeface="Calibri"/>
                <a:cs typeface="Calibri"/>
              </a:rPr>
              <a:t> </a:t>
            </a:r>
            <a:r>
              <a:rPr dirty="0" sz="2400">
                <a:solidFill>
                  <a:srgbClr val="4E3629"/>
                </a:solidFill>
                <a:latin typeface="Calibri"/>
                <a:cs typeface="Calibri"/>
              </a:rPr>
              <a:t>ejemplo,</a:t>
            </a:r>
            <a:r>
              <a:rPr dirty="0" sz="2400" spc="-55">
                <a:solidFill>
                  <a:srgbClr val="4E3629"/>
                </a:solidFill>
                <a:latin typeface="Calibri"/>
                <a:cs typeface="Calibri"/>
              </a:rPr>
              <a:t> </a:t>
            </a:r>
            <a:r>
              <a:rPr dirty="0" sz="2400">
                <a:solidFill>
                  <a:srgbClr val="4E3629"/>
                </a:solidFill>
                <a:latin typeface="Calibri"/>
                <a:cs typeface="Calibri"/>
              </a:rPr>
              <a:t>las</a:t>
            </a:r>
            <a:r>
              <a:rPr dirty="0" sz="2400" spc="-65">
                <a:solidFill>
                  <a:srgbClr val="4E3629"/>
                </a:solidFill>
                <a:latin typeface="Calibri"/>
                <a:cs typeface="Calibri"/>
              </a:rPr>
              <a:t> </a:t>
            </a:r>
            <a:r>
              <a:rPr dirty="0" sz="2400">
                <a:solidFill>
                  <a:srgbClr val="4E3629"/>
                </a:solidFill>
                <a:latin typeface="Calibri"/>
                <a:cs typeface="Calibri"/>
              </a:rPr>
              <a:t>columnas</a:t>
            </a:r>
            <a:r>
              <a:rPr dirty="0" sz="2400" spc="-60">
                <a:solidFill>
                  <a:srgbClr val="4E3629"/>
                </a:solidFill>
                <a:latin typeface="Calibri"/>
                <a:cs typeface="Calibri"/>
              </a:rPr>
              <a:t> </a:t>
            </a:r>
            <a:r>
              <a:rPr dirty="0" sz="2400">
                <a:solidFill>
                  <a:srgbClr val="4E3629"/>
                </a:solidFill>
                <a:latin typeface="Calibri"/>
                <a:cs typeface="Calibri"/>
              </a:rPr>
              <a:t>del</a:t>
            </a:r>
            <a:r>
              <a:rPr dirty="0" sz="2400" spc="-55">
                <a:solidFill>
                  <a:srgbClr val="4E3629"/>
                </a:solidFill>
                <a:latin typeface="Calibri"/>
                <a:cs typeface="Calibri"/>
              </a:rPr>
              <a:t> </a:t>
            </a:r>
            <a:r>
              <a:rPr dirty="0" sz="2400">
                <a:solidFill>
                  <a:srgbClr val="4E3629"/>
                </a:solidFill>
                <a:latin typeface="Calibri"/>
                <a:cs typeface="Calibri"/>
              </a:rPr>
              <a:t>tipo</a:t>
            </a:r>
            <a:r>
              <a:rPr dirty="0" sz="2400" spc="-70">
                <a:solidFill>
                  <a:srgbClr val="4E3629"/>
                </a:solidFill>
                <a:latin typeface="Calibri"/>
                <a:cs typeface="Calibri"/>
              </a:rPr>
              <a:t> </a:t>
            </a:r>
            <a:r>
              <a:rPr dirty="0" sz="2400">
                <a:solidFill>
                  <a:srgbClr val="4E3629"/>
                </a:solidFill>
                <a:latin typeface="Calibri"/>
                <a:cs typeface="Calibri"/>
              </a:rPr>
              <a:t>de</a:t>
            </a:r>
            <a:r>
              <a:rPr dirty="0" sz="2400" spc="-50">
                <a:solidFill>
                  <a:srgbClr val="4E3629"/>
                </a:solidFill>
                <a:latin typeface="Calibri"/>
                <a:cs typeface="Calibri"/>
              </a:rPr>
              <a:t> </a:t>
            </a:r>
            <a:r>
              <a:rPr dirty="0" sz="2400">
                <a:solidFill>
                  <a:srgbClr val="4E3629"/>
                </a:solidFill>
                <a:latin typeface="Calibri"/>
                <a:cs typeface="Calibri"/>
              </a:rPr>
              <a:t>dato</a:t>
            </a:r>
            <a:r>
              <a:rPr dirty="0" sz="2400" spc="-60">
                <a:solidFill>
                  <a:srgbClr val="4E3629"/>
                </a:solidFill>
                <a:latin typeface="Calibri"/>
                <a:cs typeface="Calibri"/>
              </a:rPr>
              <a:t> </a:t>
            </a:r>
            <a:r>
              <a:rPr dirty="0" sz="2400" spc="-20">
                <a:solidFill>
                  <a:srgbClr val="4E3629"/>
                </a:solidFill>
                <a:latin typeface="Calibri"/>
                <a:cs typeface="Calibri"/>
              </a:rPr>
              <a:t>DATE </a:t>
            </a:r>
            <a:r>
              <a:rPr dirty="0" sz="2400" spc="-10">
                <a:solidFill>
                  <a:srgbClr val="4E3629"/>
                </a:solidFill>
                <a:latin typeface="Calibri"/>
                <a:cs typeface="Calibri"/>
              </a:rPr>
              <a:t>impedirán</a:t>
            </a:r>
            <a:r>
              <a:rPr dirty="0" sz="2400" spc="-65">
                <a:solidFill>
                  <a:srgbClr val="4E3629"/>
                </a:solidFill>
                <a:latin typeface="Calibri"/>
                <a:cs typeface="Calibri"/>
              </a:rPr>
              <a:t> </a:t>
            </a:r>
            <a:r>
              <a:rPr dirty="0" sz="2400">
                <a:solidFill>
                  <a:srgbClr val="4E3629"/>
                </a:solidFill>
                <a:latin typeface="Calibri"/>
                <a:cs typeface="Calibri"/>
              </a:rPr>
              <a:t>que</a:t>
            </a:r>
            <a:r>
              <a:rPr dirty="0" sz="2400" spc="-40">
                <a:solidFill>
                  <a:srgbClr val="4E3629"/>
                </a:solidFill>
                <a:latin typeface="Calibri"/>
                <a:cs typeface="Calibri"/>
              </a:rPr>
              <a:t> </a:t>
            </a:r>
            <a:r>
              <a:rPr dirty="0" sz="2400">
                <a:solidFill>
                  <a:srgbClr val="4E3629"/>
                </a:solidFill>
                <a:latin typeface="Calibri"/>
                <a:cs typeface="Calibri"/>
              </a:rPr>
              <a:t>se</a:t>
            </a:r>
            <a:r>
              <a:rPr dirty="0" sz="2400" spc="-45">
                <a:solidFill>
                  <a:srgbClr val="4E3629"/>
                </a:solidFill>
                <a:latin typeface="Calibri"/>
                <a:cs typeface="Calibri"/>
              </a:rPr>
              <a:t> </a:t>
            </a:r>
            <a:r>
              <a:rPr dirty="0" sz="2400">
                <a:solidFill>
                  <a:srgbClr val="4E3629"/>
                </a:solidFill>
                <a:latin typeface="Calibri"/>
                <a:cs typeface="Calibri"/>
              </a:rPr>
              <a:t>inserten</a:t>
            </a:r>
            <a:r>
              <a:rPr dirty="0" sz="2400" spc="-45">
                <a:solidFill>
                  <a:srgbClr val="4E3629"/>
                </a:solidFill>
                <a:latin typeface="Calibri"/>
                <a:cs typeface="Calibri"/>
              </a:rPr>
              <a:t> </a:t>
            </a:r>
            <a:r>
              <a:rPr dirty="0" sz="2400">
                <a:solidFill>
                  <a:srgbClr val="4E3629"/>
                </a:solidFill>
                <a:latin typeface="Calibri"/>
                <a:cs typeface="Calibri"/>
              </a:rPr>
              <a:t>datos</a:t>
            </a:r>
            <a:r>
              <a:rPr dirty="0" sz="2400" spc="-55">
                <a:solidFill>
                  <a:srgbClr val="4E3629"/>
                </a:solidFill>
                <a:latin typeface="Calibri"/>
                <a:cs typeface="Calibri"/>
              </a:rPr>
              <a:t> </a:t>
            </a:r>
            <a:r>
              <a:rPr dirty="0" sz="2400">
                <a:solidFill>
                  <a:srgbClr val="4E3629"/>
                </a:solidFill>
                <a:latin typeface="Calibri"/>
                <a:cs typeface="Calibri"/>
              </a:rPr>
              <a:t>de</a:t>
            </a:r>
            <a:r>
              <a:rPr dirty="0" sz="2400" spc="-40">
                <a:solidFill>
                  <a:srgbClr val="4E3629"/>
                </a:solidFill>
                <a:latin typeface="Calibri"/>
                <a:cs typeface="Calibri"/>
              </a:rPr>
              <a:t> </a:t>
            </a:r>
            <a:r>
              <a:rPr dirty="0" sz="2400">
                <a:solidFill>
                  <a:srgbClr val="4E3629"/>
                </a:solidFill>
                <a:latin typeface="Calibri"/>
                <a:cs typeface="Calibri"/>
              </a:rPr>
              <a:t>tipo</a:t>
            </a:r>
            <a:r>
              <a:rPr dirty="0" sz="2400" spc="-65">
                <a:solidFill>
                  <a:srgbClr val="4E3629"/>
                </a:solidFill>
                <a:latin typeface="Calibri"/>
                <a:cs typeface="Calibri"/>
              </a:rPr>
              <a:t> </a:t>
            </a:r>
            <a:r>
              <a:rPr dirty="0" sz="2400" spc="-10">
                <a:solidFill>
                  <a:srgbClr val="4E3629"/>
                </a:solidFill>
                <a:latin typeface="Calibri"/>
                <a:cs typeface="Calibri"/>
              </a:rPr>
              <a:t>NUMBER</a:t>
            </a:r>
            <a:endParaRPr sz="2400">
              <a:latin typeface="Calibri"/>
              <a:cs typeface="Calibri"/>
            </a:endParaRPr>
          </a:p>
          <a:p>
            <a:pPr marL="182880" marR="15113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este</a:t>
            </a:r>
            <a:r>
              <a:rPr dirty="0" sz="2800" spc="-70">
                <a:solidFill>
                  <a:srgbClr val="4E3629"/>
                </a:solidFill>
                <a:latin typeface="Calibri"/>
                <a:cs typeface="Calibri"/>
              </a:rPr>
              <a:t> </a:t>
            </a:r>
            <a:r>
              <a:rPr dirty="0" sz="2800">
                <a:solidFill>
                  <a:srgbClr val="4E3629"/>
                </a:solidFill>
                <a:latin typeface="Calibri"/>
                <a:cs typeface="Calibri"/>
              </a:rPr>
              <a:t>motivo,</a:t>
            </a:r>
            <a:r>
              <a:rPr dirty="0" sz="2800" spc="-65">
                <a:solidFill>
                  <a:srgbClr val="4E3629"/>
                </a:solidFill>
                <a:latin typeface="Calibri"/>
                <a:cs typeface="Calibri"/>
              </a:rPr>
              <a:t> </a:t>
            </a:r>
            <a:r>
              <a:rPr dirty="0" sz="2800">
                <a:solidFill>
                  <a:srgbClr val="4E3629"/>
                </a:solidFill>
                <a:latin typeface="Calibri"/>
                <a:cs typeface="Calibri"/>
              </a:rPr>
              <a:t>cada</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base</a:t>
            </a:r>
            <a:r>
              <a:rPr dirty="0" sz="2800" spc="-6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datos </a:t>
            </a:r>
            <a:r>
              <a:rPr dirty="0" sz="2800" spc="-10">
                <a:solidFill>
                  <a:srgbClr val="4E3629"/>
                </a:solidFill>
                <a:latin typeface="Calibri"/>
                <a:cs typeface="Calibri"/>
              </a:rPr>
              <a:t>	</a:t>
            </a:r>
            <a:r>
              <a:rPr dirty="0" sz="2800">
                <a:solidFill>
                  <a:srgbClr val="4E3629"/>
                </a:solidFill>
                <a:latin typeface="Calibri"/>
                <a:cs typeface="Calibri"/>
              </a:rPr>
              <a:t>relacional</a:t>
            </a:r>
            <a:r>
              <a:rPr dirty="0" sz="2800" spc="-75">
                <a:solidFill>
                  <a:srgbClr val="4E3629"/>
                </a:solidFill>
                <a:latin typeface="Calibri"/>
                <a:cs typeface="Calibri"/>
              </a:rPr>
              <a:t> </a:t>
            </a:r>
            <a:r>
              <a:rPr dirty="0" sz="2800">
                <a:solidFill>
                  <a:srgbClr val="4E3629"/>
                </a:solidFill>
                <a:latin typeface="Calibri"/>
                <a:cs typeface="Calibri"/>
              </a:rPr>
              <a:t>solo</a:t>
            </a:r>
            <a:r>
              <a:rPr dirty="0" sz="2800" spc="-55">
                <a:solidFill>
                  <a:srgbClr val="4E3629"/>
                </a:solidFill>
                <a:latin typeface="Calibri"/>
                <a:cs typeface="Calibri"/>
              </a:rPr>
              <a:t> </a:t>
            </a: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contener</a:t>
            </a:r>
            <a:r>
              <a:rPr dirty="0" sz="2800" spc="-60">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5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a:solidFill>
                  <a:srgbClr val="4E3629"/>
                </a:solidFill>
                <a:latin typeface="Calibri"/>
                <a:cs typeface="Calibri"/>
              </a:rPr>
              <a:t>combinar</a:t>
            </a:r>
            <a:r>
              <a:rPr dirty="0" sz="2800" spc="-30">
                <a:solidFill>
                  <a:srgbClr val="4E3629"/>
                </a:solidFill>
                <a:latin typeface="Calibri"/>
                <a:cs typeface="Calibri"/>
              </a:rPr>
              <a:t> </a:t>
            </a:r>
            <a:r>
              <a:rPr dirty="0" sz="2800">
                <a:solidFill>
                  <a:srgbClr val="4E3629"/>
                </a:solidFill>
                <a:latin typeface="Calibri"/>
                <a:cs typeface="Calibri"/>
              </a:rPr>
              <a:t>los</a:t>
            </a:r>
            <a:r>
              <a:rPr dirty="0" sz="2800" spc="-40">
                <a:solidFill>
                  <a:srgbClr val="4E3629"/>
                </a:solidFill>
                <a:latin typeface="Calibri"/>
                <a:cs typeface="Calibri"/>
              </a:rPr>
              <a:t> </a:t>
            </a:r>
            <a:r>
              <a:rPr dirty="0" sz="2800">
                <a:solidFill>
                  <a:srgbClr val="4E3629"/>
                </a:solidFill>
                <a:latin typeface="Calibri"/>
                <a:cs typeface="Calibri"/>
              </a:rPr>
              <a:t>tipos</a:t>
            </a:r>
            <a:r>
              <a:rPr dirty="0" sz="2800" spc="-3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Comunes</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7</a:t>
            </a:r>
          </a:p>
        </p:txBody>
      </p:sp>
      <p:sp>
        <p:nvSpPr>
          <p:cNvPr id="5" name="object 5" descr=""/>
          <p:cNvSpPr txBox="1"/>
          <p:nvPr/>
        </p:nvSpPr>
        <p:spPr>
          <a:xfrm>
            <a:off x="483552" y="1415417"/>
            <a:ext cx="7920990" cy="3715385"/>
          </a:xfrm>
          <a:prstGeom prst="rect">
            <a:avLst/>
          </a:prstGeom>
        </p:spPr>
        <p:txBody>
          <a:bodyPr wrap="square" lIns="0" tIns="59690" rIns="0" bIns="0" rtlCol="0" vert="horz">
            <a:spAutoFit/>
          </a:bodyPr>
          <a:lstStyle/>
          <a:p>
            <a:pPr marL="182880" marR="10033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a:t>
            </a:r>
            <a:r>
              <a:rPr dirty="0" sz="2800" spc="-50">
                <a:solidFill>
                  <a:srgbClr val="4E3629"/>
                </a:solidFill>
                <a:latin typeface="Calibri"/>
                <a:cs typeface="Calibri"/>
              </a:rPr>
              <a:t> </a:t>
            </a:r>
            <a:r>
              <a:rPr dirty="0" sz="2800" spc="-10">
                <a:solidFill>
                  <a:srgbClr val="4E3629"/>
                </a:solidFill>
                <a:latin typeface="Calibri"/>
                <a:cs typeface="Calibri"/>
              </a:rPr>
              <a:t>continuación</a:t>
            </a:r>
            <a:r>
              <a:rPr dirty="0" sz="2800" spc="-3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muestran</a:t>
            </a:r>
            <a:r>
              <a:rPr dirty="0" sz="2800" spc="-3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tipos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65">
                <a:solidFill>
                  <a:srgbClr val="4E3629"/>
                </a:solidFill>
                <a:latin typeface="Calibri"/>
                <a:cs typeface="Calibri"/>
              </a:rPr>
              <a:t> </a:t>
            </a:r>
            <a:r>
              <a:rPr dirty="0" sz="2800">
                <a:solidFill>
                  <a:srgbClr val="4E3629"/>
                </a:solidFill>
                <a:latin typeface="Calibri"/>
                <a:cs typeface="Calibri"/>
              </a:rPr>
              <a:t>más</a:t>
            </a:r>
            <a:r>
              <a:rPr dirty="0" sz="2800" spc="-80">
                <a:solidFill>
                  <a:srgbClr val="4E3629"/>
                </a:solidFill>
                <a:latin typeface="Calibri"/>
                <a:cs typeface="Calibri"/>
              </a:rPr>
              <a:t> </a:t>
            </a:r>
            <a:r>
              <a:rPr dirty="0" sz="2800">
                <a:solidFill>
                  <a:srgbClr val="4E3629"/>
                </a:solidFill>
                <a:latin typeface="Calibri"/>
                <a:cs typeface="Calibri"/>
              </a:rPr>
              <a:t>utilizados</a:t>
            </a:r>
            <a:r>
              <a:rPr dirty="0" sz="2800" spc="-70">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los</a:t>
            </a:r>
            <a:r>
              <a:rPr dirty="0" sz="2800" spc="-80">
                <a:solidFill>
                  <a:srgbClr val="4E3629"/>
                </a:solidFill>
                <a:latin typeface="Calibri"/>
                <a:cs typeface="Calibri"/>
              </a:rPr>
              <a:t> </a:t>
            </a:r>
            <a:r>
              <a:rPr dirty="0" sz="2800">
                <a:solidFill>
                  <a:srgbClr val="4E3629"/>
                </a:solidFill>
                <a:latin typeface="Calibri"/>
                <a:cs typeface="Calibri"/>
              </a:rPr>
              <a:t>valores</a:t>
            </a:r>
            <a:r>
              <a:rPr dirty="0" sz="2800" spc="-85">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spc="-10">
                <a:solidFill>
                  <a:srgbClr val="4E3629"/>
                </a:solidFill>
                <a:latin typeface="Calibri"/>
                <a:cs typeface="Calibri"/>
              </a:rPr>
              <a:t>carácter</a:t>
            </a:r>
            <a:r>
              <a:rPr dirty="0" sz="2800" spc="-100">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spc="-10">
                <a:solidFill>
                  <a:srgbClr val="4E3629"/>
                </a:solidFill>
                <a:latin typeface="Calibri"/>
                <a:cs typeface="Calibri"/>
              </a:rPr>
              <a:t>número</a:t>
            </a:r>
            <a:endParaRPr sz="2800">
              <a:latin typeface="Calibri"/>
              <a:cs typeface="Calibri"/>
            </a:endParaRPr>
          </a:p>
          <a:p>
            <a:pPr marL="183515" indent="-170815">
              <a:lnSpc>
                <a:spcPct val="100000"/>
              </a:lnSpc>
              <a:spcBef>
                <a:spcPts val="409"/>
              </a:spcBef>
              <a:buClr>
                <a:srgbClr val="D1350F"/>
              </a:buClr>
              <a:buFont typeface="Arial MT"/>
              <a:buChar char="•"/>
              <a:tabLst>
                <a:tab pos="183515" algn="l"/>
              </a:tabLst>
            </a:pPr>
            <a:r>
              <a:rPr dirty="0" sz="2800" spc="-10">
                <a:solidFill>
                  <a:srgbClr val="4E3629"/>
                </a:solidFill>
                <a:latin typeface="Calibri"/>
                <a:cs typeface="Calibri"/>
              </a:rPr>
              <a:t>Para</a:t>
            </a:r>
            <a:r>
              <a:rPr dirty="0" sz="2800" spc="-90">
                <a:solidFill>
                  <a:srgbClr val="4E3629"/>
                </a:solidFill>
                <a:latin typeface="Calibri"/>
                <a:cs typeface="Calibri"/>
              </a:rPr>
              <a:t> </a:t>
            </a:r>
            <a:r>
              <a:rPr dirty="0" sz="2800">
                <a:solidFill>
                  <a:srgbClr val="4E3629"/>
                </a:solidFill>
                <a:latin typeface="Calibri"/>
                <a:cs typeface="Calibri"/>
              </a:rPr>
              <a:t>valores</a:t>
            </a:r>
            <a:r>
              <a:rPr dirty="0" sz="2800" spc="-9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spc="-10">
                <a:solidFill>
                  <a:srgbClr val="4E3629"/>
                </a:solidFill>
                <a:latin typeface="Calibri"/>
                <a:cs typeface="Calibri"/>
              </a:rPr>
              <a:t>carácter:</a:t>
            </a:r>
            <a:endParaRPr sz="2800">
              <a:latin typeface="Calibri"/>
              <a:cs typeface="Calibri"/>
            </a:endParaRPr>
          </a:p>
          <a:p>
            <a:pPr marL="355600">
              <a:lnSpc>
                <a:spcPct val="100000"/>
              </a:lnSpc>
              <a:spcBef>
                <a:spcPts val="135"/>
              </a:spcBef>
            </a:pPr>
            <a:r>
              <a:rPr dirty="0" sz="2400">
                <a:solidFill>
                  <a:srgbClr val="D1350F"/>
                </a:solidFill>
                <a:latin typeface="Calibri"/>
                <a:cs typeface="Calibri"/>
              </a:rPr>
              <a:t>−</a:t>
            </a:r>
            <a:r>
              <a:rPr dirty="0" sz="2400">
                <a:solidFill>
                  <a:srgbClr val="4E3629"/>
                </a:solidFill>
                <a:latin typeface="Calibri"/>
                <a:cs typeface="Calibri"/>
              </a:rPr>
              <a:t>CHAR</a:t>
            </a:r>
            <a:r>
              <a:rPr dirty="0" sz="2400" spc="-35">
                <a:solidFill>
                  <a:srgbClr val="4E3629"/>
                </a:solidFill>
                <a:latin typeface="Calibri"/>
                <a:cs typeface="Calibri"/>
              </a:rPr>
              <a:t> </a:t>
            </a:r>
            <a:r>
              <a:rPr dirty="0" sz="2400">
                <a:solidFill>
                  <a:srgbClr val="4E3629"/>
                </a:solidFill>
                <a:latin typeface="Calibri"/>
                <a:cs typeface="Calibri"/>
              </a:rPr>
              <a:t>(tamaño</a:t>
            </a:r>
            <a:r>
              <a:rPr dirty="0" sz="2400" spc="-45">
                <a:solidFill>
                  <a:srgbClr val="4E3629"/>
                </a:solidFill>
                <a:latin typeface="Calibri"/>
                <a:cs typeface="Calibri"/>
              </a:rPr>
              <a:t> </a:t>
            </a:r>
            <a:r>
              <a:rPr dirty="0" sz="2400">
                <a:solidFill>
                  <a:srgbClr val="4E3629"/>
                </a:solidFill>
                <a:latin typeface="Calibri"/>
                <a:cs typeface="Calibri"/>
              </a:rPr>
              <a:t>fijo,</a:t>
            </a:r>
            <a:r>
              <a:rPr dirty="0" sz="2400" spc="-20">
                <a:solidFill>
                  <a:srgbClr val="4E3629"/>
                </a:solidFill>
                <a:latin typeface="Calibri"/>
                <a:cs typeface="Calibri"/>
              </a:rPr>
              <a:t> </a:t>
            </a:r>
            <a:r>
              <a:rPr dirty="0" sz="2400">
                <a:solidFill>
                  <a:srgbClr val="4E3629"/>
                </a:solidFill>
                <a:latin typeface="Calibri"/>
                <a:cs typeface="Calibri"/>
              </a:rPr>
              <a:t>máximo</a:t>
            </a:r>
            <a:r>
              <a:rPr dirty="0" sz="2400" spc="-40">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2000</a:t>
            </a:r>
            <a:r>
              <a:rPr dirty="0" sz="2400" spc="-20">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355600">
              <a:lnSpc>
                <a:spcPct val="100000"/>
              </a:lnSpc>
              <a:spcBef>
                <a:spcPts val="120"/>
              </a:spcBef>
            </a:pPr>
            <a:r>
              <a:rPr dirty="0" sz="2400">
                <a:solidFill>
                  <a:srgbClr val="D1350F"/>
                </a:solidFill>
                <a:latin typeface="Calibri"/>
                <a:cs typeface="Calibri"/>
              </a:rPr>
              <a:t>−</a:t>
            </a:r>
            <a:r>
              <a:rPr dirty="0" sz="2400">
                <a:solidFill>
                  <a:srgbClr val="4E3629"/>
                </a:solidFill>
                <a:latin typeface="Calibri"/>
                <a:cs typeface="Calibri"/>
              </a:rPr>
              <a:t>VARCHAR2</a:t>
            </a:r>
            <a:r>
              <a:rPr dirty="0" sz="2400" spc="-90">
                <a:solidFill>
                  <a:srgbClr val="4E3629"/>
                </a:solidFill>
                <a:latin typeface="Calibri"/>
                <a:cs typeface="Calibri"/>
              </a:rPr>
              <a:t> </a:t>
            </a:r>
            <a:r>
              <a:rPr dirty="0" sz="2400">
                <a:solidFill>
                  <a:srgbClr val="4E3629"/>
                </a:solidFill>
                <a:latin typeface="Calibri"/>
                <a:cs typeface="Calibri"/>
              </a:rPr>
              <a:t>(tamaño</a:t>
            </a:r>
            <a:r>
              <a:rPr dirty="0" sz="2400" spc="-75">
                <a:solidFill>
                  <a:srgbClr val="4E3629"/>
                </a:solidFill>
                <a:latin typeface="Calibri"/>
                <a:cs typeface="Calibri"/>
              </a:rPr>
              <a:t> </a:t>
            </a:r>
            <a:r>
              <a:rPr dirty="0" sz="2400">
                <a:solidFill>
                  <a:srgbClr val="4E3629"/>
                </a:solidFill>
                <a:latin typeface="Calibri"/>
                <a:cs typeface="Calibri"/>
              </a:rPr>
              <a:t>variable,</a:t>
            </a:r>
            <a:r>
              <a:rPr dirty="0" sz="2400" spc="-45">
                <a:solidFill>
                  <a:srgbClr val="4E3629"/>
                </a:solidFill>
                <a:latin typeface="Calibri"/>
                <a:cs typeface="Calibri"/>
              </a:rPr>
              <a:t> </a:t>
            </a:r>
            <a:r>
              <a:rPr dirty="0" sz="2400">
                <a:solidFill>
                  <a:srgbClr val="4E3629"/>
                </a:solidFill>
                <a:latin typeface="Calibri"/>
                <a:cs typeface="Calibri"/>
              </a:rPr>
              <a:t>máximo</a:t>
            </a:r>
            <a:r>
              <a:rPr dirty="0" sz="2400" spc="-80">
                <a:solidFill>
                  <a:srgbClr val="4E3629"/>
                </a:solidFill>
                <a:latin typeface="Calibri"/>
                <a:cs typeface="Calibri"/>
              </a:rPr>
              <a:t> </a:t>
            </a:r>
            <a:r>
              <a:rPr dirty="0" sz="2400">
                <a:solidFill>
                  <a:srgbClr val="4E3629"/>
                </a:solidFill>
                <a:latin typeface="Calibri"/>
                <a:cs typeface="Calibri"/>
              </a:rPr>
              <a:t>de</a:t>
            </a:r>
            <a:r>
              <a:rPr dirty="0" sz="2400" spc="-40">
                <a:solidFill>
                  <a:srgbClr val="4E3629"/>
                </a:solidFill>
                <a:latin typeface="Calibri"/>
                <a:cs typeface="Calibri"/>
              </a:rPr>
              <a:t> </a:t>
            </a:r>
            <a:r>
              <a:rPr dirty="0" sz="2400">
                <a:solidFill>
                  <a:srgbClr val="4E3629"/>
                </a:solidFill>
                <a:latin typeface="Calibri"/>
                <a:cs typeface="Calibri"/>
              </a:rPr>
              <a:t>32,767</a:t>
            </a:r>
            <a:r>
              <a:rPr dirty="0" sz="2400" spc="-55">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CLOB</a:t>
            </a:r>
            <a:r>
              <a:rPr dirty="0" sz="2400" spc="-40">
                <a:solidFill>
                  <a:srgbClr val="4E3629"/>
                </a:solidFill>
                <a:latin typeface="Calibri"/>
                <a:cs typeface="Calibri"/>
              </a:rPr>
              <a:t> </a:t>
            </a:r>
            <a:r>
              <a:rPr dirty="0" sz="2400">
                <a:solidFill>
                  <a:srgbClr val="4E3629"/>
                </a:solidFill>
                <a:latin typeface="Calibri"/>
                <a:cs typeface="Calibri"/>
              </a:rPr>
              <a:t>(tamaño</a:t>
            </a:r>
            <a:r>
              <a:rPr dirty="0" sz="2400" spc="-60">
                <a:solidFill>
                  <a:srgbClr val="4E3629"/>
                </a:solidFill>
                <a:latin typeface="Calibri"/>
                <a:cs typeface="Calibri"/>
              </a:rPr>
              <a:t> </a:t>
            </a:r>
            <a:r>
              <a:rPr dirty="0" sz="2400">
                <a:solidFill>
                  <a:srgbClr val="4E3629"/>
                </a:solidFill>
                <a:latin typeface="Calibri"/>
                <a:cs typeface="Calibri"/>
              </a:rPr>
              <a:t>variable,</a:t>
            </a:r>
            <a:r>
              <a:rPr dirty="0" sz="2400" spc="-40">
                <a:solidFill>
                  <a:srgbClr val="4E3629"/>
                </a:solidFill>
                <a:latin typeface="Calibri"/>
                <a:cs typeface="Calibri"/>
              </a:rPr>
              <a:t> </a:t>
            </a:r>
            <a:r>
              <a:rPr dirty="0" sz="2400">
                <a:solidFill>
                  <a:srgbClr val="4E3629"/>
                </a:solidFill>
                <a:latin typeface="Calibri"/>
                <a:cs typeface="Calibri"/>
              </a:rPr>
              <a:t>máximo</a:t>
            </a:r>
            <a:r>
              <a:rPr dirty="0" sz="2400" spc="-60">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128</a:t>
            </a:r>
            <a:r>
              <a:rPr dirty="0" sz="2400" spc="-30">
                <a:solidFill>
                  <a:srgbClr val="4E3629"/>
                </a:solidFill>
                <a:latin typeface="Calibri"/>
                <a:cs typeface="Calibri"/>
              </a:rPr>
              <a:t> </a:t>
            </a:r>
            <a:r>
              <a:rPr dirty="0" sz="2400" spc="-10">
                <a:solidFill>
                  <a:srgbClr val="4E3629"/>
                </a:solidFill>
                <a:latin typeface="Calibri"/>
                <a:cs typeface="Calibri"/>
              </a:rPr>
              <a:t>terabytes)</a:t>
            </a:r>
            <a:endParaRPr sz="2400">
              <a:latin typeface="Calibri"/>
              <a:cs typeface="Calibri"/>
            </a:endParaRPr>
          </a:p>
          <a:p>
            <a:pPr marL="183515" indent="-170815">
              <a:lnSpc>
                <a:spcPct val="100000"/>
              </a:lnSpc>
              <a:spcBef>
                <a:spcPts val="440"/>
              </a:spcBef>
              <a:buClr>
                <a:srgbClr val="D1350F"/>
              </a:buClr>
              <a:buFont typeface="Arial MT"/>
              <a:buChar char="•"/>
              <a:tabLst>
                <a:tab pos="183515" algn="l"/>
              </a:tabLst>
            </a:pPr>
            <a:r>
              <a:rPr dirty="0" sz="2800" spc="-10">
                <a:solidFill>
                  <a:srgbClr val="4E3629"/>
                </a:solidFill>
                <a:latin typeface="Calibri"/>
                <a:cs typeface="Calibri"/>
              </a:rPr>
              <a:t>Para</a:t>
            </a:r>
            <a:r>
              <a:rPr dirty="0" sz="2800" spc="-90">
                <a:solidFill>
                  <a:srgbClr val="4E3629"/>
                </a:solidFill>
                <a:latin typeface="Calibri"/>
                <a:cs typeface="Calibri"/>
              </a:rPr>
              <a:t> </a:t>
            </a:r>
            <a:r>
              <a:rPr dirty="0" sz="2800">
                <a:solidFill>
                  <a:srgbClr val="4E3629"/>
                </a:solidFill>
                <a:latin typeface="Calibri"/>
                <a:cs typeface="Calibri"/>
              </a:rPr>
              <a:t>valores</a:t>
            </a:r>
            <a:r>
              <a:rPr dirty="0" sz="2800" spc="-9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spc="-10">
                <a:solidFill>
                  <a:srgbClr val="4E3629"/>
                </a:solidFill>
                <a:latin typeface="Calibri"/>
                <a:cs typeface="Calibri"/>
              </a:rPr>
              <a:t>número:</a:t>
            </a:r>
            <a:endParaRPr sz="2800">
              <a:latin typeface="Calibri"/>
              <a:cs typeface="Calibri"/>
            </a:endParaRPr>
          </a:p>
          <a:p>
            <a:pPr marL="355600">
              <a:lnSpc>
                <a:spcPct val="100000"/>
              </a:lnSpc>
              <a:spcBef>
                <a:spcPts val="135"/>
              </a:spcBef>
            </a:pPr>
            <a:r>
              <a:rPr dirty="0" sz="2400">
                <a:solidFill>
                  <a:srgbClr val="D1350F"/>
                </a:solidFill>
                <a:latin typeface="Calibri"/>
                <a:cs typeface="Calibri"/>
              </a:rPr>
              <a:t>−</a:t>
            </a:r>
            <a:r>
              <a:rPr dirty="0" sz="2400">
                <a:solidFill>
                  <a:srgbClr val="4E3629"/>
                </a:solidFill>
                <a:latin typeface="Calibri"/>
                <a:cs typeface="Calibri"/>
              </a:rPr>
              <a:t>NUMBER</a:t>
            </a:r>
            <a:r>
              <a:rPr dirty="0" sz="2400" spc="-55">
                <a:solidFill>
                  <a:srgbClr val="4E3629"/>
                </a:solidFill>
                <a:latin typeface="Calibri"/>
                <a:cs typeface="Calibri"/>
              </a:rPr>
              <a:t> </a:t>
            </a:r>
            <a:r>
              <a:rPr dirty="0" sz="2400">
                <a:solidFill>
                  <a:srgbClr val="4E3629"/>
                </a:solidFill>
                <a:latin typeface="Calibri"/>
                <a:cs typeface="Calibri"/>
              </a:rPr>
              <a:t>(tamaño</a:t>
            </a:r>
            <a:r>
              <a:rPr dirty="0" sz="2400" spc="-65">
                <a:solidFill>
                  <a:srgbClr val="4E3629"/>
                </a:solidFill>
                <a:latin typeface="Calibri"/>
                <a:cs typeface="Calibri"/>
              </a:rPr>
              <a:t> </a:t>
            </a:r>
            <a:r>
              <a:rPr dirty="0" sz="2400">
                <a:solidFill>
                  <a:srgbClr val="4E3629"/>
                </a:solidFill>
                <a:latin typeface="Calibri"/>
                <a:cs typeface="Calibri"/>
              </a:rPr>
              <a:t>variable,</a:t>
            </a:r>
            <a:r>
              <a:rPr dirty="0" sz="2400" spc="-30">
                <a:solidFill>
                  <a:srgbClr val="4E3629"/>
                </a:solidFill>
                <a:latin typeface="Calibri"/>
                <a:cs typeface="Calibri"/>
              </a:rPr>
              <a:t> </a:t>
            </a:r>
            <a:r>
              <a:rPr dirty="0" sz="2400">
                <a:solidFill>
                  <a:srgbClr val="4E3629"/>
                </a:solidFill>
                <a:latin typeface="Calibri"/>
                <a:cs typeface="Calibri"/>
              </a:rPr>
              <a:t>precisión</a:t>
            </a:r>
            <a:r>
              <a:rPr dirty="0" sz="2400" spc="-35">
                <a:solidFill>
                  <a:srgbClr val="4E3629"/>
                </a:solidFill>
                <a:latin typeface="Calibri"/>
                <a:cs typeface="Calibri"/>
              </a:rPr>
              <a:t> </a:t>
            </a:r>
            <a:r>
              <a:rPr dirty="0" sz="2400">
                <a:solidFill>
                  <a:srgbClr val="4E3629"/>
                </a:solidFill>
                <a:latin typeface="Calibri"/>
                <a:cs typeface="Calibri"/>
              </a:rPr>
              <a:t>máxima</a:t>
            </a:r>
            <a:r>
              <a:rPr dirty="0" sz="2400" spc="-55">
                <a:solidFill>
                  <a:srgbClr val="4E3629"/>
                </a:solidFill>
                <a:latin typeface="Calibri"/>
                <a:cs typeface="Calibri"/>
              </a:rPr>
              <a:t> </a:t>
            </a:r>
            <a:r>
              <a:rPr dirty="0" sz="2400">
                <a:solidFill>
                  <a:srgbClr val="4E3629"/>
                </a:solidFill>
                <a:latin typeface="Calibri"/>
                <a:cs typeface="Calibri"/>
              </a:rPr>
              <a:t>de</a:t>
            </a:r>
            <a:r>
              <a:rPr dirty="0" sz="2400" spc="-30">
                <a:solidFill>
                  <a:srgbClr val="4E3629"/>
                </a:solidFill>
                <a:latin typeface="Calibri"/>
                <a:cs typeface="Calibri"/>
              </a:rPr>
              <a:t> </a:t>
            </a:r>
            <a:r>
              <a:rPr dirty="0" sz="2400">
                <a:solidFill>
                  <a:srgbClr val="4E3629"/>
                </a:solidFill>
                <a:latin typeface="Calibri"/>
                <a:cs typeface="Calibri"/>
              </a:rPr>
              <a:t>38</a:t>
            </a:r>
            <a:r>
              <a:rPr dirty="0" sz="2400" spc="-45">
                <a:solidFill>
                  <a:srgbClr val="4E3629"/>
                </a:solidFill>
                <a:latin typeface="Calibri"/>
                <a:cs typeface="Calibri"/>
              </a:rPr>
              <a:t> </a:t>
            </a:r>
            <a:r>
              <a:rPr dirty="0" sz="2400" spc="-10">
                <a:solidFill>
                  <a:srgbClr val="4E3629"/>
                </a:solidFill>
                <a:latin typeface="Calibri"/>
                <a:cs typeface="Calibri"/>
              </a:rPr>
              <a:t>dígitos)</a:t>
            </a:r>
            <a:endParaRPr sz="2400">
              <a:latin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Comunes</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8</a:t>
            </a:r>
          </a:p>
        </p:txBody>
      </p:sp>
      <p:sp>
        <p:nvSpPr>
          <p:cNvPr id="5" name="object 5" descr=""/>
          <p:cNvSpPr txBox="1"/>
          <p:nvPr/>
        </p:nvSpPr>
        <p:spPr>
          <a:xfrm>
            <a:off x="483552" y="1415417"/>
            <a:ext cx="8025765" cy="447865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a:t>
            </a:r>
            <a:r>
              <a:rPr dirty="0" sz="2800" spc="-50">
                <a:solidFill>
                  <a:srgbClr val="4E3629"/>
                </a:solidFill>
                <a:latin typeface="Calibri"/>
                <a:cs typeface="Calibri"/>
              </a:rPr>
              <a:t> </a:t>
            </a:r>
            <a:r>
              <a:rPr dirty="0" sz="2800" spc="-10">
                <a:solidFill>
                  <a:srgbClr val="4E3629"/>
                </a:solidFill>
                <a:latin typeface="Calibri"/>
                <a:cs typeface="Calibri"/>
              </a:rPr>
              <a:t>continuación</a:t>
            </a:r>
            <a:r>
              <a:rPr dirty="0" sz="2800" spc="-3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muestran</a:t>
            </a:r>
            <a:r>
              <a:rPr dirty="0" sz="2800" spc="-3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tipos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70">
                <a:solidFill>
                  <a:srgbClr val="4E3629"/>
                </a:solidFill>
                <a:latin typeface="Calibri"/>
                <a:cs typeface="Calibri"/>
              </a:rPr>
              <a:t> </a:t>
            </a:r>
            <a:r>
              <a:rPr dirty="0" sz="2800">
                <a:solidFill>
                  <a:srgbClr val="4E3629"/>
                </a:solidFill>
                <a:latin typeface="Calibri"/>
                <a:cs typeface="Calibri"/>
              </a:rPr>
              <a:t>más</a:t>
            </a:r>
            <a:r>
              <a:rPr dirty="0" sz="2800" spc="-80">
                <a:solidFill>
                  <a:srgbClr val="4E3629"/>
                </a:solidFill>
                <a:latin typeface="Calibri"/>
                <a:cs typeface="Calibri"/>
              </a:rPr>
              <a:t> </a:t>
            </a:r>
            <a:r>
              <a:rPr dirty="0" sz="2800">
                <a:solidFill>
                  <a:srgbClr val="4E3629"/>
                </a:solidFill>
                <a:latin typeface="Calibri"/>
                <a:cs typeface="Calibri"/>
              </a:rPr>
              <a:t>utilizados</a:t>
            </a:r>
            <a:r>
              <a:rPr dirty="0" sz="2800" spc="-70">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los</a:t>
            </a:r>
            <a:r>
              <a:rPr dirty="0" sz="2800" spc="-85">
                <a:solidFill>
                  <a:srgbClr val="4E3629"/>
                </a:solidFill>
                <a:latin typeface="Calibri"/>
                <a:cs typeface="Calibri"/>
              </a:rPr>
              <a:t> </a:t>
            </a:r>
            <a:r>
              <a:rPr dirty="0" sz="2800">
                <a:solidFill>
                  <a:srgbClr val="4E3629"/>
                </a:solidFill>
                <a:latin typeface="Calibri"/>
                <a:cs typeface="Calibri"/>
              </a:rPr>
              <a:t>valores</a:t>
            </a:r>
            <a:r>
              <a:rPr dirty="0" sz="2800" spc="-9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fecha,</a:t>
            </a:r>
            <a:r>
              <a:rPr dirty="0" sz="2800" spc="-95">
                <a:solidFill>
                  <a:srgbClr val="4E3629"/>
                </a:solidFill>
                <a:latin typeface="Calibri"/>
                <a:cs typeface="Calibri"/>
              </a:rPr>
              <a:t> </a:t>
            </a:r>
            <a:r>
              <a:rPr dirty="0" sz="2800" spc="-20">
                <a:solidFill>
                  <a:srgbClr val="4E3629"/>
                </a:solidFill>
                <a:latin typeface="Calibri"/>
                <a:cs typeface="Calibri"/>
              </a:rPr>
              <a:t>hora </a:t>
            </a:r>
            <a:r>
              <a:rPr dirty="0" sz="2800" spc="-20">
                <a:solidFill>
                  <a:srgbClr val="4E3629"/>
                </a:solidFill>
                <a:latin typeface="Calibri"/>
                <a:cs typeface="Calibri"/>
              </a:rPr>
              <a:t>	</a:t>
            </a:r>
            <a:r>
              <a:rPr dirty="0" sz="2800">
                <a:solidFill>
                  <a:srgbClr val="4E3629"/>
                </a:solidFill>
                <a:latin typeface="Calibri"/>
                <a:cs typeface="Calibri"/>
              </a:rPr>
              <a:t>y</a:t>
            </a:r>
            <a:r>
              <a:rPr dirty="0" sz="2800" spc="-5">
                <a:solidFill>
                  <a:srgbClr val="4E3629"/>
                </a:solidFill>
                <a:latin typeface="Calibri"/>
                <a:cs typeface="Calibri"/>
              </a:rPr>
              <a:t> </a:t>
            </a:r>
            <a:r>
              <a:rPr dirty="0" sz="2800" spc="-10">
                <a:solidFill>
                  <a:srgbClr val="4E3629"/>
                </a:solidFill>
                <a:latin typeface="Calibri"/>
                <a:cs typeface="Calibri"/>
              </a:rPr>
              <a:t>binario</a:t>
            </a:r>
            <a:endParaRPr sz="2800">
              <a:latin typeface="Calibri"/>
              <a:cs typeface="Calibri"/>
            </a:endParaRPr>
          </a:p>
          <a:p>
            <a:pPr marL="183515" indent="-170815">
              <a:lnSpc>
                <a:spcPct val="100000"/>
              </a:lnSpc>
              <a:spcBef>
                <a:spcPts val="409"/>
              </a:spcBef>
              <a:buClr>
                <a:srgbClr val="D1350F"/>
              </a:buClr>
              <a:buFont typeface="Arial MT"/>
              <a:buChar char="•"/>
              <a:tabLst>
                <a:tab pos="183515" algn="l"/>
              </a:tabLst>
            </a:pPr>
            <a:r>
              <a:rPr dirty="0" sz="2800" spc="-1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valores</a:t>
            </a:r>
            <a:r>
              <a:rPr dirty="0" sz="2800" spc="-8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fecha</a:t>
            </a:r>
            <a:r>
              <a:rPr dirty="0" sz="2800" spc="-70">
                <a:solidFill>
                  <a:srgbClr val="4E3629"/>
                </a:solidFill>
                <a:latin typeface="Calibri"/>
                <a:cs typeface="Calibri"/>
              </a:rPr>
              <a:t> </a:t>
            </a:r>
            <a:r>
              <a:rPr dirty="0" sz="2800">
                <a:solidFill>
                  <a:srgbClr val="4E3629"/>
                </a:solidFill>
                <a:latin typeface="Calibri"/>
                <a:cs typeface="Calibri"/>
              </a:rPr>
              <a:t>y</a:t>
            </a:r>
            <a:r>
              <a:rPr dirty="0" sz="2800" spc="-85">
                <a:solidFill>
                  <a:srgbClr val="4E3629"/>
                </a:solidFill>
                <a:latin typeface="Calibri"/>
                <a:cs typeface="Calibri"/>
              </a:rPr>
              <a:t> </a:t>
            </a:r>
            <a:r>
              <a:rPr dirty="0" sz="2800" spc="-10">
                <a:solidFill>
                  <a:srgbClr val="4E3629"/>
                </a:solidFill>
                <a:latin typeface="Calibri"/>
                <a:cs typeface="Calibri"/>
              </a:rPr>
              <a:t>hora:</a:t>
            </a:r>
            <a:endParaRPr sz="2800">
              <a:latin typeface="Calibri"/>
              <a:cs typeface="Calibri"/>
            </a:endParaRPr>
          </a:p>
          <a:p>
            <a:pPr marL="355600">
              <a:lnSpc>
                <a:spcPct val="100000"/>
              </a:lnSpc>
              <a:spcBef>
                <a:spcPts val="135"/>
              </a:spcBef>
            </a:pPr>
            <a:r>
              <a:rPr dirty="0" sz="2400" spc="-10">
                <a:solidFill>
                  <a:srgbClr val="D1350F"/>
                </a:solidFill>
                <a:latin typeface="Calibri"/>
                <a:cs typeface="Calibri"/>
              </a:rPr>
              <a:t>−</a:t>
            </a:r>
            <a:r>
              <a:rPr dirty="0" sz="2400" spc="-10">
                <a:solidFill>
                  <a:srgbClr val="4E3629"/>
                </a:solidFill>
                <a:latin typeface="Calibri"/>
                <a:cs typeface="Calibri"/>
              </a:rPr>
              <a:t>DATE</a:t>
            </a:r>
            <a:endParaRPr sz="2400">
              <a:latin typeface="Calibri"/>
              <a:cs typeface="Calibri"/>
            </a:endParaRPr>
          </a:p>
          <a:p>
            <a:pPr marL="355600">
              <a:lnSpc>
                <a:spcPct val="100000"/>
              </a:lnSpc>
              <a:spcBef>
                <a:spcPts val="120"/>
              </a:spcBef>
            </a:pPr>
            <a:r>
              <a:rPr dirty="0" sz="2400" spc="-10">
                <a:solidFill>
                  <a:srgbClr val="D1350F"/>
                </a:solidFill>
                <a:latin typeface="Calibri"/>
                <a:cs typeface="Calibri"/>
              </a:rPr>
              <a:t>−</a:t>
            </a:r>
            <a:r>
              <a:rPr dirty="0" sz="2400" spc="-10">
                <a:solidFill>
                  <a:srgbClr val="4E3629"/>
                </a:solidFill>
                <a:latin typeface="Calibri"/>
                <a:cs typeface="Calibri"/>
              </a:rPr>
              <a:t>TIMESTAMP</a:t>
            </a:r>
            <a:r>
              <a:rPr dirty="0" sz="2400" spc="-40">
                <a:solidFill>
                  <a:srgbClr val="4E3629"/>
                </a:solidFill>
                <a:latin typeface="Calibri"/>
                <a:cs typeface="Calibri"/>
              </a:rPr>
              <a:t> </a:t>
            </a:r>
            <a:r>
              <a:rPr dirty="0" sz="2400" spc="-25">
                <a:solidFill>
                  <a:srgbClr val="4E3629"/>
                </a:solidFill>
                <a:latin typeface="Calibri"/>
                <a:cs typeface="Calibri"/>
              </a:rPr>
              <a:t>….</a:t>
            </a:r>
            <a:endParaRPr sz="2400">
              <a:latin typeface="Calibri"/>
              <a:cs typeface="Calibri"/>
            </a:endParaRPr>
          </a:p>
          <a:p>
            <a:pPr marL="355600">
              <a:lnSpc>
                <a:spcPct val="100000"/>
              </a:lnSpc>
              <a:spcBef>
                <a:spcPts val="110"/>
              </a:spcBef>
            </a:pPr>
            <a:r>
              <a:rPr dirty="0" sz="2400" spc="-10">
                <a:solidFill>
                  <a:srgbClr val="D1350F"/>
                </a:solidFill>
                <a:latin typeface="Calibri"/>
                <a:cs typeface="Calibri"/>
              </a:rPr>
              <a:t>−</a:t>
            </a:r>
            <a:r>
              <a:rPr dirty="0" sz="2400" spc="-10">
                <a:solidFill>
                  <a:srgbClr val="4E3629"/>
                </a:solidFill>
                <a:latin typeface="Calibri"/>
                <a:cs typeface="Calibri"/>
              </a:rPr>
              <a:t>INTERVAL</a:t>
            </a:r>
            <a:endParaRPr sz="2400">
              <a:latin typeface="Calibri"/>
              <a:cs typeface="Calibri"/>
            </a:endParaRPr>
          </a:p>
          <a:p>
            <a:pPr marL="182880" marR="514984" indent="-170815">
              <a:lnSpc>
                <a:spcPts val="3030"/>
              </a:lnSpc>
              <a:spcBef>
                <a:spcPts val="815"/>
              </a:spcBef>
              <a:buClr>
                <a:srgbClr val="D1350F"/>
              </a:buClr>
              <a:buFont typeface="Arial MT"/>
              <a:buChar char="•"/>
              <a:tabLst>
                <a:tab pos="184785" algn="l"/>
              </a:tabLst>
            </a:pP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valores</a:t>
            </a:r>
            <a:r>
              <a:rPr dirty="0" sz="2800" spc="-90">
                <a:solidFill>
                  <a:srgbClr val="4E3629"/>
                </a:solidFill>
                <a:latin typeface="Calibri"/>
                <a:cs typeface="Calibri"/>
              </a:rPr>
              <a:t> </a:t>
            </a:r>
            <a:r>
              <a:rPr dirty="0" sz="2800">
                <a:solidFill>
                  <a:srgbClr val="4E3629"/>
                </a:solidFill>
                <a:latin typeface="Calibri"/>
                <a:cs typeface="Calibri"/>
              </a:rPr>
              <a:t>binarios</a:t>
            </a:r>
            <a:r>
              <a:rPr dirty="0" sz="2800" spc="-55">
                <a:solidFill>
                  <a:srgbClr val="4E3629"/>
                </a:solidFill>
                <a:latin typeface="Calibri"/>
                <a:cs typeface="Calibri"/>
              </a:rPr>
              <a:t> </a:t>
            </a:r>
            <a:r>
              <a:rPr dirty="0" sz="2800">
                <a:solidFill>
                  <a:srgbClr val="4E3629"/>
                </a:solidFill>
                <a:latin typeface="Calibri"/>
                <a:cs typeface="Calibri"/>
              </a:rPr>
              <a:t>(p.</a:t>
            </a:r>
            <a:r>
              <a:rPr dirty="0" sz="2800" spc="-75">
                <a:solidFill>
                  <a:srgbClr val="4E3629"/>
                </a:solidFill>
                <a:latin typeface="Calibri"/>
                <a:cs typeface="Calibri"/>
              </a:rPr>
              <a:t> </a:t>
            </a:r>
            <a:r>
              <a:rPr dirty="0" sz="2800">
                <a:solidFill>
                  <a:srgbClr val="4E3629"/>
                </a:solidFill>
                <a:latin typeface="Calibri"/>
                <a:cs typeface="Calibri"/>
              </a:rPr>
              <a:t>ej.,</a:t>
            </a:r>
            <a:r>
              <a:rPr dirty="0" sz="2800" spc="-80">
                <a:solidFill>
                  <a:srgbClr val="4E3629"/>
                </a:solidFill>
                <a:latin typeface="Calibri"/>
                <a:cs typeface="Calibri"/>
              </a:rPr>
              <a:t> </a:t>
            </a:r>
            <a:r>
              <a:rPr dirty="0" sz="2800">
                <a:solidFill>
                  <a:srgbClr val="4E3629"/>
                </a:solidFill>
                <a:latin typeface="Calibri"/>
                <a:cs typeface="Calibri"/>
              </a:rPr>
              <a:t>multimedia:</a:t>
            </a:r>
            <a:r>
              <a:rPr dirty="0" sz="2800" spc="-65">
                <a:solidFill>
                  <a:srgbClr val="4E3629"/>
                </a:solidFill>
                <a:latin typeface="Calibri"/>
                <a:cs typeface="Calibri"/>
              </a:rPr>
              <a:t> </a:t>
            </a:r>
            <a:r>
              <a:rPr dirty="0" sz="2800">
                <a:solidFill>
                  <a:srgbClr val="4E3629"/>
                </a:solidFill>
                <a:latin typeface="Calibri"/>
                <a:cs typeface="Calibri"/>
              </a:rPr>
              <a:t>JPG,</a:t>
            </a:r>
            <a:r>
              <a:rPr dirty="0" sz="2800" spc="-80">
                <a:solidFill>
                  <a:srgbClr val="4E3629"/>
                </a:solidFill>
                <a:latin typeface="Calibri"/>
                <a:cs typeface="Calibri"/>
              </a:rPr>
              <a:t> </a:t>
            </a:r>
            <a:r>
              <a:rPr dirty="0" sz="2800" spc="-55">
                <a:solidFill>
                  <a:srgbClr val="4E3629"/>
                </a:solidFill>
                <a:latin typeface="Calibri"/>
                <a:cs typeface="Calibri"/>
              </a:rPr>
              <a:t>WAV, </a:t>
            </a:r>
            <a:r>
              <a:rPr dirty="0" sz="2800" spc="-55">
                <a:solidFill>
                  <a:srgbClr val="4E3629"/>
                </a:solidFill>
                <a:latin typeface="Calibri"/>
                <a:cs typeface="Calibri"/>
              </a:rPr>
              <a:t>	</a:t>
            </a:r>
            <a:r>
              <a:rPr dirty="0" sz="2800">
                <a:solidFill>
                  <a:srgbClr val="4E3629"/>
                </a:solidFill>
                <a:latin typeface="Calibri"/>
                <a:cs typeface="Calibri"/>
              </a:rPr>
              <a:t>MP3,</a:t>
            </a:r>
            <a:r>
              <a:rPr dirty="0" sz="2800" spc="-40">
                <a:solidFill>
                  <a:srgbClr val="4E3629"/>
                </a:solidFill>
                <a:latin typeface="Calibri"/>
                <a:cs typeface="Calibri"/>
              </a:rPr>
              <a:t> </a:t>
            </a:r>
            <a:r>
              <a:rPr dirty="0" sz="2800" spc="-10">
                <a:solidFill>
                  <a:srgbClr val="4E3629"/>
                </a:solidFill>
                <a:latin typeface="Calibri"/>
                <a:cs typeface="Calibri"/>
              </a:rPr>
              <a:t>etc.):</a:t>
            </a:r>
            <a:endParaRPr sz="2800">
              <a:latin typeface="Calibri"/>
              <a:cs typeface="Calibri"/>
            </a:endParaRPr>
          </a:p>
          <a:p>
            <a:pPr marL="355600">
              <a:lnSpc>
                <a:spcPct val="100000"/>
              </a:lnSpc>
              <a:spcBef>
                <a:spcPts val="85"/>
              </a:spcBef>
            </a:pPr>
            <a:r>
              <a:rPr dirty="0" sz="2400">
                <a:solidFill>
                  <a:srgbClr val="D1350F"/>
                </a:solidFill>
                <a:latin typeface="Calibri"/>
                <a:cs typeface="Calibri"/>
              </a:rPr>
              <a:t>−</a:t>
            </a:r>
            <a:r>
              <a:rPr dirty="0" sz="2400">
                <a:solidFill>
                  <a:srgbClr val="4E3629"/>
                </a:solidFill>
                <a:latin typeface="Calibri"/>
                <a:cs typeface="Calibri"/>
              </a:rPr>
              <a:t>RAW</a:t>
            </a:r>
            <a:r>
              <a:rPr dirty="0" sz="2400" spc="-50">
                <a:solidFill>
                  <a:srgbClr val="4E3629"/>
                </a:solidFill>
                <a:latin typeface="Calibri"/>
                <a:cs typeface="Calibri"/>
              </a:rPr>
              <a:t> </a:t>
            </a:r>
            <a:r>
              <a:rPr dirty="0" sz="2400">
                <a:solidFill>
                  <a:srgbClr val="4E3629"/>
                </a:solidFill>
                <a:latin typeface="Calibri"/>
                <a:cs typeface="Calibri"/>
              </a:rPr>
              <a:t>(tamaño</a:t>
            </a:r>
            <a:r>
              <a:rPr dirty="0" sz="2400" spc="-65">
                <a:solidFill>
                  <a:srgbClr val="4E3629"/>
                </a:solidFill>
                <a:latin typeface="Calibri"/>
                <a:cs typeface="Calibri"/>
              </a:rPr>
              <a:t> </a:t>
            </a:r>
            <a:r>
              <a:rPr dirty="0" sz="2400">
                <a:solidFill>
                  <a:srgbClr val="4E3629"/>
                </a:solidFill>
                <a:latin typeface="Calibri"/>
                <a:cs typeface="Calibri"/>
              </a:rPr>
              <a:t>variable,</a:t>
            </a:r>
            <a:r>
              <a:rPr dirty="0" sz="2400" spc="-40">
                <a:solidFill>
                  <a:srgbClr val="4E3629"/>
                </a:solidFill>
                <a:latin typeface="Calibri"/>
                <a:cs typeface="Calibri"/>
              </a:rPr>
              <a:t> </a:t>
            </a:r>
            <a:r>
              <a:rPr dirty="0" sz="2400">
                <a:solidFill>
                  <a:srgbClr val="4E3629"/>
                </a:solidFill>
                <a:latin typeface="Calibri"/>
                <a:cs typeface="Calibri"/>
              </a:rPr>
              <a:t>máximo</a:t>
            </a:r>
            <a:r>
              <a:rPr dirty="0" sz="2400" spc="-65">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a:solidFill>
                  <a:srgbClr val="4E3629"/>
                </a:solidFill>
                <a:latin typeface="Calibri"/>
                <a:cs typeface="Calibri"/>
              </a:rPr>
              <a:t>2000</a:t>
            </a:r>
            <a:r>
              <a:rPr dirty="0" sz="2400" spc="-45">
                <a:solidFill>
                  <a:srgbClr val="4E3629"/>
                </a:solidFill>
                <a:latin typeface="Calibri"/>
                <a:cs typeface="Calibri"/>
              </a:rPr>
              <a:t> </a:t>
            </a:r>
            <a:r>
              <a:rPr dirty="0" sz="2400" spc="-10">
                <a:solidFill>
                  <a:srgbClr val="4E3629"/>
                </a:solidFill>
                <a:latin typeface="Calibri"/>
                <a:cs typeface="Calibri"/>
              </a:rPr>
              <a:t>bytes)</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BLOB</a:t>
            </a:r>
            <a:r>
              <a:rPr dirty="0" sz="2400" spc="-45">
                <a:solidFill>
                  <a:srgbClr val="4E3629"/>
                </a:solidFill>
                <a:latin typeface="Calibri"/>
                <a:cs typeface="Calibri"/>
              </a:rPr>
              <a:t> </a:t>
            </a:r>
            <a:r>
              <a:rPr dirty="0" sz="2400">
                <a:solidFill>
                  <a:srgbClr val="4E3629"/>
                </a:solidFill>
                <a:latin typeface="Calibri"/>
                <a:cs typeface="Calibri"/>
              </a:rPr>
              <a:t>(tamaño</a:t>
            </a:r>
            <a:r>
              <a:rPr dirty="0" sz="2400" spc="-55">
                <a:solidFill>
                  <a:srgbClr val="4E3629"/>
                </a:solidFill>
                <a:latin typeface="Calibri"/>
                <a:cs typeface="Calibri"/>
              </a:rPr>
              <a:t> </a:t>
            </a:r>
            <a:r>
              <a:rPr dirty="0" sz="2400">
                <a:solidFill>
                  <a:srgbClr val="4E3629"/>
                </a:solidFill>
                <a:latin typeface="Calibri"/>
                <a:cs typeface="Calibri"/>
              </a:rPr>
              <a:t>variable,</a:t>
            </a:r>
            <a:r>
              <a:rPr dirty="0" sz="2400" spc="-40">
                <a:solidFill>
                  <a:srgbClr val="4E3629"/>
                </a:solidFill>
                <a:latin typeface="Calibri"/>
                <a:cs typeface="Calibri"/>
              </a:rPr>
              <a:t> </a:t>
            </a:r>
            <a:r>
              <a:rPr dirty="0" sz="2400">
                <a:solidFill>
                  <a:srgbClr val="4E3629"/>
                </a:solidFill>
                <a:latin typeface="Calibri"/>
                <a:cs typeface="Calibri"/>
              </a:rPr>
              <a:t>máximo</a:t>
            </a:r>
            <a:r>
              <a:rPr dirty="0" sz="2400" spc="-60">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128</a:t>
            </a:r>
            <a:r>
              <a:rPr dirty="0" sz="2400" spc="-35">
                <a:solidFill>
                  <a:srgbClr val="4E3629"/>
                </a:solidFill>
                <a:latin typeface="Calibri"/>
                <a:cs typeface="Calibri"/>
              </a:rPr>
              <a:t> </a:t>
            </a:r>
            <a:r>
              <a:rPr dirty="0" sz="2400" spc="-10">
                <a:solidFill>
                  <a:srgbClr val="4E3629"/>
                </a:solidFill>
                <a:latin typeface="Calibri"/>
                <a:cs typeface="Calibri"/>
              </a:rPr>
              <a:t>terabytes)</a:t>
            </a:r>
            <a:endParaRPr sz="2400">
              <a:latin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Comunes</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9</a:t>
            </a:r>
          </a:p>
        </p:txBody>
      </p:sp>
      <p:sp>
        <p:nvSpPr>
          <p:cNvPr id="5" name="object 5" descr=""/>
          <p:cNvSpPr txBox="1"/>
          <p:nvPr/>
        </p:nvSpPr>
        <p:spPr>
          <a:xfrm>
            <a:off x="483552" y="1381889"/>
            <a:ext cx="8138159" cy="4613910"/>
          </a:xfrm>
          <a:prstGeom prst="rect">
            <a:avLst/>
          </a:prstGeom>
        </p:spPr>
        <p:txBody>
          <a:bodyPr wrap="square" lIns="0" tIns="97155" rIns="0" bIns="0" rtlCol="0" vert="horz">
            <a:spAutoFit/>
          </a:bodyPr>
          <a:lstStyle/>
          <a:p>
            <a:pPr marL="182880" marR="3683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Para</a:t>
            </a:r>
            <a:r>
              <a:rPr dirty="0" sz="2800" spc="-100">
                <a:solidFill>
                  <a:srgbClr val="4E3629"/>
                </a:solidFill>
                <a:latin typeface="Calibri"/>
                <a:cs typeface="Calibri"/>
              </a:rPr>
              <a:t> </a:t>
            </a:r>
            <a:r>
              <a:rPr dirty="0" sz="2800">
                <a:solidFill>
                  <a:srgbClr val="4E3629"/>
                </a:solidFill>
                <a:latin typeface="Calibri"/>
                <a:cs typeface="Calibri"/>
              </a:rPr>
              <a:t>valores</a:t>
            </a:r>
            <a:r>
              <a:rPr dirty="0" sz="2800" spc="-9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spc="-10">
                <a:solidFill>
                  <a:srgbClr val="4E3629"/>
                </a:solidFill>
                <a:latin typeface="Calibri"/>
                <a:cs typeface="Calibri"/>
              </a:rPr>
              <a:t>caracteres,</a:t>
            </a:r>
            <a:r>
              <a:rPr dirty="0" sz="2800" spc="-105">
                <a:solidFill>
                  <a:srgbClr val="4E3629"/>
                </a:solidFill>
                <a:latin typeface="Calibri"/>
                <a:cs typeface="Calibri"/>
              </a:rPr>
              <a:t> </a:t>
            </a:r>
            <a:r>
              <a:rPr dirty="0" sz="2800" spc="-10">
                <a:solidFill>
                  <a:srgbClr val="4E3629"/>
                </a:solidFill>
                <a:latin typeface="Calibri"/>
                <a:cs typeface="Calibri"/>
              </a:rPr>
              <a:t>normalmente</a:t>
            </a:r>
            <a:r>
              <a:rPr dirty="0" sz="2800" spc="-75">
                <a:solidFill>
                  <a:srgbClr val="4E3629"/>
                </a:solidFill>
                <a:latin typeface="Calibri"/>
                <a:cs typeface="Calibri"/>
              </a:rPr>
              <a:t> </a:t>
            </a:r>
            <a:r>
              <a:rPr dirty="0" sz="2800">
                <a:solidFill>
                  <a:srgbClr val="4E3629"/>
                </a:solidFill>
                <a:latin typeface="Calibri"/>
                <a:cs typeface="Calibri"/>
              </a:rPr>
              <a:t>es</a:t>
            </a:r>
            <a:r>
              <a:rPr dirty="0" sz="2800" spc="-90">
                <a:solidFill>
                  <a:srgbClr val="4E3629"/>
                </a:solidFill>
                <a:latin typeface="Calibri"/>
                <a:cs typeface="Calibri"/>
              </a:rPr>
              <a:t> </a:t>
            </a:r>
            <a:r>
              <a:rPr dirty="0" sz="2800" spc="-10">
                <a:solidFill>
                  <a:srgbClr val="4E3629"/>
                </a:solidFill>
                <a:latin typeface="Calibri"/>
                <a:cs typeface="Calibri"/>
              </a:rPr>
              <a:t>mejor </a:t>
            </a:r>
            <a:r>
              <a:rPr dirty="0" sz="2800" spc="-10">
                <a:solidFill>
                  <a:srgbClr val="4E3629"/>
                </a:solidFill>
                <a:latin typeface="Calibri"/>
                <a:cs typeface="Calibri"/>
              </a:rPr>
              <a:t>	</a:t>
            </a:r>
            <a:r>
              <a:rPr dirty="0" sz="2800">
                <a:solidFill>
                  <a:srgbClr val="4E3629"/>
                </a:solidFill>
                <a:latin typeface="Calibri"/>
                <a:cs typeface="Calibri"/>
              </a:rPr>
              <a:t>utilizar</a:t>
            </a:r>
            <a:r>
              <a:rPr dirty="0" sz="2800" spc="-70">
                <a:solidFill>
                  <a:srgbClr val="4E3629"/>
                </a:solidFill>
                <a:latin typeface="Calibri"/>
                <a:cs typeface="Calibri"/>
              </a:rPr>
              <a:t> </a:t>
            </a:r>
            <a:r>
              <a:rPr dirty="0" sz="2800" spc="-20">
                <a:solidFill>
                  <a:srgbClr val="4E3629"/>
                </a:solidFill>
                <a:latin typeface="Calibri"/>
                <a:cs typeface="Calibri"/>
              </a:rPr>
              <a:t>VARCHAR2</a:t>
            </a:r>
            <a:r>
              <a:rPr dirty="0" sz="2800" spc="-45">
                <a:solidFill>
                  <a:srgbClr val="4E3629"/>
                </a:solidFill>
                <a:latin typeface="Calibri"/>
                <a:cs typeface="Calibri"/>
              </a:rPr>
              <a:t> </a:t>
            </a:r>
            <a:r>
              <a:rPr dirty="0" sz="2800">
                <a:solidFill>
                  <a:srgbClr val="4E3629"/>
                </a:solidFill>
                <a:latin typeface="Calibri"/>
                <a:cs typeface="Calibri"/>
              </a:rPr>
              <a:t>o</a:t>
            </a:r>
            <a:r>
              <a:rPr dirty="0" sz="2800" spc="-80">
                <a:solidFill>
                  <a:srgbClr val="4E3629"/>
                </a:solidFill>
                <a:latin typeface="Calibri"/>
                <a:cs typeface="Calibri"/>
              </a:rPr>
              <a:t> </a:t>
            </a:r>
            <a:r>
              <a:rPr dirty="0" sz="2800">
                <a:solidFill>
                  <a:srgbClr val="4E3629"/>
                </a:solidFill>
                <a:latin typeface="Calibri"/>
                <a:cs typeface="Calibri"/>
              </a:rPr>
              <a:t>CLOB</a:t>
            </a:r>
            <a:r>
              <a:rPr dirty="0" sz="2800" spc="-7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CHAR,</a:t>
            </a:r>
            <a:r>
              <a:rPr dirty="0" sz="2800" spc="-55">
                <a:solidFill>
                  <a:srgbClr val="4E3629"/>
                </a:solidFill>
                <a:latin typeface="Calibri"/>
                <a:cs typeface="Calibri"/>
              </a:rPr>
              <a:t> </a:t>
            </a:r>
            <a:r>
              <a:rPr dirty="0" sz="2800">
                <a:solidFill>
                  <a:srgbClr val="4E3629"/>
                </a:solidFill>
                <a:latin typeface="Calibri"/>
                <a:cs typeface="Calibri"/>
              </a:rPr>
              <a:t>porque</a:t>
            </a:r>
            <a:r>
              <a:rPr dirty="0" sz="2800" spc="-5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spc="-10">
                <a:solidFill>
                  <a:srgbClr val="4E3629"/>
                </a:solidFill>
                <a:latin typeface="Calibri"/>
                <a:cs typeface="Calibri"/>
              </a:rPr>
              <a:t>ahorra 	espacio</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a:solidFill>
                  <a:srgbClr val="4E3629"/>
                </a:solidFill>
                <a:latin typeface="Calibri"/>
                <a:cs typeface="Calibri"/>
              </a:rPr>
              <a:t>Por</a:t>
            </a:r>
            <a:r>
              <a:rPr dirty="0" sz="2800" spc="-55">
                <a:solidFill>
                  <a:srgbClr val="4E3629"/>
                </a:solidFill>
                <a:latin typeface="Calibri"/>
                <a:cs typeface="Calibri"/>
              </a:rPr>
              <a:t> </a:t>
            </a:r>
            <a:r>
              <a:rPr dirty="0" sz="2800">
                <a:solidFill>
                  <a:srgbClr val="4E3629"/>
                </a:solidFill>
                <a:latin typeface="Calibri"/>
                <a:cs typeface="Calibri"/>
              </a:rPr>
              <a:t>ejemplo,</a:t>
            </a:r>
            <a:r>
              <a:rPr dirty="0" sz="2800" spc="-3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apellido</a:t>
            </a:r>
            <a:r>
              <a:rPr dirty="0" sz="2800" spc="-4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empleado</a:t>
            </a:r>
            <a:r>
              <a:rPr dirty="0" sz="2800" spc="-40">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spc="-10">
                <a:solidFill>
                  <a:srgbClr val="4E3629"/>
                </a:solidFill>
                <a:latin typeface="Calibri"/>
                <a:cs typeface="Calibri"/>
              </a:rPr>
              <a:t>"Chang"</a:t>
            </a:r>
            <a:endParaRPr sz="2800">
              <a:latin typeface="Calibri"/>
              <a:cs typeface="Calibri"/>
            </a:endParaRPr>
          </a:p>
          <a:p>
            <a:pPr marL="182880" marR="93345" indent="-170815">
              <a:lnSpc>
                <a:spcPct val="80000"/>
              </a:lnSpc>
              <a:spcBef>
                <a:spcPts val="795"/>
              </a:spcBef>
              <a:buClr>
                <a:srgbClr val="D1350F"/>
              </a:buClr>
              <a:buFont typeface="Arial MT"/>
              <a:buChar char="•"/>
              <a:tabLst>
                <a:tab pos="184785" algn="l"/>
              </a:tabLst>
            </a:pP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columna</a:t>
            </a:r>
            <a:r>
              <a:rPr dirty="0" sz="2800" spc="-35">
                <a:solidFill>
                  <a:srgbClr val="4E3629"/>
                </a:solidFill>
                <a:latin typeface="Calibri"/>
                <a:cs typeface="Calibri"/>
              </a:rPr>
              <a:t> </a:t>
            </a:r>
            <a:r>
              <a:rPr dirty="0" sz="2800" spc="-20">
                <a:solidFill>
                  <a:srgbClr val="4E3629"/>
                </a:solidFill>
                <a:latin typeface="Calibri"/>
                <a:cs typeface="Calibri"/>
              </a:rPr>
              <a:t>VARCHAR2(30), </a:t>
            </a:r>
            <a:r>
              <a:rPr dirty="0" sz="2800">
                <a:solidFill>
                  <a:srgbClr val="4E3629"/>
                </a:solidFill>
                <a:latin typeface="Calibri"/>
                <a:cs typeface="Calibri"/>
              </a:rPr>
              <a:t>solo</a:t>
            </a:r>
            <a:r>
              <a:rPr dirty="0" sz="2800" spc="-4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almacenan</a:t>
            </a:r>
            <a:r>
              <a:rPr dirty="0" sz="2800" spc="-65">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5</a:t>
            </a:r>
            <a:r>
              <a:rPr dirty="0" sz="2800" spc="-35">
                <a:solidFill>
                  <a:srgbClr val="4E3629"/>
                </a:solidFill>
                <a:latin typeface="Calibri"/>
                <a:cs typeface="Calibri"/>
              </a:rPr>
              <a:t> </a:t>
            </a:r>
            <a:r>
              <a:rPr dirty="0" sz="2800" spc="-10">
                <a:solidFill>
                  <a:srgbClr val="4E3629"/>
                </a:solidFill>
                <a:latin typeface="Calibri"/>
                <a:cs typeface="Calibri"/>
              </a:rPr>
              <a:t>caracteres</a:t>
            </a:r>
            <a:r>
              <a:rPr dirty="0" sz="2800" spc="-50">
                <a:solidFill>
                  <a:srgbClr val="4E3629"/>
                </a:solidFill>
                <a:latin typeface="Calibri"/>
                <a:cs typeface="Calibri"/>
              </a:rPr>
              <a:t> </a:t>
            </a:r>
            <a:r>
              <a:rPr dirty="0" sz="2800" spc="-10">
                <a:solidFill>
                  <a:srgbClr val="4E3629"/>
                </a:solidFill>
                <a:latin typeface="Calibri"/>
                <a:cs typeface="Calibri"/>
              </a:rPr>
              <a:t>importantes: </a:t>
            </a:r>
            <a:r>
              <a:rPr dirty="0" sz="2800">
                <a:solidFill>
                  <a:srgbClr val="4E3629"/>
                </a:solidFill>
                <a:latin typeface="Calibri"/>
                <a:cs typeface="Calibri"/>
              </a:rPr>
              <a:t>C</a:t>
            </a:r>
            <a:r>
              <a:rPr dirty="0" sz="2800" spc="-40">
                <a:solidFill>
                  <a:srgbClr val="4E3629"/>
                </a:solidFill>
                <a:latin typeface="Calibri"/>
                <a:cs typeface="Calibri"/>
              </a:rPr>
              <a:t> </a:t>
            </a:r>
            <a:r>
              <a:rPr dirty="0" sz="2800">
                <a:solidFill>
                  <a:srgbClr val="4E3629"/>
                </a:solidFill>
                <a:latin typeface="Calibri"/>
                <a:cs typeface="Calibri"/>
              </a:rPr>
              <a:t>h</a:t>
            </a:r>
            <a:r>
              <a:rPr dirty="0" sz="2800" spc="-30">
                <a:solidFill>
                  <a:srgbClr val="4E3629"/>
                </a:solidFill>
                <a:latin typeface="Calibri"/>
                <a:cs typeface="Calibri"/>
              </a:rPr>
              <a:t> </a:t>
            </a:r>
            <a:r>
              <a:rPr dirty="0" sz="2800">
                <a:solidFill>
                  <a:srgbClr val="4E3629"/>
                </a:solidFill>
                <a:latin typeface="Calibri"/>
                <a:cs typeface="Calibri"/>
              </a:rPr>
              <a:t>a</a:t>
            </a:r>
            <a:r>
              <a:rPr dirty="0" sz="2800" spc="-35">
                <a:solidFill>
                  <a:srgbClr val="4E3629"/>
                </a:solidFill>
                <a:latin typeface="Calibri"/>
                <a:cs typeface="Calibri"/>
              </a:rPr>
              <a:t> </a:t>
            </a:r>
            <a:r>
              <a:rPr dirty="0" sz="2800">
                <a:solidFill>
                  <a:srgbClr val="4E3629"/>
                </a:solidFill>
                <a:latin typeface="Calibri"/>
                <a:cs typeface="Calibri"/>
              </a:rPr>
              <a:t>n</a:t>
            </a:r>
            <a:r>
              <a:rPr dirty="0" sz="2800" spc="-30">
                <a:solidFill>
                  <a:srgbClr val="4E3629"/>
                </a:solidFill>
                <a:latin typeface="Calibri"/>
                <a:cs typeface="Calibri"/>
              </a:rPr>
              <a:t> </a:t>
            </a:r>
            <a:r>
              <a:rPr dirty="0" sz="2800" spc="-50">
                <a:solidFill>
                  <a:srgbClr val="4E3629"/>
                </a:solidFill>
                <a:latin typeface="Calibri"/>
                <a:cs typeface="Calibri"/>
              </a:rPr>
              <a:t>g</a:t>
            </a:r>
            <a:endParaRPr sz="2800">
              <a:latin typeface="Calibri"/>
              <a:cs typeface="Calibri"/>
            </a:endParaRPr>
          </a:p>
          <a:p>
            <a:pPr marL="182880" marR="431165"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Pero</a:t>
            </a:r>
            <a:r>
              <a:rPr dirty="0" sz="2800" spc="-7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50">
                <a:solidFill>
                  <a:srgbClr val="4E3629"/>
                </a:solidFill>
                <a:latin typeface="Calibri"/>
                <a:cs typeface="Calibri"/>
              </a:rPr>
              <a:t> </a:t>
            </a:r>
            <a:r>
              <a:rPr dirty="0" sz="2800">
                <a:solidFill>
                  <a:srgbClr val="4E3629"/>
                </a:solidFill>
                <a:latin typeface="Calibri"/>
                <a:cs typeface="Calibri"/>
              </a:rPr>
              <a:t>CHAR(30),</a:t>
            </a:r>
            <a:r>
              <a:rPr dirty="0" sz="2800" spc="-50">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spc="-10">
                <a:solidFill>
                  <a:srgbClr val="4E3629"/>
                </a:solidFill>
                <a:latin typeface="Calibri"/>
                <a:cs typeface="Calibri"/>
              </a:rPr>
              <a:t>almacenarán </a:t>
            </a:r>
            <a:r>
              <a:rPr dirty="0" sz="2800" spc="-10">
                <a:solidFill>
                  <a:srgbClr val="4E3629"/>
                </a:solidFill>
                <a:latin typeface="Calibri"/>
                <a:cs typeface="Calibri"/>
              </a:rPr>
              <a:t>	</a:t>
            </a:r>
            <a:r>
              <a:rPr dirty="0" sz="2800">
                <a:solidFill>
                  <a:srgbClr val="4E3629"/>
                </a:solidFill>
                <a:latin typeface="Calibri"/>
                <a:cs typeface="Calibri"/>
              </a:rPr>
              <a:t>también</a:t>
            </a:r>
            <a:r>
              <a:rPr dirty="0" sz="2800" spc="-60">
                <a:solidFill>
                  <a:srgbClr val="4E3629"/>
                </a:solidFill>
                <a:latin typeface="Calibri"/>
                <a:cs typeface="Calibri"/>
              </a:rPr>
              <a:t> </a:t>
            </a:r>
            <a:r>
              <a:rPr dirty="0" sz="2800">
                <a:solidFill>
                  <a:srgbClr val="4E3629"/>
                </a:solidFill>
                <a:latin typeface="Calibri"/>
                <a:cs typeface="Calibri"/>
              </a:rPr>
              <a:t>25</a:t>
            </a:r>
            <a:r>
              <a:rPr dirty="0" sz="2800" spc="-60">
                <a:solidFill>
                  <a:srgbClr val="4E3629"/>
                </a:solidFill>
                <a:latin typeface="Calibri"/>
                <a:cs typeface="Calibri"/>
              </a:rPr>
              <a:t> </a:t>
            </a:r>
            <a:r>
              <a:rPr dirty="0" sz="2800">
                <a:solidFill>
                  <a:srgbClr val="4E3629"/>
                </a:solidFill>
                <a:latin typeface="Calibri"/>
                <a:cs typeface="Calibri"/>
              </a:rPr>
              <a:t>espacios</a:t>
            </a:r>
            <a:r>
              <a:rPr dirty="0" sz="2800" spc="-70">
                <a:solidFill>
                  <a:srgbClr val="4E3629"/>
                </a:solidFill>
                <a:latin typeface="Calibri"/>
                <a:cs typeface="Calibri"/>
              </a:rPr>
              <a:t> </a:t>
            </a:r>
            <a:r>
              <a:rPr dirty="0" sz="2800">
                <a:solidFill>
                  <a:srgbClr val="4E3629"/>
                </a:solidFill>
                <a:latin typeface="Calibri"/>
                <a:cs typeface="Calibri"/>
              </a:rPr>
              <a:t>finales,</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60">
                <a:solidFill>
                  <a:srgbClr val="4E3629"/>
                </a:solidFill>
                <a:latin typeface="Calibri"/>
                <a:cs typeface="Calibri"/>
              </a:rPr>
              <a:t> </a:t>
            </a:r>
            <a:r>
              <a:rPr dirty="0" sz="2800">
                <a:solidFill>
                  <a:srgbClr val="4E3629"/>
                </a:solidFill>
                <a:latin typeface="Calibri"/>
                <a:cs typeface="Calibri"/>
              </a:rPr>
              <a:t>formar</a:t>
            </a:r>
            <a:r>
              <a:rPr dirty="0" sz="2800" spc="-80">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tamaño </a:t>
            </a:r>
            <a:r>
              <a:rPr dirty="0" sz="2800" spc="-10">
                <a:solidFill>
                  <a:srgbClr val="4E3629"/>
                </a:solidFill>
                <a:latin typeface="Calibri"/>
                <a:cs typeface="Calibri"/>
              </a:rPr>
              <a:t>	</a:t>
            </a:r>
            <a:r>
              <a:rPr dirty="0" sz="2800">
                <a:solidFill>
                  <a:srgbClr val="4E3629"/>
                </a:solidFill>
                <a:latin typeface="Calibri"/>
                <a:cs typeface="Calibri"/>
              </a:rPr>
              <a:t>fijo</a:t>
            </a:r>
            <a:r>
              <a:rPr dirty="0" sz="2800" spc="-30">
                <a:solidFill>
                  <a:srgbClr val="4E3629"/>
                </a:solidFill>
                <a:latin typeface="Calibri"/>
                <a:cs typeface="Calibri"/>
              </a:rPr>
              <a:t> </a:t>
            </a:r>
            <a:r>
              <a:rPr dirty="0" sz="2800">
                <a:solidFill>
                  <a:srgbClr val="4E3629"/>
                </a:solidFill>
                <a:latin typeface="Calibri"/>
                <a:cs typeface="Calibri"/>
              </a:rPr>
              <a:t>de</a:t>
            </a:r>
            <a:r>
              <a:rPr dirty="0" sz="2800" spc="-15">
                <a:solidFill>
                  <a:srgbClr val="4E3629"/>
                </a:solidFill>
                <a:latin typeface="Calibri"/>
                <a:cs typeface="Calibri"/>
              </a:rPr>
              <a:t> </a:t>
            </a:r>
            <a:r>
              <a:rPr dirty="0" sz="2800">
                <a:solidFill>
                  <a:srgbClr val="4E3629"/>
                </a:solidFill>
                <a:latin typeface="Calibri"/>
                <a:cs typeface="Calibri"/>
              </a:rPr>
              <a:t>30</a:t>
            </a:r>
            <a:r>
              <a:rPr dirty="0" sz="2800" spc="-5">
                <a:solidFill>
                  <a:srgbClr val="4E3629"/>
                </a:solidFill>
                <a:latin typeface="Calibri"/>
                <a:cs typeface="Calibri"/>
              </a:rPr>
              <a:t> </a:t>
            </a:r>
            <a:r>
              <a:rPr dirty="0" sz="2800" spc="-10">
                <a:solidFill>
                  <a:srgbClr val="4E3629"/>
                </a:solidFill>
                <a:latin typeface="Calibri"/>
                <a:cs typeface="Calibri"/>
              </a:rPr>
              <a:t>caracteres</a:t>
            </a:r>
            <a:endParaRPr sz="2800">
              <a:latin typeface="Calibri"/>
              <a:cs typeface="Calibri"/>
            </a:endParaRPr>
          </a:p>
          <a:p>
            <a:pPr algn="just" marL="182880" marR="508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valores</a:t>
            </a:r>
            <a:r>
              <a:rPr dirty="0" sz="2800" spc="-7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número</a:t>
            </a:r>
            <a:r>
              <a:rPr dirty="0" sz="2800" spc="-25">
                <a:solidFill>
                  <a:srgbClr val="4E3629"/>
                </a:solidFill>
                <a:latin typeface="Calibri"/>
                <a:cs typeface="Calibri"/>
              </a:rPr>
              <a:t> </a:t>
            </a:r>
            <a:r>
              <a:rPr dirty="0" sz="2800">
                <a:solidFill>
                  <a:srgbClr val="4E3629"/>
                </a:solidFill>
                <a:latin typeface="Calibri"/>
                <a:cs typeface="Calibri"/>
              </a:rPr>
              <a:t>pueden</a:t>
            </a:r>
            <a:r>
              <a:rPr dirty="0" sz="2800" spc="-40">
                <a:solidFill>
                  <a:srgbClr val="4E3629"/>
                </a:solidFill>
                <a:latin typeface="Calibri"/>
                <a:cs typeface="Calibri"/>
              </a:rPr>
              <a:t> </a:t>
            </a:r>
            <a:r>
              <a:rPr dirty="0" sz="2800">
                <a:solidFill>
                  <a:srgbClr val="4E3629"/>
                </a:solidFill>
                <a:latin typeface="Calibri"/>
                <a:cs typeface="Calibri"/>
              </a:rPr>
              <a:t>ser</a:t>
            </a:r>
            <a:r>
              <a:rPr dirty="0" sz="2800" spc="-70">
                <a:solidFill>
                  <a:srgbClr val="4E3629"/>
                </a:solidFill>
                <a:latin typeface="Calibri"/>
                <a:cs typeface="Calibri"/>
              </a:rPr>
              <a:t> </a:t>
            </a:r>
            <a:r>
              <a:rPr dirty="0" sz="2800" spc="-10">
                <a:solidFill>
                  <a:srgbClr val="4E3629"/>
                </a:solidFill>
                <a:latin typeface="Calibri"/>
                <a:cs typeface="Calibri"/>
              </a:rPr>
              <a:t>negativos,</a:t>
            </a:r>
            <a:r>
              <a:rPr dirty="0" sz="2800" spc="-55">
                <a:solidFill>
                  <a:srgbClr val="4E3629"/>
                </a:solidFill>
                <a:latin typeface="Calibri"/>
                <a:cs typeface="Calibri"/>
              </a:rPr>
              <a:t> </a:t>
            </a:r>
            <a:r>
              <a:rPr dirty="0" sz="2800">
                <a:solidFill>
                  <a:srgbClr val="4E3629"/>
                </a:solidFill>
                <a:latin typeface="Calibri"/>
                <a:cs typeface="Calibri"/>
              </a:rPr>
              <a:t>así</a:t>
            </a:r>
            <a:r>
              <a:rPr dirty="0" sz="2800" spc="-75">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positivos.</a:t>
            </a:r>
            <a:r>
              <a:rPr dirty="0" sz="2800" spc="-95">
                <a:solidFill>
                  <a:srgbClr val="4E3629"/>
                </a:solidFill>
                <a:latin typeface="Calibri"/>
                <a:cs typeface="Calibri"/>
              </a:rPr>
              <a:t> </a:t>
            </a:r>
            <a:r>
              <a:rPr dirty="0" sz="2800">
                <a:solidFill>
                  <a:srgbClr val="4E3629"/>
                </a:solidFill>
                <a:latin typeface="Calibri"/>
                <a:cs typeface="Calibri"/>
              </a:rPr>
              <a:t>Por</a:t>
            </a:r>
            <a:r>
              <a:rPr dirty="0" sz="2800" spc="-120">
                <a:solidFill>
                  <a:srgbClr val="4E3629"/>
                </a:solidFill>
                <a:latin typeface="Calibri"/>
                <a:cs typeface="Calibri"/>
              </a:rPr>
              <a:t> </a:t>
            </a:r>
            <a:r>
              <a:rPr dirty="0" sz="2800">
                <a:solidFill>
                  <a:srgbClr val="4E3629"/>
                </a:solidFill>
                <a:latin typeface="Calibri"/>
                <a:cs typeface="Calibri"/>
              </a:rPr>
              <a:t>ejemplo,</a:t>
            </a:r>
            <a:r>
              <a:rPr dirty="0" sz="2800" spc="-110">
                <a:solidFill>
                  <a:srgbClr val="4E3629"/>
                </a:solidFill>
                <a:latin typeface="Calibri"/>
                <a:cs typeface="Calibri"/>
              </a:rPr>
              <a:t> </a:t>
            </a:r>
            <a:r>
              <a:rPr dirty="0" sz="2800">
                <a:solidFill>
                  <a:srgbClr val="4E3629"/>
                </a:solidFill>
                <a:latin typeface="Calibri"/>
                <a:cs typeface="Calibri"/>
              </a:rPr>
              <a:t>NUMBER(6,2)</a:t>
            </a:r>
            <a:r>
              <a:rPr dirty="0" sz="2800" spc="-95">
                <a:solidFill>
                  <a:srgbClr val="4E3629"/>
                </a:solidFill>
                <a:latin typeface="Calibri"/>
                <a:cs typeface="Calibri"/>
              </a:rPr>
              <a:t> </a:t>
            </a:r>
            <a:r>
              <a:rPr dirty="0" sz="2800">
                <a:solidFill>
                  <a:srgbClr val="4E3629"/>
                </a:solidFill>
                <a:latin typeface="Calibri"/>
                <a:cs typeface="Calibri"/>
              </a:rPr>
              <a:t>puede</a:t>
            </a:r>
            <a:r>
              <a:rPr dirty="0" sz="2800" spc="-105">
                <a:solidFill>
                  <a:srgbClr val="4E3629"/>
                </a:solidFill>
                <a:latin typeface="Calibri"/>
                <a:cs typeface="Calibri"/>
              </a:rPr>
              <a:t> </a:t>
            </a:r>
            <a:r>
              <a:rPr dirty="0" sz="2800" spc="-10">
                <a:solidFill>
                  <a:srgbClr val="4E3629"/>
                </a:solidFill>
                <a:latin typeface="Calibri"/>
                <a:cs typeface="Calibri"/>
              </a:rPr>
              <a:t>almacenar </a:t>
            </a:r>
            <a:r>
              <a:rPr dirty="0" sz="2800" spc="-10">
                <a:solidFill>
                  <a:srgbClr val="4E3629"/>
                </a:solidFill>
                <a:latin typeface="Calibri"/>
                <a:cs typeface="Calibri"/>
              </a:rPr>
              <a:t>	</a:t>
            </a:r>
            <a:r>
              <a:rPr dirty="0" sz="2800">
                <a:solidFill>
                  <a:srgbClr val="4E3629"/>
                </a:solidFill>
                <a:latin typeface="Calibri"/>
                <a:cs typeface="Calibri"/>
              </a:rPr>
              <a:t>cualquier</a:t>
            </a:r>
            <a:r>
              <a:rPr dirty="0" sz="2800" spc="-70">
                <a:solidFill>
                  <a:srgbClr val="4E3629"/>
                </a:solidFill>
                <a:latin typeface="Calibri"/>
                <a:cs typeface="Calibri"/>
              </a:rPr>
              <a:t> </a:t>
            </a:r>
            <a:r>
              <a:rPr dirty="0" sz="2800">
                <a:solidFill>
                  <a:srgbClr val="4E3629"/>
                </a:solidFill>
                <a:latin typeface="Calibri"/>
                <a:cs typeface="Calibri"/>
              </a:rPr>
              <a:t>valor</a:t>
            </a:r>
            <a:r>
              <a:rPr dirty="0" sz="2800" spc="-8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+9999,99</a:t>
            </a:r>
            <a:r>
              <a:rPr dirty="0" sz="2800" spc="-30">
                <a:solidFill>
                  <a:srgbClr val="4E3629"/>
                </a:solidFill>
                <a:latin typeface="Calibri"/>
                <a:cs typeface="Calibri"/>
              </a:rPr>
              <a:t> </a:t>
            </a:r>
            <a:r>
              <a:rPr dirty="0" sz="2800">
                <a:solidFill>
                  <a:srgbClr val="4E3629"/>
                </a:solidFill>
                <a:latin typeface="Calibri"/>
                <a:cs typeface="Calibri"/>
              </a:rPr>
              <a:t>hasta</a:t>
            </a:r>
            <a:r>
              <a:rPr dirty="0" sz="2800" spc="-60">
                <a:solidFill>
                  <a:srgbClr val="4E3629"/>
                </a:solidFill>
                <a:latin typeface="Calibri"/>
                <a:cs typeface="Calibri"/>
              </a:rPr>
              <a:t> </a:t>
            </a:r>
            <a:r>
              <a:rPr dirty="0" sz="2800" spc="-20">
                <a:solidFill>
                  <a:srgbClr val="4E3629"/>
                </a:solidFill>
                <a:latin typeface="Calibri"/>
                <a:cs typeface="Calibri"/>
              </a:rPr>
              <a:t>-</a:t>
            </a:r>
            <a:r>
              <a:rPr dirty="0" sz="2800" spc="-10">
                <a:solidFill>
                  <a:srgbClr val="4E3629"/>
                </a:solidFill>
                <a:latin typeface="Calibri"/>
                <a:cs typeface="Calibri"/>
              </a:rPr>
              <a:t>9999,99</a:t>
            </a:r>
            <a:endParaRPr sz="2800">
              <a:latin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40"/>
              <a:t> </a:t>
            </a:r>
            <a:r>
              <a:rPr dirty="0"/>
              <a:t>de</a:t>
            </a:r>
            <a:r>
              <a:rPr dirty="0" spc="-35"/>
              <a:t> </a:t>
            </a:r>
            <a:r>
              <a:rPr dirty="0"/>
              <a:t>Dato</a:t>
            </a:r>
            <a:r>
              <a:rPr dirty="0" spc="-45"/>
              <a:t> </a:t>
            </a:r>
            <a:r>
              <a:rPr dirty="0" spc="-85"/>
              <a:t>DATE-</a:t>
            </a:r>
            <a:r>
              <a:rPr dirty="0" spc="-20"/>
              <a:t>TIME</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10</a:t>
            </a:r>
          </a:p>
        </p:txBody>
      </p:sp>
      <p:sp>
        <p:nvSpPr>
          <p:cNvPr id="5" name="object 5" descr=""/>
          <p:cNvSpPr txBox="1"/>
          <p:nvPr/>
        </p:nvSpPr>
        <p:spPr>
          <a:xfrm>
            <a:off x="483552" y="1415417"/>
            <a:ext cx="8036559" cy="4213225"/>
          </a:xfrm>
          <a:prstGeom prst="rect">
            <a:avLst/>
          </a:prstGeom>
        </p:spPr>
        <p:txBody>
          <a:bodyPr wrap="square" lIns="0" tIns="59690" rIns="0" bIns="0" rtlCol="0" vert="horz">
            <a:spAutoFit/>
          </a:bodyPr>
          <a:lstStyle/>
          <a:p>
            <a:pPr marL="182880" marR="3429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50">
                <a:solidFill>
                  <a:srgbClr val="4E3629"/>
                </a:solidFill>
                <a:latin typeface="Calibri"/>
                <a:cs typeface="Calibri"/>
              </a:rPr>
              <a:t> DATE</a:t>
            </a:r>
            <a:r>
              <a:rPr dirty="0" sz="2800" spc="-65">
                <a:solidFill>
                  <a:srgbClr val="4E3629"/>
                </a:solidFill>
                <a:latin typeface="Calibri"/>
                <a:cs typeface="Calibri"/>
              </a:rPr>
              <a:t> </a:t>
            </a:r>
            <a:r>
              <a:rPr dirty="0" sz="2800">
                <a:solidFill>
                  <a:srgbClr val="4E3629"/>
                </a:solidFill>
                <a:latin typeface="Calibri"/>
                <a:cs typeface="Calibri"/>
              </a:rPr>
              <a:t>almacena</a:t>
            </a:r>
            <a:r>
              <a:rPr dirty="0" sz="2800" spc="-50">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siglos</a:t>
            </a:r>
            <a:r>
              <a:rPr dirty="0" sz="2800" spc="-45">
                <a:solidFill>
                  <a:srgbClr val="4E3629"/>
                </a:solidFill>
                <a:latin typeface="Calibri"/>
                <a:cs typeface="Calibri"/>
              </a:rPr>
              <a:t> </a:t>
            </a:r>
            <a:r>
              <a:rPr dirty="0" sz="2800" spc="-10">
                <a:solidFill>
                  <a:srgbClr val="4E3629"/>
                </a:solidFill>
                <a:latin typeface="Calibri"/>
                <a:cs typeface="Calibri"/>
              </a:rPr>
              <a:t>hasta </a:t>
            </a:r>
            <a:r>
              <a:rPr dirty="0" sz="2800" spc="-10">
                <a:solidFill>
                  <a:srgbClr val="4E3629"/>
                </a:solidFill>
                <a:latin typeface="Calibri"/>
                <a:cs typeface="Calibri"/>
              </a:rPr>
              <a:t>	</a:t>
            </a:r>
            <a:r>
              <a:rPr dirty="0" sz="2800">
                <a:solidFill>
                  <a:srgbClr val="4E3629"/>
                </a:solidFill>
                <a:latin typeface="Calibri"/>
                <a:cs typeface="Calibri"/>
              </a:rPr>
              <a:t>segundos</a:t>
            </a:r>
            <a:r>
              <a:rPr dirty="0" sz="2800" spc="-55">
                <a:solidFill>
                  <a:srgbClr val="4E3629"/>
                </a:solidFill>
                <a:latin typeface="Calibri"/>
                <a:cs typeface="Calibri"/>
              </a:rPr>
              <a:t> </a:t>
            </a:r>
            <a:r>
              <a:rPr dirty="0" sz="2800" spc="-10">
                <a:solidFill>
                  <a:srgbClr val="4E3629"/>
                </a:solidFill>
                <a:latin typeface="Calibri"/>
                <a:cs typeface="Calibri"/>
              </a:rPr>
              <a:t>enteros,</a:t>
            </a:r>
            <a:r>
              <a:rPr dirty="0" sz="2800" spc="-70">
                <a:solidFill>
                  <a:srgbClr val="4E3629"/>
                </a:solidFill>
                <a:latin typeface="Calibri"/>
                <a:cs typeface="Calibri"/>
              </a:rPr>
              <a:t> </a:t>
            </a:r>
            <a:r>
              <a:rPr dirty="0" sz="2800">
                <a:solidFill>
                  <a:srgbClr val="4E3629"/>
                </a:solidFill>
                <a:latin typeface="Calibri"/>
                <a:cs typeface="Calibri"/>
              </a:rPr>
              <a:t>pero</a:t>
            </a:r>
            <a:r>
              <a:rPr dirty="0" sz="2800" spc="-70">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pueden</a:t>
            </a:r>
            <a:r>
              <a:rPr dirty="0" sz="2800" spc="-55">
                <a:solidFill>
                  <a:srgbClr val="4E3629"/>
                </a:solidFill>
                <a:latin typeface="Calibri"/>
                <a:cs typeface="Calibri"/>
              </a:rPr>
              <a:t> </a:t>
            </a:r>
            <a:r>
              <a:rPr dirty="0" sz="2800">
                <a:solidFill>
                  <a:srgbClr val="4E3629"/>
                </a:solidFill>
                <a:latin typeface="Calibri"/>
                <a:cs typeface="Calibri"/>
              </a:rPr>
              <a:t>almacenar</a:t>
            </a:r>
            <a:r>
              <a:rPr dirty="0" sz="2800" spc="-80">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a:solidFill>
                  <a:srgbClr val="4E3629"/>
                </a:solidFill>
                <a:latin typeface="Calibri"/>
                <a:cs typeface="Calibri"/>
              </a:rPr>
              <a:t>fracciones</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spc="-10">
                <a:solidFill>
                  <a:srgbClr val="4E3629"/>
                </a:solidFill>
                <a:latin typeface="Calibri"/>
                <a:cs typeface="Calibri"/>
              </a:rPr>
              <a:t>segundo</a:t>
            </a:r>
            <a:endParaRPr sz="2800">
              <a:latin typeface="Calibri"/>
              <a:cs typeface="Calibri"/>
            </a:endParaRPr>
          </a:p>
          <a:p>
            <a:pPr marL="182880" marR="911860" indent="-170815">
              <a:lnSpc>
                <a:spcPts val="3030"/>
              </a:lnSpc>
              <a:spcBef>
                <a:spcPts val="785"/>
              </a:spcBef>
              <a:buClr>
                <a:srgbClr val="D1350F"/>
              </a:buClr>
              <a:buFont typeface="Arial MT"/>
              <a:buChar char="•"/>
              <a:tabLst>
                <a:tab pos="184785" algn="l"/>
              </a:tabLst>
            </a:pPr>
            <a:r>
              <a:rPr dirty="0" sz="2800" spc="-25">
                <a:solidFill>
                  <a:srgbClr val="4E3629"/>
                </a:solidFill>
                <a:latin typeface="Calibri"/>
                <a:cs typeface="Calibri"/>
              </a:rPr>
              <a:t>"21-</a:t>
            </a:r>
            <a:r>
              <a:rPr dirty="0" sz="2800" spc="-20">
                <a:solidFill>
                  <a:srgbClr val="4E3629"/>
                </a:solidFill>
                <a:latin typeface="Calibri"/>
                <a:cs typeface="Calibri"/>
              </a:rPr>
              <a:t>Aug-</a:t>
            </a:r>
            <a:r>
              <a:rPr dirty="0" sz="2800">
                <a:solidFill>
                  <a:srgbClr val="4E3629"/>
                </a:solidFill>
                <a:latin typeface="Calibri"/>
                <a:cs typeface="Calibri"/>
              </a:rPr>
              <a:t>2003</a:t>
            </a:r>
            <a:r>
              <a:rPr dirty="0" sz="2800" spc="-10">
                <a:solidFill>
                  <a:srgbClr val="4E3629"/>
                </a:solidFill>
                <a:latin typeface="Calibri"/>
                <a:cs typeface="Calibri"/>
              </a:rPr>
              <a:t> </a:t>
            </a:r>
            <a:r>
              <a:rPr dirty="0" sz="2800">
                <a:solidFill>
                  <a:srgbClr val="4E3629"/>
                </a:solidFill>
                <a:latin typeface="Calibri"/>
                <a:cs typeface="Calibri"/>
              </a:rPr>
              <a:t>17:25:30"</a:t>
            </a:r>
            <a:r>
              <a:rPr dirty="0" sz="2800" spc="-10">
                <a:solidFill>
                  <a:srgbClr val="4E3629"/>
                </a:solidFill>
                <a:latin typeface="Calibri"/>
                <a:cs typeface="Calibri"/>
              </a:rPr>
              <a:t> </a:t>
            </a:r>
            <a:r>
              <a:rPr dirty="0" sz="2800">
                <a:solidFill>
                  <a:srgbClr val="4E3629"/>
                </a:solidFill>
                <a:latin typeface="Calibri"/>
                <a:cs typeface="Calibri"/>
              </a:rPr>
              <a:t>es</a:t>
            </a:r>
            <a:r>
              <a:rPr dirty="0" sz="2800" spc="-55">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válido,</a:t>
            </a:r>
            <a:r>
              <a:rPr dirty="0" sz="2800" spc="-50">
                <a:solidFill>
                  <a:srgbClr val="4E3629"/>
                </a:solidFill>
                <a:latin typeface="Calibri"/>
                <a:cs typeface="Calibri"/>
              </a:rPr>
              <a:t> </a:t>
            </a:r>
            <a:r>
              <a:rPr dirty="0" sz="2800" spc="-20">
                <a:solidFill>
                  <a:srgbClr val="4E3629"/>
                </a:solidFill>
                <a:latin typeface="Calibri"/>
                <a:cs typeface="Calibri"/>
              </a:rPr>
              <a:t>pero </a:t>
            </a:r>
            <a:r>
              <a:rPr dirty="0" sz="2800" spc="-20">
                <a:solidFill>
                  <a:srgbClr val="4E3629"/>
                </a:solidFill>
                <a:latin typeface="Calibri"/>
                <a:cs typeface="Calibri"/>
              </a:rPr>
              <a:t>	</a:t>
            </a:r>
            <a:r>
              <a:rPr dirty="0" sz="2800" spc="-25">
                <a:solidFill>
                  <a:srgbClr val="4E3629"/>
                </a:solidFill>
                <a:latin typeface="Calibri"/>
                <a:cs typeface="Calibri"/>
              </a:rPr>
              <a:t>"21-</a:t>
            </a:r>
            <a:r>
              <a:rPr dirty="0" sz="2800" spc="-20">
                <a:solidFill>
                  <a:srgbClr val="4E3629"/>
                </a:solidFill>
                <a:latin typeface="Calibri"/>
                <a:cs typeface="Calibri"/>
              </a:rPr>
              <a:t>Aug-</a:t>
            </a:r>
            <a:r>
              <a:rPr dirty="0" sz="2800">
                <a:solidFill>
                  <a:srgbClr val="4E3629"/>
                </a:solidFill>
                <a:latin typeface="Calibri"/>
                <a:cs typeface="Calibri"/>
              </a:rPr>
              <a:t>2003</a:t>
            </a:r>
            <a:r>
              <a:rPr dirty="0" sz="2800" spc="10">
                <a:solidFill>
                  <a:srgbClr val="4E3629"/>
                </a:solidFill>
                <a:latin typeface="Calibri"/>
                <a:cs typeface="Calibri"/>
              </a:rPr>
              <a:t> </a:t>
            </a:r>
            <a:r>
              <a:rPr dirty="0" sz="2800">
                <a:solidFill>
                  <a:srgbClr val="4E3629"/>
                </a:solidFill>
                <a:latin typeface="Calibri"/>
                <a:cs typeface="Calibri"/>
              </a:rPr>
              <a:t>17:25:30.255"</a:t>
            </a:r>
            <a:r>
              <a:rPr dirty="0" sz="2800" spc="10">
                <a:solidFill>
                  <a:srgbClr val="4E3629"/>
                </a:solidFill>
                <a:latin typeface="Calibri"/>
                <a:cs typeface="Calibri"/>
              </a:rPr>
              <a:t> </a:t>
            </a:r>
            <a:r>
              <a:rPr dirty="0" sz="2800">
                <a:solidFill>
                  <a:srgbClr val="4E3629"/>
                </a:solidFill>
                <a:latin typeface="Calibri"/>
                <a:cs typeface="Calibri"/>
              </a:rPr>
              <a:t>no</a:t>
            </a:r>
            <a:r>
              <a:rPr dirty="0" sz="2800" spc="-30">
                <a:solidFill>
                  <a:srgbClr val="4E3629"/>
                </a:solidFill>
                <a:latin typeface="Calibri"/>
                <a:cs typeface="Calibri"/>
              </a:rPr>
              <a:t> </a:t>
            </a:r>
            <a:r>
              <a:rPr dirty="0" sz="2800">
                <a:solidFill>
                  <a:srgbClr val="4E3629"/>
                </a:solidFill>
                <a:latin typeface="Calibri"/>
                <a:cs typeface="Calibri"/>
              </a:rPr>
              <a:t>lo</a:t>
            </a:r>
            <a:r>
              <a:rPr dirty="0" sz="2800" spc="-45">
                <a:solidFill>
                  <a:srgbClr val="4E3629"/>
                </a:solidFill>
                <a:latin typeface="Calibri"/>
                <a:cs typeface="Calibri"/>
              </a:rPr>
              <a:t> </a:t>
            </a:r>
            <a:r>
              <a:rPr dirty="0" sz="2800" spc="-25">
                <a:solidFill>
                  <a:srgbClr val="4E3629"/>
                </a:solidFill>
                <a:latin typeface="Calibri"/>
                <a:cs typeface="Calibri"/>
              </a:rPr>
              <a:t>es</a:t>
            </a:r>
            <a:endParaRPr sz="2800">
              <a:latin typeface="Calibri"/>
              <a:cs typeface="Calibri"/>
            </a:endParaRPr>
          </a:p>
          <a:p>
            <a:pPr marL="182880" marR="249554"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spc="-30">
                <a:solidFill>
                  <a:srgbClr val="4E3629"/>
                </a:solidFill>
                <a:latin typeface="Calibri"/>
                <a:cs typeface="Calibri"/>
              </a:rPr>
              <a:t>TIMESTAMP</a:t>
            </a:r>
            <a:r>
              <a:rPr dirty="0" sz="2800" spc="-5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extensión</a:t>
            </a:r>
            <a:r>
              <a:rPr dirty="0" sz="2800" spc="-40">
                <a:solidFill>
                  <a:srgbClr val="4E3629"/>
                </a:solidFill>
                <a:latin typeface="Calibri"/>
                <a:cs typeface="Calibri"/>
              </a:rPr>
              <a:t> </a:t>
            </a:r>
            <a:r>
              <a:rPr dirty="0" sz="2800">
                <a:solidFill>
                  <a:srgbClr val="4E3629"/>
                </a:solidFill>
                <a:latin typeface="Calibri"/>
                <a:cs typeface="Calibri"/>
              </a:rPr>
              <a:t>del</a:t>
            </a:r>
            <a:r>
              <a:rPr dirty="0" sz="2800" spc="-50">
                <a:solidFill>
                  <a:srgbClr val="4E3629"/>
                </a:solidFill>
                <a:latin typeface="Calibri"/>
                <a:cs typeface="Calibri"/>
              </a:rPr>
              <a:t> </a:t>
            </a:r>
            <a:r>
              <a:rPr dirty="0" sz="2800" spc="-20">
                <a:solidFill>
                  <a:srgbClr val="4E3629"/>
                </a:solidFill>
                <a:latin typeface="Calibri"/>
                <a:cs typeface="Calibri"/>
              </a:rPr>
              <a:t>tipo </a:t>
            </a:r>
            <a:r>
              <a:rPr dirty="0" sz="2800" spc="-2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a:t>
            </a:r>
            <a:r>
              <a:rPr dirty="0" sz="2800" spc="-70">
                <a:solidFill>
                  <a:srgbClr val="4E3629"/>
                </a:solidFill>
                <a:latin typeface="Calibri"/>
                <a:cs typeface="Calibri"/>
              </a:rPr>
              <a:t> </a:t>
            </a:r>
            <a:r>
              <a:rPr dirty="0" sz="2800" spc="-50">
                <a:solidFill>
                  <a:srgbClr val="4E3629"/>
                </a:solidFill>
                <a:latin typeface="Calibri"/>
                <a:cs typeface="Calibri"/>
              </a:rPr>
              <a:t>DATE</a:t>
            </a:r>
            <a:r>
              <a:rPr dirty="0" sz="2800" spc="-7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permite</a:t>
            </a:r>
            <a:r>
              <a:rPr dirty="0" sz="2800" spc="-55">
                <a:solidFill>
                  <a:srgbClr val="4E3629"/>
                </a:solidFill>
                <a:latin typeface="Calibri"/>
                <a:cs typeface="Calibri"/>
              </a:rPr>
              <a:t> </a:t>
            </a:r>
            <a:r>
              <a:rPr dirty="0" sz="2800" spc="-10">
                <a:solidFill>
                  <a:srgbClr val="4E3629"/>
                </a:solidFill>
                <a:latin typeface="Calibri"/>
                <a:cs typeface="Calibri"/>
              </a:rPr>
              <a:t>fracciones</a:t>
            </a:r>
            <a:r>
              <a:rPr dirty="0" sz="2800" spc="-6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10">
                <a:solidFill>
                  <a:srgbClr val="4E3629"/>
                </a:solidFill>
                <a:latin typeface="Calibri"/>
                <a:cs typeface="Calibri"/>
              </a:rPr>
              <a:t>segundo</a:t>
            </a:r>
            <a:endParaRPr sz="2800">
              <a:latin typeface="Calibri"/>
              <a:cs typeface="Calibri"/>
            </a:endParaRPr>
          </a:p>
          <a:p>
            <a:pPr algn="just" marL="182880" marR="508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Por</a:t>
            </a:r>
            <a:r>
              <a:rPr dirty="0" sz="2800" spc="-90">
                <a:solidFill>
                  <a:srgbClr val="4E3629"/>
                </a:solidFill>
                <a:latin typeface="Calibri"/>
                <a:cs typeface="Calibri"/>
              </a:rPr>
              <a:t> </a:t>
            </a:r>
            <a:r>
              <a:rPr dirty="0" sz="2800">
                <a:solidFill>
                  <a:srgbClr val="4E3629"/>
                </a:solidFill>
                <a:latin typeface="Calibri"/>
                <a:cs typeface="Calibri"/>
              </a:rPr>
              <a:t>ejemplo,</a:t>
            </a:r>
            <a:r>
              <a:rPr dirty="0" sz="2800" spc="-70">
                <a:solidFill>
                  <a:srgbClr val="4E3629"/>
                </a:solidFill>
                <a:latin typeface="Calibri"/>
                <a:cs typeface="Calibri"/>
              </a:rPr>
              <a:t> </a:t>
            </a:r>
            <a:r>
              <a:rPr dirty="0" sz="2800" spc="-25">
                <a:solidFill>
                  <a:srgbClr val="4E3629"/>
                </a:solidFill>
                <a:latin typeface="Calibri"/>
                <a:cs typeface="Calibri"/>
              </a:rPr>
              <a:t>TIMESTAMP(3)</a:t>
            </a:r>
            <a:r>
              <a:rPr dirty="0" sz="2800" spc="-75">
                <a:solidFill>
                  <a:srgbClr val="4E3629"/>
                </a:solidFill>
                <a:latin typeface="Calibri"/>
                <a:cs typeface="Calibri"/>
              </a:rPr>
              <a:t> </a:t>
            </a:r>
            <a:r>
              <a:rPr dirty="0" sz="2800">
                <a:solidFill>
                  <a:srgbClr val="4E3629"/>
                </a:solidFill>
                <a:latin typeface="Calibri"/>
                <a:cs typeface="Calibri"/>
              </a:rPr>
              <a:t>permite</a:t>
            </a:r>
            <a:r>
              <a:rPr dirty="0" sz="2800" spc="-95">
                <a:solidFill>
                  <a:srgbClr val="4E3629"/>
                </a:solidFill>
                <a:latin typeface="Calibri"/>
                <a:cs typeface="Calibri"/>
              </a:rPr>
              <a:t> </a:t>
            </a:r>
            <a:r>
              <a:rPr dirty="0" sz="2800">
                <a:solidFill>
                  <a:srgbClr val="4E3629"/>
                </a:solidFill>
                <a:latin typeface="Calibri"/>
                <a:cs typeface="Calibri"/>
              </a:rPr>
              <a:t>3</a:t>
            </a:r>
            <a:r>
              <a:rPr dirty="0" sz="2800" spc="-85">
                <a:solidFill>
                  <a:srgbClr val="4E3629"/>
                </a:solidFill>
                <a:latin typeface="Calibri"/>
                <a:cs typeface="Calibri"/>
              </a:rPr>
              <a:t> </a:t>
            </a:r>
            <a:r>
              <a:rPr dirty="0" sz="2800">
                <a:solidFill>
                  <a:srgbClr val="4E3629"/>
                </a:solidFill>
                <a:latin typeface="Calibri"/>
                <a:cs typeface="Calibri"/>
              </a:rPr>
              <a:t>dígitos</a:t>
            </a:r>
            <a:r>
              <a:rPr dirty="0" sz="2800" spc="-85">
                <a:solidFill>
                  <a:srgbClr val="4E3629"/>
                </a:solidFill>
                <a:latin typeface="Calibri"/>
                <a:cs typeface="Calibri"/>
              </a:rPr>
              <a:t> </a:t>
            </a:r>
            <a:r>
              <a:rPr dirty="0" sz="2800" spc="-10">
                <a:solidFill>
                  <a:srgbClr val="4E3629"/>
                </a:solidFill>
                <a:latin typeface="Calibri"/>
                <a:cs typeface="Calibri"/>
              </a:rPr>
              <a:t>después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a:solidFill>
                  <a:srgbClr val="4E3629"/>
                </a:solidFill>
                <a:latin typeface="Calibri"/>
                <a:cs typeface="Calibri"/>
              </a:rPr>
              <a:t>segundos</a:t>
            </a:r>
            <a:r>
              <a:rPr dirty="0" sz="2800" spc="-25">
                <a:solidFill>
                  <a:srgbClr val="4E3629"/>
                </a:solidFill>
                <a:latin typeface="Calibri"/>
                <a:cs typeface="Calibri"/>
              </a:rPr>
              <a:t> </a:t>
            </a:r>
            <a:r>
              <a:rPr dirty="0" sz="2800" spc="-10">
                <a:solidFill>
                  <a:srgbClr val="4E3629"/>
                </a:solidFill>
                <a:latin typeface="Calibri"/>
                <a:cs typeface="Calibri"/>
              </a:rPr>
              <a:t>completos,</a:t>
            </a:r>
            <a:r>
              <a:rPr dirty="0" sz="2800" spc="-55">
                <a:solidFill>
                  <a:srgbClr val="4E3629"/>
                </a:solidFill>
                <a:latin typeface="Calibri"/>
                <a:cs typeface="Calibri"/>
              </a:rPr>
              <a:t> </a:t>
            </a:r>
            <a:r>
              <a:rPr dirty="0" sz="2800">
                <a:solidFill>
                  <a:srgbClr val="4E3629"/>
                </a:solidFill>
                <a:latin typeface="Calibri"/>
                <a:cs typeface="Calibri"/>
              </a:rPr>
              <a:t>lo</a:t>
            </a:r>
            <a:r>
              <a:rPr dirty="0" sz="2800" spc="-5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permite</a:t>
            </a:r>
            <a:r>
              <a:rPr dirty="0" sz="2800" spc="-60">
                <a:solidFill>
                  <a:srgbClr val="4E3629"/>
                </a:solidFill>
                <a:latin typeface="Calibri"/>
                <a:cs typeface="Calibri"/>
              </a:rPr>
              <a:t> </a:t>
            </a:r>
            <a:r>
              <a:rPr dirty="0" sz="2800" spc="-10">
                <a:solidFill>
                  <a:srgbClr val="4E3629"/>
                </a:solidFill>
                <a:latin typeface="Calibri"/>
                <a:cs typeface="Calibri"/>
              </a:rPr>
              <a:t>almacenar </a:t>
            </a:r>
            <a:r>
              <a:rPr dirty="0" sz="2800" spc="-10">
                <a:solidFill>
                  <a:srgbClr val="4E3629"/>
                </a:solidFill>
                <a:latin typeface="Calibri"/>
                <a:cs typeface="Calibri"/>
              </a:rPr>
              <a:t>	</a:t>
            </a:r>
            <a:r>
              <a:rPr dirty="0" sz="2800">
                <a:solidFill>
                  <a:srgbClr val="4E3629"/>
                </a:solidFill>
                <a:latin typeface="Calibri"/>
                <a:cs typeface="Calibri"/>
              </a:rPr>
              <a:t>valores</a:t>
            </a:r>
            <a:r>
              <a:rPr dirty="0" sz="2800" spc="-8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hasta</a:t>
            </a:r>
            <a:r>
              <a:rPr dirty="0" sz="2800" spc="-65">
                <a:solidFill>
                  <a:srgbClr val="4E3629"/>
                </a:solidFill>
                <a:latin typeface="Calibri"/>
                <a:cs typeface="Calibri"/>
              </a:rPr>
              <a:t> </a:t>
            </a:r>
            <a:r>
              <a:rPr dirty="0" sz="2800" spc="-10">
                <a:solidFill>
                  <a:srgbClr val="4E3629"/>
                </a:solidFill>
                <a:latin typeface="Calibri"/>
                <a:cs typeface="Calibri"/>
              </a:rPr>
              <a:t>milisegundos</a:t>
            </a:r>
            <a:endParaRPr sz="2800">
              <a:latin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Tipos</a:t>
            </a:r>
            <a:r>
              <a:rPr dirty="0" spc="-40"/>
              <a:t> </a:t>
            </a:r>
            <a:r>
              <a:rPr dirty="0"/>
              <a:t>de</a:t>
            </a:r>
            <a:r>
              <a:rPr dirty="0" spc="-35"/>
              <a:t> </a:t>
            </a:r>
            <a:r>
              <a:rPr dirty="0"/>
              <a:t>Dato</a:t>
            </a:r>
            <a:r>
              <a:rPr dirty="0" spc="-45"/>
              <a:t> </a:t>
            </a:r>
            <a:r>
              <a:rPr dirty="0" spc="-85"/>
              <a:t>DATE-</a:t>
            </a:r>
            <a:r>
              <a:rPr dirty="0" spc="-20"/>
              <a:t>TIME</a:t>
            </a:r>
          </a:p>
        </p:txBody>
      </p:sp>
      <p:sp>
        <p:nvSpPr>
          <p:cNvPr id="12" name="object 12"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13" name="object 13"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4" name="object 14"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11</a:t>
            </a:r>
          </a:p>
        </p:txBody>
      </p:sp>
      <p:sp>
        <p:nvSpPr>
          <p:cNvPr id="5" name="object 5" descr=""/>
          <p:cNvSpPr txBox="1"/>
          <p:nvPr/>
        </p:nvSpPr>
        <p:spPr>
          <a:xfrm>
            <a:off x="483552" y="1415417"/>
            <a:ext cx="372999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Ejemplo</a:t>
            </a:r>
            <a:r>
              <a:rPr dirty="0" sz="2800" spc="-3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25">
                <a:solidFill>
                  <a:srgbClr val="4E3629"/>
                </a:solidFill>
                <a:latin typeface="Calibri"/>
                <a:cs typeface="Calibri"/>
              </a:rPr>
              <a:t>TIMESTAMP:</a:t>
            </a:r>
            <a:endParaRPr sz="2800">
              <a:latin typeface="Calibri"/>
              <a:cs typeface="Calibri"/>
            </a:endParaRPr>
          </a:p>
        </p:txBody>
      </p:sp>
      <p:graphicFrame>
        <p:nvGraphicFramePr>
          <p:cNvPr id="6" name="object 6" descr=""/>
          <p:cNvGraphicFramePr>
            <a:graphicFrameLocks noGrp="1"/>
          </p:cNvGraphicFramePr>
          <p:nvPr/>
        </p:nvGraphicFramePr>
        <p:xfrm>
          <a:off x="5826805" y="4879357"/>
          <a:ext cx="2995295" cy="1234440"/>
        </p:xfrm>
        <a:graphic>
          <a:graphicData uri="http://schemas.openxmlformats.org/drawingml/2006/table">
            <a:tbl>
              <a:tblPr firstRow="1" bandRow="1">
                <a:tableStyleId>{2D5ABB26-0587-4C30-8999-92F81FD0307C}</a:tableStyleId>
              </a:tblPr>
              <a:tblGrid>
                <a:gridCol w="2905760"/>
              </a:tblGrid>
              <a:tr h="308610">
                <a:tc>
                  <a:txBody>
                    <a:bodyPr/>
                    <a:lstStyle/>
                    <a:p>
                      <a:pPr marL="71755">
                        <a:lnSpc>
                          <a:spcPct val="100000"/>
                        </a:lnSpc>
                        <a:spcBef>
                          <a:spcPts val="155"/>
                        </a:spcBef>
                      </a:pPr>
                      <a:r>
                        <a:rPr dirty="0" sz="1600" spc="-10" b="1">
                          <a:solidFill>
                            <a:srgbClr val="4E3629"/>
                          </a:solidFill>
                          <a:latin typeface="Calibri"/>
                          <a:cs typeface="Calibri"/>
                        </a:rPr>
                        <a:t>EXACT_TIME</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08610">
                <a:tc>
                  <a:txBody>
                    <a:bodyPr/>
                    <a:lstStyle/>
                    <a:p>
                      <a:pPr marL="71755">
                        <a:lnSpc>
                          <a:spcPct val="100000"/>
                        </a:lnSpc>
                        <a:spcBef>
                          <a:spcPts val="155"/>
                        </a:spcBef>
                      </a:pPr>
                      <a:r>
                        <a:rPr dirty="0" sz="1600" spc="-10">
                          <a:solidFill>
                            <a:srgbClr val="4E3629"/>
                          </a:solidFill>
                          <a:latin typeface="Calibri"/>
                          <a:cs typeface="Calibri"/>
                        </a:rPr>
                        <a:t>10-JUN-</a:t>
                      </a:r>
                      <a:r>
                        <a:rPr dirty="0" sz="1600">
                          <a:solidFill>
                            <a:srgbClr val="4E3629"/>
                          </a:solidFill>
                          <a:latin typeface="Calibri"/>
                          <a:cs typeface="Calibri"/>
                        </a:rPr>
                        <a:t>15</a:t>
                      </a:r>
                      <a:r>
                        <a:rPr dirty="0" sz="1600" spc="20">
                          <a:solidFill>
                            <a:srgbClr val="4E3629"/>
                          </a:solidFill>
                          <a:latin typeface="Calibri"/>
                          <a:cs typeface="Calibri"/>
                        </a:rPr>
                        <a:t> </a:t>
                      </a:r>
                      <a:r>
                        <a:rPr dirty="0" sz="1600" spc="-10">
                          <a:solidFill>
                            <a:srgbClr val="4E3629"/>
                          </a:solidFill>
                          <a:latin typeface="Calibri"/>
                          <a:cs typeface="Calibri"/>
                        </a:rPr>
                        <a:t>10.52.29.123456</a:t>
                      </a:r>
                      <a:r>
                        <a:rPr dirty="0" sz="1600" spc="50">
                          <a:solidFill>
                            <a:srgbClr val="4E3629"/>
                          </a:solidFill>
                          <a:latin typeface="Calibri"/>
                          <a:cs typeface="Calibri"/>
                        </a:rPr>
                        <a:t> </a:t>
                      </a:r>
                      <a:r>
                        <a:rPr dirty="0" sz="1600" spc="-25">
                          <a:solidFill>
                            <a:srgbClr val="4E3629"/>
                          </a:solidFill>
                          <a:latin typeface="Calibri"/>
                          <a:cs typeface="Calibri"/>
                        </a:rPr>
                        <a:t>AM</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08610">
                <a:tc>
                  <a:txBody>
                    <a:bodyPr/>
                    <a:lstStyle/>
                    <a:p>
                      <a:pPr marL="71755">
                        <a:lnSpc>
                          <a:spcPct val="100000"/>
                        </a:lnSpc>
                        <a:spcBef>
                          <a:spcPts val="155"/>
                        </a:spcBef>
                      </a:pPr>
                      <a:r>
                        <a:rPr dirty="0" sz="1600" spc="-10">
                          <a:solidFill>
                            <a:srgbClr val="4E3629"/>
                          </a:solidFill>
                          <a:latin typeface="Calibri"/>
                          <a:cs typeface="Calibri"/>
                        </a:rPr>
                        <a:t>16-</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40">
                          <a:solidFill>
                            <a:srgbClr val="4E3629"/>
                          </a:solidFill>
                          <a:latin typeface="Calibri"/>
                          <a:cs typeface="Calibri"/>
                        </a:rPr>
                        <a:t> </a:t>
                      </a:r>
                      <a:r>
                        <a:rPr dirty="0" sz="1600" spc="-10">
                          <a:solidFill>
                            <a:srgbClr val="4E3629"/>
                          </a:solidFill>
                          <a:latin typeface="Calibri"/>
                          <a:cs typeface="Calibri"/>
                        </a:rPr>
                        <a:t>08.17.08.000000</a:t>
                      </a:r>
                      <a:r>
                        <a:rPr dirty="0" sz="1600" spc="50">
                          <a:solidFill>
                            <a:srgbClr val="4E3629"/>
                          </a:solidFill>
                          <a:latin typeface="Calibri"/>
                          <a:cs typeface="Calibri"/>
                        </a:rPr>
                        <a:t> </a:t>
                      </a:r>
                      <a:r>
                        <a:rPr dirty="0" sz="1600" spc="-25">
                          <a:solidFill>
                            <a:srgbClr val="4E3629"/>
                          </a:solidFill>
                          <a:latin typeface="Calibri"/>
                          <a:cs typeface="Calibri"/>
                        </a:rPr>
                        <a:t>AM</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08610">
                <a:tc>
                  <a:txBody>
                    <a:bodyPr/>
                    <a:lstStyle/>
                    <a:p>
                      <a:pPr marL="71755">
                        <a:lnSpc>
                          <a:spcPct val="100000"/>
                        </a:lnSpc>
                        <a:spcBef>
                          <a:spcPts val="155"/>
                        </a:spcBef>
                      </a:pPr>
                      <a:r>
                        <a:rPr dirty="0" sz="1600" spc="-10">
                          <a:solidFill>
                            <a:srgbClr val="4E3629"/>
                          </a:solidFill>
                          <a:latin typeface="Calibri"/>
                          <a:cs typeface="Calibri"/>
                        </a:rPr>
                        <a:t>16-</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40">
                          <a:solidFill>
                            <a:srgbClr val="4E3629"/>
                          </a:solidFill>
                          <a:latin typeface="Calibri"/>
                          <a:cs typeface="Calibri"/>
                        </a:rPr>
                        <a:t> </a:t>
                      </a:r>
                      <a:r>
                        <a:rPr dirty="0" sz="1600" spc="-10">
                          <a:solidFill>
                            <a:srgbClr val="4E3629"/>
                          </a:solidFill>
                          <a:latin typeface="Calibri"/>
                          <a:cs typeface="Calibri"/>
                        </a:rPr>
                        <a:t>08.17.16.610293</a:t>
                      </a:r>
                      <a:r>
                        <a:rPr dirty="0" sz="1600" spc="50">
                          <a:solidFill>
                            <a:srgbClr val="4E3629"/>
                          </a:solidFill>
                          <a:latin typeface="Calibri"/>
                          <a:cs typeface="Calibri"/>
                        </a:rPr>
                        <a:t> </a:t>
                      </a:r>
                      <a:r>
                        <a:rPr dirty="0" sz="1600" spc="-25">
                          <a:solidFill>
                            <a:srgbClr val="4E3629"/>
                          </a:solidFill>
                          <a:latin typeface="Calibri"/>
                          <a:cs typeface="Calibri"/>
                        </a:rPr>
                        <a:t>AM</a:t>
                      </a:r>
                      <a:endParaRPr sz="1600">
                        <a:latin typeface="Calibri"/>
                        <a:cs typeface="Calibri"/>
                      </a:endParaRPr>
                    </a:p>
                  </a:txBody>
                  <a:tcPr marL="0" marR="0" marB="0" marT="196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7" name="object 7" descr=""/>
          <p:cNvSpPr txBox="1"/>
          <p:nvPr/>
        </p:nvSpPr>
        <p:spPr>
          <a:xfrm>
            <a:off x="405384" y="1993392"/>
            <a:ext cx="8345805" cy="52451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(exact_time</a:t>
            </a:r>
            <a:r>
              <a:rPr dirty="0" sz="1800" spc="-105" b="1">
                <a:solidFill>
                  <a:srgbClr val="4E3629"/>
                </a:solidFill>
                <a:latin typeface="Courier New"/>
                <a:cs typeface="Courier New"/>
              </a:rPr>
              <a:t> </a:t>
            </a:r>
            <a:r>
              <a:rPr dirty="0" sz="1800" spc="-10" b="1">
                <a:solidFill>
                  <a:srgbClr val="4E3629"/>
                </a:solidFill>
                <a:latin typeface="Courier New"/>
                <a:cs typeface="Courier New"/>
              </a:rPr>
              <a:t>TIMESTAMP);</a:t>
            </a:r>
            <a:endParaRPr sz="1800">
              <a:latin typeface="Courier New"/>
              <a:cs typeface="Courier New"/>
            </a:endParaRPr>
          </a:p>
        </p:txBody>
      </p:sp>
      <p:sp>
        <p:nvSpPr>
          <p:cNvPr id="8" name="object 8" descr=""/>
          <p:cNvSpPr txBox="1"/>
          <p:nvPr/>
        </p:nvSpPr>
        <p:spPr>
          <a:xfrm>
            <a:off x="405384" y="2682239"/>
            <a:ext cx="8345805" cy="523240"/>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30" b="1">
                <a:solidFill>
                  <a:srgbClr val="4E3629"/>
                </a:solidFill>
                <a:latin typeface="Courier New"/>
                <a:cs typeface="Courier New"/>
              </a:rPr>
              <a:t> </a:t>
            </a:r>
            <a:r>
              <a:rPr dirty="0" sz="1800" spc="-20" b="1">
                <a:solidFill>
                  <a:srgbClr val="4E3629"/>
                </a:solidFill>
                <a:latin typeface="Courier New"/>
                <a:cs typeface="Courier New"/>
              </a:rPr>
              <a:t>('10-</a:t>
            </a:r>
            <a:r>
              <a:rPr dirty="0" sz="1800" spc="-10" b="1">
                <a:solidFill>
                  <a:srgbClr val="4E3629"/>
                </a:solidFill>
                <a:latin typeface="Courier New"/>
                <a:cs typeface="Courier New"/>
              </a:rPr>
              <a:t>Jun-</a:t>
            </a:r>
            <a:r>
              <a:rPr dirty="0" sz="1800" b="1">
                <a:solidFill>
                  <a:srgbClr val="4E3629"/>
                </a:solidFill>
                <a:latin typeface="Courier New"/>
                <a:cs typeface="Courier New"/>
              </a:rPr>
              <a:t>2017</a:t>
            </a:r>
            <a:r>
              <a:rPr dirty="0" sz="1800" spc="-25" b="1">
                <a:solidFill>
                  <a:srgbClr val="4E3629"/>
                </a:solidFill>
                <a:latin typeface="Courier New"/>
                <a:cs typeface="Courier New"/>
              </a:rPr>
              <a:t> </a:t>
            </a:r>
            <a:r>
              <a:rPr dirty="0" sz="1800" spc="-10" b="1">
                <a:solidFill>
                  <a:srgbClr val="4E3629"/>
                </a:solidFill>
                <a:latin typeface="Courier New"/>
                <a:cs typeface="Courier New"/>
              </a:rPr>
              <a:t>10:52:29.123456');</a:t>
            </a:r>
            <a:endParaRPr sz="1800">
              <a:latin typeface="Courier New"/>
              <a:cs typeface="Courier New"/>
            </a:endParaRPr>
          </a:p>
        </p:txBody>
      </p:sp>
      <p:sp>
        <p:nvSpPr>
          <p:cNvPr id="9" name="object 9" descr=""/>
          <p:cNvSpPr txBox="1"/>
          <p:nvPr/>
        </p:nvSpPr>
        <p:spPr>
          <a:xfrm>
            <a:off x="405384" y="3384803"/>
            <a:ext cx="8345805" cy="52324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10" b="1">
                <a:solidFill>
                  <a:srgbClr val="4E3629"/>
                </a:solidFill>
                <a:latin typeface="Courier New"/>
                <a:cs typeface="Courier New"/>
              </a:rPr>
              <a:t>(SYSDATE);</a:t>
            </a:r>
            <a:endParaRPr sz="1800">
              <a:latin typeface="Courier New"/>
              <a:cs typeface="Courier New"/>
            </a:endParaRPr>
          </a:p>
        </p:txBody>
      </p:sp>
      <p:sp>
        <p:nvSpPr>
          <p:cNvPr id="10" name="object 10" descr=""/>
          <p:cNvSpPr txBox="1"/>
          <p:nvPr/>
        </p:nvSpPr>
        <p:spPr>
          <a:xfrm>
            <a:off x="405384" y="4134611"/>
            <a:ext cx="8345805" cy="524510"/>
          </a:xfrm>
          <a:prstGeom prst="rect">
            <a:avLst/>
          </a:prstGeom>
          <a:solidFill>
            <a:srgbClr val="9DBEC4">
              <a:alpha val="50199"/>
            </a:srgbClr>
          </a:solidFill>
        </p:spPr>
        <p:txBody>
          <a:bodyPr wrap="square" lIns="0" tIns="0" rIns="0" bIns="0" rtlCol="0" vert="horz">
            <a:spAutoFit/>
          </a:bodyPr>
          <a:lstStyle/>
          <a:p>
            <a:pPr>
              <a:lnSpc>
                <a:spcPts val="1850"/>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10" b="1">
                <a:solidFill>
                  <a:srgbClr val="4E3629"/>
                </a:solidFill>
                <a:latin typeface="Courier New"/>
                <a:cs typeface="Courier New"/>
              </a:rPr>
              <a:t>(SYSTIMESTAMP);</a:t>
            </a:r>
            <a:endParaRPr sz="1800">
              <a:latin typeface="Courier New"/>
              <a:cs typeface="Courier New"/>
            </a:endParaRPr>
          </a:p>
        </p:txBody>
      </p:sp>
      <p:sp>
        <p:nvSpPr>
          <p:cNvPr id="11" name="object 11" descr=""/>
          <p:cNvSpPr txBox="1"/>
          <p:nvPr/>
        </p:nvSpPr>
        <p:spPr>
          <a:xfrm>
            <a:off x="393191" y="4887467"/>
            <a:ext cx="3467100" cy="523240"/>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time_ex1;</a:t>
            </a:r>
            <a:endParaRPr sz="1800">
              <a:latin typeface="Courier New"/>
              <a:cs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12</a:t>
            </a:r>
          </a:p>
        </p:txBody>
      </p:sp>
      <p:sp>
        <p:nvSpPr>
          <p:cNvPr id="5" name="object 5" descr=""/>
          <p:cNvSpPr txBox="1"/>
          <p:nvPr/>
        </p:nvSpPr>
        <p:spPr>
          <a:xfrm>
            <a:off x="483552" y="1415417"/>
            <a:ext cx="8084184" cy="3445510"/>
          </a:xfrm>
          <a:prstGeom prst="rect">
            <a:avLst/>
          </a:prstGeom>
        </p:spPr>
        <p:txBody>
          <a:bodyPr wrap="square" lIns="0" tIns="59690" rIns="0" bIns="0" rtlCol="0" vert="horz">
            <a:spAutoFit/>
          </a:bodyPr>
          <a:lstStyle/>
          <a:p>
            <a:pPr marL="182880" marR="85725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Piense</a:t>
            </a:r>
            <a:r>
              <a:rPr dirty="0" sz="2800" spc="-4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hora</a:t>
            </a:r>
            <a:r>
              <a:rPr dirty="0" sz="2800" spc="-45">
                <a:solidFill>
                  <a:srgbClr val="4E3629"/>
                </a:solidFill>
                <a:latin typeface="Calibri"/>
                <a:cs typeface="Calibri"/>
              </a:rPr>
              <a:t> </a:t>
            </a:r>
            <a:r>
              <a:rPr dirty="0" sz="2800">
                <a:solidFill>
                  <a:srgbClr val="4E3629"/>
                </a:solidFill>
                <a:latin typeface="Calibri"/>
                <a:cs typeface="Calibri"/>
              </a:rPr>
              <a:t>"17:30".</a:t>
            </a:r>
            <a:r>
              <a:rPr dirty="0" sz="2800" spc="-5">
                <a:solidFill>
                  <a:srgbClr val="4E3629"/>
                </a:solidFill>
                <a:latin typeface="Calibri"/>
                <a:cs typeface="Calibri"/>
              </a:rPr>
              <a:t> </a:t>
            </a:r>
            <a:r>
              <a:rPr dirty="0" sz="2800">
                <a:solidFill>
                  <a:srgbClr val="4E3629"/>
                </a:solidFill>
                <a:latin typeface="Calibri"/>
                <a:cs typeface="Calibri"/>
              </a:rPr>
              <a:t>Por</a:t>
            </a:r>
            <a:r>
              <a:rPr dirty="0" sz="2800" spc="-35">
                <a:solidFill>
                  <a:srgbClr val="4E3629"/>
                </a:solidFill>
                <a:latin typeface="Calibri"/>
                <a:cs typeface="Calibri"/>
              </a:rPr>
              <a:t> </a:t>
            </a:r>
            <a:r>
              <a:rPr dirty="0" sz="2800" spc="-10">
                <a:solidFill>
                  <a:srgbClr val="4E3629"/>
                </a:solidFill>
                <a:latin typeface="Calibri"/>
                <a:cs typeface="Calibri"/>
              </a:rPr>
              <a:t>supuesto, </a:t>
            </a:r>
            <a:r>
              <a:rPr dirty="0" sz="2800" spc="-10">
                <a:solidFill>
                  <a:srgbClr val="4E3629"/>
                </a:solidFill>
                <a:latin typeface="Calibri"/>
                <a:cs typeface="Calibri"/>
              </a:rPr>
              <a:t>	</a:t>
            </a:r>
            <a:r>
              <a:rPr dirty="0" sz="2800">
                <a:solidFill>
                  <a:srgbClr val="4E3629"/>
                </a:solidFill>
                <a:latin typeface="Calibri"/>
                <a:cs typeface="Calibri"/>
              </a:rPr>
              <a:t>significa</a:t>
            </a:r>
            <a:r>
              <a:rPr dirty="0" sz="2800" spc="-40">
                <a:solidFill>
                  <a:srgbClr val="4E3629"/>
                </a:solidFill>
                <a:latin typeface="Calibri"/>
                <a:cs typeface="Calibri"/>
              </a:rPr>
              <a:t> </a:t>
            </a:r>
            <a:r>
              <a:rPr dirty="0" sz="2800">
                <a:solidFill>
                  <a:srgbClr val="4E3629"/>
                </a:solidFill>
                <a:latin typeface="Calibri"/>
                <a:cs typeface="Calibri"/>
              </a:rPr>
              <a:t>"cinco</a:t>
            </a:r>
            <a:r>
              <a:rPr dirty="0" sz="2800" spc="-30">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media</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spc="-10">
                <a:solidFill>
                  <a:srgbClr val="4E3629"/>
                </a:solidFill>
                <a:latin typeface="Calibri"/>
                <a:cs typeface="Calibri"/>
              </a:rPr>
              <a:t>tarde"</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¿Pero</a:t>
            </a:r>
            <a:r>
              <a:rPr dirty="0" sz="2800" spc="-65">
                <a:solidFill>
                  <a:srgbClr val="4E3629"/>
                </a:solidFill>
                <a:latin typeface="Calibri"/>
                <a:cs typeface="Calibri"/>
              </a:rPr>
              <a:t> </a:t>
            </a:r>
            <a:r>
              <a:rPr dirty="0" sz="2800">
                <a:solidFill>
                  <a:srgbClr val="4E3629"/>
                </a:solidFill>
                <a:latin typeface="Calibri"/>
                <a:cs typeface="Calibri"/>
              </a:rPr>
              <a:t>en</a:t>
            </a:r>
            <a:r>
              <a:rPr dirty="0" sz="2800" spc="-90">
                <a:solidFill>
                  <a:srgbClr val="4E3629"/>
                </a:solidFill>
                <a:latin typeface="Calibri"/>
                <a:cs typeface="Calibri"/>
              </a:rPr>
              <a:t> </a:t>
            </a:r>
            <a:r>
              <a:rPr dirty="0" sz="2800">
                <a:solidFill>
                  <a:srgbClr val="4E3629"/>
                </a:solidFill>
                <a:latin typeface="Calibri"/>
                <a:cs typeface="Calibri"/>
              </a:rPr>
              <a:t>qué</a:t>
            </a:r>
            <a:r>
              <a:rPr dirty="0" sz="2800" spc="-65">
                <a:solidFill>
                  <a:srgbClr val="4E3629"/>
                </a:solidFill>
                <a:latin typeface="Calibri"/>
                <a:cs typeface="Calibri"/>
              </a:rPr>
              <a:t> </a:t>
            </a:r>
            <a:r>
              <a:rPr dirty="0" sz="2800">
                <a:solidFill>
                  <a:srgbClr val="4E3629"/>
                </a:solidFill>
                <a:latin typeface="Calibri"/>
                <a:cs typeface="Calibri"/>
              </a:rPr>
              <a:t>zona</a:t>
            </a:r>
            <a:r>
              <a:rPr dirty="0" sz="2800" spc="-85">
                <a:solidFill>
                  <a:srgbClr val="4E3629"/>
                </a:solidFill>
                <a:latin typeface="Calibri"/>
                <a:cs typeface="Calibri"/>
              </a:rPr>
              <a:t> </a:t>
            </a:r>
            <a:r>
              <a:rPr dirty="0" sz="2800" spc="-10">
                <a:solidFill>
                  <a:srgbClr val="4E3629"/>
                </a:solidFill>
                <a:latin typeface="Calibri"/>
                <a:cs typeface="Calibri"/>
              </a:rPr>
              <a:t>horaria?</a:t>
            </a:r>
            <a:endParaRPr sz="2800">
              <a:latin typeface="Calibri"/>
              <a:cs typeface="Calibri"/>
            </a:endParaRPr>
          </a:p>
          <a:p>
            <a:pPr marL="182880" marR="214629"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¿Es</a:t>
            </a:r>
            <a:r>
              <a:rPr dirty="0" sz="2800" spc="-45">
                <a:solidFill>
                  <a:srgbClr val="4E3629"/>
                </a:solidFill>
                <a:latin typeface="Calibri"/>
                <a:cs typeface="Calibri"/>
              </a:rPr>
              <a:t> </a:t>
            </a:r>
            <a:r>
              <a:rPr dirty="0" sz="2800">
                <a:solidFill>
                  <a:srgbClr val="4E3629"/>
                </a:solidFill>
                <a:latin typeface="Calibri"/>
                <a:cs typeface="Calibri"/>
              </a:rPr>
              <a:t>cinco</a:t>
            </a:r>
            <a:r>
              <a:rPr dirty="0" sz="2800" spc="-45">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media</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hora</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Nueva</a:t>
            </a:r>
            <a:r>
              <a:rPr dirty="0" sz="2800" spc="-40">
                <a:solidFill>
                  <a:srgbClr val="4E3629"/>
                </a:solidFill>
                <a:latin typeface="Calibri"/>
                <a:cs typeface="Calibri"/>
              </a:rPr>
              <a:t> </a:t>
            </a:r>
            <a:r>
              <a:rPr dirty="0" sz="2800" spc="-25">
                <a:solidFill>
                  <a:srgbClr val="4E3629"/>
                </a:solidFill>
                <a:latin typeface="Calibri"/>
                <a:cs typeface="Calibri"/>
              </a:rPr>
              <a:t>York,</a:t>
            </a:r>
            <a:r>
              <a:rPr dirty="0" sz="2800" spc="-5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Pekín, </a:t>
            </a:r>
            <a:r>
              <a:rPr dirty="0" sz="2800" spc="-10">
                <a:solidFill>
                  <a:srgbClr val="4E3629"/>
                </a:solidFill>
                <a:latin typeface="Calibri"/>
                <a:cs typeface="Calibri"/>
              </a:rPr>
              <a:t>	</a:t>
            </a:r>
            <a:r>
              <a:rPr dirty="0" sz="2800">
                <a:solidFill>
                  <a:srgbClr val="4E3629"/>
                </a:solidFill>
                <a:latin typeface="Calibri"/>
                <a:cs typeface="Calibri"/>
              </a:rPr>
              <a:t>de</a:t>
            </a:r>
            <a:r>
              <a:rPr dirty="0" sz="2800" spc="-100">
                <a:solidFill>
                  <a:srgbClr val="4E3629"/>
                </a:solidFill>
                <a:latin typeface="Calibri"/>
                <a:cs typeface="Calibri"/>
              </a:rPr>
              <a:t> </a:t>
            </a:r>
            <a:r>
              <a:rPr dirty="0" sz="2800">
                <a:solidFill>
                  <a:srgbClr val="4E3629"/>
                </a:solidFill>
                <a:latin typeface="Calibri"/>
                <a:cs typeface="Calibri"/>
              </a:rPr>
              <a:t>Estambul</a:t>
            </a:r>
            <a:r>
              <a:rPr dirty="0" sz="2800" spc="-80">
                <a:solidFill>
                  <a:srgbClr val="4E3629"/>
                </a:solidFill>
                <a:latin typeface="Calibri"/>
                <a:cs typeface="Calibri"/>
              </a:rPr>
              <a:t> </a:t>
            </a:r>
            <a:r>
              <a:rPr dirty="0" sz="2800">
                <a:solidFill>
                  <a:srgbClr val="4E3629"/>
                </a:solidFill>
                <a:latin typeface="Calibri"/>
                <a:cs typeface="Calibri"/>
              </a:rPr>
              <a:t>tiempo...</a:t>
            </a:r>
            <a:r>
              <a:rPr dirty="0" sz="2800" spc="-80">
                <a:solidFill>
                  <a:srgbClr val="4E3629"/>
                </a:solidFill>
                <a:latin typeface="Calibri"/>
                <a:cs typeface="Calibri"/>
              </a:rPr>
              <a:t> </a:t>
            </a:r>
            <a:r>
              <a:rPr dirty="0" sz="2800" spc="-50">
                <a:solidFill>
                  <a:srgbClr val="4E3629"/>
                </a:solidFill>
                <a:latin typeface="Calibri"/>
                <a:cs typeface="Calibri"/>
              </a:rPr>
              <a:t>?</a:t>
            </a:r>
            <a:endParaRPr sz="2800">
              <a:latin typeface="Calibri"/>
              <a:cs typeface="Calibri"/>
            </a:endParaRPr>
          </a:p>
          <a:p>
            <a:pPr algn="just" marL="182880" marR="508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las</a:t>
            </a:r>
            <a:r>
              <a:rPr dirty="0" sz="2800" spc="-45">
                <a:solidFill>
                  <a:srgbClr val="4E3629"/>
                </a:solidFill>
                <a:latin typeface="Calibri"/>
                <a:cs typeface="Calibri"/>
              </a:rPr>
              <a:t> </a:t>
            </a:r>
            <a:r>
              <a:rPr dirty="0" sz="2800" spc="-20">
                <a:solidFill>
                  <a:srgbClr val="4E3629"/>
                </a:solidFill>
                <a:latin typeface="Calibri"/>
                <a:cs typeface="Calibri"/>
              </a:rPr>
              <a:t>organizaciones</a:t>
            </a:r>
            <a:r>
              <a:rPr dirty="0" sz="2800" spc="-45">
                <a:solidFill>
                  <a:srgbClr val="4E3629"/>
                </a:solidFill>
                <a:latin typeface="Calibri"/>
                <a:cs typeface="Calibri"/>
              </a:rPr>
              <a:t> </a:t>
            </a:r>
            <a:r>
              <a:rPr dirty="0" sz="2800" spc="-10">
                <a:solidFill>
                  <a:srgbClr val="4E3629"/>
                </a:solidFill>
                <a:latin typeface="Calibri"/>
                <a:cs typeface="Calibri"/>
              </a:rPr>
              <a:t>globalizadas</a:t>
            </a:r>
            <a:r>
              <a:rPr dirty="0" sz="2800" spc="-35">
                <a:solidFill>
                  <a:srgbClr val="4E3629"/>
                </a:solidFill>
                <a:latin typeface="Calibri"/>
                <a:cs typeface="Calibri"/>
              </a:rPr>
              <a:t> </a:t>
            </a:r>
            <a:r>
              <a:rPr dirty="0" sz="2800">
                <a:solidFill>
                  <a:srgbClr val="4E3629"/>
                </a:solidFill>
                <a:latin typeface="Calibri"/>
                <a:cs typeface="Calibri"/>
              </a:rPr>
              <a:t>actuales</a:t>
            </a:r>
            <a:r>
              <a:rPr dirty="0" sz="2800" spc="-50">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spc="-10">
                <a:solidFill>
                  <a:srgbClr val="4E3629"/>
                </a:solidFill>
                <a:latin typeface="Calibri"/>
                <a:cs typeface="Calibri"/>
              </a:rPr>
              <a:t>operan </a:t>
            </a:r>
            <a:r>
              <a:rPr dirty="0" sz="2800" spc="-1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muchos</a:t>
            </a:r>
            <a:r>
              <a:rPr dirty="0" sz="2800" spc="-25">
                <a:solidFill>
                  <a:srgbClr val="4E3629"/>
                </a:solidFill>
                <a:latin typeface="Calibri"/>
                <a:cs typeface="Calibri"/>
              </a:rPr>
              <a:t> </a:t>
            </a:r>
            <a:r>
              <a:rPr dirty="0" sz="2800">
                <a:solidFill>
                  <a:srgbClr val="4E3629"/>
                </a:solidFill>
                <a:latin typeface="Calibri"/>
                <a:cs typeface="Calibri"/>
              </a:rPr>
              <a:t>países</a:t>
            </a:r>
            <a:r>
              <a:rPr dirty="0" sz="2800" spc="-50">
                <a:solidFill>
                  <a:srgbClr val="4E3629"/>
                </a:solidFill>
                <a:latin typeface="Calibri"/>
                <a:cs typeface="Calibri"/>
              </a:rPr>
              <a:t> </a:t>
            </a:r>
            <a:r>
              <a:rPr dirty="0" sz="2800" spc="-10">
                <a:solidFill>
                  <a:srgbClr val="4E3629"/>
                </a:solidFill>
                <a:latin typeface="Calibri"/>
                <a:cs typeface="Calibri"/>
              </a:rPr>
              <a:t>distintos,</a:t>
            </a:r>
            <a:r>
              <a:rPr dirty="0" sz="2800" spc="-2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spc="-10">
                <a:solidFill>
                  <a:srgbClr val="4E3629"/>
                </a:solidFill>
                <a:latin typeface="Calibri"/>
                <a:cs typeface="Calibri"/>
              </a:rPr>
              <a:t>importante</a:t>
            </a:r>
            <a:r>
              <a:rPr dirty="0" sz="2800" spc="-50">
                <a:solidFill>
                  <a:srgbClr val="4E3629"/>
                </a:solidFill>
                <a:latin typeface="Calibri"/>
                <a:cs typeface="Calibri"/>
              </a:rPr>
              <a:t> </a:t>
            </a:r>
            <a:r>
              <a:rPr dirty="0" sz="2800">
                <a:solidFill>
                  <a:srgbClr val="4E3629"/>
                </a:solidFill>
                <a:latin typeface="Calibri"/>
                <a:cs typeface="Calibri"/>
              </a:rPr>
              <a:t>saber</a:t>
            </a:r>
            <a:r>
              <a:rPr dirty="0" sz="2800" spc="-5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spc="-25">
                <a:solidFill>
                  <a:srgbClr val="4E3629"/>
                </a:solidFill>
                <a:latin typeface="Calibri"/>
                <a:cs typeface="Calibri"/>
              </a:rPr>
              <a:t>qué </a:t>
            </a:r>
            <a:r>
              <a:rPr dirty="0" sz="2800" spc="-25">
                <a:solidFill>
                  <a:srgbClr val="4E3629"/>
                </a:solidFill>
                <a:latin typeface="Calibri"/>
                <a:cs typeface="Calibri"/>
              </a:rPr>
              <a:t>	</a:t>
            </a:r>
            <a:r>
              <a:rPr dirty="0" sz="2800">
                <a:solidFill>
                  <a:srgbClr val="4E3629"/>
                </a:solidFill>
                <a:latin typeface="Calibri"/>
                <a:cs typeface="Calibri"/>
              </a:rPr>
              <a:t>zona</a:t>
            </a:r>
            <a:r>
              <a:rPr dirty="0" sz="2800" spc="-60">
                <a:solidFill>
                  <a:srgbClr val="4E3629"/>
                </a:solidFill>
                <a:latin typeface="Calibri"/>
                <a:cs typeface="Calibri"/>
              </a:rPr>
              <a:t> </a:t>
            </a:r>
            <a:r>
              <a:rPr dirty="0" sz="2800">
                <a:solidFill>
                  <a:srgbClr val="4E3629"/>
                </a:solidFill>
                <a:latin typeface="Calibri"/>
                <a:cs typeface="Calibri"/>
              </a:rPr>
              <a:t>horaria</a:t>
            </a:r>
            <a:r>
              <a:rPr dirty="0" sz="2800" spc="-45">
                <a:solidFill>
                  <a:srgbClr val="4E3629"/>
                </a:solidFill>
                <a:latin typeface="Calibri"/>
                <a:cs typeface="Calibri"/>
              </a:rPr>
              <a:t> </a:t>
            </a:r>
            <a:r>
              <a:rPr dirty="0" sz="2800">
                <a:solidFill>
                  <a:srgbClr val="4E3629"/>
                </a:solidFill>
                <a:latin typeface="Calibri"/>
                <a:cs typeface="Calibri"/>
              </a:rPr>
              <a:t>hacer</a:t>
            </a:r>
            <a:r>
              <a:rPr dirty="0" sz="2800" spc="-65">
                <a:solidFill>
                  <a:srgbClr val="4E3629"/>
                </a:solidFill>
                <a:latin typeface="Calibri"/>
                <a:cs typeface="Calibri"/>
              </a:rPr>
              <a:t> </a:t>
            </a:r>
            <a:r>
              <a:rPr dirty="0" sz="2800" spc="-20">
                <a:solidFill>
                  <a:srgbClr val="4E3629"/>
                </a:solidFill>
                <a:latin typeface="Calibri"/>
                <a:cs typeface="Calibri"/>
              </a:rPr>
              <a:t>referencia</a:t>
            </a:r>
            <a:r>
              <a:rPr dirty="0" sz="2800" spc="-60">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25">
                <a:solidFill>
                  <a:srgbClr val="4E3629"/>
                </a:solidFill>
                <a:latin typeface="Calibri"/>
                <a:cs typeface="Calibri"/>
              </a:rPr>
              <a:t>fecha-</a:t>
            </a:r>
            <a:r>
              <a:rPr dirty="0" sz="2800" spc="-20">
                <a:solidFill>
                  <a:srgbClr val="4E3629"/>
                </a:solidFill>
                <a:latin typeface="Calibri"/>
                <a:cs typeface="Calibri"/>
              </a:rPr>
              <a:t>hora</a:t>
            </a:r>
            <a:endParaRPr sz="2800">
              <a:latin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6" name="object 6"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13</a:t>
            </a:r>
          </a:p>
        </p:txBody>
      </p:sp>
      <p:sp>
        <p:nvSpPr>
          <p:cNvPr id="5" name="object 5" descr=""/>
          <p:cNvSpPr txBox="1"/>
          <p:nvPr/>
        </p:nvSpPr>
        <p:spPr>
          <a:xfrm>
            <a:off x="483552" y="1415417"/>
            <a:ext cx="7877175" cy="29603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30">
                <a:solidFill>
                  <a:srgbClr val="4E3629"/>
                </a:solidFill>
                <a:latin typeface="Calibri"/>
                <a:cs typeface="Calibri"/>
              </a:rPr>
              <a:t>TIMESTAMP</a:t>
            </a:r>
            <a:r>
              <a:rPr dirty="0" sz="2800" spc="-45">
                <a:solidFill>
                  <a:srgbClr val="4E3629"/>
                </a:solidFill>
                <a:latin typeface="Calibri"/>
                <a:cs typeface="Calibri"/>
              </a:rPr>
              <a:t> </a:t>
            </a:r>
            <a:r>
              <a:rPr dirty="0" sz="2800">
                <a:solidFill>
                  <a:srgbClr val="4E3629"/>
                </a:solidFill>
                <a:latin typeface="Calibri"/>
                <a:cs typeface="Calibri"/>
              </a:rPr>
              <a:t>WITH</a:t>
            </a:r>
            <a:r>
              <a:rPr dirty="0" sz="2800" spc="-60">
                <a:solidFill>
                  <a:srgbClr val="4E3629"/>
                </a:solidFill>
                <a:latin typeface="Calibri"/>
                <a:cs typeface="Calibri"/>
              </a:rPr>
              <a:t> </a:t>
            </a:r>
            <a:r>
              <a:rPr dirty="0" sz="2800">
                <a:solidFill>
                  <a:srgbClr val="4E3629"/>
                </a:solidFill>
                <a:latin typeface="Calibri"/>
                <a:cs typeface="Calibri"/>
              </a:rPr>
              <a:t>TIME</a:t>
            </a:r>
            <a:r>
              <a:rPr dirty="0" sz="2800" spc="-70">
                <a:solidFill>
                  <a:srgbClr val="4E3629"/>
                </a:solidFill>
                <a:latin typeface="Calibri"/>
                <a:cs typeface="Calibri"/>
              </a:rPr>
              <a:t> </a:t>
            </a:r>
            <a:r>
              <a:rPr dirty="0" sz="2800">
                <a:solidFill>
                  <a:srgbClr val="4E3629"/>
                </a:solidFill>
                <a:latin typeface="Calibri"/>
                <a:cs typeface="Calibri"/>
              </a:rPr>
              <a:t>ZONE</a:t>
            </a:r>
            <a:r>
              <a:rPr dirty="0" sz="2800" spc="-35">
                <a:solidFill>
                  <a:srgbClr val="4E3629"/>
                </a:solidFill>
                <a:latin typeface="Calibri"/>
                <a:cs typeface="Calibri"/>
              </a:rPr>
              <a:t> </a:t>
            </a:r>
            <a:r>
              <a:rPr dirty="0" sz="2800">
                <a:solidFill>
                  <a:srgbClr val="4E3629"/>
                </a:solidFill>
                <a:latin typeface="Calibri"/>
                <a:cs typeface="Calibri"/>
              </a:rPr>
              <a:t>almacena</a:t>
            </a:r>
            <a:r>
              <a:rPr dirty="0" sz="2800" spc="-6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zona</a:t>
            </a:r>
            <a:r>
              <a:rPr dirty="0" sz="2800" spc="-70">
                <a:solidFill>
                  <a:srgbClr val="4E3629"/>
                </a:solidFill>
                <a:latin typeface="Calibri"/>
                <a:cs typeface="Calibri"/>
              </a:rPr>
              <a:t> </a:t>
            </a:r>
            <a:r>
              <a:rPr dirty="0" sz="2800">
                <a:solidFill>
                  <a:srgbClr val="4E3629"/>
                </a:solidFill>
                <a:latin typeface="Calibri"/>
                <a:cs typeface="Calibri"/>
              </a:rPr>
              <a:t>horaria</a:t>
            </a:r>
            <a:r>
              <a:rPr dirty="0" sz="2800" spc="-55">
                <a:solidFill>
                  <a:srgbClr val="4E3629"/>
                </a:solidFill>
                <a:latin typeface="Calibri"/>
                <a:cs typeface="Calibri"/>
              </a:rPr>
              <a:t> </a:t>
            </a:r>
            <a:r>
              <a:rPr dirty="0" sz="2800">
                <a:solidFill>
                  <a:srgbClr val="4E3629"/>
                </a:solidFill>
                <a:latin typeface="Calibri"/>
                <a:cs typeface="Calibri"/>
              </a:rPr>
              <a:t>como</a:t>
            </a:r>
            <a:r>
              <a:rPr dirty="0" sz="2800" spc="-70">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desplazamiento</a:t>
            </a:r>
            <a:r>
              <a:rPr dirty="0" sz="2800" spc="-4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20">
                <a:solidFill>
                  <a:srgbClr val="4E3629"/>
                </a:solidFill>
                <a:latin typeface="Calibri"/>
                <a:cs typeface="Calibri"/>
              </a:rPr>
              <a:t>Hora </a:t>
            </a:r>
            <a:r>
              <a:rPr dirty="0" sz="2800" spc="-20">
                <a:solidFill>
                  <a:srgbClr val="4E3629"/>
                </a:solidFill>
                <a:latin typeface="Calibri"/>
                <a:cs typeface="Calibri"/>
              </a:rPr>
              <a:t>	</a:t>
            </a:r>
            <a:r>
              <a:rPr dirty="0" sz="2800">
                <a:solidFill>
                  <a:srgbClr val="4E3629"/>
                </a:solidFill>
                <a:latin typeface="Calibri"/>
                <a:cs typeface="Calibri"/>
              </a:rPr>
              <a:t>Universal</a:t>
            </a:r>
            <a:r>
              <a:rPr dirty="0" sz="2800" spc="-100">
                <a:solidFill>
                  <a:srgbClr val="4E3629"/>
                </a:solidFill>
                <a:latin typeface="Calibri"/>
                <a:cs typeface="Calibri"/>
              </a:rPr>
              <a:t> </a:t>
            </a:r>
            <a:r>
              <a:rPr dirty="0" sz="2800">
                <a:solidFill>
                  <a:srgbClr val="4E3629"/>
                </a:solidFill>
                <a:latin typeface="Calibri"/>
                <a:cs typeface="Calibri"/>
              </a:rPr>
              <a:t>Coordinada</a:t>
            </a:r>
            <a:r>
              <a:rPr dirty="0" sz="2800" spc="-75">
                <a:solidFill>
                  <a:srgbClr val="4E3629"/>
                </a:solidFill>
                <a:latin typeface="Calibri"/>
                <a:cs typeface="Calibri"/>
              </a:rPr>
              <a:t> </a:t>
            </a:r>
            <a:r>
              <a:rPr dirty="0" sz="2800">
                <a:solidFill>
                  <a:srgbClr val="4E3629"/>
                </a:solidFill>
                <a:latin typeface="Calibri"/>
                <a:cs typeface="Calibri"/>
              </a:rPr>
              <a:t>o</a:t>
            </a:r>
            <a:r>
              <a:rPr dirty="0" sz="2800" spc="-100">
                <a:solidFill>
                  <a:srgbClr val="4E3629"/>
                </a:solidFill>
                <a:latin typeface="Calibri"/>
                <a:cs typeface="Calibri"/>
              </a:rPr>
              <a:t> </a:t>
            </a:r>
            <a:r>
              <a:rPr dirty="0" sz="2800">
                <a:solidFill>
                  <a:srgbClr val="4E3629"/>
                </a:solidFill>
                <a:latin typeface="Calibri"/>
                <a:cs typeface="Calibri"/>
              </a:rPr>
              <a:t>UCT</a:t>
            </a:r>
            <a:r>
              <a:rPr dirty="0" sz="2800" spc="-100">
                <a:solidFill>
                  <a:srgbClr val="4E3629"/>
                </a:solidFill>
                <a:latin typeface="Calibri"/>
                <a:cs typeface="Calibri"/>
              </a:rPr>
              <a:t> </a:t>
            </a:r>
            <a:r>
              <a:rPr dirty="0" sz="2800">
                <a:solidFill>
                  <a:srgbClr val="4E3629"/>
                </a:solidFill>
                <a:latin typeface="Calibri"/>
                <a:cs typeface="Calibri"/>
              </a:rPr>
              <a:t>(también</a:t>
            </a:r>
            <a:r>
              <a:rPr dirty="0" sz="2800" spc="-85">
                <a:solidFill>
                  <a:srgbClr val="4E3629"/>
                </a:solidFill>
                <a:latin typeface="Calibri"/>
                <a:cs typeface="Calibri"/>
              </a:rPr>
              <a:t> </a:t>
            </a:r>
            <a:r>
              <a:rPr dirty="0" sz="2800">
                <a:solidFill>
                  <a:srgbClr val="4E3629"/>
                </a:solidFill>
                <a:latin typeface="Calibri"/>
                <a:cs typeface="Calibri"/>
              </a:rPr>
              <a:t>conocida</a:t>
            </a:r>
            <a:r>
              <a:rPr dirty="0" sz="2800" spc="-85">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Hora</a:t>
            </a:r>
            <a:r>
              <a:rPr dirty="0" sz="2800" spc="-55">
                <a:solidFill>
                  <a:srgbClr val="4E3629"/>
                </a:solidFill>
                <a:latin typeface="Calibri"/>
                <a:cs typeface="Calibri"/>
              </a:rPr>
              <a:t> </a:t>
            </a:r>
            <a:r>
              <a:rPr dirty="0" sz="2800">
                <a:solidFill>
                  <a:srgbClr val="4E3629"/>
                </a:solidFill>
                <a:latin typeface="Calibri"/>
                <a:cs typeface="Calibri"/>
              </a:rPr>
              <a:t>Media</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Greenwich</a:t>
            </a:r>
            <a:r>
              <a:rPr dirty="0" sz="2800" spc="-60">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spc="-20">
                <a:solidFill>
                  <a:srgbClr val="4E3629"/>
                </a:solidFill>
                <a:latin typeface="Calibri"/>
                <a:cs typeface="Calibri"/>
              </a:rPr>
              <a:t>GMT)</a:t>
            </a:r>
            <a:endParaRPr sz="2800">
              <a:latin typeface="Calibri"/>
              <a:cs typeface="Calibri"/>
            </a:endParaRPr>
          </a:p>
          <a:p>
            <a:pPr marL="183515" indent="-170815">
              <a:lnSpc>
                <a:spcPts val="3195"/>
              </a:lnSpc>
              <a:spcBef>
                <a:spcPts val="405"/>
              </a:spcBef>
              <a:buClr>
                <a:srgbClr val="D1350F"/>
              </a:buClr>
              <a:buFont typeface="Arial MT"/>
              <a:buChar char="•"/>
              <a:tabLst>
                <a:tab pos="183515" algn="l"/>
              </a:tabLst>
            </a:pPr>
            <a:r>
              <a:rPr dirty="0" sz="2800">
                <a:solidFill>
                  <a:srgbClr val="4E3629"/>
                </a:solidFill>
                <a:latin typeface="Calibri"/>
                <a:cs typeface="Calibri"/>
              </a:rPr>
              <a:t>Un</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spc="-25">
                <a:solidFill>
                  <a:srgbClr val="4E3629"/>
                </a:solidFill>
                <a:latin typeface="Calibri"/>
                <a:cs typeface="Calibri"/>
              </a:rPr>
              <a:t>"21-</a:t>
            </a:r>
            <a:r>
              <a:rPr dirty="0" sz="2800" spc="-20">
                <a:solidFill>
                  <a:srgbClr val="4E3629"/>
                </a:solidFill>
                <a:latin typeface="Calibri"/>
                <a:cs typeface="Calibri"/>
              </a:rPr>
              <a:t>Aug-</a:t>
            </a:r>
            <a:r>
              <a:rPr dirty="0" sz="2800">
                <a:solidFill>
                  <a:srgbClr val="4E3629"/>
                </a:solidFill>
                <a:latin typeface="Calibri"/>
                <a:cs typeface="Calibri"/>
              </a:rPr>
              <a:t>2003</a:t>
            </a:r>
            <a:r>
              <a:rPr dirty="0" sz="2800" spc="-5">
                <a:solidFill>
                  <a:srgbClr val="4E3629"/>
                </a:solidFill>
                <a:latin typeface="Calibri"/>
                <a:cs typeface="Calibri"/>
              </a:rPr>
              <a:t> </a:t>
            </a:r>
            <a:r>
              <a:rPr dirty="0" sz="2800">
                <a:solidFill>
                  <a:srgbClr val="4E3629"/>
                </a:solidFill>
                <a:latin typeface="Calibri"/>
                <a:cs typeface="Calibri"/>
              </a:rPr>
              <a:t>08:00:00</a:t>
            </a:r>
            <a:r>
              <a:rPr dirty="0" sz="2800" spc="-20">
                <a:solidFill>
                  <a:srgbClr val="4E3629"/>
                </a:solidFill>
                <a:latin typeface="Calibri"/>
                <a:cs typeface="Calibri"/>
              </a:rPr>
              <a:t> </a:t>
            </a:r>
            <a:r>
              <a:rPr dirty="0" sz="2800">
                <a:solidFill>
                  <a:srgbClr val="4E3629"/>
                </a:solidFill>
                <a:latin typeface="Calibri"/>
                <a:cs typeface="Calibri"/>
              </a:rPr>
              <a:t>–5:00"</a:t>
            </a:r>
            <a:r>
              <a:rPr dirty="0" sz="2800" spc="-30">
                <a:solidFill>
                  <a:srgbClr val="4E3629"/>
                </a:solidFill>
                <a:latin typeface="Calibri"/>
                <a:cs typeface="Calibri"/>
              </a:rPr>
              <a:t> </a:t>
            </a:r>
            <a:r>
              <a:rPr dirty="0" sz="2800">
                <a:solidFill>
                  <a:srgbClr val="4E3629"/>
                </a:solidFill>
                <a:latin typeface="Calibri"/>
                <a:cs typeface="Calibri"/>
              </a:rPr>
              <a:t>significa</a:t>
            </a:r>
            <a:r>
              <a:rPr dirty="0" sz="2800" spc="-55">
                <a:solidFill>
                  <a:srgbClr val="4E3629"/>
                </a:solidFill>
                <a:latin typeface="Calibri"/>
                <a:cs typeface="Calibri"/>
              </a:rPr>
              <a:t> </a:t>
            </a:r>
            <a:r>
              <a:rPr dirty="0" sz="2800" spc="-20">
                <a:solidFill>
                  <a:srgbClr val="4E3629"/>
                </a:solidFill>
                <a:latin typeface="Calibri"/>
                <a:cs typeface="Calibri"/>
              </a:rPr>
              <a:t>8:00</a:t>
            </a:r>
            <a:endParaRPr sz="2800">
              <a:latin typeface="Calibri"/>
              <a:cs typeface="Calibri"/>
            </a:endParaRPr>
          </a:p>
          <a:p>
            <a:pPr marL="184785">
              <a:lnSpc>
                <a:spcPts val="3195"/>
              </a:lnSpc>
            </a:pPr>
            <a:r>
              <a:rPr dirty="0" sz="2800">
                <a:solidFill>
                  <a:srgbClr val="4E3629"/>
                </a:solidFill>
                <a:latin typeface="Calibri"/>
                <a:cs typeface="Calibri"/>
              </a:rPr>
              <a:t>a.m.</a:t>
            </a:r>
            <a:r>
              <a:rPr dirty="0" sz="2800" spc="-45">
                <a:solidFill>
                  <a:srgbClr val="4E3629"/>
                </a:solidFill>
                <a:latin typeface="Calibri"/>
                <a:cs typeface="Calibri"/>
              </a:rPr>
              <a:t> </a:t>
            </a:r>
            <a:r>
              <a:rPr dirty="0" sz="2800">
                <a:solidFill>
                  <a:srgbClr val="4E3629"/>
                </a:solidFill>
                <a:latin typeface="Calibri"/>
                <a:cs typeface="Calibri"/>
              </a:rPr>
              <a:t>5</a:t>
            </a:r>
            <a:r>
              <a:rPr dirty="0" sz="2800" spc="-45">
                <a:solidFill>
                  <a:srgbClr val="4E3629"/>
                </a:solidFill>
                <a:latin typeface="Calibri"/>
                <a:cs typeface="Calibri"/>
              </a:rPr>
              <a:t> </a:t>
            </a:r>
            <a:r>
              <a:rPr dirty="0" sz="2800">
                <a:solidFill>
                  <a:srgbClr val="4E3629"/>
                </a:solidFill>
                <a:latin typeface="Calibri"/>
                <a:cs typeface="Calibri"/>
              </a:rPr>
              <a:t>horas</a:t>
            </a:r>
            <a:r>
              <a:rPr dirty="0" sz="2800" spc="-50">
                <a:solidFill>
                  <a:srgbClr val="4E3629"/>
                </a:solidFill>
                <a:latin typeface="Calibri"/>
                <a:cs typeface="Calibri"/>
              </a:rPr>
              <a:t> </a:t>
            </a:r>
            <a:r>
              <a:rPr dirty="0" sz="2800">
                <a:solidFill>
                  <a:srgbClr val="4E3629"/>
                </a:solidFill>
                <a:latin typeface="Calibri"/>
                <a:cs typeface="Calibri"/>
              </a:rPr>
              <a:t>por</a:t>
            </a:r>
            <a:r>
              <a:rPr dirty="0" sz="2800" spc="-50">
                <a:solidFill>
                  <a:srgbClr val="4E3629"/>
                </a:solidFill>
                <a:latin typeface="Calibri"/>
                <a:cs typeface="Calibri"/>
              </a:rPr>
              <a:t> </a:t>
            </a:r>
            <a:r>
              <a:rPr dirty="0" sz="2800">
                <a:solidFill>
                  <a:srgbClr val="4E3629"/>
                </a:solidFill>
                <a:latin typeface="Calibri"/>
                <a:cs typeface="Calibri"/>
              </a:rPr>
              <a:t>debajo</a:t>
            </a:r>
            <a:r>
              <a:rPr dirty="0" sz="2800" spc="-3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5">
                <a:solidFill>
                  <a:srgbClr val="4E3629"/>
                </a:solidFill>
                <a:latin typeface="Calibri"/>
                <a:cs typeface="Calibri"/>
              </a:rPr>
              <a:t>UTC</a:t>
            </a:r>
            <a:endParaRPr sz="2800">
              <a:latin typeface="Calibri"/>
              <a:cs typeface="Calibri"/>
            </a:endParaRPr>
          </a:p>
          <a:p>
            <a:pPr marL="183515" indent="-170815">
              <a:lnSpc>
                <a:spcPct val="100000"/>
              </a:lnSpc>
              <a:spcBef>
                <a:spcPts val="465"/>
              </a:spcBef>
              <a:buClr>
                <a:srgbClr val="D1350F"/>
              </a:buClr>
              <a:buFont typeface="Arial MT"/>
              <a:buChar char="•"/>
              <a:tabLst>
                <a:tab pos="183515" algn="l"/>
              </a:tabLst>
            </a:pPr>
            <a:r>
              <a:rPr dirty="0" sz="2800">
                <a:solidFill>
                  <a:srgbClr val="4E3629"/>
                </a:solidFill>
                <a:latin typeface="Calibri"/>
                <a:cs typeface="Calibri"/>
              </a:rPr>
              <a:t>Esta</a:t>
            </a:r>
            <a:r>
              <a:rPr dirty="0" sz="2800" spc="-75">
                <a:solidFill>
                  <a:srgbClr val="4E3629"/>
                </a:solidFill>
                <a:latin typeface="Calibri"/>
                <a:cs typeface="Calibri"/>
              </a:rPr>
              <a:t> </a:t>
            </a:r>
            <a:r>
              <a:rPr dirty="0" sz="2800">
                <a:solidFill>
                  <a:srgbClr val="4E3629"/>
                </a:solidFill>
                <a:latin typeface="Calibri"/>
                <a:cs typeface="Calibri"/>
              </a:rPr>
              <a:t>es</a:t>
            </a:r>
            <a:r>
              <a:rPr dirty="0" sz="2800" spc="-60">
                <a:solidFill>
                  <a:srgbClr val="4E3629"/>
                </a:solidFill>
                <a:latin typeface="Calibri"/>
                <a:cs typeface="Calibri"/>
              </a:rPr>
              <a:t> </a:t>
            </a:r>
            <a:r>
              <a:rPr dirty="0" sz="2800">
                <a:solidFill>
                  <a:srgbClr val="4E3629"/>
                </a:solidFill>
                <a:latin typeface="Calibri"/>
                <a:cs typeface="Calibri"/>
              </a:rPr>
              <a:t>Hora</a:t>
            </a:r>
            <a:r>
              <a:rPr dirty="0" sz="2800" spc="-50">
                <a:solidFill>
                  <a:srgbClr val="4E3629"/>
                </a:solidFill>
                <a:latin typeface="Calibri"/>
                <a:cs typeface="Calibri"/>
              </a:rPr>
              <a:t> </a:t>
            </a:r>
            <a:r>
              <a:rPr dirty="0" sz="2800">
                <a:solidFill>
                  <a:srgbClr val="4E3629"/>
                </a:solidFill>
                <a:latin typeface="Calibri"/>
                <a:cs typeface="Calibri"/>
              </a:rPr>
              <a:t>Oficial</a:t>
            </a:r>
            <a:r>
              <a:rPr dirty="0" sz="2800" spc="-70">
                <a:solidFill>
                  <a:srgbClr val="4E3629"/>
                </a:solidFill>
                <a:latin typeface="Calibri"/>
                <a:cs typeface="Calibri"/>
              </a:rPr>
              <a:t> </a:t>
            </a:r>
            <a:r>
              <a:rPr dirty="0" sz="2800">
                <a:solidFill>
                  <a:srgbClr val="4E3629"/>
                </a:solidFill>
                <a:latin typeface="Calibri"/>
                <a:cs typeface="Calibri"/>
              </a:rPr>
              <a:t>Oriental</a:t>
            </a:r>
            <a:r>
              <a:rPr dirty="0" sz="2800" spc="-6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EE.</a:t>
            </a:r>
            <a:r>
              <a:rPr dirty="0" sz="2800" spc="-60">
                <a:solidFill>
                  <a:srgbClr val="4E3629"/>
                </a:solidFill>
                <a:latin typeface="Calibri"/>
                <a:cs typeface="Calibri"/>
              </a:rPr>
              <a:t> </a:t>
            </a:r>
            <a:r>
              <a:rPr dirty="0" sz="2800">
                <a:solidFill>
                  <a:srgbClr val="4E3629"/>
                </a:solidFill>
                <a:latin typeface="Calibri"/>
                <a:cs typeface="Calibri"/>
              </a:rPr>
              <a:t>UU.</a:t>
            </a:r>
            <a:r>
              <a:rPr dirty="0" sz="2800" spc="-65">
                <a:solidFill>
                  <a:srgbClr val="4E3629"/>
                </a:solidFill>
                <a:latin typeface="Calibri"/>
                <a:cs typeface="Calibri"/>
              </a:rPr>
              <a:t> </a:t>
            </a:r>
            <a:r>
              <a:rPr dirty="0" sz="2800" spc="-10">
                <a:solidFill>
                  <a:srgbClr val="4E3629"/>
                </a:solidFill>
                <a:latin typeface="Calibri"/>
                <a:cs typeface="Calibri"/>
              </a:rPr>
              <a:t>(EST)</a:t>
            </a:r>
            <a:endParaRPr sz="28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11" name="object 11"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12" name="object 12"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3" name="object 13"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14</a:t>
            </a:r>
          </a:p>
        </p:txBody>
      </p:sp>
      <p:sp>
        <p:nvSpPr>
          <p:cNvPr id="5" name="object 5" descr=""/>
          <p:cNvSpPr txBox="1"/>
          <p:nvPr/>
        </p:nvSpPr>
        <p:spPr>
          <a:xfrm>
            <a:off x="483552" y="1415417"/>
            <a:ext cx="631317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Ejemplo</a:t>
            </a:r>
            <a:r>
              <a:rPr dirty="0" sz="2800" spc="-4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spc="-30">
                <a:solidFill>
                  <a:srgbClr val="4E3629"/>
                </a:solidFill>
                <a:latin typeface="Calibri"/>
                <a:cs typeface="Calibri"/>
              </a:rPr>
              <a:t>TIMESTAMP</a:t>
            </a:r>
            <a:r>
              <a:rPr dirty="0" sz="2800" spc="-40">
                <a:solidFill>
                  <a:srgbClr val="4E3629"/>
                </a:solidFill>
                <a:latin typeface="Calibri"/>
                <a:cs typeface="Calibri"/>
              </a:rPr>
              <a:t> </a:t>
            </a:r>
            <a:r>
              <a:rPr dirty="0" sz="2800">
                <a:solidFill>
                  <a:srgbClr val="4E3629"/>
                </a:solidFill>
                <a:latin typeface="Calibri"/>
                <a:cs typeface="Calibri"/>
              </a:rPr>
              <a:t>WITH</a:t>
            </a:r>
            <a:r>
              <a:rPr dirty="0" sz="2800" spc="-50">
                <a:solidFill>
                  <a:srgbClr val="4E3629"/>
                </a:solidFill>
                <a:latin typeface="Calibri"/>
                <a:cs typeface="Calibri"/>
              </a:rPr>
              <a:t> </a:t>
            </a:r>
            <a:r>
              <a:rPr dirty="0" sz="2800">
                <a:solidFill>
                  <a:srgbClr val="4E3629"/>
                </a:solidFill>
                <a:latin typeface="Calibri"/>
                <a:cs typeface="Calibri"/>
              </a:rPr>
              <a:t>TIME</a:t>
            </a:r>
            <a:r>
              <a:rPr dirty="0" sz="2800" spc="-50">
                <a:solidFill>
                  <a:srgbClr val="4E3629"/>
                </a:solidFill>
                <a:latin typeface="Calibri"/>
                <a:cs typeface="Calibri"/>
              </a:rPr>
              <a:t> </a:t>
            </a:r>
            <a:r>
              <a:rPr dirty="0" sz="2800" spc="-10">
                <a:solidFill>
                  <a:srgbClr val="4E3629"/>
                </a:solidFill>
                <a:latin typeface="Calibri"/>
                <a:cs typeface="Calibri"/>
              </a:rPr>
              <a:t>ZONE:</a:t>
            </a:r>
            <a:endParaRPr sz="2800">
              <a:latin typeface="Calibri"/>
              <a:cs typeface="Calibri"/>
            </a:endParaRPr>
          </a:p>
        </p:txBody>
      </p:sp>
      <p:graphicFrame>
        <p:nvGraphicFramePr>
          <p:cNvPr id="6" name="object 6" descr=""/>
          <p:cNvGraphicFramePr>
            <a:graphicFrameLocks noGrp="1"/>
          </p:cNvGraphicFramePr>
          <p:nvPr/>
        </p:nvGraphicFramePr>
        <p:xfrm>
          <a:off x="5227854" y="4629617"/>
          <a:ext cx="3594100" cy="1178560"/>
        </p:xfrm>
        <a:graphic>
          <a:graphicData uri="http://schemas.openxmlformats.org/drawingml/2006/table">
            <a:tbl>
              <a:tblPr firstRow="1" bandRow="1">
                <a:tableStyleId>{2D5ABB26-0587-4C30-8999-92F81FD0307C}</a:tableStyleId>
              </a:tblPr>
              <a:tblGrid>
                <a:gridCol w="3505200"/>
              </a:tblGrid>
              <a:tr h="387350">
                <a:tc>
                  <a:txBody>
                    <a:bodyPr/>
                    <a:lstStyle/>
                    <a:p>
                      <a:pPr marL="71755">
                        <a:lnSpc>
                          <a:spcPct val="100000"/>
                        </a:lnSpc>
                        <a:spcBef>
                          <a:spcPts val="465"/>
                        </a:spcBef>
                      </a:pPr>
                      <a:r>
                        <a:rPr dirty="0" sz="1600" spc="-10" b="1">
                          <a:solidFill>
                            <a:srgbClr val="4E3629"/>
                          </a:solidFill>
                          <a:latin typeface="Calibri"/>
                          <a:cs typeface="Calibri"/>
                        </a:rPr>
                        <a:t>TIME_WITH_OFFSET</a:t>
                      </a:r>
                      <a:endParaRPr sz="1600">
                        <a:latin typeface="Calibri"/>
                        <a:cs typeface="Calibri"/>
                      </a:endParaRPr>
                    </a:p>
                  </a:txBody>
                  <a:tcPr marL="0" marR="0" marB="0" marT="5905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95605">
                <a:tc>
                  <a:txBody>
                    <a:bodyPr/>
                    <a:lstStyle/>
                    <a:p>
                      <a:pPr marL="71755">
                        <a:lnSpc>
                          <a:spcPct val="100000"/>
                        </a:lnSpc>
                        <a:spcBef>
                          <a:spcPts val="500"/>
                        </a:spcBef>
                      </a:pPr>
                      <a:r>
                        <a:rPr dirty="0" sz="1600" spc="-10">
                          <a:solidFill>
                            <a:srgbClr val="4E3629"/>
                          </a:solidFill>
                          <a:latin typeface="Calibri"/>
                          <a:cs typeface="Calibri"/>
                        </a:rPr>
                        <a:t>16-</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35">
                          <a:solidFill>
                            <a:srgbClr val="4E3629"/>
                          </a:solidFill>
                          <a:latin typeface="Calibri"/>
                          <a:cs typeface="Calibri"/>
                        </a:rPr>
                        <a:t> </a:t>
                      </a:r>
                      <a:r>
                        <a:rPr dirty="0" sz="1600" spc="-10">
                          <a:solidFill>
                            <a:srgbClr val="4E3629"/>
                          </a:solidFill>
                          <a:latin typeface="Calibri"/>
                          <a:cs typeface="Calibri"/>
                        </a:rPr>
                        <a:t>08.49.47.126056</a:t>
                      </a:r>
                      <a:r>
                        <a:rPr dirty="0" sz="1600" spc="45">
                          <a:solidFill>
                            <a:srgbClr val="4E3629"/>
                          </a:solidFill>
                          <a:latin typeface="Calibri"/>
                          <a:cs typeface="Calibri"/>
                        </a:rPr>
                        <a:t> </a:t>
                      </a:r>
                      <a:r>
                        <a:rPr dirty="0" sz="1600">
                          <a:solidFill>
                            <a:srgbClr val="4E3629"/>
                          </a:solidFill>
                          <a:latin typeface="Calibri"/>
                          <a:cs typeface="Calibri"/>
                        </a:rPr>
                        <a:t>AM -</a:t>
                      </a:r>
                      <a:r>
                        <a:rPr dirty="0" sz="1600" spc="-20">
                          <a:solidFill>
                            <a:srgbClr val="4E3629"/>
                          </a:solidFill>
                          <a:latin typeface="Calibri"/>
                          <a:cs typeface="Calibri"/>
                        </a:rPr>
                        <a:t>07:00</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95605">
                <a:tc>
                  <a:txBody>
                    <a:bodyPr/>
                    <a:lstStyle/>
                    <a:p>
                      <a:pPr marL="71755">
                        <a:lnSpc>
                          <a:spcPct val="100000"/>
                        </a:lnSpc>
                        <a:spcBef>
                          <a:spcPts val="500"/>
                        </a:spcBef>
                      </a:pPr>
                      <a:r>
                        <a:rPr dirty="0" sz="1600" spc="-10">
                          <a:solidFill>
                            <a:srgbClr val="4E3629"/>
                          </a:solidFill>
                          <a:latin typeface="Calibri"/>
                          <a:cs typeface="Calibri"/>
                        </a:rPr>
                        <a:t>10-JUN-</a:t>
                      </a:r>
                      <a:r>
                        <a:rPr dirty="0" sz="1600">
                          <a:solidFill>
                            <a:srgbClr val="4E3629"/>
                          </a:solidFill>
                          <a:latin typeface="Calibri"/>
                          <a:cs typeface="Calibri"/>
                        </a:rPr>
                        <a:t>15</a:t>
                      </a:r>
                      <a:r>
                        <a:rPr dirty="0" sz="1600" spc="-10">
                          <a:solidFill>
                            <a:srgbClr val="4E3629"/>
                          </a:solidFill>
                          <a:latin typeface="Calibri"/>
                          <a:cs typeface="Calibri"/>
                        </a:rPr>
                        <a:t> </a:t>
                      </a:r>
                      <a:r>
                        <a:rPr dirty="0" sz="1600">
                          <a:solidFill>
                            <a:srgbClr val="4E3629"/>
                          </a:solidFill>
                          <a:latin typeface="Calibri"/>
                          <a:cs typeface="Calibri"/>
                        </a:rPr>
                        <a:t>10.52.29.123456</a:t>
                      </a:r>
                      <a:r>
                        <a:rPr dirty="0" sz="1600" spc="15">
                          <a:solidFill>
                            <a:srgbClr val="4E3629"/>
                          </a:solidFill>
                          <a:latin typeface="Calibri"/>
                          <a:cs typeface="Calibri"/>
                        </a:rPr>
                        <a:t> </a:t>
                      </a:r>
                      <a:r>
                        <a:rPr dirty="0" sz="1600">
                          <a:solidFill>
                            <a:srgbClr val="4E3629"/>
                          </a:solidFill>
                          <a:latin typeface="Calibri"/>
                          <a:cs typeface="Calibri"/>
                        </a:rPr>
                        <a:t>AM</a:t>
                      </a:r>
                      <a:r>
                        <a:rPr dirty="0" sz="1600" spc="-60">
                          <a:solidFill>
                            <a:srgbClr val="4E3629"/>
                          </a:solidFill>
                          <a:latin typeface="Calibri"/>
                          <a:cs typeface="Calibri"/>
                        </a:rPr>
                        <a:t> </a:t>
                      </a:r>
                      <a:r>
                        <a:rPr dirty="0" sz="1600" spc="-10">
                          <a:solidFill>
                            <a:srgbClr val="4E3629"/>
                          </a:solidFill>
                          <a:latin typeface="Calibri"/>
                          <a:cs typeface="Calibri"/>
                        </a:rPr>
                        <a:t>+02:00</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7" name="object 7" descr=""/>
          <p:cNvSpPr txBox="1"/>
          <p:nvPr/>
        </p:nvSpPr>
        <p:spPr>
          <a:xfrm>
            <a:off x="406908" y="2023872"/>
            <a:ext cx="8345805" cy="52451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a:p>
            <a:pPr>
              <a:lnSpc>
                <a:spcPct val="100000"/>
              </a:lnSpc>
            </a:pPr>
            <a:r>
              <a:rPr dirty="0" sz="1800" b="1">
                <a:solidFill>
                  <a:srgbClr val="4E3629"/>
                </a:solidFill>
                <a:latin typeface="Courier New"/>
                <a:cs typeface="Courier New"/>
              </a:rPr>
              <a:t>(time_with_offset</a:t>
            </a:r>
            <a:r>
              <a:rPr dirty="0" sz="1800" spc="-90" b="1">
                <a:solidFill>
                  <a:srgbClr val="4E3629"/>
                </a:solidFill>
                <a:latin typeface="Courier New"/>
                <a:cs typeface="Courier New"/>
              </a:rPr>
              <a:t> </a:t>
            </a:r>
            <a:r>
              <a:rPr dirty="0" sz="1800" b="1">
                <a:solidFill>
                  <a:srgbClr val="4E3629"/>
                </a:solidFill>
                <a:latin typeface="Courier New"/>
                <a:cs typeface="Courier New"/>
              </a:rPr>
              <a:t>TIMESTAMP</a:t>
            </a:r>
            <a:r>
              <a:rPr dirty="0" sz="1800" spc="-85" b="1">
                <a:solidFill>
                  <a:srgbClr val="4E3629"/>
                </a:solidFill>
                <a:latin typeface="Courier New"/>
                <a:cs typeface="Courier New"/>
              </a:rPr>
              <a:t> </a:t>
            </a:r>
            <a:r>
              <a:rPr dirty="0" sz="1800" b="1">
                <a:solidFill>
                  <a:srgbClr val="4E3629"/>
                </a:solidFill>
                <a:latin typeface="Courier New"/>
                <a:cs typeface="Courier New"/>
              </a:rPr>
              <a:t>WITH</a:t>
            </a:r>
            <a:r>
              <a:rPr dirty="0" sz="1800" spc="-90" b="1">
                <a:solidFill>
                  <a:srgbClr val="4E3629"/>
                </a:solidFill>
                <a:latin typeface="Courier New"/>
                <a:cs typeface="Courier New"/>
              </a:rPr>
              <a:t> </a:t>
            </a:r>
            <a:r>
              <a:rPr dirty="0" sz="1800" b="1">
                <a:solidFill>
                  <a:srgbClr val="4E3629"/>
                </a:solidFill>
                <a:latin typeface="Courier New"/>
                <a:cs typeface="Courier New"/>
              </a:rPr>
              <a:t>TIME</a:t>
            </a:r>
            <a:r>
              <a:rPr dirty="0" sz="1800" spc="-85" b="1">
                <a:solidFill>
                  <a:srgbClr val="4E3629"/>
                </a:solidFill>
                <a:latin typeface="Courier New"/>
                <a:cs typeface="Courier New"/>
              </a:rPr>
              <a:t> </a:t>
            </a:r>
            <a:r>
              <a:rPr dirty="0" sz="1800" spc="-10" b="1">
                <a:solidFill>
                  <a:srgbClr val="4E3629"/>
                </a:solidFill>
                <a:latin typeface="Courier New"/>
                <a:cs typeface="Courier New"/>
              </a:rPr>
              <a:t>ZONE);</a:t>
            </a:r>
            <a:endParaRPr sz="1800">
              <a:latin typeface="Courier New"/>
              <a:cs typeface="Courier New"/>
            </a:endParaRPr>
          </a:p>
        </p:txBody>
      </p:sp>
      <p:sp>
        <p:nvSpPr>
          <p:cNvPr id="8" name="object 8" descr=""/>
          <p:cNvSpPr txBox="1"/>
          <p:nvPr/>
        </p:nvSpPr>
        <p:spPr>
          <a:xfrm>
            <a:off x="393191" y="2775204"/>
            <a:ext cx="8345805" cy="523240"/>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10" b="1">
                <a:solidFill>
                  <a:srgbClr val="4E3629"/>
                </a:solidFill>
                <a:latin typeface="Courier New"/>
                <a:cs typeface="Courier New"/>
              </a:rPr>
              <a:t>(SYSTIMESTAMP);</a:t>
            </a:r>
            <a:endParaRPr sz="1800">
              <a:latin typeface="Courier New"/>
              <a:cs typeface="Courier New"/>
            </a:endParaRPr>
          </a:p>
        </p:txBody>
      </p:sp>
      <p:sp>
        <p:nvSpPr>
          <p:cNvPr id="9" name="object 9" descr=""/>
          <p:cNvSpPr txBox="1"/>
          <p:nvPr/>
        </p:nvSpPr>
        <p:spPr>
          <a:xfrm>
            <a:off x="393191" y="3560064"/>
            <a:ext cx="8345805" cy="52324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50" b="1">
                <a:solidFill>
                  <a:srgbClr val="4E3629"/>
                </a:solidFill>
                <a:latin typeface="Courier New"/>
                <a:cs typeface="Courier New"/>
              </a:rPr>
              <a:t> </a:t>
            </a:r>
            <a:r>
              <a:rPr dirty="0" sz="1800" spc="-20" b="1">
                <a:solidFill>
                  <a:srgbClr val="4E3629"/>
                </a:solidFill>
                <a:latin typeface="Courier New"/>
                <a:cs typeface="Courier New"/>
              </a:rPr>
              <a:t>('10-</a:t>
            </a:r>
            <a:r>
              <a:rPr dirty="0" sz="1800" spc="-10" b="1">
                <a:solidFill>
                  <a:srgbClr val="4E3629"/>
                </a:solidFill>
                <a:latin typeface="Courier New"/>
                <a:cs typeface="Courier New"/>
              </a:rPr>
              <a:t>Jun-</a:t>
            </a:r>
            <a:r>
              <a:rPr dirty="0" sz="1800" b="1">
                <a:solidFill>
                  <a:srgbClr val="4E3629"/>
                </a:solidFill>
                <a:latin typeface="Courier New"/>
                <a:cs typeface="Courier New"/>
              </a:rPr>
              <a:t>2017</a:t>
            </a:r>
            <a:r>
              <a:rPr dirty="0" sz="1800" spc="-55" b="1">
                <a:solidFill>
                  <a:srgbClr val="4E3629"/>
                </a:solidFill>
                <a:latin typeface="Courier New"/>
                <a:cs typeface="Courier New"/>
              </a:rPr>
              <a:t> </a:t>
            </a:r>
            <a:r>
              <a:rPr dirty="0" sz="1800" b="1">
                <a:solidFill>
                  <a:srgbClr val="4E3629"/>
                </a:solidFill>
                <a:latin typeface="Courier New"/>
                <a:cs typeface="Courier New"/>
              </a:rPr>
              <a:t>10:52:29.123456</a:t>
            </a:r>
            <a:r>
              <a:rPr dirty="0" sz="1800" spc="-60" b="1">
                <a:solidFill>
                  <a:srgbClr val="4E3629"/>
                </a:solidFill>
                <a:latin typeface="Courier New"/>
                <a:cs typeface="Courier New"/>
              </a:rPr>
              <a:t> </a:t>
            </a:r>
            <a:r>
              <a:rPr dirty="0" sz="1800" b="1">
                <a:solidFill>
                  <a:srgbClr val="4E3629"/>
                </a:solidFill>
                <a:latin typeface="Courier New"/>
                <a:cs typeface="Courier New"/>
              </a:rPr>
              <a:t>AM</a:t>
            </a:r>
            <a:r>
              <a:rPr dirty="0" sz="1800" spc="-45" b="1">
                <a:solidFill>
                  <a:srgbClr val="4E3629"/>
                </a:solidFill>
                <a:latin typeface="Courier New"/>
                <a:cs typeface="Courier New"/>
              </a:rPr>
              <a:t> </a:t>
            </a:r>
            <a:r>
              <a:rPr dirty="0" sz="1800" spc="-10" b="1">
                <a:solidFill>
                  <a:srgbClr val="4E3629"/>
                </a:solidFill>
                <a:latin typeface="Courier New"/>
                <a:cs typeface="Courier New"/>
              </a:rPr>
              <a:t>+2:00');</a:t>
            </a:r>
            <a:endParaRPr sz="1800">
              <a:latin typeface="Courier New"/>
              <a:cs typeface="Courier New"/>
            </a:endParaRPr>
          </a:p>
        </p:txBody>
      </p:sp>
      <p:sp>
        <p:nvSpPr>
          <p:cNvPr id="10" name="object 10" descr=""/>
          <p:cNvSpPr txBox="1"/>
          <p:nvPr/>
        </p:nvSpPr>
        <p:spPr>
          <a:xfrm>
            <a:off x="393191" y="4636008"/>
            <a:ext cx="3915410" cy="52324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time_ex2;</a:t>
            </a:r>
            <a:endParaRPr sz="1800">
              <a:latin typeface="Courier New"/>
              <a:cs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TIMESTAMP…With</a:t>
            </a:r>
            <a:r>
              <a:rPr dirty="0" spc="-95"/>
              <a:t> </a:t>
            </a:r>
            <a:r>
              <a:rPr dirty="0"/>
              <a:t>[LOCAL]</a:t>
            </a:r>
            <a:r>
              <a:rPr dirty="0" spc="-120"/>
              <a:t> </a:t>
            </a:r>
            <a:r>
              <a:rPr dirty="0"/>
              <a:t>Time</a:t>
            </a:r>
            <a:r>
              <a:rPr dirty="0" spc="-125"/>
              <a:t> </a:t>
            </a:r>
            <a:r>
              <a:rPr dirty="0" spc="-20"/>
              <a:t>Zone</a:t>
            </a:r>
          </a:p>
        </p:txBody>
      </p:sp>
      <p:sp>
        <p:nvSpPr>
          <p:cNvPr id="8" name="object 8"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15</a:t>
            </a:r>
          </a:p>
        </p:txBody>
      </p:sp>
      <p:sp>
        <p:nvSpPr>
          <p:cNvPr id="5" name="object 5" descr=""/>
          <p:cNvSpPr txBox="1"/>
          <p:nvPr/>
        </p:nvSpPr>
        <p:spPr>
          <a:xfrm>
            <a:off x="483552" y="1415417"/>
            <a:ext cx="8052434" cy="247396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30">
                <a:solidFill>
                  <a:srgbClr val="4E3629"/>
                </a:solidFill>
                <a:latin typeface="Calibri"/>
                <a:cs typeface="Calibri"/>
              </a:rPr>
              <a:t>TIMESTAMP</a:t>
            </a:r>
            <a:r>
              <a:rPr dirty="0" sz="2800" spc="-50">
                <a:solidFill>
                  <a:srgbClr val="4E3629"/>
                </a:solidFill>
                <a:latin typeface="Calibri"/>
                <a:cs typeface="Calibri"/>
              </a:rPr>
              <a:t> </a:t>
            </a:r>
            <a:r>
              <a:rPr dirty="0" sz="2800">
                <a:solidFill>
                  <a:srgbClr val="4E3629"/>
                </a:solidFill>
                <a:latin typeface="Calibri"/>
                <a:cs typeface="Calibri"/>
              </a:rPr>
              <a:t>WITH</a:t>
            </a:r>
            <a:r>
              <a:rPr dirty="0" sz="2800" spc="-65">
                <a:solidFill>
                  <a:srgbClr val="4E3629"/>
                </a:solidFill>
                <a:latin typeface="Calibri"/>
                <a:cs typeface="Calibri"/>
              </a:rPr>
              <a:t> </a:t>
            </a:r>
            <a:r>
              <a:rPr dirty="0" sz="2800">
                <a:solidFill>
                  <a:srgbClr val="4E3629"/>
                </a:solidFill>
                <a:latin typeface="Calibri"/>
                <a:cs typeface="Calibri"/>
              </a:rPr>
              <a:t>LOCAL</a:t>
            </a:r>
            <a:r>
              <a:rPr dirty="0" sz="2800" spc="-65">
                <a:solidFill>
                  <a:srgbClr val="4E3629"/>
                </a:solidFill>
                <a:latin typeface="Calibri"/>
                <a:cs typeface="Calibri"/>
              </a:rPr>
              <a:t> </a:t>
            </a:r>
            <a:r>
              <a:rPr dirty="0" sz="2800">
                <a:solidFill>
                  <a:srgbClr val="4E3629"/>
                </a:solidFill>
                <a:latin typeface="Calibri"/>
                <a:cs typeface="Calibri"/>
              </a:rPr>
              <a:t>TIME</a:t>
            </a:r>
            <a:r>
              <a:rPr dirty="0" sz="2800" spc="-60">
                <a:solidFill>
                  <a:srgbClr val="4E3629"/>
                </a:solidFill>
                <a:latin typeface="Calibri"/>
                <a:cs typeface="Calibri"/>
              </a:rPr>
              <a:t> </a:t>
            </a:r>
            <a:r>
              <a:rPr dirty="0" sz="2800">
                <a:solidFill>
                  <a:srgbClr val="4E3629"/>
                </a:solidFill>
                <a:latin typeface="Calibri"/>
                <a:cs typeface="Calibri"/>
              </a:rPr>
              <a:t>ZONE</a:t>
            </a:r>
            <a:r>
              <a:rPr dirty="0" sz="2800" spc="-5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25">
                <a:solidFill>
                  <a:srgbClr val="4E3629"/>
                </a:solidFill>
                <a:latin typeface="Calibri"/>
                <a:cs typeface="Calibri"/>
              </a:rPr>
              <a:t>similar,</a:t>
            </a:r>
            <a:r>
              <a:rPr dirty="0" sz="2800" spc="-45">
                <a:solidFill>
                  <a:srgbClr val="4E3629"/>
                </a:solidFill>
                <a:latin typeface="Calibri"/>
                <a:cs typeface="Calibri"/>
              </a:rPr>
              <a:t> </a:t>
            </a:r>
            <a:r>
              <a:rPr dirty="0" sz="2800" spc="-20">
                <a:solidFill>
                  <a:srgbClr val="4E3629"/>
                </a:solidFill>
                <a:latin typeface="Calibri"/>
                <a:cs typeface="Calibri"/>
              </a:rPr>
              <a:t>pero </a:t>
            </a:r>
            <a:r>
              <a:rPr dirty="0" sz="2800" spc="-20">
                <a:solidFill>
                  <a:srgbClr val="4E3629"/>
                </a:solidFill>
                <a:latin typeface="Calibri"/>
                <a:cs typeface="Calibri"/>
              </a:rPr>
              <a:t>	</a:t>
            </a:r>
            <a:r>
              <a:rPr dirty="0" sz="2800">
                <a:solidFill>
                  <a:srgbClr val="4E3629"/>
                </a:solidFill>
                <a:latin typeface="Calibri"/>
                <a:cs typeface="Calibri"/>
              </a:rPr>
              <a:t>con</a:t>
            </a:r>
            <a:r>
              <a:rPr dirty="0" sz="2800" spc="-6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diferencia:</a:t>
            </a:r>
            <a:r>
              <a:rPr dirty="0" sz="2800" spc="-55">
                <a:solidFill>
                  <a:srgbClr val="4E3629"/>
                </a:solidFill>
                <a:latin typeface="Calibri"/>
                <a:cs typeface="Calibri"/>
              </a:rPr>
              <a:t> </a:t>
            </a: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esta</a:t>
            </a:r>
            <a:r>
              <a:rPr dirty="0" sz="2800" spc="-70">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seleccionado</a:t>
            </a:r>
            <a:r>
              <a:rPr dirty="0" sz="2800" spc="-60">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sentencia</a:t>
            </a:r>
            <a:r>
              <a:rPr dirty="0" sz="2800" spc="-45">
                <a:solidFill>
                  <a:srgbClr val="4E3629"/>
                </a:solidFill>
                <a:latin typeface="Calibri"/>
                <a:cs typeface="Calibri"/>
              </a:rPr>
              <a:t> </a:t>
            </a:r>
            <a:r>
              <a:rPr dirty="0" sz="2800">
                <a:solidFill>
                  <a:srgbClr val="4E3629"/>
                </a:solidFill>
                <a:latin typeface="Calibri"/>
                <a:cs typeface="Calibri"/>
              </a:rPr>
              <a:t>SQL,</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hora</a:t>
            </a:r>
            <a:r>
              <a:rPr dirty="0" sz="2800" spc="-4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10">
                <a:solidFill>
                  <a:srgbClr val="4E3629"/>
                </a:solidFill>
                <a:latin typeface="Calibri"/>
                <a:cs typeface="Calibri"/>
              </a:rPr>
              <a:t>convierte </a:t>
            </a:r>
            <a:r>
              <a:rPr dirty="0" sz="2800" spc="-10">
                <a:solidFill>
                  <a:srgbClr val="4E3629"/>
                </a:solidFill>
                <a:latin typeface="Calibri"/>
                <a:cs typeface="Calibri"/>
              </a:rPr>
              <a:t>	</a:t>
            </a:r>
            <a:r>
              <a:rPr dirty="0" sz="2800" spc="-20">
                <a:solidFill>
                  <a:srgbClr val="4E3629"/>
                </a:solidFill>
                <a:latin typeface="Calibri"/>
                <a:cs typeface="Calibri"/>
              </a:rPr>
              <a:t>automáticamente</a:t>
            </a:r>
            <a:r>
              <a:rPr dirty="0" sz="2800" spc="-5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zona</a:t>
            </a:r>
            <a:r>
              <a:rPr dirty="0" sz="2800" spc="-45">
                <a:solidFill>
                  <a:srgbClr val="4E3629"/>
                </a:solidFill>
                <a:latin typeface="Calibri"/>
                <a:cs typeface="Calibri"/>
              </a:rPr>
              <a:t> </a:t>
            </a:r>
            <a:r>
              <a:rPr dirty="0" sz="2800">
                <a:solidFill>
                  <a:srgbClr val="4E3629"/>
                </a:solidFill>
                <a:latin typeface="Calibri"/>
                <a:cs typeface="Calibri"/>
              </a:rPr>
              <a:t>horaria</a:t>
            </a:r>
            <a:r>
              <a:rPr dirty="0" sz="2800" spc="-35">
                <a:solidFill>
                  <a:srgbClr val="4E3629"/>
                </a:solidFill>
                <a:latin typeface="Calibri"/>
                <a:cs typeface="Calibri"/>
              </a:rPr>
              <a:t> </a:t>
            </a:r>
            <a:r>
              <a:rPr dirty="0" sz="2800">
                <a:solidFill>
                  <a:srgbClr val="4E3629"/>
                </a:solidFill>
                <a:latin typeface="Calibri"/>
                <a:cs typeface="Calibri"/>
              </a:rPr>
              <a:t>del</a:t>
            </a:r>
            <a:r>
              <a:rPr dirty="0" sz="2800" spc="-40">
                <a:solidFill>
                  <a:srgbClr val="4E3629"/>
                </a:solidFill>
                <a:latin typeface="Calibri"/>
                <a:cs typeface="Calibri"/>
              </a:rPr>
              <a:t> </a:t>
            </a:r>
            <a:r>
              <a:rPr dirty="0" sz="2800">
                <a:solidFill>
                  <a:srgbClr val="4E3629"/>
                </a:solidFill>
                <a:latin typeface="Calibri"/>
                <a:cs typeface="Calibri"/>
              </a:rPr>
              <a:t>usuario</a:t>
            </a:r>
            <a:r>
              <a:rPr dirty="0" sz="2800" spc="-25">
                <a:solidFill>
                  <a:srgbClr val="4E3629"/>
                </a:solidFill>
                <a:latin typeface="Calibri"/>
                <a:cs typeface="Calibri"/>
              </a:rPr>
              <a:t> que </a:t>
            </a:r>
            <a:r>
              <a:rPr dirty="0" sz="2800" spc="-25">
                <a:solidFill>
                  <a:srgbClr val="4E3629"/>
                </a:solidFill>
                <a:latin typeface="Calibri"/>
                <a:cs typeface="Calibri"/>
              </a:rPr>
              <a:t>	</a:t>
            </a:r>
            <a:r>
              <a:rPr dirty="0" sz="2800">
                <a:solidFill>
                  <a:srgbClr val="4E3629"/>
                </a:solidFill>
                <a:latin typeface="Calibri"/>
                <a:cs typeface="Calibri"/>
              </a:rPr>
              <a:t>realiza</a:t>
            </a:r>
            <a:r>
              <a:rPr dirty="0" sz="2800" spc="-6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selección</a:t>
            </a:r>
            <a:endParaRPr sz="2800">
              <a:latin typeface="Calibri"/>
              <a:cs typeface="Calibri"/>
            </a:endParaRPr>
          </a:p>
          <a:p>
            <a:pPr marL="183515" indent="-170815">
              <a:lnSpc>
                <a:spcPct val="100000"/>
              </a:lnSpc>
              <a:spcBef>
                <a:spcPts val="400"/>
              </a:spcBef>
              <a:buClr>
                <a:srgbClr val="D1350F"/>
              </a:buClr>
              <a:buFont typeface="Arial MT"/>
              <a:buChar char="•"/>
              <a:tabLst>
                <a:tab pos="183515" algn="l"/>
              </a:tabLst>
            </a:pP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30">
                <a:solidFill>
                  <a:srgbClr val="4E3629"/>
                </a:solidFill>
                <a:latin typeface="Calibri"/>
                <a:cs typeface="Calibri"/>
              </a:rPr>
              <a:t>TIMESTAMP</a:t>
            </a:r>
            <a:r>
              <a:rPr dirty="0" sz="2800" spc="-65">
                <a:solidFill>
                  <a:srgbClr val="4E3629"/>
                </a:solidFill>
                <a:latin typeface="Calibri"/>
                <a:cs typeface="Calibri"/>
              </a:rPr>
              <a:t> </a:t>
            </a:r>
            <a:r>
              <a:rPr dirty="0" sz="2800">
                <a:solidFill>
                  <a:srgbClr val="4E3629"/>
                </a:solidFill>
                <a:latin typeface="Calibri"/>
                <a:cs typeface="Calibri"/>
              </a:rPr>
              <a:t>With…Time</a:t>
            </a:r>
            <a:r>
              <a:rPr dirty="0" sz="2800" spc="-50">
                <a:solidFill>
                  <a:srgbClr val="4E3629"/>
                </a:solidFill>
                <a:latin typeface="Calibri"/>
                <a:cs typeface="Calibri"/>
              </a:rPr>
              <a:t> </a:t>
            </a:r>
            <a:r>
              <a:rPr dirty="0" sz="2800" spc="-10">
                <a:solidFill>
                  <a:srgbClr val="4E3629"/>
                </a:solidFill>
                <a:latin typeface="Calibri"/>
                <a:cs typeface="Calibri"/>
              </a:rPr>
              <a:t>Zone:</a:t>
            </a:r>
            <a:endParaRPr sz="2800">
              <a:latin typeface="Calibri"/>
              <a:cs typeface="Calibri"/>
            </a:endParaRPr>
          </a:p>
        </p:txBody>
      </p:sp>
      <p:sp>
        <p:nvSpPr>
          <p:cNvPr id="6" name="object 6" descr=""/>
          <p:cNvSpPr txBox="1"/>
          <p:nvPr/>
        </p:nvSpPr>
        <p:spPr>
          <a:xfrm>
            <a:off x="405384" y="3884676"/>
            <a:ext cx="8345805" cy="814069"/>
          </a:xfrm>
          <a:prstGeom prst="rect">
            <a:avLst/>
          </a:prstGeom>
          <a:solidFill>
            <a:srgbClr val="9DBEC4">
              <a:alpha val="50199"/>
            </a:srgbClr>
          </a:solidFill>
        </p:spPr>
        <p:txBody>
          <a:bodyPr wrap="square" lIns="0" tIns="0" rIns="0" bIns="0" rtlCol="0" vert="horz">
            <a:spAutoFit/>
          </a:bodyPr>
          <a:lstStyle/>
          <a:p>
            <a:pPr>
              <a:lnSpc>
                <a:spcPts val="1910"/>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time_ex3</a:t>
            </a:r>
            <a:endParaRPr sz="1800">
              <a:latin typeface="Courier New"/>
              <a:cs typeface="Courier New"/>
            </a:endParaRPr>
          </a:p>
          <a:p>
            <a:pPr marL="273685" marR="1787525" indent="-274320">
              <a:lnSpc>
                <a:spcPct val="100000"/>
              </a:lnSpc>
            </a:pPr>
            <a:r>
              <a:rPr dirty="0" sz="1800" b="1">
                <a:solidFill>
                  <a:srgbClr val="4E3629"/>
                </a:solidFill>
                <a:latin typeface="Courier New"/>
                <a:cs typeface="Courier New"/>
              </a:rPr>
              <a:t>(</a:t>
            </a:r>
            <a:r>
              <a:rPr dirty="0" sz="1800" spc="-65" b="1">
                <a:solidFill>
                  <a:srgbClr val="4E3629"/>
                </a:solidFill>
                <a:latin typeface="Courier New"/>
                <a:cs typeface="Courier New"/>
              </a:rPr>
              <a:t> </a:t>
            </a:r>
            <a:r>
              <a:rPr dirty="0" sz="1800" b="1">
                <a:solidFill>
                  <a:srgbClr val="4E3629"/>
                </a:solidFill>
                <a:latin typeface="Courier New"/>
                <a:cs typeface="Courier New"/>
              </a:rPr>
              <a:t>first_column</a:t>
            </a:r>
            <a:r>
              <a:rPr dirty="0" sz="1800" spc="-65" b="1">
                <a:solidFill>
                  <a:srgbClr val="4E3629"/>
                </a:solidFill>
                <a:latin typeface="Courier New"/>
                <a:cs typeface="Courier New"/>
              </a:rPr>
              <a:t> </a:t>
            </a:r>
            <a:r>
              <a:rPr dirty="0" sz="1800" b="1">
                <a:solidFill>
                  <a:srgbClr val="4E3629"/>
                </a:solidFill>
                <a:latin typeface="Courier New"/>
                <a:cs typeface="Courier New"/>
              </a:rPr>
              <a:t>TIMESTAMP</a:t>
            </a:r>
            <a:r>
              <a:rPr dirty="0" sz="1800" spc="-65" b="1">
                <a:solidFill>
                  <a:srgbClr val="4E3629"/>
                </a:solidFill>
                <a:latin typeface="Courier New"/>
                <a:cs typeface="Courier New"/>
              </a:rPr>
              <a:t> </a:t>
            </a:r>
            <a:r>
              <a:rPr dirty="0" sz="1800" b="1">
                <a:solidFill>
                  <a:srgbClr val="4E3629"/>
                </a:solidFill>
                <a:latin typeface="Courier New"/>
                <a:cs typeface="Courier New"/>
              </a:rPr>
              <a:t>WITH</a:t>
            </a:r>
            <a:r>
              <a:rPr dirty="0" sz="1800" spc="-65" b="1">
                <a:solidFill>
                  <a:srgbClr val="4E3629"/>
                </a:solidFill>
                <a:latin typeface="Courier New"/>
                <a:cs typeface="Courier New"/>
              </a:rPr>
              <a:t> </a:t>
            </a:r>
            <a:r>
              <a:rPr dirty="0" sz="1800" b="1">
                <a:solidFill>
                  <a:srgbClr val="4E3629"/>
                </a:solidFill>
                <a:latin typeface="Courier New"/>
                <a:cs typeface="Courier New"/>
              </a:rPr>
              <a:t>TIME</a:t>
            </a:r>
            <a:r>
              <a:rPr dirty="0" sz="1800" spc="-50" b="1">
                <a:solidFill>
                  <a:srgbClr val="4E3629"/>
                </a:solidFill>
                <a:latin typeface="Courier New"/>
                <a:cs typeface="Courier New"/>
              </a:rPr>
              <a:t> </a:t>
            </a:r>
            <a:r>
              <a:rPr dirty="0" sz="1800" spc="-10" b="1">
                <a:solidFill>
                  <a:srgbClr val="4E3629"/>
                </a:solidFill>
                <a:latin typeface="Courier New"/>
                <a:cs typeface="Courier New"/>
              </a:rPr>
              <a:t>ZONE, </a:t>
            </a:r>
            <a:r>
              <a:rPr dirty="0" sz="1800" b="1">
                <a:solidFill>
                  <a:srgbClr val="4E3629"/>
                </a:solidFill>
                <a:latin typeface="Courier New"/>
                <a:cs typeface="Courier New"/>
              </a:rPr>
              <a:t>second_column</a:t>
            </a:r>
            <a:r>
              <a:rPr dirty="0" sz="1800" spc="-80" b="1">
                <a:solidFill>
                  <a:srgbClr val="4E3629"/>
                </a:solidFill>
                <a:latin typeface="Courier New"/>
                <a:cs typeface="Courier New"/>
              </a:rPr>
              <a:t> </a:t>
            </a:r>
            <a:r>
              <a:rPr dirty="0" sz="1800" b="1">
                <a:solidFill>
                  <a:srgbClr val="4E3629"/>
                </a:solidFill>
                <a:latin typeface="Courier New"/>
                <a:cs typeface="Courier New"/>
              </a:rPr>
              <a:t>TIMESTAMP</a:t>
            </a:r>
            <a:r>
              <a:rPr dirty="0" sz="1800" spc="-70" b="1">
                <a:solidFill>
                  <a:srgbClr val="4E3629"/>
                </a:solidFill>
                <a:latin typeface="Courier New"/>
                <a:cs typeface="Courier New"/>
              </a:rPr>
              <a:t> </a:t>
            </a:r>
            <a:r>
              <a:rPr dirty="0" sz="1800" b="1">
                <a:solidFill>
                  <a:srgbClr val="4E3629"/>
                </a:solidFill>
                <a:latin typeface="Courier New"/>
                <a:cs typeface="Courier New"/>
              </a:rPr>
              <a:t>WITH</a:t>
            </a:r>
            <a:r>
              <a:rPr dirty="0" sz="1800" spc="-70" b="1">
                <a:solidFill>
                  <a:srgbClr val="4E3629"/>
                </a:solidFill>
                <a:latin typeface="Courier New"/>
                <a:cs typeface="Courier New"/>
              </a:rPr>
              <a:t> </a:t>
            </a:r>
            <a:r>
              <a:rPr dirty="0" sz="1800" b="1">
                <a:solidFill>
                  <a:srgbClr val="4E3629"/>
                </a:solidFill>
                <a:latin typeface="Courier New"/>
                <a:cs typeface="Courier New"/>
              </a:rPr>
              <a:t>LOCAL</a:t>
            </a:r>
            <a:r>
              <a:rPr dirty="0" sz="1800" spc="-70" b="1">
                <a:solidFill>
                  <a:srgbClr val="4E3629"/>
                </a:solidFill>
                <a:latin typeface="Courier New"/>
                <a:cs typeface="Courier New"/>
              </a:rPr>
              <a:t> </a:t>
            </a:r>
            <a:r>
              <a:rPr dirty="0" sz="1800" b="1">
                <a:solidFill>
                  <a:srgbClr val="4E3629"/>
                </a:solidFill>
                <a:latin typeface="Courier New"/>
                <a:cs typeface="Courier New"/>
              </a:rPr>
              <a:t>TIME</a:t>
            </a:r>
            <a:r>
              <a:rPr dirty="0" sz="1800" spc="-65" b="1">
                <a:solidFill>
                  <a:srgbClr val="4E3629"/>
                </a:solidFill>
                <a:latin typeface="Courier New"/>
                <a:cs typeface="Courier New"/>
              </a:rPr>
              <a:t> </a:t>
            </a:r>
            <a:r>
              <a:rPr dirty="0" sz="1800" spc="-10" b="1">
                <a:solidFill>
                  <a:srgbClr val="4E3629"/>
                </a:solidFill>
                <a:latin typeface="Courier New"/>
                <a:cs typeface="Courier New"/>
              </a:rPr>
              <a:t>ZONE);</a:t>
            </a:r>
            <a:endParaRPr sz="1800">
              <a:latin typeface="Courier New"/>
              <a:cs typeface="Courier New"/>
            </a:endParaRPr>
          </a:p>
        </p:txBody>
      </p:sp>
      <p:sp>
        <p:nvSpPr>
          <p:cNvPr id="7" name="object 7" descr=""/>
          <p:cNvSpPr txBox="1"/>
          <p:nvPr/>
        </p:nvSpPr>
        <p:spPr>
          <a:xfrm>
            <a:off x="405384" y="4823459"/>
            <a:ext cx="8345805" cy="1243965"/>
          </a:xfrm>
          <a:prstGeom prst="rect">
            <a:avLst/>
          </a:prstGeom>
          <a:solidFill>
            <a:srgbClr val="9DBEC4">
              <a:alpha val="50199"/>
            </a:srgbClr>
          </a:solidFill>
        </p:spPr>
        <p:txBody>
          <a:bodyPr wrap="square" lIns="0" tIns="45720" rIns="0" bIns="0" rtlCol="0" vert="horz">
            <a:spAutoFit/>
          </a:bodyPr>
          <a:lstStyle/>
          <a:p>
            <a:pPr marL="273685" marR="4105910" indent="-274320">
              <a:lnSpc>
                <a:spcPct val="100000"/>
              </a:lnSpc>
              <a:spcBef>
                <a:spcPts val="360"/>
              </a:spcBef>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time_ex3 </a:t>
            </a:r>
            <a:r>
              <a:rPr dirty="0" sz="1800" b="1">
                <a:solidFill>
                  <a:srgbClr val="4E3629"/>
                </a:solidFill>
                <a:latin typeface="Courier New"/>
                <a:cs typeface="Courier New"/>
              </a:rPr>
              <a:t>(first_column,</a:t>
            </a:r>
            <a:r>
              <a:rPr dirty="0" sz="1800" spc="-150" b="1">
                <a:solidFill>
                  <a:srgbClr val="4E3629"/>
                </a:solidFill>
                <a:latin typeface="Courier New"/>
                <a:cs typeface="Courier New"/>
              </a:rPr>
              <a:t> </a:t>
            </a:r>
            <a:r>
              <a:rPr dirty="0" sz="1800" spc="-10" b="1">
                <a:solidFill>
                  <a:srgbClr val="4E3629"/>
                </a:solidFill>
                <a:latin typeface="Courier New"/>
                <a:cs typeface="Courier New"/>
              </a:rPr>
              <a:t>second_column)</a:t>
            </a:r>
            <a:endParaRPr sz="1800">
              <a:latin typeface="Courier New"/>
              <a:cs typeface="Courier New"/>
            </a:endParaRPr>
          </a:p>
          <a:p>
            <a:pPr>
              <a:lnSpc>
                <a:spcPct val="100000"/>
              </a:lnSpc>
            </a:pPr>
            <a:r>
              <a:rPr dirty="0" sz="1800" spc="-10" b="1">
                <a:solidFill>
                  <a:srgbClr val="4E3629"/>
                </a:solidFill>
                <a:latin typeface="Courier New"/>
                <a:cs typeface="Courier New"/>
              </a:rPr>
              <a:t>VALUES</a:t>
            </a:r>
            <a:endParaRPr sz="1800">
              <a:latin typeface="Courier New"/>
              <a:cs typeface="Courier New"/>
            </a:endParaRPr>
          </a:p>
          <a:p>
            <a:pPr marL="273685">
              <a:lnSpc>
                <a:spcPct val="100000"/>
              </a:lnSpc>
            </a:pPr>
            <a:r>
              <a:rPr dirty="0" sz="1800" spc="-10" b="1">
                <a:solidFill>
                  <a:srgbClr val="4E3629"/>
                </a:solidFill>
                <a:latin typeface="Courier New"/>
                <a:cs typeface="Courier New"/>
              </a:rPr>
              <a:t>('15-</a:t>
            </a:r>
            <a:r>
              <a:rPr dirty="0" sz="1800" spc="-20" b="1">
                <a:solidFill>
                  <a:srgbClr val="4E3629"/>
                </a:solidFill>
                <a:latin typeface="Courier New"/>
                <a:cs typeface="Courier New"/>
              </a:rPr>
              <a:t>Jul-</a:t>
            </a:r>
            <a:r>
              <a:rPr dirty="0" sz="1800" b="1">
                <a:solidFill>
                  <a:srgbClr val="4E3629"/>
                </a:solidFill>
                <a:latin typeface="Courier New"/>
                <a:cs typeface="Courier New"/>
              </a:rPr>
              <a:t>2017</a:t>
            </a:r>
            <a:r>
              <a:rPr dirty="0" sz="1800" spc="-55" b="1">
                <a:solidFill>
                  <a:srgbClr val="4E3629"/>
                </a:solidFill>
                <a:latin typeface="Courier New"/>
                <a:cs typeface="Courier New"/>
              </a:rPr>
              <a:t> </a:t>
            </a:r>
            <a:r>
              <a:rPr dirty="0" sz="1800" b="1">
                <a:solidFill>
                  <a:srgbClr val="4E3629"/>
                </a:solidFill>
                <a:latin typeface="Courier New"/>
                <a:cs typeface="Courier New"/>
              </a:rPr>
              <a:t>08:00:00</a:t>
            </a:r>
            <a:r>
              <a:rPr dirty="0" sz="1800" spc="-40" b="1">
                <a:solidFill>
                  <a:srgbClr val="4E3629"/>
                </a:solidFill>
                <a:latin typeface="Courier New"/>
                <a:cs typeface="Courier New"/>
              </a:rPr>
              <a:t> </a:t>
            </a:r>
            <a:r>
              <a:rPr dirty="0" sz="1800" b="1">
                <a:solidFill>
                  <a:srgbClr val="4E3629"/>
                </a:solidFill>
                <a:latin typeface="Courier New"/>
                <a:cs typeface="Courier New"/>
              </a:rPr>
              <a:t>AM</a:t>
            </a:r>
            <a:r>
              <a:rPr dirty="0" sz="1800" spc="-40" b="1">
                <a:solidFill>
                  <a:srgbClr val="4E3629"/>
                </a:solidFill>
                <a:latin typeface="Courier New"/>
                <a:cs typeface="Courier New"/>
              </a:rPr>
              <a:t> </a:t>
            </a:r>
            <a:r>
              <a:rPr dirty="0" sz="1800" spc="-10" b="1">
                <a:solidFill>
                  <a:srgbClr val="4E3629"/>
                </a:solidFill>
                <a:latin typeface="Courier New"/>
                <a:cs typeface="Courier New"/>
              </a:rPr>
              <a:t>-</a:t>
            </a:r>
            <a:r>
              <a:rPr dirty="0" sz="1800" b="1">
                <a:solidFill>
                  <a:srgbClr val="4E3629"/>
                </a:solidFill>
                <a:latin typeface="Courier New"/>
                <a:cs typeface="Courier New"/>
              </a:rPr>
              <a:t>07:00',</a:t>
            </a:r>
            <a:r>
              <a:rPr dirty="0" sz="1800" spc="-40" b="1">
                <a:solidFill>
                  <a:srgbClr val="4E3629"/>
                </a:solidFill>
                <a:latin typeface="Courier New"/>
                <a:cs typeface="Courier New"/>
              </a:rPr>
              <a:t> </a:t>
            </a:r>
            <a:r>
              <a:rPr dirty="0" sz="1800" spc="-10" b="1">
                <a:solidFill>
                  <a:srgbClr val="4E3629"/>
                </a:solidFill>
                <a:latin typeface="Courier New"/>
                <a:cs typeface="Courier New"/>
              </a:rPr>
              <a:t>'15-Nov-</a:t>
            </a:r>
            <a:r>
              <a:rPr dirty="0" sz="1800" b="1">
                <a:solidFill>
                  <a:srgbClr val="4E3629"/>
                </a:solidFill>
                <a:latin typeface="Courier New"/>
                <a:cs typeface="Courier New"/>
              </a:rPr>
              <a:t>2007</a:t>
            </a:r>
            <a:r>
              <a:rPr dirty="0" sz="1800" spc="-40" b="1">
                <a:solidFill>
                  <a:srgbClr val="4E3629"/>
                </a:solidFill>
                <a:latin typeface="Courier New"/>
                <a:cs typeface="Courier New"/>
              </a:rPr>
              <a:t> </a:t>
            </a:r>
            <a:r>
              <a:rPr dirty="0" sz="1800" spc="-10" b="1">
                <a:solidFill>
                  <a:srgbClr val="4E3629"/>
                </a:solidFill>
                <a:latin typeface="Courier New"/>
                <a:cs typeface="Courier New"/>
              </a:rPr>
              <a:t>08:00:00');</a:t>
            </a:r>
            <a:endParaRPr sz="1800">
              <a:latin typeface="Courier New"/>
              <a:cs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xfrm>
            <a:off x="392112" y="748031"/>
            <a:ext cx="7073900" cy="528320"/>
          </a:xfrm>
          <a:prstGeom prst="rect"/>
        </p:spPr>
        <p:txBody>
          <a:bodyPr wrap="square" lIns="0" tIns="12700" rIns="0" bIns="0" rtlCol="0" vert="horz">
            <a:spAutoFit/>
          </a:bodyPr>
          <a:lstStyle/>
          <a:p>
            <a:pPr marL="12700">
              <a:lnSpc>
                <a:spcPct val="100000"/>
              </a:lnSpc>
              <a:spcBef>
                <a:spcPts val="100"/>
              </a:spcBef>
            </a:pPr>
            <a:r>
              <a:rPr dirty="0"/>
              <a:t>Ejemplo</a:t>
            </a:r>
            <a:r>
              <a:rPr dirty="0" spc="-60"/>
              <a:t> </a:t>
            </a:r>
            <a:r>
              <a:rPr dirty="0"/>
              <a:t>de</a:t>
            </a:r>
            <a:r>
              <a:rPr dirty="0" spc="-55"/>
              <a:t> </a:t>
            </a:r>
            <a:r>
              <a:rPr dirty="0" spc="-30"/>
              <a:t>TIMESTAMP…With</a:t>
            </a:r>
            <a:r>
              <a:rPr dirty="0" spc="-45"/>
              <a:t> </a:t>
            </a:r>
            <a:r>
              <a:rPr dirty="0"/>
              <a:t>Time</a:t>
            </a:r>
            <a:r>
              <a:rPr dirty="0" spc="-55"/>
              <a:t> </a:t>
            </a:r>
            <a:r>
              <a:rPr dirty="0" spc="-20"/>
              <a:t>Zone</a:t>
            </a:r>
          </a:p>
        </p:txBody>
      </p:sp>
      <p:sp>
        <p:nvSpPr>
          <p:cNvPr id="9" name="object 9"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16</a:t>
            </a:r>
          </a:p>
        </p:txBody>
      </p:sp>
      <p:sp>
        <p:nvSpPr>
          <p:cNvPr id="5" name="object 5" descr=""/>
          <p:cNvSpPr txBox="1"/>
          <p:nvPr/>
        </p:nvSpPr>
        <p:spPr>
          <a:xfrm>
            <a:off x="483552" y="1415417"/>
            <a:ext cx="7774940" cy="13220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Ambos</a:t>
            </a:r>
            <a:r>
              <a:rPr dirty="0" sz="2800" spc="-50">
                <a:solidFill>
                  <a:srgbClr val="4E3629"/>
                </a:solidFill>
                <a:latin typeface="Calibri"/>
                <a:cs typeface="Calibri"/>
              </a:rPr>
              <a:t> </a:t>
            </a:r>
            <a:r>
              <a:rPr dirty="0" sz="2800">
                <a:solidFill>
                  <a:srgbClr val="4E3629"/>
                </a:solidFill>
                <a:latin typeface="Calibri"/>
                <a:cs typeface="Calibri"/>
              </a:rPr>
              <a:t>valores</a:t>
            </a:r>
            <a:r>
              <a:rPr dirty="0" sz="2800" spc="-70">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almacenan</a:t>
            </a:r>
            <a:r>
              <a:rPr dirty="0" sz="2800" spc="-75">
                <a:solidFill>
                  <a:srgbClr val="4E3629"/>
                </a:solidFill>
                <a:latin typeface="Calibri"/>
                <a:cs typeface="Calibri"/>
              </a:rPr>
              <a:t> </a:t>
            </a:r>
            <a:r>
              <a:rPr dirty="0" sz="2800">
                <a:solidFill>
                  <a:srgbClr val="4E3629"/>
                </a:solidFill>
                <a:latin typeface="Calibri"/>
                <a:cs typeface="Calibri"/>
              </a:rPr>
              <a:t>con</a:t>
            </a:r>
            <a:r>
              <a:rPr dirty="0" sz="2800" spc="-6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spc="-10">
                <a:solidFill>
                  <a:srgbClr val="4E3629"/>
                </a:solidFill>
                <a:latin typeface="Calibri"/>
                <a:cs typeface="Calibri"/>
              </a:rPr>
              <a:t>desplazamiento </a:t>
            </a:r>
            <a:r>
              <a:rPr dirty="0" sz="2800" spc="-1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hora</a:t>
            </a:r>
            <a:r>
              <a:rPr dirty="0" sz="2800" spc="-6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a:solidFill>
                  <a:srgbClr val="4E3629"/>
                </a:solidFill>
                <a:latin typeface="Calibri"/>
                <a:cs typeface="Calibri"/>
              </a:rPr>
              <a:t>–07:00</a:t>
            </a:r>
            <a:r>
              <a:rPr dirty="0" sz="2800" spc="-25">
                <a:solidFill>
                  <a:srgbClr val="4E3629"/>
                </a:solidFill>
                <a:latin typeface="Calibri"/>
                <a:cs typeface="Calibri"/>
              </a:rPr>
              <a:t> </a:t>
            </a:r>
            <a:r>
              <a:rPr dirty="0" sz="2800">
                <a:solidFill>
                  <a:srgbClr val="4E3629"/>
                </a:solidFill>
                <a:latin typeface="Calibri"/>
                <a:cs typeface="Calibri"/>
              </a:rPr>
              <a:t>horas</a:t>
            </a:r>
            <a:r>
              <a:rPr dirty="0" sz="2800" spc="-65">
                <a:solidFill>
                  <a:srgbClr val="4E3629"/>
                </a:solidFill>
                <a:latin typeface="Calibri"/>
                <a:cs typeface="Calibri"/>
              </a:rPr>
              <a:t> </a:t>
            </a:r>
            <a:r>
              <a:rPr dirty="0" sz="2800" spc="-10">
                <a:solidFill>
                  <a:srgbClr val="4E3629"/>
                </a:solidFill>
                <a:latin typeface="Calibri"/>
                <a:cs typeface="Calibri"/>
              </a:rPr>
              <a:t>(PST)</a:t>
            </a:r>
            <a:endParaRPr sz="2800">
              <a:latin typeface="Calibri"/>
              <a:cs typeface="Calibri"/>
            </a:endParaRPr>
          </a:p>
          <a:p>
            <a:pPr marL="183515" indent="-170815">
              <a:lnSpc>
                <a:spcPct val="100000"/>
              </a:lnSpc>
              <a:spcBef>
                <a:spcPts val="415"/>
              </a:spcBef>
              <a:buClr>
                <a:srgbClr val="D1350F"/>
              </a:buClr>
              <a:buFont typeface="Arial MT"/>
              <a:buChar char="•"/>
              <a:tabLst>
                <a:tab pos="183515" algn="l"/>
              </a:tabLst>
            </a:pPr>
            <a:r>
              <a:rPr dirty="0" sz="2800">
                <a:solidFill>
                  <a:srgbClr val="4E3629"/>
                </a:solidFill>
                <a:latin typeface="Calibri"/>
                <a:cs typeface="Calibri"/>
              </a:rPr>
              <a:t>Pero</a:t>
            </a:r>
            <a:r>
              <a:rPr dirty="0" sz="2800" spc="-85">
                <a:solidFill>
                  <a:srgbClr val="4E3629"/>
                </a:solidFill>
                <a:latin typeface="Calibri"/>
                <a:cs typeface="Calibri"/>
              </a:rPr>
              <a:t> </a:t>
            </a:r>
            <a:r>
              <a:rPr dirty="0" sz="2800">
                <a:solidFill>
                  <a:srgbClr val="4E3629"/>
                </a:solidFill>
                <a:latin typeface="Calibri"/>
                <a:cs typeface="Calibri"/>
              </a:rPr>
              <a:t>ahora</a:t>
            </a:r>
            <a:r>
              <a:rPr dirty="0" sz="2800" spc="-85">
                <a:solidFill>
                  <a:srgbClr val="4E3629"/>
                </a:solidFill>
                <a:latin typeface="Calibri"/>
                <a:cs typeface="Calibri"/>
              </a:rPr>
              <a:t> </a:t>
            </a:r>
            <a:r>
              <a:rPr dirty="0" sz="2800">
                <a:solidFill>
                  <a:srgbClr val="4E3629"/>
                </a:solidFill>
                <a:latin typeface="Calibri"/>
                <a:cs typeface="Calibri"/>
              </a:rPr>
              <a:t>un</a:t>
            </a:r>
            <a:r>
              <a:rPr dirty="0" sz="2800" spc="-80">
                <a:solidFill>
                  <a:srgbClr val="4E3629"/>
                </a:solidFill>
                <a:latin typeface="Calibri"/>
                <a:cs typeface="Calibri"/>
              </a:rPr>
              <a:t> </a:t>
            </a:r>
            <a:r>
              <a:rPr dirty="0" sz="2800">
                <a:solidFill>
                  <a:srgbClr val="4E3629"/>
                </a:solidFill>
                <a:latin typeface="Calibri"/>
                <a:cs typeface="Calibri"/>
              </a:rPr>
              <a:t>usuario</a:t>
            </a:r>
            <a:r>
              <a:rPr dirty="0" sz="2800" spc="-75">
                <a:solidFill>
                  <a:srgbClr val="4E3629"/>
                </a:solidFill>
                <a:latin typeface="Calibri"/>
                <a:cs typeface="Calibri"/>
              </a:rPr>
              <a:t> </a:t>
            </a:r>
            <a:r>
              <a:rPr dirty="0" sz="2800">
                <a:solidFill>
                  <a:srgbClr val="4E3629"/>
                </a:solidFill>
                <a:latin typeface="Calibri"/>
                <a:cs typeface="Calibri"/>
              </a:rPr>
              <a:t>en</a:t>
            </a:r>
            <a:r>
              <a:rPr dirty="0" sz="2800" spc="-90">
                <a:solidFill>
                  <a:srgbClr val="4E3629"/>
                </a:solidFill>
                <a:latin typeface="Calibri"/>
                <a:cs typeface="Calibri"/>
              </a:rPr>
              <a:t> </a:t>
            </a:r>
            <a:r>
              <a:rPr dirty="0" sz="2800">
                <a:solidFill>
                  <a:srgbClr val="4E3629"/>
                </a:solidFill>
                <a:latin typeface="Calibri"/>
                <a:cs typeface="Calibri"/>
              </a:rPr>
              <a:t>Estambul</a:t>
            </a:r>
            <a:r>
              <a:rPr dirty="0" sz="2800" spc="-70">
                <a:solidFill>
                  <a:srgbClr val="4E3629"/>
                </a:solidFill>
                <a:latin typeface="Calibri"/>
                <a:cs typeface="Calibri"/>
              </a:rPr>
              <a:t> </a:t>
            </a:r>
            <a:r>
              <a:rPr dirty="0" sz="2800" spc="-10">
                <a:solidFill>
                  <a:srgbClr val="4E3629"/>
                </a:solidFill>
                <a:latin typeface="Calibri"/>
                <a:cs typeface="Calibri"/>
              </a:rPr>
              <a:t>ejecuta:</a:t>
            </a:r>
            <a:endParaRPr sz="2800">
              <a:latin typeface="Calibri"/>
              <a:cs typeface="Calibri"/>
            </a:endParaRPr>
          </a:p>
        </p:txBody>
      </p:sp>
      <p:sp>
        <p:nvSpPr>
          <p:cNvPr id="6" name="object 6" descr=""/>
          <p:cNvSpPr txBox="1"/>
          <p:nvPr/>
        </p:nvSpPr>
        <p:spPr>
          <a:xfrm>
            <a:off x="483552" y="4228721"/>
            <a:ext cx="7969884" cy="12204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hora</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Estambul</a:t>
            </a:r>
            <a:r>
              <a:rPr dirty="0" sz="2800" spc="-35">
                <a:solidFill>
                  <a:srgbClr val="4E3629"/>
                </a:solidFill>
                <a:latin typeface="Calibri"/>
                <a:cs typeface="Calibri"/>
              </a:rPr>
              <a:t> </a:t>
            </a:r>
            <a:r>
              <a:rPr dirty="0" sz="2800">
                <a:solidFill>
                  <a:srgbClr val="4E3629"/>
                </a:solidFill>
                <a:latin typeface="Calibri"/>
                <a:cs typeface="Calibri"/>
              </a:rPr>
              <a:t>es</a:t>
            </a:r>
            <a:r>
              <a:rPr dirty="0" sz="2800" spc="-5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9</a:t>
            </a:r>
            <a:r>
              <a:rPr dirty="0" sz="2800" spc="-50">
                <a:solidFill>
                  <a:srgbClr val="4E3629"/>
                </a:solidFill>
                <a:latin typeface="Calibri"/>
                <a:cs typeface="Calibri"/>
              </a:rPr>
              <a:t> </a:t>
            </a:r>
            <a:r>
              <a:rPr dirty="0" sz="2800">
                <a:solidFill>
                  <a:srgbClr val="4E3629"/>
                </a:solidFill>
                <a:latin typeface="Calibri"/>
                <a:cs typeface="Calibri"/>
              </a:rPr>
              <a:t>horas</a:t>
            </a:r>
            <a:r>
              <a:rPr dirty="0" sz="2800" spc="-45">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a:solidFill>
                  <a:srgbClr val="4E3629"/>
                </a:solidFill>
                <a:latin typeface="Calibri"/>
                <a:cs typeface="Calibri"/>
              </a:rPr>
              <a:t>delante</a:t>
            </a:r>
            <a:r>
              <a:rPr dirty="0" sz="2800" spc="-6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20">
                <a:solidFill>
                  <a:srgbClr val="4E3629"/>
                </a:solidFill>
                <a:latin typeface="Calibri"/>
                <a:cs typeface="Calibri"/>
              </a:rPr>
              <a:t>PST; </a:t>
            </a:r>
            <a:r>
              <a:rPr dirty="0" sz="2800" spc="-20">
                <a:solidFill>
                  <a:srgbClr val="4E3629"/>
                </a:solidFill>
                <a:latin typeface="Calibri"/>
                <a:cs typeface="Calibri"/>
              </a:rPr>
              <a:t>	</a:t>
            </a:r>
            <a:r>
              <a:rPr dirty="0" sz="2800">
                <a:solidFill>
                  <a:srgbClr val="4E3629"/>
                </a:solidFill>
                <a:latin typeface="Calibri"/>
                <a:cs typeface="Calibri"/>
              </a:rPr>
              <a:t>cuando</a:t>
            </a:r>
            <a:r>
              <a:rPr dirty="0" sz="2800" spc="-30">
                <a:solidFill>
                  <a:srgbClr val="4E3629"/>
                </a:solidFill>
                <a:latin typeface="Calibri"/>
                <a:cs typeface="Calibri"/>
              </a:rPr>
              <a:t> </a:t>
            </a:r>
            <a:r>
              <a:rPr dirty="0" sz="2800">
                <a:solidFill>
                  <a:srgbClr val="4E3629"/>
                </a:solidFill>
                <a:latin typeface="Calibri"/>
                <a:cs typeface="Calibri"/>
              </a:rPr>
              <a:t>son</a:t>
            </a:r>
            <a:r>
              <a:rPr dirty="0" sz="2800" spc="-30">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a:solidFill>
                  <a:srgbClr val="4E3629"/>
                </a:solidFill>
                <a:latin typeface="Calibri"/>
                <a:cs typeface="Calibri"/>
              </a:rPr>
              <a:t>8:00</a:t>
            </a:r>
            <a:r>
              <a:rPr dirty="0" sz="2800" spc="-20">
                <a:solidFill>
                  <a:srgbClr val="4E3629"/>
                </a:solidFill>
                <a:latin typeface="Calibri"/>
                <a:cs typeface="Calibri"/>
              </a:rPr>
              <a:t> </a:t>
            </a:r>
            <a:r>
              <a:rPr dirty="0" sz="2800">
                <a:solidFill>
                  <a:srgbClr val="4E3629"/>
                </a:solidFill>
                <a:latin typeface="Calibri"/>
                <a:cs typeface="Calibri"/>
              </a:rPr>
              <a:t>a.m.</a:t>
            </a:r>
            <a:r>
              <a:rPr dirty="0" sz="2800" spc="-35">
                <a:solidFill>
                  <a:srgbClr val="4E3629"/>
                </a:solidFill>
                <a:latin typeface="Calibri"/>
                <a:cs typeface="Calibri"/>
              </a:rPr>
              <a:t> </a:t>
            </a:r>
            <a:r>
              <a:rPr dirty="0" sz="2800">
                <a:solidFill>
                  <a:srgbClr val="4E3629"/>
                </a:solidFill>
                <a:latin typeface="Calibri"/>
                <a:cs typeface="Calibri"/>
              </a:rPr>
              <a:t>en</a:t>
            </a:r>
            <a:r>
              <a:rPr dirty="0" sz="2800" spc="-4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Ángeles,</a:t>
            </a:r>
            <a:r>
              <a:rPr dirty="0" sz="2800" spc="-40">
                <a:solidFill>
                  <a:srgbClr val="4E3629"/>
                </a:solidFill>
                <a:latin typeface="Calibri"/>
                <a:cs typeface="Calibri"/>
              </a:rPr>
              <a:t> </a:t>
            </a:r>
            <a:r>
              <a:rPr dirty="0" sz="2800">
                <a:solidFill>
                  <a:srgbClr val="4E3629"/>
                </a:solidFill>
                <a:latin typeface="Calibri"/>
                <a:cs typeface="Calibri"/>
              </a:rPr>
              <a:t>son</a:t>
            </a:r>
            <a:r>
              <a:rPr dirty="0" sz="2800" spc="-35">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spc="-20">
                <a:solidFill>
                  <a:srgbClr val="4E3629"/>
                </a:solidFill>
                <a:latin typeface="Calibri"/>
                <a:cs typeface="Calibri"/>
              </a:rPr>
              <a:t>5:00</a:t>
            </a:r>
            <a:endParaRPr sz="2800">
              <a:latin typeface="Calibri"/>
              <a:cs typeface="Calibri"/>
            </a:endParaRPr>
          </a:p>
          <a:p>
            <a:pPr marL="184785">
              <a:lnSpc>
                <a:spcPts val="2975"/>
              </a:lnSpc>
            </a:pPr>
            <a:r>
              <a:rPr dirty="0" sz="2800">
                <a:solidFill>
                  <a:srgbClr val="4E3629"/>
                </a:solidFill>
                <a:latin typeface="Calibri"/>
                <a:cs typeface="Calibri"/>
              </a:rPr>
              <a:t>p.m.</a:t>
            </a:r>
            <a:r>
              <a:rPr dirty="0" sz="2800" spc="-25">
                <a:solidFill>
                  <a:srgbClr val="4E3629"/>
                </a:solidFill>
                <a:latin typeface="Calibri"/>
                <a:cs typeface="Calibri"/>
              </a:rPr>
              <a:t> </a:t>
            </a:r>
            <a:r>
              <a:rPr dirty="0" sz="2800">
                <a:solidFill>
                  <a:srgbClr val="4E3629"/>
                </a:solidFill>
                <a:latin typeface="Calibri"/>
                <a:cs typeface="Calibri"/>
              </a:rPr>
              <a:t>en</a:t>
            </a:r>
            <a:r>
              <a:rPr dirty="0" sz="2800" spc="-35">
                <a:solidFill>
                  <a:srgbClr val="4E3629"/>
                </a:solidFill>
                <a:latin typeface="Calibri"/>
                <a:cs typeface="Calibri"/>
              </a:rPr>
              <a:t> </a:t>
            </a:r>
            <a:r>
              <a:rPr dirty="0" sz="2800" spc="-10">
                <a:solidFill>
                  <a:srgbClr val="4E3629"/>
                </a:solidFill>
                <a:latin typeface="Calibri"/>
                <a:cs typeface="Calibri"/>
              </a:rPr>
              <a:t>Estambul</a:t>
            </a:r>
            <a:endParaRPr sz="2800">
              <a:latin typeface="Calibri"/>
              <a:cs typeface="Calibri"/>
            </a:endParaRPr>
          </a:p>
        </p:txBody>
      </p:sp>
      <p:graphicFrame>
        <p:nvGraphicFramePr>
          <p:cNvPr id="7" name="object 7" descr=""/>
          <p:cNvGraphicFramePr>
            <a:graphicFrameLocks noGrp="1"/>
          </p:cNvGraphicFramePr>
          <p:nvPr/>
        </p:nvGraphicFramePr>
        <p:xfrm>
          <a:off x="791005" y="3422650"/>
          <a:ext cx="7626984" cy="698500"/>
        </p:xfrm>
        <a:graphic>
          <a:graphicData uri="http://schemas.openxmlformats.org/drawingml/2006/table">
            <a:tbl>
              <a:tblPr firstRow="1" bandRow="1">
                <a:tableStyleId>{2D5ABB26-0587-4C30-8999-92F81FD0307C}</a:tableStyleId>
              </a:tblPr>
              <a:tblGrid>
                <a:gridCol w="3768725"/>
                <a:gridCol w="3768725"/>
              </a:tblGrid>
              <a:tr h="349250">
                <a:tc>
                  <a:txBody>
                    <a:bodyPr/>
                    <a:lstStyle/>
                    <a:p>
                      <a:pPr marL="71755">
                        <a:lnSpc>
                          <a:spcPct val="100000"/>
                        </a:lnSpc>
                        <a:spcBef>
                          <a:spcPts val="315"/>
                        </a:spcBef>
                      </a:pPr>
                      <a:r>
                        <a:rPr dirty="0" sz="1600" spc="-10" b="1">
                          <a:solidFill>
                            <a:srgbClr val="4E3629"/>
                          </a:solidFill>
                          <a:latin typeface="Calibri"/>
                          <a:cs typeface="Calibri"/>
                        </a:rPr>
                        <a:t>FIRST_COLUMN</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315"/>
                        </a:spcBef>
                      </a:pPr>
                      <a:r>
                        <a:rPr dirty="0" sz="1600" spc="-10" b="1">
                          <a:solidFill>
                            <a:srgbClr val="4E3629"/>
                          </a:solidFill>
                          <a:latin typeface="Calibri"/>
                          <a:cs typeface="Calibri"/>
                        </a:rPr>
                        <a:t>SECOND_COLUMN</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49250">
                <a:tc>
                  <a:txBody>
                    <a:bodyPr/>
                    <a:lstStyle/>
                    <a:p>
                      <a:pPr marL="71755">
                        <a:lnSpc>
                          <a:spcPct val="100000"/>
                        </a:lnSpc>
                        <a:spcBef>
                          <a:spcPts val="315"/>
                        </a:spcBef>
                      </a:pPr>
                      <a:r>
                        <a:rPr dirty="0" sz="1600" spc="-10">
                          <a:solidFill>
                            <a:srgbClr val="4E3629"/>
                          </a:solidFill>
                          <a:latin typeface="Calibri"/>
                          <a:cs typeface="Calibri"/>
                        </a:rPr>
                        <a:t>15-</a:t>
                      </a:r>
                      <a:r>
                        <a:rPr dirty="0" sz="1600" spc="-20">
                          <a:solidFill>
                            <a:srgbClr val="4E3629"/>
                          </a:solidFill>
                          <a:latin typeface="Calibri"/>
                          <a:cs typeface="Calibri"/>
                        </a:rPr>
                        <a:t>JUL-</a:t>
                      </a:r>
                      <a:r>
                        <a:rPr dirty="0" sz="1600">
                          <a:solidFill>
                            <a:srgbClr val="4E3629"/>
                          </a:solidFill>
                          <a:latin typeface="Calibri"/>
                          <a:cs typeface="Calibri"/>
                        </a:rPr>
                        <a:t>15</a:t>
                      </a:r>
                      <a:r>
                        <a:rPr dirty="0" sz="1600" spc="35">
                          <a:solidFill>
                            <a:srgbClr val="4E3629"/>
                          </a:solidFill>
                          <a:latin typeface="Calibri"/>
                          <a:cs typeface="Calibri"/>
                        </a:rPr>
                        <a:t> </a:t>
                      </a:r>
                      <a:r>
                        <a:rPr dirty="0" sz="1600" spc="-10">
                          <a:solidFill>
                            <a:srgbClr val="4E3629"/>
                          </a:solidFill>
                          <a:latin typeface="Calibri"/>
                          <a:cs typeface="Calibri"/>
                        </a:rPr>
                        <a:t>08.00.00.000000</a:t>
                      </a:r>
                      <a:r>
                        <a:rPr dirty="0" sz="1600" spc="45">
                          <a:solidFill>
                            <a:srgbClr val="4E3629"/>
                          </a:solidFill>
                          <a:latin typeface="Calibri"/>
                          <a:cs typeface="Calibri"/>
                        </a:rPr>
                        <a:t> </a:t>
                      </a:r>
                      <a:r>
                        <a:rPr dirty="0" sz="1600">
                          <a:solidFill>
                            <a:srgbClr val="4E3629"/>
                          </a:solidFill>
                          <a:latin typeface="Calibri"/>
                          <a:cs typeface="Calibri"/>
                        </a:rPr>
                        <a:t>AM -</a:t>
                      </a:r>
                      <a:r>
                        <a:rPr dirty="0" sz="1600" spc="-20">
                          <a:solidFill>
                            <a:srgbClr val="4E3629"/>
                          </a:solidFill>
                          <a:latin typeface="Calibri"/>
                          <a:cs typeface="Calibri"/>
                        </a:rPr>
                        <a:t>07:00</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315"/>
                        </a:spcBef>
                      </a:pPr>
                      <a:r>
                        <a:rPr dirty="0" sz="1600" spc="-10">
                          <a:solidFill>
                            <a:srgbClr val="4E3629"/>
                          </a:solidFill>
                          <a:latin typeface="Calibri"/>
                          <a:cs typeface="Calibri"/>
                        </a:rPr>
                        <a:t>15-</a:t>
                      </a:r>
                      <a:r>
                        <a:rPr dirty="0" sz="1600" spc="-25">
                          <a:solidFill>
                            <a:srgbClr val="4E3629"/>
                          </a:solidFill>
                          <a:latin typeface="Calibri"/>
                          <a:cs typeface="Calibri"/>
                        </a:rPr>
                        <a:t>NOV-</a:t>
                      </a:r>
                      <a:r>
                        <a:rPr dirty="0" sz="1600">
                          <a:solidFill>
                            <a:srgbClr val="4E3629"/>
                          </a:solidFill>
                          <a:latin typeface="Calibri"/>
                          <a:cs typeface="Calibri"/>
                        </a:rPr>
                        <a:t>07</a:t>
                      </a:r>
                      <a:r>
                        <a:rPr dirty="0" sz="1600" spc="50">
                          <a:solidFill>
                            <a:srgbClr val="4E3629"/>
                          </a:solidFill>
                          <a:latin typeface="Calibri"/>
                          <a:cs typeface="Calibri"/>
                        </a:rPr>
                        <a:t> </a:t>
                      </a:r>
                      <a:r>
                        <a:rPr dirty="0" sz="1600" spc="-10">
                          <a:solidFill>
                            <a:srgbClr val="4E3629"/>
                          </a:solidFill>
                          <a:latin typeface="Calibri"/>
                          <a:cs typeface="Calibri"/>
                        </a:rPr>
                        <a:t>05.00.00.000000</a:t>
                      </a:r>
                      <a:r>
                        <a:rPr dirty="0" sz="1600" spc="50">
                          <a:solidFill>
                            <a:srgbClr val="4E3629"/>
                          </a:solidFill>
                          <a:latin typeface="Calibri"/>
                          <a:cs typeface="Calibri"/>
                        </a:rPr>
                        <a:t> </a:t>
                      </a:r>
                      <a:r>
                        <a:rPr dirty="0" sz="1600" spc="-25">
                          <a:solidFill>
                            <a:srgbClr val="4E3629"/>
                          </a:solidFill>
                          <a:latin typeface="Calibri"/>
                          <a:cs typeface="Calibri"/>
                        </a:rPr>
                        <a:t>PM</a:t>
                      </a:r>
                      <a:endParaRPr sz="1600">
                        <a:latin typeface="Calibri"/>
                        <a:cs typeface="Calibri"/>
                      </a:endParaRPr>
                    </a:p>
                  </a:txBody>
                  <a:tcPr marL="0" marR="0" marB="0" marT="4000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8" name="object 8" descr=""/>
          <p:cNvSpPr txBox="1"/>
          <p:nvPr/>
        </p:nvSpPr>
        <p:spPr>
          <a:xfrm>
            <a:off x="393191" y="2740151"/>
            <a:ext cx="8345805" cy="568960"/>
          </a:xfrm>
          <a:prstGeom prst="rect">
            <a:avLst/>
          </a:prstGeom>
          <a:solidFill>
            <a:srgbClr val="9DBEC4">
              <a:alpha val="50199"/>
            </a:srgbClr>
          </a:solidFill>
        </p:spPr>
        <p:txBody>
          <a:bodyPr wrap="square" lIns="0" tIns="0" rIns="0" bIns="0" rtlCol="0" vert="horz">
            <a:spAutoFit/>
          </a:bodyPr>
          <a:lstStyle/>
          <a:p>
            <a:pPr>
              <a:lnSpc>
                <a:spcPts val="2020"/>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time_ex3;</a:t>
            </a:r>
            <a:endParaRPr sz="1800">
              <a:latin typeface="Courier New"/>
              <a:cs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xfrm>
            <a:off x="392112" y="748031"/>
            <a:ext cx="4098290" cy="528320"/>
          </a:xfrm>
          <a:prstGeom prst="rect"/>
        </p:spPr>
        <p:txBody>
          <a:bodyPr wrap="square" lIns="0" tIns="12700" rIns="0" bIns="0" rtlCol="0" vert="horz">
            <a:spAutoFit/>
          </a:bodyPr>
          <a:lstStyle/>
          <a:p>
            <a:pPr marL="12700">
              <a:lnSpc>
                <a:spcPct val="100000"/>
              </a:lnSpc>
              <a:spcBef>
                <a:spcPts val="100"/>
              </a:spcBef>
            </a:pPr>
            <a:r>
              <a:rPr dirty="0"/>
              <a:t>Tipos</a:t>
            </a:r>
            <a:r>
              <a:rPr dirty="0" spc="-50"/>
              <a:t> </a:t>
            </a:r>
            <a:r>
              <a:rPr dirty="0"/>
              <a:t>de</a:t>
            </a:r>
            <a:r>
              <a:rPr dirty="0" spc="-50"/>
              <a:t> </a:t>
            </a:r>
            <a:r>
              <a:rPr dirty="0"/>
              <a:t>Dato</a:t>
            </a:r>
            <a:r>
              <a:rPr dirty="0" spc="-60"/>
              <a:t> </a:t>
            </a:r>
            <a:r>
              <a:rPr dirty="0" spc="-10"/>
              <a:t>INTERVAL</a:t>
            </a:r>
          </a:p>
        </p:txBody>
      </p:sp>
      <p:sp>
        <p:nvSpPr>
          <p:cNvPr id="5" name="object 5" descr=""/>
          <p:cNvSpPr txBox="1"/>
          <p:nvPr/>
        </p:nvSpPr>
        <p:spPr>
          <a:xfrm>
            <a:off x="483552" y="1415417"/>
            <a:ext cx="7722234" cy="2576195"/>
          </a:xfrm>
          <a:prstGeom prst="rect">
            <a:avLst/>
          </a:prstGeom>
        </p:spPr>
        <p:txBody>
          <a:bodyPr wrap="square" lIns="0" tIns="59690" rIns="0" bIns="0" rtlCol="0" vert="horz">
            <a:spAutoFit/>
          </a:bodyPr>
          <a:lstStyle/>
          <a:p>
            <a:pPr marL="182880" marR="48450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Estos</a:t>
            </a:r>
            <a:r>
              <a:rPr dirty="0" sz="2800" spc="-70">
                <a:solidFill>
                  <a:srgbClr val="4E3629"/>
                </a:solidFill>
                <a:latin typeface="Calibri"/>
                <a:cs typeface="Calibri"/>
              </a:rPr>
              <a:t> </a:t>
            </a:r>
            <a:r>
              <a:rPr dirty="0" sz="2800">
                <a:solidFill>
                  <a:srgbClr val="4E3629"/>
                </a:solidFill>
                <a:latin typeface="Calibri"/>
                <a:cs typeface="Calibri"/>
              </a:rPr>
              <a:t>almacenan</a:t>
            </a:r>
            <a:r>
              <a:rPr dirty="0" sz="2800" spc="-7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tiempo</a:t>
            </a:r>
            <a:r>
              <a:rPr dirty="0" sz="2800" spc="-65">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a:solidFill>
                  <a:srgbClr val="4E3629"/>
                </a:solidFill>
                <a:latin typeface="Calibri"/>
                <a:cs typeface="Calibri"/>
              </a:rPr>
              <a:t>intervalo</a:t>
            </a:r>
            <a:r>
              <a:rPr dirty="0" sz="2800" spc="-7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tiempo 	transcurrido</a:t>
            </a:r>
            <a:r>
              <a:rPr dirty="0" sz="2800" spc="-35">
                <a:solidFill>
                  <a:srgbClr val="4E3629"/>
                </a:solidFill>
                <a:latin typeface="Calibri"/>
                <a:cs typeface="Calibri"/>
              </a:rPr>
              <a:t> </a:t>
            </a:r>
            <a:r>
              <a:rPr dirty="0" sz="2800">
                <a:solidFill>
                  <a:srgbClr val="4E3629"/>
                </a:solidFill>
                <a:latin typeface="Calibri"/>
                <a:cs typeface="Calibri"/>
              </a:rPr>
              <a:t>entre</a:t>
            </a:r>
            <a:r>
              <a:rPr dirty="0" sz="2800" spc="-60">
                <a:solidFill>
                  <a:srgbClr val="4E3629"/>
                </a:solidFill>
                <a:latin typeface="Calibri"/>
                <a:cs typeface="Calibri"/>
              </a:rPr>
              <a:t> </a:t>
            </a:r>
            <a:r>
              <a:rPr dirty="0" sz="2800">
                <a:solidFill>
                  <a:srgbClr val="4E3629"/>
                </a:solidFill>
                <a:latin typeface="Calibri"/>
                <a:cs typeface="Calibri"/>
              </a:rPr>
              <a:t>dos</a:t>
            </a:r>
            <a:r>
              <a:rPr dirty="0" sz="2800" spc="-70">
                <a:solidFill>
                  <a:srgbClr val="4E3629"/>
                </a:solidFill>
                <a:latin typeface="Calibri"/>
                <a:cs typeface="Calibri"/>
              </a:rPr>
              <a:t> </a:t>
            </a:r>
            <a:r>
              <a:rPr dirty="0" sz="2800">
                <a:solidFill>
                  <a:srgbClr val="4E3629"/>
                </a:solidFill>
                <a:latin typeface="Calibri"/>
                <a:cs typeface="Calibri"/>
              </a:rPr>
              <a:t>valores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fecha</a:t>
            </a:r>
            <a:r>
              <a:rPr dirty="0" sz="2800" spc="-70">
                <a:solidFill>
                  <a:srgbClr val="4E3629"/>
                </a:solidFill>
                <a:latin typeface="Calibri"/>
                <a:cs typeface="Calibri"/>
              </a:rPr>
              <a:t> </a:t>
            </a:r>
            <a:r>
              <a:rPr dirty="0" sz="2800">
                <a:solidFill>
                  <a:srgbClr val="4E3629"/>
                </a:solidFill>
                <a:latin typeface="Calibri"/>
                <a:cs typeface="Calibri"/>
              </a:rPr>
              <a:t>y</a:t>
            </a:r>
            <a:r>
              <a:rPr dirty="0" sz="2800" spc="-80">
                <a:solidFill>
                  <a:srgbClr val="4E3629"/>
                </a:solidFill>
                <a:latin typeface="Calibri"/>
                <a:cs typeface="Calibri"/>
              </a:rPr>
              <a:t> </a:t>
            </a:r>
            <a:r>
              <a:rPr dirty="0" sz="2800" spc="-20">
                <a:solidFill>
                  <a:srgbClr val="4E3629"/>
                </a:solidFill>
                <a:latin typeface="Calibri"/>
                <a:cs typeface="Calibri"/>
              </a:rPr>
              <a:t>hora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spc="-20">
                <a:solidFill>
                  <a:srgbClr val="4E3629"/>
                </a:solidFill>
                <a:latin typeface="Calibri"/>
                <a:cs typeface="Calibri"/>
              </a:rPr>
              <a:t>INTERVAL</a:t>
            </a:r>
            <a:r>
              <a:rPr dirty="0" sz="2800" spc="-75">
                <a:solidFill>
                  <a:srgbClr val="4E3629"/>
                </a:solidFill>
                <a:latin typeface="Calibri"/>
                <a:cs typeface="Calibri"/>
              </a:rPr>
              <a:t> </a:t>
            </a:r>
            <a:r>
              <a:rPr dirty="0" sz="2800">
                <a:solidFill>
                  <a:srgbClr val="4E3629"/>
                </a:solidFill>
                <a:latin typeface="Calibri"/>
                <a:cs typeface="Calibri"/>
              </a:rPr>
              <a:t>YEAR</a:t>
            </a:r>
            <a:r>
              <a:rPr dirty="0" sz="2800" spc="-70">
                <a:solidFill>
                  <a:srgbClr val="4E3629"/>
                </a:solidFill>
                <a:latin typeface="Calibri"/>
                <a:cs typeface="Calibri"/>
              </a:rPr>
              <a:t> </a:t>
            </a:r>
            <a:r>
              <a:rPr dirty="0" sz="2800">
                <a:solidFill>
                  <a:srgbClr val="4E3629"/>
                </a:solidFill>
                <a:latin typeface="Calibri"/>
                <a:cs typeface="Calibri"/>
              </a:rPr>
              <a:t>TO</a:t>
            </a:r>
            <a:r>
              <a:rPr dirty="0" sz="2800" spc="-65">
                <a:solidFill>
                  <a:srgbClr val="4E3629"/>
                </a:solidFill>
                <a:latin typeface="Calibri"/>
                <a:cs typeface="Calibri"/>
              </a:rPr>
              <a:t> </a:t>
            </a:r>
            <a:r>
              <a:rPr dirty="0" sz="2800">
                <a:solidFill>
                  <a:srgbClr val="4E3629"/>
                </a:solidFill>
                <a:latin typeface="Calibri"/>
                <a:cs typeface="Calibri"/>
              </a:rPr>
              <a:t>MONTH</a:t>
            </a:r>
            <a:r>
              <a:rPr dirty="0" sz="2800" spc="-45">
                <a:solidFill>
                  <a:srgbClr val="4E3629"/>
                </a:solidFill>
                <a:latin typeface="Calibri"/>
                <a:cs typeface="Calibri"/>
              </a:rPr>
              <a:t> </a:t>
            </a:r>
            <a:r>
              <a:rPr dirty="0" sz="2800">
                <a:solidFill>
                  <a:srgbClr val="4E3629"/>
                </a:solidFill>
                <a:latin typeface="Calibri"/>
                <a:cs typeface="Calibri"/>
              </a:rPr>
              <a:t>almacena</a:t>
            </a:r>
            <a:r>
              <a:rPr dirty="0" sz="2800" spc="-6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período</a:t>
            </a:r>
            <a:r>
              <a:rPr dirty="0" sz="2800" spc="-4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tiempo</a:t>
            </a:r>
            <a:r>
              <a:rPr dirty="0" sz="2800" spc="-45">
                <a:solidFill>
                  <a:srgbClr val="4E3629"/>
                </a:solidFill>
                <a:latin typeface="Calibri"/>
                <a:cs typeface="Calibri"/>
              </a:rPr>
              <a:t> </a:t>
            </a:r>
            <a:r>
              <a:rPr dirty="0" sz="2800">
                <a:solidFill>
                  <a:srgbClr val="4E3629"/>
                </a:solidFill>
                <a:latin typeface="Calibri"/>
                <a:cs typeface="Calibri"/>
              </a:rPr>
              <a:t>medido</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años</a:t>
            </a:r>
            <a:r>
              <a:rPr dirty="0" sz="2800" spc="-45">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spc="-10">
                <a:solidFill>
                  <a:srgbClr val="4E3629"/>
                </a:solidFill>
                <a:latin typeface="Calibri"/>
                <a:cs typeface="Calibri"/>
              </a:rPr>
              <a:t>meses</a:t>
            </a:r>
            <a:endParaRPr sz="2800">
              <a:latin typeface="Calibri"/>
              <a:cs typeface="Calibri"/>
            </a:endParaRPr>
          </a:p>
          <a:p>
            <a:pPr marL="182880" marR="143510" indent="-170815">
              <a:lnSpc>
                <a:spcPts val="3030"/>
              </a:lnSpc>
              <a:spcBef>
                <a:spcPts val="790"/>
              </a:spcBef>
              <a:buClr>
                <a:srgbClr val="D1350F"/>
              </a:buClr>
              <a:buFont typeface="Arial MT"/>
              <a:buChar char="•"/>
              <a:tabLst>
                <a:tab pos="184785" algn="l"/>
              </a:tabLst>
            </a:pPr>
            <a:r>
              <a:rPr dirty="0" sz="2800" spc="-20">
                <a:solidFill>
                  <a:srgbClr val="4E3629"/>
                </a:solidFill>
                <a:latin typeface="Calibri"/>
                <a:cs typeface="Calibri"/>
              </a:rPr>
              <a:t>INTERVAL</a:t>
            </a:r>
            <a:r>
              <a:rPr dirty="0" sz="2800" spc="-85">
                <a:solidFill>
                  <a:srgbClr val="4E3629"/>
                </a:solidFill>
                <a:latin typeface="Calibri"/>
                <a:cs typeface="Calibri"/>
              </a:rPr>
              <a:t> </a:t>
            </a:r>
            <a:r>
              <a:rPr dirty="0" sz="2800" spc="-65">
                <a:solidFill>
                  <a:srgbClr val="4E3629"/>
                </a:solidFill>
                <a:latin typeface="Calibri"/>
                <a:cs typeface="Calibri"/>
              </a:rPr>
              <a:t>DAY</a:t>
            </a:r>
            <a:r>
              <a:rPr dirty="0" sz="2800" spc="-80">
                <a:solidFill>
                  <a:srgbClr val="4E3629"/>
                </a:solidFill>
                <a:latin typeface="Calibri"/>
                <a:cs typeface="Calibri"/>
              </a:rPr>
              <a:t> </a:t>
            </a:r>
            <a:r>
              <a:rPr dirty="0" sz="2800">
                <a:solidFill>
                  <a:srgbClr val="4E3629"/>
                </a:solidFill>
                <a:latin typeface="Calibri"/>
                <a:cs typeface="Calibri"/>
              </a:rPr>
              <a:t>TO</a:t>
            </a:r>
            <a:r>
              <a:rPr dirty="0" sz="2800" spc="-75">
                <a:solidFill>
                  <a:srgbClr val="4E3629"/>
                </a:solidFill>
                <a:latin typeface="Calibri"/>
                <a:cs typeface="Calibri"/>
              </a:rPr>
              <a:t> </a:t>
            </a:r>
            <a:r>
              <a:rPr dirty="0" sz="2800">
                <a:solidFill>
                  <a:srgbClr val="4E3629"/>
                </a:solidFill>
                <a:latin typeface="Calibri"/>
                <a:cs typeface="Calibri"/>
              </a:rPr>
              <a:t>SECOND</a:t>
            </a:r>
            <a:r>
              <a:rPr dirty="0" sz="2800" spc="-65">
                <a:solidFill>
                  <a:srgbClr val="4E3629"/>
                </a:solidFill>
                <a:latin typeface="Calibri"/>
                <a:cs typeface="Calibri"/>
              </a:rPr>
              <a:t> </a:t>
            </a:r>
            <a:r>
              <a:rPr dirty="0" sz="2800">
                <a:solidFill>
                  <a:srgbClr val="4E3629"/>
                </a:solidFill>
                <a:latin typeface="Calibri"/>
                <a:cs typeface="Calibri"/>
              </a:rPr>
              <a:t>almacena</a:t>
            </a:r>
            <a:r>
              <a:rPr dirty="0" sz="2800" spc="-85">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a:solidFill>
                  <a:srgbClr val="4E3629"/>
                </a:solidFill>
                <a:latin typeface="Calibri"/>
                <a:cs typeface="Calibri"/>
              </a:rPr>
              <a:t>período</a:t>
            </a:r>
            <a:r>
              <a:rPr dirty="0" sz="2800" spc="-6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tiempo</a:t>
            </a:r>
            <a:r>
              <a:rPr dirty="0" sz="2800" spc="-60">
                <a:solidFill>
                  <a:srgbClr val="4E3629"/>
                </a:solidFill>
                <a:latin typeface="Calibri"/>
                <a:cs typeface="Calibri"/>
              </a:rPr>
              <a:t> </a:t>
            </a:r>
            <a:r>
              <a:rPr dirty="0" sz="2800">
                <a:solidFill>
                  <a:srgbClr val="4E3629"/>
                </a:solidFill>
                <a:latin typeface="Calibri"/>
                <a:cs typeface="Calibri"/>
              </a:rPr>
              <a:t>medido</a:t>
            </a:r>
            <a:r>
              <a:rPr dirty="0" sz="2800" spc="-55">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días,</a:t>
            </a:r>
            <a:r>
              <a:rPr dirty="0" sz="2800" spc="-55">
                <a:solidFill>
                  <a:srgbClr val="4E3629"/>
                </a:solidFill>
                <a:latin typeface="Calibri"/>
                <a:cs typeface="Calibri"/>
              </a:rPr>
              <a:t> </a:t>
            </a:r>
            <a:r>
              <a:rPr dirty="0" sz="2800">
                <a:solidFill>
                  <a:srgbClr val="4E3629"/>
                </a:solidFill>
                <a:latin typeface="Calibri"/>
                <a:cs typeface="Calibri"/>
              </a:rPr>
              <a:t>horas,</a:t>
            </a:r>
            <a:r>
              <a:rPr dirty="0" sz="2800" spc="-60">
                <a:solidFill>
                  <a:srgbClr val="4E3629"/>
                </a:solidFill>
                <a:latin typeface="Calibri"/>
                <a:cs typeface="Calibri"/>
              </a:rPr>
              <a:t> </a:t>
            </a:r>
            <a:r>
              <a:rPr dirty="0" sz="2800">
                <a:solidFill>
                  <a:srgbClr val="4E3629"/>
                </a:solidFill>
                <a:latin typeface="Calibri"/>
                <a:cs typeface="Calibri"/>
              </a:rPr>
              <a:t>minutos</a:t>
            </a:r>
            <a:r>
              <a:rPr dirty="0" sz="2800" spc="-40">
                <a:solidFill>
                  <a:srgbClr val="4E3629"/>
                </a:solidFill>
                <a:latin typeface="Calibri"/>
                <a:cs typeface="Calibri"/>
              </a:rPr>
              <a:t> </a:t>
            </a:r>
            <a:r>
              <a:rPr dirty="0" sz="2800">
                <a:solidFill>
                  <a:srgbClr val="4E3629"/>
                </a:solidFill>
                <a:latin typeface="Calibri"/>
                <a:cs typeface="Calibri"/>
              </a:rPr>
              <a:t>y</a:t>
            </a:r>
            <a:r>
              <a:rPr dirty="0" sz="2800" spc="-75">
                <a:solidFill>
                  <a:srgbClr val="4E3629"/>
                </a:solidFill>
                <a:latin typeface="Calibri"/>
                <a:cs typeface="Calibri"/>
              </a:rPr>
              <a:t> </a:t>
            </a:r>
            <a:r>
              <a:rPr dirty="0" sz="2800" spc="-10">
                <a:solidFill>
                  <a:srgbClr val="4E3629"/>
                </a:solidFill>
                <a:latin typeface="Calibri"/>
                <a:cs typeface="Calibri"/>
              </a:rPr>
              <a:t>segundos</a:t>
            </a:r>
            <a:endParaRPr sz="2800">
              <a:latin typeface="Calibri"/>
              <a:cs typeface="Calibri"/>
            </a:endParaRPr>
          </a:p>
        </p:txBody>
      </p:sp>
      <p:pic>
        <p:nvPicPr>
          <p:cNvPr id="6" name="object 6" descr=""/>
          <p:cNvPicPr/>
          <p:nvPr/>
        </p:nvPicPr>
        <p:blipFill>
          <a:blip r:embed="rId4" cstate="print"/>
          <a:stretch>
            <a:fillRect/>
          </a:stretch>
        </p:blipFill>
        <p:spPr>
          <a:xfrm>
            <a:off x="3240023" y="4393691"/>
            <a:ext cx="2663939" cy="1780031"/>
          </a:xfrm>
          <a:prstGeom prst="rect">
            <a:avLst/>
          </a:prstGeom>
        </p:spPr>
      </p:pic>
      <p:sp>
        <p:nvSpPr>
          <p:cNvPr id="7" name="object 7"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45"/>
              <a:t> </a:t>
            </a:r>
            <a:r>
              <a:rPr dirty="0" spc="-10"/>
              <a:t>YEAR…TO</a:t>
            </a:r>
            <a:r>
              <a:rPr dirty="0" spc="-150"/>
              <a:t> </a:t>
            </a:r>
            <a:r>
              <a:rPr dirty="0" spc="-10"/>
              <a:t>MONTH</a:t>
            </a:r>
          </a:p>
        </p:txBody>
      </p:sp>
      <p:sp>
        <p:nvSpPr>
          <p:cNvPr id="5" name="object 5" descr=""/>
          <p:cNvSpPr txBox="1"/>
          <p:nvPr/>
        </p:nvSpPr>
        <p:spPr>
          <a:xfrm>
            <a:off x="483552" y="1415417"/>
            <a:ext cx="1374775"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spc="-10">
                <a:solidFill>
                  <a:srgbClr val="4E3629"/>
                </a:solidFill>
                <a:latin typeface="Calibri"/>
                <a:cs typeface="Calibri"/>
              </a:rPr>
              <a:t>Sintaxis:</a:t>
            </a:r>
            <a:endParaRPr sz="2800">
              <a:latin typeface="Calibri"/>
              <a:cs typeface="Calibri"/>
            </a:endParaRPr>
          </a:p>
        </p:txBody>
      </p:sp>
      <p:sp>
        <p:nvSpPr>
          <p:cNvPr id="6" name="object 6" descr=""/>
          <p:cNvSpPr txBox="1"/>
          <p:nvPr/>
        </p:nvSpPr>
        <p:spPr>
          <a:xfrm>
            <a:off x="483552" y="2387729"/>
            <a:ext cx="7513320" cy="132080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year_precision</a:t>
            </a:r>
            <a:r>
              <a:rPr dirty="0" sz="2800" spc="-4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a:solidFill>
                  <a:srgbClr val="4E3629"/>
                </a:solidFill>
                <a:latin typeface="Calibri"/>
                <a:cs typeface="Calibri"/>
              </a:rPr>
              <a:t>máximo</a:t>
            </a:r>
            <a:r>
              <a:rPr dirty="0" sz="2800" spc="-7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dígitos</a:t>
            </a:r>
            <a:r>
              <a:rPr dirty="0" sz="2800" spc="-55">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spc="-10">
                <a:solidFill>
                  <a:srgbClr val="4E3629"/>
                </a:solidFill>
                <a:latin typeface="Calibri"/>
                <a:cs typeface="Calibri"/>
              </a:rPr>
              <a:t>elemento</a:t>
            </a:r>
            <a:r>
              <a:rPr dirty="0" sz="2800" spc="-85">
                <a:solidFill>
                  <a:srgbClr val="4E3629"/>
                </a:solidFill>
                <a:latin typeface="Calibri"/>
                <a:cs typeface="Calibri"/>
              </a:rPr>
              <a:t> </a:t>
            </a:r>
            <a:r>
              <a:rPr dirty="0" sz="2800" spc="-20">
                <a:solidFill>
                  <a:srgbClr val="4E3629"/>
                </a:solidFill>
                <a:latin typeface="Calibri"/>
                <a:cs typeface="Calibri"/>
              </a:rPr>
              <a:t>YEAR</a:t>
            </a:r>
            <a:endParaRPr sz="2800">
              <a:latin typeface="Calibri"/>
              <a:cs typeface="Calibri"/>
            </a:endParaRPr>
          </a:p>
          <a:p>
            <a:pPr marL="183515" indent="-170815">
              <a:lnSpc>
                <a:spcPct val="100000"/>
              </a:lnSpc>
              <a:spcBef>
                <a:spcPts val="405"/>
              </a:spcBef>
              <a:buClr>
                <a:srgbClr val="D1350F"/>
              </a:buClr>
              <a:buFont typeface="Arial MT"/>
              <a:buChar char="•"/>
              <a:tabLst>
                <a:tab pos="183515" algn="l"/>
              </a:tabLst>
            </a:pP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a:solidFill>
                  <a:srgbClr val="4E3629"/>
                </a:solidFill>
                <a:latin typeface="Calibri"/>
                <a:cs typeface="Calibri"/>
              </a:rPr>
              <a:t>por</a:t>
            </a:r>
            <a:r>
              <a:rPr dirty="0" sz="2800" spc="-35">
                <a:solidFill>
                  <a:srgbClr val="4E3629"/>
                </a:solidFill>
                <a:latin typeface="Calibri"/>
                <a:cs typeface="Calibri"/>
              </a:rPr>
              <a:t> </a:t>
            </a:r>
            <a:r>
              <a:rPr dirty="0" sz="2800" spc="-10">
                <a:solidFill>
                  <a:srgbClr val="4E3629"/>
                </a:solidFill>
                <a:latin typeface="Calibri"/>
                <a:cs typeface="Calibri"/>
              </a:rPr>
              <a:t>defecto</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year_precision</a:t>
            </a:r>
            <a:r>
              <a:rPr dirty="0" sz="2800" spc="-15">
                <a:solidFill>
                  <a:srgbClr val="4E3629"/>
                </a:solidFill>
                <a:latin typeface="Calibri"/>
                <a:cs typeface="Calibri"/>
              </a:rPr>
              <a:t> </a:t>
            </a:r>
            <a:r>
              <a:rPr dirty="0" sz="2800">
                <a:solidFill>
                  <a:srgbClr val="4E3629"/>
                </a:solidFill>
                <a:latin typeface="Calibri"/>
                <a:cs typeface="Calibri"/>
              </a:rPr>
              <a:t>es</a:t>
            </a:r>
            <a:r>
              <a:rPr dirty="0" sz="2800" spc="-40">
                <a:solidFill>
                  <a:srgbClr val="4E3629"/>
                </a:solidFill>
                <a:latin typeface="Calibri"/>
                <a:cs typeface="Calibri"/>
              </a:rPr>
              <a:t> </a:t>
            </a:r>
            <a:r>
              <a:rPr dirty="0" sz="2800" spc="-50">
                <a:solidFill>
                  <a:srgbClr val="4E3629"/>
                </a:solidFill>
                <a:latin typeface="Calibri"/>
                <a:cs typeface="Calibri"/>
              </a:rPr>
              <a:t>2</a:t>
            </a:r>
            <a:endParaRPr sz="2800">
              <a:latin typeface="Calibri"/>
              <a:cs typeface="Calibri"/>
            </a:endParaRPr>
          </a:p>
        </p:txBody>
      </p:sp>
      <p:pic>
        <p:nvPicPr>
          <p:cNvPr id="7" name="object 7" descr=""/>
          <p:cNvPicPr/>
          <p:nvPr/>
        </p:nvPicPr>
        <p:blipFill>
          <a:blip r:embed="rId4" cstate="print"/>
          <a:stretch>
            <a:fillRect/>
          </a:stretch>
        </p:blipFill>
        <p:spPr>
          <a:xfrm>
            <a:off x="3240023" y="4393691"/>
            <a:ext cx="2663939" cy="1780031"/>
          </a:xfrm>
          <a:prstGeom prst="rect">
            <a:avLst/>
          </a:prstGeom>
        </p:spPr>
      </p:pic>
      <p:sp>
        <p:nvSpPr>
          <p:cNvPr id="8" name="object 8" descr=""/>
          <p:cNvSpPr txBox="1"/>
          <p:nvPr/>
        </p:nvSpPr>
        <p:spPr>
          <a:xfrm>
            <a:off x="393191" y="1940051"/>
            <a:ext cx="8345805" cy="393700"/>
          </a:xfrm>
          <a:prstGeom prst="rect">
            <a:avLst/>
          </a:prstGeom>
          <a:solidFill>
            <a:srgbClr val="9DBEC4">
              <a:alpha val="50199"/>
            </a:srgbClr>
          </a:solidFill>
        </p:spPr>
        <p:txBody>
          <a:bodyPr wrap="square" lIns="0" tIns="32384" rIns="0" bIns="0" rtlCol="0" vert="horz">
            <a:spAutoFit/>
          </a:bodyPr>
          <a:lstStyle/>
          <a:p>
            <a:pPr>
              <a:lnSpc>
                <a:spcPct val="100000"/>
              </a:lnSpc>
              <a:spcBef>
                <a:spcPts val="254"/>
              </a:spcBef>
            </a:pPr>
            <a:r>
              <a:rPr dirty="0" sz="1800" b="1">
                <a:solidFill>
                  <a:srgbClr val="4E3629"/>
                </a:solidFill>
                <a:latin typeface="Courier New"/>
                <a:cs typeface="Courier New"/>
              </a:rPr>
              <a:t>INTERVAL</a:t>
            </a:r>
            <a:r>
              <a:rPr dirty="0" sz="1800" spc="-90" b="1">
                <a:solidFill>
                  <a:srgbClr val="4E3629"/>
                </a:solidFill>
                <a:latin typeface="Courier New"/>
                <a:cs typeface="Courier New"/>
              </a:rPr>
              <a:t> </a:t>
            </a:r>
            <a:r>
              <a:rPr dirty="0" sz="1800" b="1">
                <a:solidFill>
                  <a:srgbClr val="4E3629"/>
                </a:solidFill>
                <a:latin typeface="Courier New"/>
                <a:cs typeface="Courier New"/>
              </a:rPr>
              <a:t>YEAR</a:t>
            </a:r>
            <a:r>
              <a:rPr dirty="0" sz="1800" spc="-80" b="1">
                <a:solidFill>
                  <a:srgbClr val="4E3629"/>
                </a:solidFill>
                <a:latin typeface="Courier New"/>
                <a:cs typeface="Courier New"/>
              </a:rPr>
              <a:t> </a:t>
            </a:r>
            <a:r>
              <a:rPr dirty="0" sz="1800" b="1">
                <a:solidFill>
                  <a:srgbClr val="4E3629"/>
                </a:solidFill>
                <a:latin typeface="Courier New"/>
                <a:cs typeface="Courier New"/>
              </a:rPr>
              <a:t>[(year_precision)]</a:t>
            </a:r>
            <a:r>
              <a:rPr dirty="0" sz="1800" spc="-85" b="1">
                <a:solidFill>
                  <a:srgbClr val="4E3629"/>
                </a:solidFill>
                <a:latin typeface="Courier New"/>
                <a:cs typeface="Courier New"/>
              </a:rPr>
              <a:t> </a:t>
            </a:r>
            <a:r>
              <a:rPr dirty="0" sz="1800" b="1">
                <a:solidFill>
                  <a:srgbClr val="4E3629"/>
                </a:solidFill>
                <a:latin typeface="Courier New"/>
                <a:cs typeface="Courier New"/>
              </a:rPr>
              <a:t>TO</a:t>
            </a:r>
            <a:r>
              <a:rPr dirty="0" sz="1800" spc="-75" b="1">
                <a:solidFill>
                  <a:srgbClr val="4E3629"/>
                </a:solidFill>
                <a:latin typeface="Courier New"/>
                <a:cs typeface="Courier New"/>
              </a:rPr>
              <a:t> </a:t>
            </a:r>
            <a:r>
              <a:rPr dirty="0" sz="1800" spc="-10" b="1">
                <a:solidFill>
                  <a:srgbClr val="4E3629"/>
                </a:solidFill>
                <a:latin typeface="Courier New"/>
                <a:cs typeface="Courier New"/>
              </a:rPr>
              <a:t>MONTH</a:t>
            </a:r>
            <a:endParaRPr sz="1800">
              <a:latin typeface="Courier New"/>
              <a:cs typeface="Courier New"/>
            </a:endParaRPr>
          </a:p>
        </p:txBody>
      </p:sp>
      <p:sp>
        <p:nvSpPr>
          <p:cNvPr id="9" name="object 9"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45"/>
              <a:t> </a:t>
            </a:r>
            <a:r>
              <a:rPr dirty="0" spc="-10"/>
              <a:t>YEAR…TO</a:t>
            </a:r>
            <a:r>
              <a:rPr dirty="0" spc="-150"/>
              <a:t> </a:t>
            </a:r>
            <a:r>
              <a:rPr dirty="0" spc="-10"/>
              <a:t>MONTH</a:t>
            </a:r>
          </a:p>
        </p:txBody>
      </p:sp>
      <p:sp>
        <p:nvSpPr>
          <p:cNvPr id="12" name="object 12"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13" name="object 13"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4" name="object 14"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19</a:t>
            </a:r>
          </a:p>
        </p:txBody>
      </p:sp>
      <p:sp>
        <p:nvSpPr>
          <p:cNvPr id="5" name="object 5" descr=""/>
          <p:cNvSpPr txBox="1"/>
          <p:nvPr/>
        </p:nvSpPr>
        <p:spPr>
          <a:xfrm>
            <a:off x="483552" y="1415417"/>
            <a:ext cx="694563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este</a:t>
            </a:r>
            <a:r>
              <a:rPr dirty="0" sz="2800" spc="-75">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spc="-10">
                <a:solidFill>
                  <a:srgbClr val="4E3629"/>
                </a:solidFill>
                <a:latin typeface="Calibri"/>
                <a:cs typeface="Calibri"/>
              </a:rPr>
              <a:t>muestra</a:t>
            </a:r>
            <a:r>
              <a:rPr dirty="0" sz="2800" spc="-50">
                <a:solidFill>
                  <a:srgbClr val="4E3629"/>
                </a:solidFill>
                <a:latin typeface="Calibri"/>
                <a:cs typeface="Calibri"/>
              </a:rPr>
              <a:t> </a:t>
            </a:r>
            <a:r>
              <a:rPr dirty="0" sz="2800" spc="-20">
                <a:solidFill>
                  <a:srgbClr val="4E3629"/>
                </a:solidFill>
                <a:latin typeface="Calibri"/>
                <a:cs typeface="Calibri"/>
              </a:rPr>
              <a:t>INTERVAL</a:t>
            </a:r>
            <a:r>
              <a:rPr dirty="0" sz="2800" spc="-70">
                <a:solidFill>
                  <a:srgbClr val="4E3629"/>
                </a:solidFill>
                <a:latin typeface="Calibri"/>
                <a:cs typeface="Calibri"/>
              </a:rPr>
              <a:t> </a:t>
            </a:r>
            <a:r>
              <a:rPr dirty="0" sz="2800">
                <a:solidFill>
                  <a:srgbClr val="4E3629"/>
                </a:solidFill>
                <a:latin typeface="Calibri"/>
                <a:cs typeface="Calibri"/>
              </a:rPr>
              <a:t>YEAR</a:t>
            </a:r>
            <a:r>
              <a:rPr dirty="0" sz="2800" spc="-70">
                <a:solidFill>
                  <a:srgbClr val="4E3629"/>
                </a:solidFill>
                <a:latin typeface="Calibri"/>
                <a:cs typeface="Calibri"/>
              </a:rPr>
              <a:t> </a:t>
            </a:r>
            <a:r>
              <a:rPr dirty="0" sz="2800" spc="-25">
                <a:solidFill>
                  <a:srgbClr val="4E3629"/>
                </a:solidFill>
                <a:latin typeface="Calibri"/>
                <a:cs typeface="Calibri"/>
              </a:rPr>
              <a:t>TO</a:t>
            </a:r>
            <a:endParaRPr sz="2800">
              <a:latin typeface="Calibri"/>
              <a:cs typeface="Calibri"/>
            </a:endParaRPr>
          </a:p>
        </p:txBody>
      </p:sp>
      <p:sp>
        <p:nvSpPr>
          <p:cNvPr id="6" name="object 6" descr=""/>
          <p:cNvSpPr txBox="1"/>
          <p:nvPr/>
        </p:nvSpPr>
        <p:spPr>
          <a:xfrm>
            <a:off x="655764" y="1799626"/>
            <a:ext cx="1282065" cy="452120"/>
          </a:xfrm>
          <a:prstGeom prst="rect">
            <a:avLst/>
          </a:prstGeom>
        </p:spPr>
        <p:txBody>
          <a:bodyPr wrap="square" lIns="0" tIns="12065" rIns="0" bIns="0" rtlCol="0" vert="horz">
            <a:spAutoFit/>
          </a:bodyPr>
          <a:lstStyle/>
          <a:p>
            <a:pPr marL="12700">
              <a:lnSpc>
                <a:spcPct val="100000"/>
              </a:lnSpc>
              <a:spcBef>
                <a:spcPts val="95"/>
              </a:spcBef>
            </a:pPr>
            <a:r>
              <a:rPr dirty="0" sz="2800" spc="-10">
                <a:solidFill>
                  <a:srgbClr val="4E3629"/>
                </a:solidFill>
                <a:latin typeface="Calibri"/>
                <a:cs typeface="Calibri"/>
              </a:rPr>
              <a:t>MONTH:</a:t>
            </a:r>
            <a:endParaRPr sz="2800">
              <a:latin typeface="Calibri"/>
              <a:cs typeface="Calibri"/>
            </a:endParaRPr>
          </a:p>
        </p:txBody>
      </p:sp>
      <p:sp>
        <p:nvSpPr>
          <p:cNvPr id="7" name="object 7" descr=""/>
          <p:cNvSpPr txBox="1"/>
          <p:nvPr/>
        </p:nvSpPr>
        <p:spPr>
          <a:xfrm>
            <a:off x="692283" y="3625964"/>
            <a:ext cx="4140835" cy="299720"/>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D1350F"/>
                </a:solidFill>
                <a:latin typeface="Calibri"/>
                <a:cs typeface="Calibri"/>
              </a:rPr>
              <a:t>Suponga</a:t>
            </a:r>
            <a:r>
              <a:rPr dirty="0" sz="1800" spc="-45">
                <a:solidFill>
                  <a:srgbClr val="D1350F"/>
                </a:solidFill>
                <a:latin typeface="Calibri"/>
                <a:cs typeface="Calibri"/>
              </a:rPr>
              <a:t> </a:t>
            </a:r>
            <a:r>
              <a:rPr dirty="0" sz="1800">
                <a:solidFill>
                  <a:srgbClr val="D1350F"/>
                </a:solidFill>
                <a:latin typeface="Calibri"/>
                <a:cs typeface="Calibri"/>
              </a:rPr>
              <a:t>que</a:t>
            </a:r>
            <a:r>
              <a:rPr dirty="0" sz="1800" spc="-35">
                <a:solidFill>
                  <a:srgbClr val="D1350F"/>
                </a:solidFill>
                <a:latin typeface="Calibri"/>
                <a:cs typeface="Calibri"/>
              </a:rPr>
              <a:t> </a:t>
            </a:r>
            <a:r>
              <a:rPr dirty="0" sz="1800">
                <a:solidFill>
                  <a:srgbClr val="D1350F"/>
                </a:solidFill>
                <a:latin typeface="Calibri"/>
                <a:cs typeface="Calibri"/>
              </a:rPr>
              <a:t>la</a:t>
            </a:r>
            <a:r>
              <a:rPr dirty="0" sz="1800" spc="-30">
                <a:solidFill>
                  <a:srgbClr val="D1350F"/>
                </a:solidFill>
                <a:latin typeface="Calibri"/>
                <a:cs typeface="Calibri"/>
              </a:rPr>
              <a:t> </a:t>
            </a:r>
            <a:r>
              <a:rPr dirty="0" sz="1800">
                <a:solidFill>
                  <a:srgbClr val="D1350F"/>
                </a:solidFill>
                <a:latin typeface="Calibri"/>
                <a:cs typeface="Calibri"/>
              </a:rPr>
              <a:t>fecha</a:t>
            </a:r>
            <a:r>
              <a:rPr dirty="0" sz="1800" spc="-35">
                <a:solidFill>
                  <a:srgbClr val="D1350F"/>
                </a:solidFill>
                <a:latin typeface="Calibri"/>
                <a:cs typeface="Calibri"/>
              </a:rPr>
              <a:t> </a:t>
            </a:r>
            <a:r>
              <a:rPr dirty="0" sz="1800">
                <a:solidFill>
                  <a:srgbClr val="D1350F"/>
                </a:solidFill>
                <a:latin typeface="Calibri"/>
                <a:cs typeface="Calibri"/>
              </a:rPr>
              <a:t>de</a:t>
            </a:r>
            <a:r>
              <a:rPr dirty="0" sz="1800" spc="-25">
                <a:solidFill>
                  <a:srgbClr val="D1350F"/>
                </a:solidFill>
                <a:latin typeface="Calibri"/>
                <a:cs typeface="Calibri"/>
              </a:rPr>
              <a:t> </a:t>
            </a:r>
            <a:r>
              <a:rPr dirty="0" sz="1800">
                <a:solidFill>
                  <a:srgbClr val="D1350F"/>
                </a:solidFill>
                <a:latin typeface="Calibri"/>
                <a:cs typeface="Calibri"/>
              </a:rPr>
              <a:t>hoy</a:t>
            </a:r>
            <a:r>
              <a:rPr dirty="0" sz="1800" spc="-40">
                <a:solidFill>
                  <a:srgbClr val="D1350F"/>
                </a:solidFill>
                <a:latin typeface="Calibri"/>
                <a:cs typeface="Calibri"/>
              </a:rPr>
              <a:t> </a:t>
            </a:r>
            <a:r>
              <a:rPr dirty="0" sz="1800">
                <a:solidFill>
                  <a:srgbClr val="D1350F"/>
                </a:solidFill>
                <a:latin typeface="Calibri"/>
                <a:cs typeface="Calibri"/>
              </a:rPr>
              <a:t>es:</a:t>
            </a:r>
            <a:r>
              <a:rPr dirty="0" sz="1800" spc="-35">
                <a:solidFill>
                  <a:srgbClr val="D1350F"/>
                </a:solidFill>
                <a:latin typeface="Calibri"/>
                <a:cs typeface="Calibri"/>
              </a:rPr>
              <a:t> </a:t>
            </a:r>
            <a:r>
              <a:rPr dirty="0" sz="1800" spc="-10">
                <a:solidFill>
                  <a:srgbClr val="D1350F"/>
                </a:solidFill>
                <a:latin typeface="Calibri"/>
                <a:cs typeface="Calibri"/>
              </a:rPr>
              <a:t>17-Jul-</a:t>
            </a:r>
            <a:r>
              <a:rPr dirty="0" sz="1800" spc="-20">
                <a:solidFill>
                  <a:srgbClr val="D1350F"/>
                </a:solidFill>
                <a:latin typeface="Calibri"/>
                <a:cs typeface="Calibri"/>
              </a:rPr>
              <a:t>2017</a:t>
            </a:r>
            <a:endParaRPr sz="1800">
              <a:latin typeface="Calibri"/>
              <a:cs typeface="Calibri"/>
            </a:endParaRPr>
          </a:p>
        </p:txBody>
      </p:sp>
      <p:graphicFrame>
        <p:nvGraphicFramePr>
          <p:cNvPr id="8" name="object 8" descr=""/>
          <p:cNvGraphicFramePr>
            <a:graphicFrameLocks noGrp="1"/>
          </p:cNvGraphicFramePr>
          <p:nvPr/>
        </p:nvGraphicFramePr>
        <p:xfrm>
          <a:off x="386840" y="5230342"/>
          <a:ext cx="8423275" cy="883285"/>
        </p:xfrm>
        <a:graphic>
          <a:graphicData uri="http://schemas.openxmlformats.org/drawingml/2006/table">
            <a:tbl>
              <a:tblPr firstRow="1" bandRow="1">
                <a:tableStyleId>{2D5ABB26-0587-4C30-8999-92F81FD0307C}</a:tableStyleId>
              </a:tblPr>
              <a:tblGrid>
                <a:gridCol w="4167504"/>
                <a:gridCol w="4167504"/>
              </a:tblGrid>
              <a:tr h="487045">
                <a:tc>
                  <a:txBody>
                    <a:bodyPr/>
                    <a:lstStyle/>
                    <a:p>
                      <a:pPr marL="71755">
                        <a:lnSpc>
                          <a:spcPts val="1820"/>
                        </a:lnSpc>
                      </a:pPr>
                      <a:r>
                        <a:rPr dirty="0" sz="1600" b="1">
                          <a:solidFill>
                            <a:srgbClr val="4E3629"/>
                          </a:solidFill>
                          <a:latin typeface="Calibri"/>
                          <a:cs typeface="Calibri"/>
                        </a:rPr>
                        <a:t>120</a:t>
                      </a:r>
                      <a:r>
                        <a:rPr dirty="0" sz="1600" spc="-25" b="1">
                          <a:solidFill>
                            <a:srgbClr val="4E3629"/>
                          </a:solidFill>
                          <a:latin typeface="Calibri"/>
                          <a:cs typeface="Calibri"/>
                        </a:rPr>
                        <a:t> </a:t>
                      </a:r>
                      <a:r>
                        <a:rPr dirty="0" sz="1600" b="1">
                          <a:solidFill>
                            <a:srgbClr val="4E3629"/>
                          </a:solidFill>
                          <a:latin typeface="Calibri"/>
                          <a:cs typeface="Calibri"/>
                        </a:rPr>
                        <a:t>months</a:t>
                      </a:r>
                      <a:r>
                        <a:rPr dirty="0" sz="1600" spc="-20" b="1">
                          <a:solidFill>
                            <a:srgbClr val="4E3629"/>
                          </a:solidFill>
                          <a:latin typeface="Calibri"/>
                          <a:cs typeface="Calibri"/>
                        </a:rPr>
                        <a:t> </a:t>
                      </a:r>
                      <a:r>
                        <a:rPr dirty="0" sz="1600" b="1">
                          <a:solidFill>
                            <a:srgbClr val="4E3629"/>
                          </a:solidFill>
                          <a:latin typeface="Calibri"/>
                          <a:cs typeface="Calibri"/>
                        </a:rPr>
                        <a:t>from</a:t>
                      </a:r>
                      <a:r>
                        <a:rPr dirty="0" sz="1600" spc="-15" b="1">
                          <a:solidFill>
                            <a:srgbClr val="4E3629"/>
                          </a:solidFill>
                          <a:latin typeface="Calibri"/>
                          <a:cs typeface="Calibri"/>
                        </a:rPr>
                        <a:t> </a:t>
                      </a:r>
                      <a:r>
                        <a:rPr dirty="0" sz="1600" b="1">
                          <a:solidFill>
                            <a:srgbClr val="4E3629"/>
                          </a:solidFill>
                          <a:latin typeface="Calibri"/>
                          <a:cs typeface="Calibri"/>
                        </a:rPr>
                        <a:t>now</a:t>
                      </a:r>
                      <a:r>
                        <a:rPr dirty="0" sz="1600" spc="-40" b="1">
                          <a:solidFill>
                            <a:srgbClr val="4E3629"/>
                          </a:solidFill>
                          <a:latin typeface="Calibri"/>
                          <a:cs typeface="Calibri"/>
                        </a:rPr>
                        <a:t> </a:t>
                      </a:r>
                      <a:r>
                        <a:rPr dirty="0" sz="1600" b="1">
                          <a:solidFill>
                            <a:srgbClr val="4E3629"/>
                          </a:solidFill>
                          <a:latin typeface="Calibri"/>
                          <a:cs typeface="Calibri"/>
                        </a:rPr>
                        <a:t>(120</a:t>
                      </a:r>
                      <a:r>
                        <a:rPr dirty="0" sz="1600" spc="-15" b="1">
                          <a:solidFill>
                            <a:srgbClr val="4E3629"/>
                          </a:solidFill>
                          <a:latin typeface="Calibri"/>
                          <a:cs typeface="Calibri"/>
                        </a:rPr>
                        <a:t> </a:t>
                      </a:r>
                      <a:r>
                        <a:rPr dirty="0" sz="1600" b="1">
                          <a:solidFill>
                            <a:srgbClr val="4E3629"/>
                          </a:solidFill>
                          <a:latin typeface="Calibri"/>
                          <a:cs typeface="Calibri"/>
                        </a:rPr>
                        <a:t>meses</a:t>
                      </a:r>
                      <a:r>
                        <a:rPr dirty="0" sz="1600" spc="-45" b="1">
                          <a:solidFill>
                            <a:srgbClr val="4E3629"/>
                          </a:solidFill>
                          <a:latin typeface="Calibri"/>
                          <a:cs typeface="Calibri"/>
                        </a:rPr>
                        <a:t> </a:t>
                      </a:r>
                      <a:r>
                        <a:rPr dirty="0" sz="1600" b="1">
                          <a:solidFill>
                            <a:srgbClr val="4E3629"/>
                          </a:solidFill>
                          <a:latin typeface="Calibri"/>
                          <a:cs typeface="Calibri"/>
                        </a:rPr>
                        <a:t>a</a:t>
                      </a:r>
                      <a:r>
                        <a:rPr dirty="0" sz="1600" spc="-35" b="1">
                          <a:solidFill>
                            <a:srgbClr val="4E3629"/>
                          </a:solidFill>
                          <a:latin typeface="Calibri"/>
                          <a:cs typeface="Calibri"/>
                        </a:rPr>
                        <a:t> </a:t>
                      </a:r>
                      <a:r>
                        <a:rPr dirty="0" sz="1600" b="1">
                          <a:solidFill>
                            <a:srgbClr val="4E3629"/>
                          </a:solidFill>
                          <a:latin typeface="Calibri"/>
                          <a:cs typeface="Calibri"/>
                        </a:rPr>
                        <a:t>partir</a:t>
                      </a:r>
                      <a:r>
                        <a:rPr dirty="0" sz="1600" spc="-25" b="1">
                          <a:solidFill>
                            <a:srgbClr val="4E3629"/>
                          </a:solidFill>
                          <a:latin typeface="Calibri"/>
                          <a:cs typeface="Calibri"/>
                        </a:rPr>
                        <a:t> de</a:t>
                      </a:r>
                      <a:endParaRPr sz="1600">
                        <a:latin typeface="Calibri"/>
                        <a:cs typeface="Calibri"/>
                      </a:endParaRPr>
                    </a:p>
                    <a:p>
                      <a:pPr marL="71755">
                        <a:lnSpc>
                          <a:spcPct val="100000"/>
                        </a:lnSpc>
                      </a:pPr>
                      <a:r>
                        <a:rPr dirty="0" sz="1600" spc="-10" b="1">
                          <a:solidFill>
                            <a:srgbClr val="4E3629"/>
                          </a:solidFill>
                          <a:latin typeface="Calibri"/>
                          <a:cs typeface="Calibri"/>
                        </a:rPr>
                        <a:t>ahora)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b="1">
                          <a:solidFill>
                            <a:srgbClr val="4E3629"/>
                          </a:solidFill>
                          <a:latin typeface="Calibri"/>
                          <a:cs typeface="Calibri"/>
                        </a:rPr>
                        <a:t>3</a:t>
                      </a:r>
                      <a:r>
                        <a:rPr dirty="0" sz="1600" spc="-30" b="1">
                          <a:solidFill>
                            <a:srgbClr val="4E3629"/>
                          </a:solidFill>
                          <a:latin typeface="Calibri"/>
                          <a:cs typeface="Calibri"/>
                        </a:rPr>
                        <a:t> </a:t>
                      </a:r>
                      <a:r>
                        <a:rPr dirty="0" sz="1600" b="1">
                          <a:solidFill>
                            <a:srgbClr val="4E3629"/>
                          </a:solidFill>
                          <a:latin typeface="Calibri"/>
                          <a:cs typeface="Calibri"/>
                        </a:rPr>
                        <a:t>years</a:t>
                      </a:r>
                      <a:r>
                        <a:rPr dirty="0" sz="1600" spc="-20" b="1">
                          <a:solidFill>
                            <a:srgbClr val="4E3629"/>
                          </a:solidFill>
                          <a:latin typeface="Calibri"/>
                          <a:cs typeface="Calibri"/>
                        </a:rPr>
                        <a:t> </a:t>
                      </a:r>
                      <a:r>
                        <a:rPr dirty="0" sz="1600" b="1">
                          <a:solidFill>
                            <a:srgbClr val="4E3629"/>
                          </a:solidFill>
                          <a:latin typeface="Calibri"/>
                          <a:cs typeface="Calibri"/>
                        </a:rPr>
                        <a:t>6</a:t>
                      </a:r>
                      <a:r>
                        <a:rPr dirty="0" sz="1600" spc="-25" b="1">
                          <a:solidFill>
                            <a:srgbClr val="4E3629"/>
                          </a:solidFill>
                          <a:latin typeface="Calibri"/>
                          <a:cs typeface="Calibri"/>
                        </a:rPr>
                        <a:t> </a:t>
                      </a:r>
                      <a:r>
                        <a:rPr dirty="0" sz="1600" b="1">
                          <a:solidFill>
                            <a:srgbClr val="4E3629"/>
                          </a:solidFill>
                          <a:latin typeface="Calibri"/>
                          <a:cs typeface="Calibri"/>
                        </a:rPr>
                        <a:t>months</a:t>
                      </a:r>
                      <a:r>
                        <a:rPr dirty="0" sz="1600" spc="-10" b="1">
                          <a:solidFill>
                            <a:srgbClr val="4E3629"/>
                          </a:solidFill>
                          <a:latin typeface="Calibri"/>
                          <a:cs typeface="Calibri"/>
                        </a:rPr>
                        <a:t> </a:t>
                      </a:r>
                      <a:r>
                        <a:rPr dirty="0" sz="1600" b="1">
                          <a:solidFill>
                            <a:srgbClr val="4E3629"/>
                          </a:solidFill>
                          <a:latin typeface="Calibri"/>
                          <a:cs typeface="Calibri"/>
                        </a:rPr>
                        <a:t>from</a:t>
                      </a:r>
                      <a:r>
                        <a:rPr dirty="0" sz="1600" spc="-15" b="1">
                          <a:solidFill>
                            <a:srgbClr val="4E3629"/>
                          </a:solidFill>
                          <a:latin typeface="Calibri"/>
                          <a:cs typeface="Calibri"/>
                        </a:rPr>
                        <a:t> </a:t>
                      </a:r>
                      <a:r>
                        <a:rPr dirty="0" sz="1600" b="1">
                          <a:solidFill>
                            <a:srgbClr val="4E3629"/>
                          </a:solidFill>
                          <a:latin typeface="Calibri"/>
                          <a:cs typeface="Calibri"/>
                        </a:rPr>
                        <a:t>now</a:t>
                      </a:r>
                      <a:r>
                        <a:rPr dirty="0" sz="1600" spc="-25" b="1">
                          <a:solidFill>
                            <a:srgbClr val="4E3629"/>
                          </a:solidFill>
                          <a:latin typeface="Calibri"/>
                          <a:cs typeface="Calibri"/>
                        </a:rPr>
                        <a:t> </a:t>
                      </a:r>
                      <a:r>
                        <a:rPr dirty="0" sz="1600" b="1">
                          <a:solidFill>
                            <a:srgbClr val="4E3629"/>
                          </a:solidFill>
                          <a:latin typeface="Calibri"/>
                          <a:cs typeface="Calibri"/>
                        </a:rPr>
                        <a:t>(3</a:t>
                      </a:r>
                      <a:r>
                        <a:rPr dirty="0" sz="1600" spc="-25" b="1">
                          <a:solidFill>
                            <a:srgbClr val="4E3629"/>
                          </a:solidFill>
                          <a:latin typeface="Calibri"/>
                          <a:cs typeface="Calibri"/>
                        </a:rPr>
                        <a:t> </a:t>
                      </a:r>
                      <a:r>
                        <a:rPr dirty="0" sz="1600" b="1">
                          <a:solidFill>
                            <a:srgbClr val="4E3629"/>
                          </a:solidFill>
                          <a:latin typeface="Calibri"/>
                          <a:cs typeface="Calibri"/>
                        </a:rPr>
                        <a:t>años</a:t>
                      </a:r>
                      <a:r>
                        <a:rPr dirty="0" sz="1600" spc="-25" b="1">
                          <a:solidFill>
                            <a:srgbClr val="4E3629"/>
                          </a:solidFill>
                          <a:latin typeface="Calibri"/>
                          <a:cs typeface="Calibri"/>
                        </a:rPr>
                        <a:t> </a:t>
                      </a:r>
                      <a:r>
                        <a:rPr dirty="0" sz="1600" b="1">
                          <a:solidFill>
                            <a:srgbClr val="4E3629"/>
                          </a:solidFill>
                          <a:latin typeface="Calibri"/>
                          <a:cs typeface="Calibri"/>
                        </a:rPr>
                        <a:t>y</a:t>
                      </a:r>
                      <a:r>
                        <a:rPr dirty="0" sz="1600" spc="-25" b="1">
                          <a:solidFill>
                            <a:srgbClr val="4E3629"/>
                          </a:solidFill>
                          <a:latin typeface="Calibri"/>
                          <a:cs typeface="Calibri"/>
                        </a:rPr>
                        <a:t> </a:t>
                      </a:r>
                      <a:r>
                        <a:rPr dirty="0" sz="1600" b="1">
                          <a:solidFill>
                            <a:srgbClr val="4E3629"/>
                          </a:solidFill>
                          <a:latin typeface="Calibri"/>
                          <a:cs typeface="Calibri"/>
                        </a:rPr>
                        <a:t>6</a:t>
                      </a:r>
                      <a:r>
                        <a:rPr dirty="0" sz="1600" spc="-25" b="1">
                          <a:solidFill>
                            <a:srgbClr val="4E3629"/>
                          </a:solidFill>
                          <a:latin typeface="Calibri"/>
                          <a:cs typeface="Calibri"/>
                        </a:rPr>
                        <a:t> </a:t>
                      </a:r>
                      <a:r>
                        <a:rPr dirty="0" sz="1600" b="1">
                          <a:solidFill>
                            <a:srgbClr val="4E3629"/>
                          </a:solidFill>
                          <a:latin typeface="Calibri"/>
                          <a:cs typeface="Calibri"/>
                        </a:rPr>
                        <a:t>meses</a:t>
                      </a:r>
                      <a:r>
                        <a:rPr dirty="0" sz="1600" spc="-35" b="1">
                          <a:solidFill>
                            <a:srgbClr val="4E3629"/>
                          </a:solidFill>
                          <a:latin typeface="Calibri"/>
                          <a:cs typeface="Calibri"/>
                        </a:rPr>
                        <a:t> </a:t>
                      </a:r>
                      <a:r>
                        <a:rPr dirty="0" sz="1600" spc="-50" b="1">
                          <a:solidFill>
                            <a:srgbClr val="4E3629"/>
                          </a:solidFill>
                          <a:latin typeface="Calibri"/>
                          <a:cs typeface="Calibri"/>
                        </a:rPr>
                        <a:t>a</a:t>
                      </a:r>
                      <a:endParaRPr sz="1600">
                        <a:latin typeface="Calibri"/>
                        <a:cs typeface="Calibri"/>
                      </a:endParaRPr>
                    </a:p>
                    <a:p>
                      <a:pPr marL="71755">
                        <a:lnSpc>
                          <a:spcPct val="100000"/>
                        </a:lnSpc>
                      </a:pPr>
                      <a:r>
                        <a:rPr dirty="0" sz="1600" b="1">
                          <a:solidFill>
                            <a:srgbClr val="4E3629"/>
                          </a:solidFill>
                          <a:latin typeface="Calibri"/>
                          <a:cs typeface="Calibri"/>
                        </a:rPr>
                        <a:t>partir</a:t>
                      </a:r>
                      <a:r>
                        <a:rPr dirty="0" sz="1600" spc="-25" b="1">
                          <a:solidFill>
                            <a:srgbClr val="4E3629"/>
                          </a:solidFill>
                          <a:latin typeface="Calibri"/>
                          <a:cs typeface="Calibri"/>
                        </a:rPr>
                        <a:t> </a:t>
                      </a:r>
                      <a:r>
                        <a:rPr dirty="0" sz="1600" b="1">
                          <a:solidFill>
                            <a:srgbClr val="4E3629"/>
                          </a:solidFill>
                          <a:latin typeface="Calibri"/>
                          <a:cs typeface="Calibri"/>
                        </a:rPr>
                        <a:t>de</a:t>
                      </a:r>
                      <a:r>
                        <a:rPr dirty="0" sz="1600" spc="-35" b="1">
                          <a:solidFill>
                            <a:srgbClr val="4E3629"/>
                          </a:solidFill>
                          <a:latin typeface="Calibri"/>
                          <a:cs typeface="Calibri"/>
                        </a:rPr>
                        <a:t> </a:t>
                      </a:r>
                      <a:r>
                        <a:rPr dirty="0" sz="1600" spc="-10" b="1">
                          <a:solidFill>
                            <a:srgbClr val="4E3629"/>
                          </a:solidFill>
                          <a:latin typeface="Calibri"/>
                          <a:cs typeface="Calibri"/>
                        </a:rPr>
                        <a:t>ahora)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96240">
                <a:tc>
                  <a:txBody>
                    <a:bodyPr/>
                    <a:lstStyle/>
                    <a:p>
                      <a:pPr marL="71755">
                        <a:lnSpc>
                          <a:spcPct val="100000"/>
                        </a:lnSpc>
                        <a:spcBef>
                          <a:spcPts val="500"/>
                        </a:spcBef>
                      </a:pPr>
                      <a:r>
                        <a:rPr dirty="0" sz="1600" spc="-10">
                          <a:solidFill>
                            <a:srgbClr val="4E3629"/>
                          </a:solidFill>
                          <a:latin typeface="Calibri"/>
                          <a:cs typeface="Calibri"/>
                        </a:rPr>
                        <a:t>17-Jul-</a:t>
                      </a:r>
                      <a:r>
                        <a:rPr dirty="0" sz="1600" spc="-20">
                          <a:solidFill>
                            <a:srgbClr val="4E3629"/>
                          </a:solidFill>
                          <a:latin typeface="Calibri"/>
                          <a:cs typeface="Calibri"/>
                        </a:rPr>
                        <a:t>2027</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500"/>
                        </a:spcBef>
                      </a:pPr>
                      <a:r>
                        <a:rPr dirty="0" sz="1600" spc="-10">
                          <a:solidFill>
                            <a:srgbClr val="4E3629"/>
                          </a:solidFill>
                          <a:latin typeface="Calibri"/>
                          <a:cs typeface="Calibri"/>
                        </a:rPr>
                        <a:t>17-Jan-</a:t>
                      </a:r>
                      <a:r>
                        <a:rPr dirty="0" sz="1600" spc="-20">
                          <a:solidFill>
                            <a:srgbClr val="4E3629"/>
                          </a:solidFill>
                          <a:latin typeface="Calibri"/>
                          <a:cs typeface="Calibri"/>
                        </a:rPr>
                        <a:t>2021</a:t>
                      </a:r>
                      <a:endParaRPr sz="1600">
                        <a:latin typeface="Calibri"/>
                        <a:cs typeface="Calibri"/>
                      </a:endParaRPr>
                    </a:p>
                  </a:txBody>
                  <a:tcPr marL="0" marR="0" marB="0" marT="6350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9" name="object 9" descr=""/>
          <p:cNvSpPr txBox="1"/>
          <p:nvPr/>
        </p:nvSpPr>
        <p:spPr>
          <a:xfrm>
            <a:off x="2186939" y="1882139"/>
            <a:ext cx="6541134" cy="795655"/>
          </a:xfrm>
          <a:prstGeom prst="rect">
            <a:avLst/>
          </a:prstGeom>
          <a:solidFill>
            <a:srgbClr val="9DBEC4">
              <a:alpha val="50199"/>
            </a:srgbClr>
          </a:solidFill>
        </p:spPr>
        <p:txBody>
          <a:bodyPr wrap="square" lIns="0" tIns="0" rIns="0" bIns="0" rtlCol="0" vert="horz">
            <a:spAutoFit/>
          </a:bodyPr>
          <a:lstStyle/>
          <a:p>
            <a:pPr>
              <a:lnSpc>
                <a:spcPts val="183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time_ex4</a:t>
            </a:r>
            <a:endParaRPr sz="1800">
              <a:latin typeface="Courier New"/>
              <a:cs typeface="Courier New"/>
            </a:endParaRPr>
          </a:p>
          <a:p>
            <a:pPr marL="136525" marR="663575" indent="-137160">
              <a:lnSpc>
                <a:spcPct val="100000"/>
              </a:lnSpc>
            </a:pPr>
            <a:r>
              <a:rPr dirty="0" sz="1800" b="1">
                <a:solidFill>
                  <a:srgbClr val="4E3629"/>
                </a:solidFill>
                <a:latin typeface="Courier New"/>
                <a:cs typeface="Courier New"/>
              </a:rPr>
              <a:t>(loan_duration1</a:t>
            </a:r>
            <a:r>
              <a:rPr dirty="0" sz="1800" spc="-90" b="1">
                <a:solidFill>
                  <a:srgbClr val="4E3629"/>
                </a:solidFill>
                <a:latin typeface="Courier New"/>
                <a:cs typeface="Courier New"/>
              </a:rPr>
              <a:t> </a:t>
            </a:r>
            <a:r>
              <a:rPr dirty="0" sz="1800" b="1">
                <a:solidFill>
                  <a:srgbClr val="4E3629"/>
                </a:solidFill>
                <a:latin typeface="Courier New"/>
                <a:cs typeface="Courier New"/>
              </a:rPr>
              <a:t>INTERVAL</a:t>
            </a:r>
            <a:r>
              <a:rPr dirty="0" sz="1800" spc="-80" b="1">
                <a:solidFill>
                  <a:srgbClr val="4E3629"/>
                </a:solidFill>
                <a:latin typeface="Courier New"/>
                <a:cs typeface="Courier New"/>
              </a:rPr>
              <a:t> </a:t>
            </a:r>
            <a:r>
              <a:rPr dirty="0" sz="1800" b="1">
                <a:solidFill>
                  <a:srgbClr val="4E3629"/>
                </a:solidFill>
                <a:latin typeface="Courier New"/>
                <a:cs typeface="Courier New"/>
              </a:rPr>
              <a:t>YEAR(3)</a:t>
            </a:r>
            <a:r>
              <a:rPr dirty="0" sz="1800" spc="-85" b="1">
                <a:solidFill>
                  <a:srgbClr val="4E3629"/>
                </a:solidFill>
                <a:latin typeface="Courier New"/>
                <a:cs typeface="Courier New"/>
              </a:rPr>
              <a:t> </a:t>
            </a:r>
            <a:r>
              <a:rPr dirty="0" sz="1800" b="1">
                <a:solidFill>
                  <a:srgbClr val="4E3629"/>
                </a:solidFill>
                <a:latin typeface="Courier New"/>
                <a:cs typeface="Courier New"/>
              </a:rPr>
              <a:t>TO</a:t>
            </a:r>
            <a:r>
              <a:rPr dirty="0" sz="1800" spc="-75" b="1">
                <a:solidFill>
                  <a:srgbClr val="4E3629"/>
                </a:solidFill>
                <a:latin typeface="Courier New"/>
                <a:cs typeface="Courier New"/>
              </a:rPr>
              <a:t> </a:t>
            </a:r>
            <a:r>
              <a:rPr dirty="0" sz="1800" spc="-10" b="1">
                <a:solidFill>
                  <a:srgbClr val="4E3629"/>
                </a:solidFill>
                <a:latin typeface="Courier New"/>
                <a:cs typeface="Courier New"/>
              </a:rPr>
              <a:t>MONTH, </a:t>
            </a:r>
            <a:r>
              <a:rPr dirty="0" sz="1800" b="1">
                <a:solidFill>
                  <a:srgbClr val="4E3629"/>
                </a:solidFill>
                <a:latin typeface="Courier New"/>
                <a:cs typeface="Courier New"/>
              </a:rPr>
              <a:t>loan_duration2</a:t>
            </a:r>
            <a:r>
              <a:rPr dirty="0" sz="1800" spc="-90" b="1">
                <a:solidFill>
                  <a:srgbClr val="4E3629"/>
                </a:solidFill>
                <a:latin typeface="Courier New"/>
                <a:cs typeface="Courier New"/>
              </a:rPr>
              <a:t> </a:t>
            </a:r>
            <a:r>
              <a:rPr dirty="0" sz="1800" b="1">
                <a:solidFill>
                  <a:srgbClr val="4E3629"/>
                </a:solidFill>
                <a:latin typeface="Courier New"/>
                <a:cs typeface="Courier New"/>
              </a:rPr>
              <a:t>INTERVAL</a:t>
            </a:r>
            <a:r>
              <a:rPr dirty="0" sz="1800" spc="-75" b="1">
                <a:solidFill>
                  <a:srgbClr val="4E3629"/>
                </a:solidFill>
                <a:latin typeface="Courier New"/>
                <a:cs typeface="Courier New"/>
              </a:rPr>
              <a:t> </a:t>
            </a:r>
            <a:r>
              <a:rPr dirty="0" sz="1800" b="1">
                <a:solidFill>
                  <a:srgbClr val="4E3629"/>
                </a:solidFill>
                <a:latin typeface="Courier New"/>
                <a:cs typeface="Courier New"/>
              </a:rPr>
              <a:t>YEAR(2)</a:t>
            </a:r>
            <a:r>
              <a:rPr dirty="0" sz="1800" spc="-85" b="1">
                <a:solidFill>
                  <a:srgbClr val="4E3629"/>
                </a:solidFill>
                <a:latin typeface="Courier New"/>
                <a:cs typeface="Courier New"/>
              </a:rPr>
              <a:t> </a:t>
            </a:r>
            <a:r>
              <a:rPr dirty="0" sz="1800" b="1">
                <a:solidFill>
                  <a:srgbClr val="4E3629"/>
                </a:solidFill>
                <a:latin typeface="Courier New"/>
                <a:cs typeface="Courier New"/>
              </a:rPr>
              <a:t>TO</a:t>
            </a:r>
            <a:r>
              <a:rPr dirty="0" sz="1800" spc="-75" b="1">
                <a:solidFill>
                  <a:srgbClr val="4E3629"/>
                </a:solidFill>
                <a:latin typeface="Courier New"/>
                <a:cs typeface="Courier New"/>
              </a:rPr>
              <a:t> </a:t>
            </a:r>
            <a:r>
              <a:rPr dirty="0" sz="1800" spc="-10" b="1">
                <a:solidFill>
                  <a:srgbClr val="4E3629"/>
                </a:solidFill>
                <a:latin typeface="Courier New"/>
                <a:cs typeface="Courier New"/>
              </a:rPr>
              <a:t>MONTH);</a:t>
            </a:r>
            <a:endParaRPr sz="1800">
              <a:latin typeface="Courier New"/>
              <a:cs typeface="Courier New"/>
            </a:endParaRPr>
          </a:p>
        </p:txBody>
      </p:sp>
      <p:sp>
        <p:nvSpPr>
          <p:cNvPr id="10" name="object 10" descr=""/>
          <p:cNvSpPr txBox="1"/>
          <p:nvPr/>
        </p:nvSpPr>
        <p:spPr>
          <a:xfrm>
            <a:off x="393191" y="2750820"/>
            <a:ext cx="8345805" cy="795655"/>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INSERT</a:t>
            </a:r>
            <a:r>
              <a:rPr dirty="0" sz="1800" spc="-90" b="1">
                <a:solidFill>
                  <a:srgbClr val="4E3629"/>
                </a:solidFill>
                <a:latin typeface="Courier New"/>
                <a:cs typeface="Courier New"/>
              </a:rPr>
              <a:t> </a:t>
            </a:r>
            <a:r>
              <a:rPr dirty="0" sz="1800" b="1">
                <a:solidFill>
                  <a:srgbClr val="4E3629"/>
                </a:solidFill>
                <a:latin typeface="Courier New"/>
                <a:cs typeface="Courier New"/>
              </a:rPr>
              <a:t>INTO</a:t>
            </a:r>
            <a:r>
              <a:rPr dirty="0" sz="1800" spc="-90" b="1">
                <a:solidFill>
                  <a:srgbClr val="4E3629"/>
                </a:solidFill>
                <a:latin typeface="Courier New"/>
                <a:cs typeface="Courier New"/>
              </a:rPr>
              <a:t> </a:t>
            </a:r>
            <a:r>
              <a:rPr dirty="0" sz="1800" b="1">
                <a:solidFill>
                  <a:srgbClr val="4E3629"/>
                </a:solidFill>
                <a:latin typeface="Courier New"/>
                <a:cs typeface="Courier New"/>
              </a:rPr>
              <a:t>time_ex4</a:t>
            </a:r>
            <a:r>
              <a:rPr dirty="0" sz="1800" spc="-85" b="1">
                <a:solidFill>
                  <a:srgbClr val="4E3629"/>
                </a:solidFill>
                <a:latin typeface="Courier New"/>
                <a:cs typeface="Courier New"/>
              </a:rPr>
              <a:t> </a:t>
            </a:r>
            <a:r>
              <a:rPr dirty="0" sz="1800" b="1">
                <a:solidFill>
                  <a:srgbClr val="4E3629"/>
                </a:solidFill>
                <a:latin typeface="Courier New"/>
                <a:cs typeface="Courier New"/>
              </a:rPr>
              <a:t>(loan_duration1,</a:t>
            </a:r>
            <a:r>
              <a:rPr dirty="0" sz="1800" spc="-85" b="1">
                <a:solidFill>
                  <a:srgbClr val="4E3629"/>
                </a:solidFill>
                <a:latin typeface="Courier New"/>
                <a:cs typeface="Courier New"/>
              </a:rPr>
              <a:t> </a:t>
            </a:r>
            <a:r>
              <a:rPr dirty="0" sz="1800" spc="-10" b="1">
                <a:solidFill>
                  <a:srgbClr val="4E3629"/>
                </a:solidFill>
                <a:latin typeface="Courier New"/>
                <a:cs typeface="Courier New"/>
              </a:rPr>
              <a:t>loan_duration2)</a:t>
            </a:r>
            <a:endParaRPr sz="1800">
              <a:latin typeface="Courier New"/>
              <a:cs typeface="Courier New"/>
            </a:endParaRPr>
          </a:p>
          <a:p>
            <a:pPr marL="1229360" marR="3014980" indent="-1229995">
              <a:lnSpc>
                <a:spcPct val="100000"/>
              </a:lnSpc>
            </a:pPr>
            <a:r>
              <a:rPr dirty="0" sz="1800" b="1">
                <a:solidFill>
                  <a:srgbClr val="4E3629"/>
                </a:solidFill>
                <a:latin typeface="Courier New"/>
                <a:cs typeface="Courier New"/>
              </a:rPr>
              <a:t>VALUES</a:t>
            </a:r>
            <a:r>
              <a:rPr dirty="0" sz="1800" spc="-75" b="1">
                <a:solidFill>
                  <a:srgbClr val="4E3629"/>
                </a:solidFill>
                <a:latin typeface="Courier New"/>
                <a:cs typeface="Courier New"/>
              </a:rPr>
              <a:t> </a:t>
            </a:r>
            <a:r>
              <a:rPr dirty="0" sz="1800" b="1">
                <a:solidFill>
                  <a:srgbClr val="4E3629"/>
                </a:solidFill>
                <a:latin typeface="Courier New"/>
                <a:cs typeface="Courier New"/>
              </a:rPr>
              <a:t>(INTERVAL</a:t>
            </a:r>
            <a:r>
              <a:rPr dirty="0" sz="1800" spc="-70" b="1">
                <a:solidFill>
                  <a:srgbClr val="4E3629"/>
                </a:solidFill>
                <a:latin typeface="Courier New"/>
                <a:cs typeface="Courier New"/>
              </a:rPr>
              <a:t> </a:t>
            </a:r>
            <a:r>
              <a:rPr dirty="0" sz="1800" b="1">
                <a:solidFill>
                  <a:srgbClr val="4E3629"/>
                </a:solidFill>
                <a:latin typeface="Courier New"/>
                <a:cs typeface="Courier New"/>
              </a:rPr>
              <a:t>'120'</a:t>
            </a:r>
            <a:r>
              <a:rPr dirty="0" sz="1800" spc="-65" b="1">
                <a:solidFill>
                  <a:srgbClr val="4E3629"/>
                </a:solidFill>
                <a:latin typeface="Courier New"/>
                <a:cs typeface="Courier New"/>
              </a:rPr>
              <a:t> </a:t>
            </a:r>
            <a:r>
              <a:rPr dirty="0" sz="1800" spc="-10" b="1">
                <a:solidFill>
                  <a:srgbClr val="4E3629"/>
                </a:solidFill>
                <a:latin typeface="Courier New"/>
                <a:cs typeface="Courier New"/>
              </a:rPr>
              <a:t>MONTH(3), </a:t>
            </a:r>
            <a:r>
              <a:rPr dirty="0" sz="1800" b="1">
                <a:solidFill>
                  <a:srgbClr val="4E3629"/>
                </a:solidFill>
                <a:latin typeface="Courier New"/>
                <a:cs typeface="Courier New"/>
              </a:rPr>
              <a:t>INTERVAL</a:t>
            </a:r>
            <a:r>
              <a:rPr dirty="0" sz="1800" spc="-55" b="1">
                <a:solidFill>
                  <a:srgbClr val="4E3629"/>
                </a:solidFill>
                <a:latin typeface="Courier New"/>
                <a:cs typeface="Courier New"/>
              </a:rPr>
              <a:t> </a:t>
            </a:r>
            <a:r>
              <a:rPr dirty="0" sz="1800" spc="-10" b="1">
                <a:solidFill>
                  <a:srgbClr val="4E3629"/>
                </a:solidFill>
                <a:latin typeface="Courier New"/>
                <a:cs typeface="Courier New"/>
              </a:rPr>
              <a:t>'3-</a:t>
            </a:r>
            <a:r>
              <a:rPr dirty="0" sz="1800" b="1">
                <a:solidFill>
                  <a:srgbClr val="4E3629"/>
                </a:solidFill>
                <a:latin typeface="Courier New"/>
                <a:cs typeface="Courier New"/>
              </a:rPr>
              <a:t>6'</a:t>
            </a:r>
            <a:r>
              <a:rPr dirty="0" sz="1800" spc="-40" b="1">
                <a:solidFill>
                  <a:srgbClr val="4E3629"/>
                </a:solidFill>
                <a:latin typeface="Courier New"/>
                <a:cs typeface="Courier New"/>
              </a:rPr>
              <a:t> </a:t>
            </a:r>
            <a:r>
              <a:rPr dirty="0" sz="1800" b="1">
                <a:solidFill>
                  <a:srgbClr val="4E3629"/>
                </a:solidFill>
                <a:latin typeface="Courier New"/>
                <a:cs typeface="Courier New"/>
              </a:rPr>
              <a:t>YEAR</a:t>
            </a:r>
            <a:r>
              <a:rPr dirty="0" sz="1800" spc="-40" b="1">
                <a:solidFill>
                  <a:srgbClr val="4E3629"/>
                </a:solidFill>
                <a:latin typeface="Courier New"/>
                <a:cs typeface="Courier New"/>
              </a:rPr>
              <a:t> </a:t>
            </a:r>
            <a:r>
              <a:rPr dirty="0" sz="1800" b="1">
                <a:solidFill>
                  <a:srgbClr val="4E3629"/>
                </a:solidFill>
                <a:latin typeface="Courier New"/>
                <a:cs typeface="Courier New"/>
              </a:rPr>
              <a:t>TO</a:t>
            </a:r>
            <a:r>
              <a:rPr dirty="0" sz="1800" spc="-45" b="1">
                <a:solidFill>
                  <a:srgbClr val="4E3629"/>
                </a:solidFill>
                <a:latin typeface="Courier New"/>
                <a:cs typeface="Courier New"/>
              </a:rPr>
              <a:t> </a:t>
            </a:r>
            <a:r>
              <a:rPr dirty="0" sz="1800" spc="-10" b="1">
                <a:solidFill>
                  <a:srgbClr val="4E3629"/>
                </a:solidFill>
                <a:latin typeface="Courier New"/>
                <a:cs typeface="Courier New"/>
              </a:rPr>
              <a:t>MONTH);</a:t>
            </a:r>
            <a:endParaRPr sz="1800">
              <a:latin typeface="Courier New"/>
              <a:cs typeface="Courier New"/>
            </a:endParaRPr>
          </a:p>
        </p:txBody>
      </p:sp>
      <p:sp>
        <p:nvSpPr>
          <p:cNvPr id="11" name="object 11" descr=""/>
          <p:cNvSpPr txBox="1"/>
          <p:nvPr/>
        </p:nvSpPr>
        <p:spPr>
          <a:xfrm>
            <a:off x="393191" y="3980688"/>
            <a:ext cx="8345805" cy="1149350"/>
          </a:xfrm>
          <a:prstGeom prst="rect">
            <a:avLst/>
          </a:prstGeom>
          <a:solidFill>
            <a:srgbClr val="9DBEC4">
              <a:alpha val="50199"/>
            </a:srgbClr>
          </a:solidFill>
        </p:spPr>
        <p:txBody>
          <a:bodyPr wrap="square" lIns="0" tIns="0" rIns="0" bIns="0" rtlCol="0" vert="horz">
            <a:spAutoFit/>
          </a:bodyPr>
          <a:lstStyle/>
          <a:p>
            <a:pPr marL="956944" indent="-957580">
              <a:lnSpc>
                <a:spcPts val="2150"/>
              </a:lnSpc>
            </a:pPr>
            <a:r>
              <a:rPr dirty="0" sz="1800" b="1">
                <a:solidFill>
                  <a:srgbClr val="4E3629"/>
                </a:solidFill>
                <a:latin typeface="Courier New"/>
                <a:cs typeface="Courier New"/>
              </a:rPr>
              <a:t>SELECT</a:t>
            </a:r>
            <a:r>
              <a:rPr dirty="0" sz="1800" spc="-55" b="1">
                <a:solidFill>
                  <a:srgbClr val="4E3629"/>
                </a:solidFill>
                <a:latin typeface="Courier New"/>
                <a:cs typeface="Courier New"/>
              </a:rPr>
              <a:t> </a:t>
            </a:r>
            <a:r>
              <a:rPr dirty="0" sz="1800" b="1">
                <a:solidFill>
                  <a:srgbClr val="4E3629"/>
                </a:solidFill>
                <a:latin typeface="Courier New"/>
                <a:cs typeface="Courier New"/>
              </a:rPr>
              <a:t>SYSDATE</a:t>
            </a:r>
            <a:r>
              <a:rPr dirty="0" sz="1800" spc="-60"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b="1">
                <a:solidFill>
                  <a:srgbClr val="4E3629"/>
                </a:solidFill>
                <a:latin typeface="Courier New"/>
                <a:cs typeface="Courier New"/>
              </a:rPr>
              <a:t>loan_duration1</a:t>
            </a:r>
            <a:r>
              <a:rPr dirty="0" sz="1800" spc="-60" b="1">
                <a:solidFill>
                  <a:srgbClr val="4E3629"/>
                </a:solidFill>
                <a:latin typeface="Courier New"/>
                <a:cs typeface="Courier New"/>
              </a:rPr>
              <a:t> </a:t>
            </a:r>
            <a:r>
              <a:rPr dirty="0" sz="1800" b="1">
                <a:solidFill>
                  <a:srgbClr val="4E3629"/>
                </a:solidFill>
                <a:latin typeface="Courier New"/>
                <a:cs typeface="Courier New"/>
              </a:rPr>
              <a:t>AS</a:t>
            </a:r>
            <a:r>
              <a:rPr dirty="0" sz="1800" spc="-55" b="1">
                <a:solidFill>
                  <a:srgbClr val="4E3629"/>
                </a:solidFill>
                <a:latin typeface="Courier New"/>
                <a:cs typeface="Courier New"/>
              </a:rPr>
              <a:t> </a:t>
            </a:r>
            <a:r>
              <a:rPr dirty="0" sz="1800" b="1">
                <a:solidFill>
                  <a:srgbClr val="4E3629"/>
                </a:solidFill>
                <a:latin typeface="Courier New"/>
                <a:cs typeface="Courier New"/>
              </a:rPr>
              <a:t>"120</a:t>
            </a:r>
            <a:r>
              <a:rPr dirty="0" sz="1800" spc="-50" b="1">
                <a:solidFill>
                  <a:srgbClr val="4E3629"/>
                </a:solidFill>
                <a:latin typeface="Courier New"/>
                <a:cs typeface="Courier New"/>
              </a:rPr>
              <a:t> </a:t>
            </a:r>
            <a:r>
              <a:rPr dirty="0" sz="1800" b="1">
                <a:solidFill>
                  <a:srgbClr val="4E3629"/>
                </a:solidFill>
                <a:latin typeface="Courier New"/>
                <a:cs typeface="Courier New"/>
              </a:rPr>
              <a:t>months</a:t>
            </a:r>
            <a:r>
              <a:rPr dirty="0" sz="1800" spc="-60" b="1">
                <a:solidFill>
                  <a:srgbClr val="4E3629"/>
                </a:solidFill>
                <a:latin typeface="Courier New"/>
                <a:cs typeface="Courier New"/>
              </a:rPr>
              <a:t> </a:t>
            </a:r>
            <a:r>
              <a:rPr dirty="0" sz="1800" b="1">
                <a:solidFill>
                  <a:srgbClr val="4E3629"/>
                </a:solidFill>
                <a:latin typeface="Courier New"/>
                <a:cs typeface="Courier New"/>
              </a:rPr>
              <a:t>from</a:t>
            </a:r>
            <a:r>
              <a:rPr dirty="0" sz="1800" spc="-55" b="1">
                <a:solidFill>
                  <a:srgbClr val="4E3629"/>
                </a:solidFill>
                <a:latin typeface="Courier New"/>
                <a:cs typeface="Courier New"/>
              </a:rPr>
              <a:t> </a:t>
            </a:r>
            <a:r>
              <a:rPr dirty="0" sz="1800" spc="-10" b="1">
                <a:solidFill>
                  <a:srgbClr val="4E3629"/>
                </a:solidFill>
                <a:latin typeface="Courier New"/>
                <a:cs typeface="Courier New"/>
              </a:rPr>
              <a:t>now",</a:t>
            </a:r>
            <a:endParaRPr sz="1800">
              <a:latin typeface="Courier New"/>
              <a:cs typeface="Courier New"/>
            </a:endParaRPr>
          </a:p>
          <a:p>
            <a:pPr marL="956944">
              <a:lnSpc>
                <a:spcPct val="100000"/>
              </a:lnSpc>
            </a:pPr>
            <a:r>
              <a:rPr dirty="0" sz="1800" b="1">
                <a:solidFill>
                  <a:srgbClr val="4E3629"/>
                </a:solidFill>
                <a:latin typeface="Courier New"/>
                <a:cs typeface="Courier New"/>
              </a:rPr>
              <a:t>SYSDATE</a:t>
            </a:r>
            <a:r>
              <a:rPr dirty="0" sz="1800" spc="-55" b="1">
                <a:solidFill>
                  <a:srgbClr val="4E3629"/>
                </a:solidFill>
                <a:latin typeface="Courier New"/>
                <a:cs typeface="Courier New"/>
              </a:rPr>
              <a:t> </a:t>
            </a:r>
            <a:r>
              <a:rPr dirty="0" sz="1800" b="1">
                <a:solidFill>
                  <a:srgbClr val="4E3629"/>
                </a:solidFill>
                <a:latin typeface="Courier New"/>
                <a:cs typeface="Courier New"/>
              </a:rPr>
              <a:t>+</a:t>
            </a:r>
            <a:r>
              <a:rPr dirty="0" sz="1800" spc="-50" b="1">
                <a:solidFill>
                  <a:srgbClr val="4E3629"/>
                </a:solidFill>
                <a:latin typeface="Courier New"/>
                <a:cs typeface="Courier New"/>
              </a:rPr>
              <a:t> </a:t>
            </a:r>
            <a:r>
              <a:rPr dirty="0" sz="1800" b="1">
                <a:solidFill>
                  <a:srgbClr val="4E3629"/>
                </a:solidFill>
                <a:latin typeface="Courier New"/>
                <a:cs typeface="Courier New"/>
              </a:rPr>
              <a:t>loan_duration2</a:t>
            </a:r>
            <a:r>
              <a:rPr dirty="0" sz="1800" spc="-50" b="1">
                <a:solidFill>
                  <a:srgbClr val="4E3629"/>
                </a:solidFill>
                <a:latin typeface="Courier New"/>
                <a:cs typeface="Courier New"/>
              </a:rPr>
              <a:t> </a:t>
            </a:r>
            <a:r>
              <a:rPr dirty="0" sz="1800" b="1">
                <a:solidFill>
                  <a:srgbClr val="4E3629"/>
                </a:solidFill>
                <a:latin typeface="Courier New"/>
                <a:cs typeface="Courier New"/>
              </a:rPr>
              <a:t>AS</a:t>
            </a:r>
            <a:r>
              <a:rPr dirty="0" sz="1800" spc="-45" b="1">
                <a:solidFill>
                  <a:srgbClr val="4E3629"/>
                </a:solidFill>
                <a:latin typeface="Courier New"/>
                <a:cs typeface="Courier New"/>
              </a:rPr>
              <a:t> </a:t>
            </a:r>
            <a:r>
              <a:rPr dirty="0" sz="1800" b="1">
                <a:solidFill>
                  <a:srgbClr val="4E3629"/>
                </a:solidFill>
                <a:latin typeface="Courier New"/>
                <a:cs typeface="Courier New"/>
              </a:rPr>
              <a:t>"3</a:t>
            </a:r>
            <a:r>
              <a:rPr dirty="0" sz="1800" spc="-50" b="1">
                <a:solidFill>
                  <a:srgbClr val="4E3629"/>
                </a:solidFill>
                <a:latin typeface="Courier New"/>
                <a:cs typeface="Courier New"/>
              </a:rPr>
              <a:t> </a:t>
            </a:r>
            <a:r>
              <a:rPr dirty="0" sz="1800" b="1">
                <a:solidFill>
                  <a:srgbClr val="4E3629"/>
                </a:solidFill>
                <a:latin typeface="Courier New"/>
                <a:cs typeface="Courier New"/>
              </a:rPr>
              <a:t>years</a:t>
            </a:r>
            <a:r>
              <a:rPr dirty="0" sz="1800" spc="-60" b="1">
                <a:solidFill>
                  <a:srgbClr val="4E3629"/>
                </a:solidFill>
                <a:latin typeface="Courier New"/>
                <a:cs typeface="Courier New"/>
              </a:rPr>
              <a:t> </a:t>
            </a:r>
            <a:r>
              <a:rPr dirty="0" sz="1800" b="1">
                <a:solidFill>
                  <a:srgbClr val="4E3629"/>
                </a:solidFill>
                <a:latin typeface="Courier New"/>
                <a:cs typeface="Courier New"/>
              </a:rPr>
              <a:t>6</a:t>
            </a:r>
            <a:r>
              <a:rPr dirty="0" sz="1800" spc="-40" b="1">
                <a:solidFill>
                  <a:srgbClr val="4E3629"/>
                </a:solidFill>
                <a:latin typeface="Courier New"/>
                <a:cs typeface="Courier New"/>
              </a:rPr>
              <a:t> </a:t>
            </a:r>
            <a:r>
              <a:rPr dirty="0" sz="1800" b="1">
                <a:solidFill>
                  <a:srgbClr val="4E3629"/>
                </a:solidFill>
                <a:latin typeface="Courier New"/>
                <a:cs typeface="Courier New"/>
              </a:rPr>
              <a:t>months</a:t>
            </a:r>
            <a:r>
              <a:rPr dirty="0" sz="1800" spc="-50" b="1">
                <a:solidFill>
                  <a:srgbClr val="4E3629"/>
                </a:solidFill>
                <a:latin typeface="Courier New"/>
                <a:cs typeface="Courier New"/>
              </a:rPr>
              <a:t> </a:t>
            </a:r>
            <a:r>
              <a:rPr dirty="0" sz="1800" spc="-20" b="1">
                <a:solidFill>
                  <a:srgbClr val="4E3629"/>
                </a:solidFill>
                <a:latin typeface="Courier New"/>
                <a:cs typeface="Courier New"/>
              </a:rPr>
              <a:t>from</a:t>
            </a:r>
            <a:endParaRPr sz="1800">
              <a:latin typeface="Courier New"/>
              <a:cs typeface="Courier New"/>
            </a:endParaRPr>
          </a:p>
          <a:p>
            <a:pPr>
              <a:lnSpc>
                <a:spcPct val="100000"/>
              </a:lnSpc>
            </a:pPr>
            <a:r>
              <a:rPr dirty="0" sz="1800" spc="-20" b="1">
                <a:solidFill>
                  <a:srgbClr val="4E3629"/>
                </a:solidFill>
                <a:latin typeface="Courier New"/>
                <a:cs typeface="Courier New"/>
              </a:rPr>
              <a:t>now"</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time_ex4;</a:t>
            </a:r>
            <a:endParaRPr sz="1800">
              <a:latin typeface="Courier New"/>
              <a:cs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05"/>
              <a:t> </a:t>
            </a:r>
            <a:r>
              <a:rPr dirty="0" spc="-65"/>
              <a:t>DAY…TO</a:t>
            </a:r>
            <a:r>
              <a:rPr dirty="0" spc="-120"/>
              <a:t> </a:t>
            </a:r>
            <a:r>
              <a:rPr dirty="0" spc="-10"/>
              <a:t>SECOND</a:t>
            </a:r>
          </a:p>
        </p:txBody>
      </p:sp>
      <p:sp>
        <p:nvSpPr>
          <p:cNvPr id="8" name="object 8"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20</a:t>
            </a:r>
          </a:p>
        </p:txBody>
      </p:sp>
      <p:sp>
        <p:nvSpPr>
          <p:cNvPr id="5" name="object 5" descr=""/>
          <p:cNvSpPr txBox="1"/>
          <p:nvPr/>
        </p:nvSpPr>
        <p:spPr>
          <a:xfrm>
            <a:off x="483552" y="1381889"/>
            <a:ext cx="8096884" cy="1236980"/>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Utilice</a:t>
            </a:r>
            <a:r>
              <a:rPr dirty="0" sz="2800" spc="-90">
                <a:solidFill>
                  <a:srgbClr val="4E3629"/>
                </a:solidFill>
                <a:latin typeface="Calibri"/>
                <a:cs typeface="Calibri"/>
              </a:rPr>
              <a:t> </a:t>
            </a:r>
            <a:r>
              <a:rPr dirty="0" sz="2800">
                <a:solidFill>
                  <a:srgbClr val="4E3629"/>
                </a:solidFill>
                <a:latin typeface="Calibri"/>
                <a:cs typeface="Calibri"/>
              </a:rPr>
              <a:t>esta</a:t>
            </a:r>
            <a:r>
              <a:rPr dirty="0" sz="2800" spc="-65">
                <a:solidFill>
                  <a:srgbClr val="4E3629"/>
                </a:solidFill>
                <a:latin typeface="Calibri"/>
                <a:cs typeface="Calibri"/>
              </a:rPr>
              <a:t> </a:t>
            </a:r>
            <a:r>
              <a:rPr dirty="0" sz="2800">
                <a:solidFill>
                  <a:srgbClr val="4E3629"/>
                </a:solidFill>
                <a:latin typeface="Calibri"/>
                <a:cs typeface="Calibri"/>
              </a:rPr>
              <a:t>opción</a:t>
            </a:r>
            <a:r>
              <a:rPr dirty="0" sz="2800" spc="-70">
                <a:solidFill>
                  <a:srgbClr val="4E3629"/>
                </a:solidFill>
                <a:latin typeface="Calibri"/>
                <a:cs typeface="Calibri"/>
              </a:rPr>
              <a:t> </a:t>
            </a:r>
            <a:r>
              <a:rPr dirty="0" sz="2800">
                <a:solidFill>
                  <a:srgbClr val="4E3629"/>
                </a:solidFill>
                <a:latin typeface="Calibri"/>
                <a:cs typeface="Calibri"/>
              </a:rPr>
              <a:t>cuando</a:t>
            </a:r>
            <a:r>
              <a:rPr dirty="0" sz="2800" spc="-65">
                <a:solidFill>
                  <a:srgbClr val="4E3629"/>
                </a:solidFill>
                <a:latin typeface="Calibri"/>
                <a:cs typeface="Calibri"/>
              </a:rPr>
              <a:t> </a:t>
            </a:r>
            <a:r>
              <a:rPr dirty="0" sz="2800">
                <a:solidFill>
                  <a:srgbClr val="4E3629"/>
                </a:solidFill>
                <a:latin typeface="Calibri"/>
                <a:cs typeface="Calibri"/>
              </a:rPr>
              <a:t>necesite</a:t>
            </a:r>
            <a:r>
              <a:rPr dirty="0" sz="2800" spc="-8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diferencia</a:t>
            </a:r>
            <a:r>
              <a:rPr dirty="0" sz="2800" spc="-70">
                <a:solidFill>
                  <a:srgbClr val="4E3629"/>
                </a:solidFill>
                <a:latin typeface="Calibri"/>
                <a:cs typeface="Calibri"/>
              </a:rPr>
              <a:t> </a:t>
            </a:r>
            <a:r>
              <a:rPr dirty="0" sz="2800" spc="-25">
                <a:solidFill>
                  <a:srgbClr val="4E3629"/>
                </a:solidFill>
                <a:latin typeface="Calibri"/>
                <a:cs typeface="Calibri"/>
              </a:rPr>
              <a:t>más </a:t>
            </a:r>
            <a:r>
              <a:rPr dirty="0" sz="2800" spc="-25">
                <a:solidFill>
                  <a:srgbClr val="4E3629"/>
                </a:solidFill>
                <a:latin typeface="Calibri"/>
                <a:cs typeface="Calibri"/>
              </a:rPr>
              <a:t>	</a:t>
            </a:r>
            <a:r>
              <a:rPr dirty="0" sz="2800">
                <a:solidFill>
                  <a:srgbClr val="4E3629"/>
                </a:solidFill>
                <a:latin typeface="Calibri"/>
                <a:cs typeface="Calibri"/>
              </a:rPr>
              <a:t>precisa</a:t>
            </a:r>
            <a:r>
              <a:rPr dirty="0" sz="2800" spc="-65">
                <a:solidFill>
                  <a:srgbClr val="4E3629"/>
                </a:solidFill>
                <a:latin typeface="Calibri"/>
                <a:cs typeface="Calibri"/>
              </a:rPr>
              <a:t> </a:t>
            </a:r>
            <a:r>
              <a:rPr dirty="0" sz="2800">
                <a:solidFill>
                  <a:srgbClr val="4E3629"/>
                </a:solidFill>
                <a:latin typeface="Calibri"/>
                <a:cs typeface="Calibri"/>
              </a:rPr>
              <a:t>entre</a:t>
            </a:r>
            <a:r>
              <a:rPr dirty="0" sz="2800" spc="-80">
                <a:solidFill>
                  <a:srgbClr val="4E3629"/>
                </a:solidFill>
                <a:latin typeface="Calibri"/>
                <a:cs typeface="Calibri"/>
              </a:rPr>
              <a:t> </a:t>
            </a:r>
            <a:r>
              <a:rPr dirty="0" sz="2800">
                <a:solidFill>
                  <a:srgbClr val="4E3629"/>
                </a:solidFill>
                <a:latin typeface="Calibri"/>
                <a:cs typeface="Calibri"/>
              </a:rPr>
              <a:t>dos</a:t>
            </a:r>
            <a:r>
              <a:rPr dirty="0" sz="2800" spc="-55">
                <a:solidFill>
                  <a:srgbClr val="4E3629"/>
                </a:solidFill>
                <a:latin typeface="Calibri"/>
                <a:cs typeface="Calibri"/>
              </a:rPr>
              <a:t> </a:t>
            </a:r>
            <a:r>
              <a:rPr dirty="0" sz="2800">
                <a:solidFill>
                  <a:srgbClr val="4E3629"/>
                </a:solidFill>
                <a:latin typeface="Calibri"/>
                <a:cs typeface="Calibri"/>
              </a:rPr>
              <a:t>valores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30">
                <a:solidFill>
                  <a:srgbClr val="4E3629"/>
                </a:solidFill>
                <a:latin typeface="Calibri"/>
                <a:cs typeface="Calibri"/>
              </a:rPr>
              <a:t>fecha-</a:t>
            </a:r>
            <a:r>
              <a:rPr dirty="0" sz="2800" spc="-20">
                <a:solidFill>
                  <a:srgbClr val="4E3629"/>
                </a:solidFill>
                <a:latin typeface="Calibri"/>
                <a:cs typeface="Calibri"/>
              </a:rPr>
              <a:t>hora</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spc="-10">
                <a:solidFill>
                  <a:srgbClr val="4E3629"/>
                </a:solidFill>
                <a:latin typeface="Calibri"/>
                <a:cs typeface="Calibri"/>
              </a:rPr>
              <a:t>Sintaxis:</a:t>
            </a:r>
            <a:endParaRPr sz="2800">
              <a:latin typeface="Calibri"/>
              <a:cs typeface="Calibri"/>
            </a:endParaRPr>
          </a:p>
        </p:txBody>
      </p:sp>
      <p:sp>
        <p:nvSpPr>
          <p:cNvPr id="6" name="object 6" descr=""/>
          <p:cNvSpPr txBox="1"/>
          <p:nvPr/>
        </p:nvSpPr>
        <p:spPr>
          <a:xfrm>
            <a:off x="483552" y="3052193"/>
            <a:ext cx="7836534" cy="2804795"/>
          </a:xfrm>
          <a:prstGeom prst="rect">
            <a:avLst/>
          </a:prstGeom>
        </p:spPr>
        <p:txBody>
          <a:bodyPr wrap="square" lIns="0" tIns="97155" rIns="0" bIns="0" rtlCol="0" vert="horz">
            <a:spAutoFit/>
          </a:bodyPr>
          <a:lstStyle/>
          <a:p>
            <a:pPr marL="182880" marR="410845" indent="-170815">
              <a:lnSpc>
                <a:spcPct val="80000"/>
              </a:lnSpc>
              <a:spcBef>
                <a:spcPts val="765"/>
              </a:spcBef>
              <a:buClr>
                <a:srgbClr val="D1350F"/>
              </a:buClr>
              <a:buFont typeface="Arial MT"/>
              <a:buChar char="•"/>
              <a:tabLst>
                <a:tab pos="184785" algn="l"/>
              </a:tabLst>
            </a:pPr>
            <a:r>
              <a:rPr dirty="0" sz="2800" spc="-10">
                <a:solidFill>
                  <a:srgbClr val="4E3629"/>
                </a:solidFill>
                <a:latin typeface="Calibri"/>
                <a:cs typeface="Calibri"/>
              </a:rPr>
              <a:t>Day_precision</a:t>
            </a:r>
            <a:r>
              <a:rPr dirty="0" sz="2800" spc="-4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55">
                <a:solidFill>
                  <a:srgbClr val="4E3629"/>
                </a:solidFill>
                <a:latin typeface="Calibri"/>
                <a:cs typeface="Calibri"/>
              </a:rPr>
              <a:t> </a:t>
            </a:r>
            <a:r>
              <a:rPr dirty="0" sz="2800">
                <a:solidFill>
                  <a:srgbClr val="4E3629"/>
                </a:solidFill>
                <a:latin typeface="Calibri"/>
                <a:cs typeface="Calibri"/>
              </a:rPr>
              <a:t>máximo</a:t>
            </a:r>
            <a:r>
              <a:rPr dirty="0" sz="2800" spc="-6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dígitos</a:t>
            </a:r>
            <a:r>
              <a:rPr dirty="0" sz="2800" spc="-65">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spc="-10">
                <a:solidFill>
                  <a:srgbClr val="4E3629"/>
                </a:solidFill>
                <a:latin typeface="Calibri"/>
                <a:cs typeface="Calibri"/>
              </a:rPr>
              <a:t>elemento</a:t>
            </a:r>
            <a:r>
              <a:rPr dirty="0" sz="2800" spc="-85">
                <a:solidFill>
                  <a:srgbClr val="4E3629"/>
                </a:solidFill>
                <a:latin typeface="Calibri"/>
                <a:cs typeface="Calibri"/>
              </a:rPr>
              <a:t> </a:t>
            </a:r>
            <a:r>
              <a:rPr dirty="0" sz="2800" spc="-25">
                <a:solidFill>
                  <a:srgbClr val="4E3629"/>
                </a:solidFill>
                <a:latin typeface="Calibri"/>
                <a:cs typeface="Calibri"/>
              </a:rPr>
              <a:t>DAY</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spc="-10">
                <a:solidFill>
                  <a:srgbClr val="4E3629"/>
                </a:solidFill>
                <a:latin typeface="Calibri"/>
                <a:cs typeface="Calibri"/>
              </a:rPr>
              <a:t>defecto</a:t>
            </a:r>
            <a:r>
              <a:rPr dirty="0" sz="2800" spc="-5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day_precision</a:t>
            </a:r>
            <a:r>
              <a:rPr dirty="0" sz="2800" spc="-5">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spc="-50">
                <a:solidFill>
                  <a:srgbClr val="4E3629"/>
                </a:solidFill>
                <a:latin typeface="Calibri"/>
                <a:cs typeface="Calibri"/>
              </a:rPr>
              <a:t>2</a:t>
            </a:r>
            <a:endParaRPr sz="2800">
              <a:latin typeface="Calibri"/>
              <a:cs typeface="Calibri"/>
            </a:endParaRPr>
          </a:p>
          <a:p>
            <a:pPr marL="182880" marR="5080" indent="-170815">
              <a:lnSpc>
                <a:spcPct val="80000"/>
              </a:lnSpc>
              <a:spcBef>
                <a:spcPts val="790"/>
              </a:spcBef>
              <a:buClr>
                <a:srgbClr val="D1350F"/>
              </a:buClr>
              <a:buFont typeface="Arial MT"/>
              <a:buChar char="•"/>
              <a:tabLst>
                <a:tab pos="184785" algn="l"/>
              </a:tabLst>
            </a:pPr>
            <a:r>
              <a:rPr dirty="0" sz="2800" spc="-10">
                <a:solidFill>
                  <a:srgbClr val="4E3629"/>
                </a:solidFill>
                <a:latin typeface="Calibri"/>
                <a:cs typeface="Calibri"/>
              </a:rPr>
              <a:t>fractional_seconds_precision </a:t>
            </a:r>
            <a:r>
              <a:rPr dirty="0" sz="2800">
                <a:solidFill>
                  <a:srgbClr val="4E3629"/>
                </a:solidFill>
                <a:latin typeface="Calibri"/>
                <a:cs typeface="Calibri"/>
              </a:rPr>
              <a:t>es</a:t>
            </a:r>
            <a:r>
              <a:rPr dirty="0" sz="2800" spc="-7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dígitos </a:t>
            </a:r>
            <a:r>
              <a:rPr dirty="0" sz="2800" spc="-1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parte</a:t>
            </a:r>
            <a:r>
              <a:rPr dirty="0" sz="2800" spc="-50">
                <a:solidFill>
                  <a:srgbClr val="4E3629"/>
                </a:solidFill>
                <a:latin typeface="Calibri"/>
                <a:cs typeface="Calibri"/>
              </a:rPr>
              <a:t> </a:t>
            </a:r>
            <a:r>
              <a:rPr dirty="0" sz="2800" spc="-10">
                <a:solidFill>
                  <a:srgbClr val="4E3629"/>
                </a:solidFill>
                <a:latin typeface="Calibri"/>
                <a:cs typeface="Calibri"/>
              </a:rPr>
              <a:t>fraccionaria</a:t>
            </a:r>
            <a:r>
              <a:rPr dirty="0" sz="2800" spc="-45">
                <a:solidFill>
                  <a:srgbClr val="4E3629"/>
                </a:solidFill>
                <a:latin typeface="Calibri"/>
                <a:cs typeface="Calibri"/>
              </a:rPr>
              <a:t> </a:t>
            </a:r>
            <a:r>
              <a:rPr dirty="0" sz="2800">
                <a:solidFill>
                  <a:srgbClr val="4E3629"/>
                </a:solidFill>
                <a:latin typeface="Calibri"/>
                <a:cs typeface="Calibri"/>
              </a:rPr>
              <a:t>del</a:t>
            </a:r>
            <a:r>
              <a:rPr dirty="0" sz="2800" spc="-45">
                <a:solidFill>
                  <a:srgbClr val="4E3629"/>
                </a:solidFill>
                <a:latin typeface="Calibri"/>
                <a:cs typeface="Calibri"/>
              </a:rPr>
              <a:t> </a:t>
            </a:r>
            <a:r>
              <a:rPr dirty="0" sz="2800">
                <a:solidFill>
                  <a:srgbClr val="4E3629"/>
                </a:solidFill>
                <a:latin typeface="Calibri"/>
                <a:cs typeface="Calibri"/>
              </a:rPr>
              <a:t>campo</a:t>
            </a:r>
            <a:r>
              <a:rPr dirty="0" sz="2800" spc="-3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fecha/hora 	SECOND</a:t>
            </a:r>
            <a:endParaRPr sz="2800">
              <a:latin typeface="Calibri"/>
              <a:cs typeface="Calibri"/>
            </a:endParaRPr>
          </a:p>
          <a:p>
            <a:pPr marL="183515" indent="-170815">
              <a:lnSpc>
                <a:spcPct val="100000"/>
              </a:lnSpc>
              <a:spcBef>
                <a:spcPts val="135"/>
              </a:spcBef>
              <a:buClr>
                <a:srgbClr val="D1350F"/>
              </a:buClr>
              <a:buFont typeface="Arial MT"/>
              <a:buChar char="•"/>
              <a:tabLst>
                <a:tab pos="183515" algn="l"/>
              </a:tabLst>
            </a:pP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valor</a:t>
            </a:r>
            <a:r>
              <a:rPr dirty="0" sz="2800" spc="-65">
                <a:solidFill>
                  <a:srgbClr val="4E3629"/>
                </a:solidFill>
                <a:latin typeface="Calibri"/>
                <a:cs typeface="Calibri"/>
              </a:rPr>
              <a:t> </a:t>
            </a:r>
            <a:r>
              <a:rPr dirty="0" sz="2800">
                <a:solidFill>
                  <a:srgbClr val="4E3629"/>
                </a:solidFill>
                <a:latin typeface="Calibri"/>
                <a:cs typeface="Calibri"/>
              </a:rPr>
              <a:t>por</a:t>
            </a:r>
            <a:r>
              <a:rPr dirty="0" sz="2800" spc="-35">
                <a:solidFill>
                  <a:srgbClr val="4E3629"/>
                </a:solidFill>
                <a:latin typeface="Calibri"/>
                <a:cs typeface="Calibri"/>
              </a:rPr>
              <a:t> </a:t>
            </a:r>
            <a:r>
              <a:rPr dirty="0" sz="2800" spc="-10">
                <a:solidFill>
                  <a:srgbClr val="4E3629"/>
                </a:solidFill>
                <a:latin typeface="Calibri"/>
                <a:cs typeface="Calibri"/>
              </a:rPr>
              <a:t>defecto</a:t>
            </a:r>
            <a:r>
              <a:rPr dirty="0" sz="2800" spc="-45">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6</a:t>
            </a:r>
            <a:endParaRPr sz="2800">
              <a:latin typeface="Calibri"/>
              <a:cs typeface="Calibri"/>
            </a:endParaRPr>
          </a:p>
        </p:txBody>
      </p:sp>
      <p:sp>
        <p:nvSpPr>
          <p:cNvPr id="7" name="object 7" descr=""/>
          <p:cNvSpPr txBox="1"/>
          <p:nvPr/>
        </p:nvSpPr>
        <p:spPr>
          <a:xfrm>
            <a:off x="393191" y="2634995"/>
            <a:ext cx="8345805" cy="524510"/>
          </a:xfrm>
          <a:prstGeom prst="rect">
            <a:avLst/>
          </a:prstGeom>
          <a:solidFill>
            <a:srgbClr val="9DBEC4">
              <a:alpha val="50199"/>
            </a:srgbClr>
          </a:solidFill>
        </p:spPr>
        <p:txBody>
          <a:bodyPr wrap="square" lIns="0" tIns="0" rIns="0" bIns="0" rtlCol="0" vert="horz">
            <a:spAutoFit/>
          </a:bodyPr>
          <a:lstStyle/>
          <a:p>
            <a:pPr>
              <a:lnSpc>
                <a:spcPts val="1845"/>
              </a:lnSpc>
            </a:pPr>
            <a:r>
              <a:rPr dirty="0" sz="1800" b="1">
                <a:solidFill>
                  <a:srgbClr val="4E3629"/>
                </a:solidFill>
                <a:latin typeface="Courier New"/>
                <a:cs typeface="Courier New"/>
              </a:rPr>
              <a:t>INTERVAL</a:t>
            </a:r>
            <a:r>
              <a:rPr dirty="0" sz="1800" spc="-85" b="1">
                <a:solidFill>
                  <a:srgbClr val="4E3629"/>
                </a:solidFill>
                <a:latin typeface="Courier New"/>
                <a:cs typeface="Courier New"/>
              </a:rPr>
              <a:t> </a:t>
            </a:r>
            <a:r>
              <a:rPr dirty="0" sz="1800" b="1">
                <a:solidFill>
                  <a:srgbClr val="4E3629"/>
                </a:solidFill>
                <a:latin typeface="Courier New"/>
                <a:cs typeface="Courier New"/>
              </a:rPr>
              <a:t>DAY</a:t>
            </a:r>
            <a:r>
              <a:rPr dirty="0" sz="1800" spc="-65" b="1">
                <a:solidFill>
                  <a:srgbClr val="4E3629"/>
                </a:solidFill>
                <a:latin typeface="Courier New"/>
                <a:cs typeface="Courier New"/>
              </a:rPr>
              <a:t> </a:t>
            </a:r>
            <a:r>
              <a:rPr dirty="0" sz="1800" b="1">
                <a:solidFill>
                  <a:srgbClr val="4E3629"/>
                </a:solidFill>
                <a:latin typeface="Courier New"/>
                <a:cs typeface="Courier New"/>
              </a:rPr>
              <a:t>[day_precision)]</a:t>
            </a:r>
            <a:r>
              <a:rPr dirty="0" sz="1800" spc="-75" b="1">
                <a:solidFill>
                  <a:srgbClr val="4E3629"/>
                </a:solidFill>
                <a:latin typeface="Courier New"/>
                <a:cs typeface="Courier New"/>
              </a:rPr>
              <a:t> </a:t>
            </a:r>
            <a:r>
              <a:rPr dirty="0" sz="1800" b="1">
                <a:solidFill>
                  <a:srgbClr val="4E3629"/>
                </a:solidFill>
                <a:latin typeface="Courier New"/>
                <a:cs typeface="Courier New"/>
              </a:rPr>
              <a:t>TO</a:t>
            </a:r>
            <a:r>
              <a:rPr dirty="0" sz="1800" spc="-80" b="1">
                <a:solidFill>
                  <a:srgbClr val="4E3629"/>
                </a:solidFill>
                <a:latin typeface="Courier New"/>
                <a:cs typeface="Courier New"/>
              </a:rPr>
              <a:t> </a:t>
            </a:r>
            <a:r>
              <a:rPr dirty="0" sz="1800" spc="-10" b="1">
                <a:solidFill>
                  <a:srgbClr val="4E3629"/>
                </a:solidFill>
                <a:latin typeface="Courier New"/>
                <a:cs typeface="Courier New"/>
              </a:rPr>
              <a:t>SECOND</a:t>
            </a:r>
            <a:endParaRPr sz="1800">
              <a:latin typeface="Courier New"/>
              <a:cs typeface="Courier New"/>
            </a:endParaRPr>
          </a:p>
          <a:p>
            <a:pPr>
              <a:lnSpc>
                <a:spcPct val="100000"/>
              </a:lnSpc>
            </a:pPr>
            <a:r>
              <a:rPr dirty="0" sz="1800" spc="-10" b="1">
                <a:solidFill>
                  <a:srgbClr val="4E3629"/>
                </a:solidFill>
                <a:latin typeface="Courier New"/>
                <a:cs typeface="Courier New"/>
              </a:rPr>
              <a:t>[(fractional_seconds_precision)]</a:t>
            </a:r>
            <a:endParaRPr sz="1800">
              <a:latin typeface="Courier New"/>
              <a:cs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4"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20"/>
              <a:t>INTERVAL</a:t>
            </a:r>
            <a:r>
              <a:rPr dirty="0" spc="-105"/>
              <a:t> </a:t>
            </a:r>
            <a:r>
              <a:rPr dirty="0" spc="-65"/>
              <a:t>DAY…TO</a:t>
            </a:r>
            <a:r>
              <a:rPr dirty="0" spc="-120"/>
              <a:t> </a:t>
            </a:r>
            <a:r>
              <a:rPr dirty="0" spc="-10"/>
              <a:t>SECOND</a:t>
            </a:r>
          </a:p>
        </p:txBody>
      </p:sp>
      <p:sp>
        <p:nvSpPr>
          <p:cNvPr id="5" name="object 5" descr=""/>
          <p:cNvSpPr txBox="1"/>
          <p:nvPr/>
        </p:nvSpPr>
        <p:spPr>
          <a:xfrm>
            <a:off x="483552" y="1415417"/>
            <a:ext cx="8145145"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este</a:t>
            </a:r>
            <a:r>
              <a:rPr dirty="0" sz="2800" spc="-80">
                <a:solidFill>
                  <a:srgbClr val="4E3629"/>
                </a:solidFill>
                <a:latin typeface="Calibri"/>
                <a:cs typeface="Calibri"/>
              </a:rPr>
              <a:t> </a:t>
            </a:r>
            <a:r>
              <a:rPr dirty="0" sz="2800">
                <a:solidFill>
                  <a:srgbClr val="4E3629"/>
                </a:solidFill>
                <a:latin typeface="Calibri"/>
                <a:cs typeface="Calibri"/>
              </a:rPr>
              <a:t>ejemplo</a:t>
            </a:r>
            <a:r>
              <a:rPr dirty="0" sz="2800" spc="-6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spc="-10">
                <a:solidFill>
                  <a:srgbClr val="4E3629"/>
                </a:solidFill>
                <a:latin typeface="Calibri"/>
                <a:cs typeface="Calibri"/>
              </a:rPr>
              <a:t>muestra</a:t>
            </a:r>
            <a:r>
              <a:rPr dirty="0" sz="2800" spc="-55">
                <a:solidFill>
                  <a:srgbClr val="4E3629"/>
                </a:solidFill>
                <a:latin typeface="Calibri"/>
                <a:cs typeface="Calibri"/>
              </a:rPr>
              <a:t> </a:t>
            </a:r>
            <a:r>
              <a:rPr dirty="0" sz="2800" spc="-20">
                <a:solidFill>
                  <a:srgbClr val="4E3629"/>
                </a:solidFill>
                <a:latin typeface="Calibri"/>
                <a:cs typeface="Calibri"/>
              </a:rPr>
              <a:t>INTERVAL</a:t>
            </a:r>
            <a:r>
              <a:rPr dirty="0" sz="2800" spc="-80">
                <a:solidFill>
                  <a:srgbClr val="4E3629"/>
                </a:solidFill>
                <a:latin typeface="Calibri"/>
                <a:cs typeface="Calibri"/>
              </a:rPr>
              <a:t> </a:t>
            </a:r>
            <a:r>
              <a:rPr dirty="0" sz="2800" spc="-60">
                <a:solidFill>
                  <a:srgbClr val="4E3629"/>
                </a:solidFill>
                <a:latin typeface="Calibri"/>
                <a:cs typeface="Calibri"/>
              </a:rPr>
              <a:t>DAY</a:t>
            </a:r>
            <a:r>
              <a:rPr dirty="0" sz="2800" spc="-65">
                <a:solidFill>
                  <a:srgbClr val="4E3629"/>
                </a:solidFill>
                <a:latin typeface="Calibri"/>
                <a:cs typeface="Calibri"/>
              </a:rPr>
              <a:t> </a:t>
            </a:r>
            <a:r>
              <a:rPr dirty="0" sz="2800">
                <a:solidFill>
                  <a:srgbClr val="4E3629"/>
                </a:solidFill>
                <a:latin typeface="Calibri"/>
                <a:cs typeface="Calibri"/>
              </a:rPr>
              <a:t>TO</a:t>
            </a:r>
            <a:r>
              <a:rPr dirty="0" sz="2800" spc="-85">
                <a:solidFill>
                  <a:srgbClr val="4E3629"/>
                </a:solidFill>
                <a:latin typeface="Calibri"/>
                <a:cs typeface="Calibri"/>
              </a:rPr>
              <a:t> </a:t>
            </a:r>
            <a:r>
              <a:rPr dirty="0" sz="2800" spc="-10">
                <a:solidFill>
                  <a:srgbClr val="4E3629"/>
                </a:solidFill>
                <a:latin typeface="Calibri"/>
                <a:cs typeface="Calibri"/>
              </a:rPr>
              <a:t>SECOND:</a:t>
            </a:r>
            <a:endParaRPr sz="2800">
              <a:latin typeface="Calibri"/>
              <a:cs typeface="Calibri"/>
            </a:endParaRPr>
          </a:p>
        </p:txBody>
      </p:sp>
      <p:graphicFrame>
        <p:nvGraphicFramePr>
          <p:cNvPr id="6" name="object 6" descr=""/>
          <p:cNvGraphicFramePr>
            <a:graphicFrameLocks noGrp="1"/>
          </p:cNvGraphicFramePr>
          <p:nvPr/>
        </p:nvGraphicFramePr>
        <p:xfrm>
          <a:off x="398462" y="5189912"/>
          <a:ext cx="8447405" cy="867410"/>
        </p:xfrm>
        <a:graphic>
          <a:graphicData uri="http://schemas.openxmlformats.org/drawingml/2006/table">
            <a:tbl>
              <a:tblPr firstRow="1" bandRow="1">
                <a:tableStyleId>{2D5ABB26-0587-4C30-8999-92F81FD0307C}</a:tableStyleId>
              </a:tblPr>
              <a:tblGrid>
                <a:gridCol w="4178935"/>
                <a:gridCol w="4178935"/>
              </a:tblGrid>
              <a:tr h="487045">
                <a:tc>
                  <a:txBody>
                    <a:bodyPr/>
                    <a:lstStyle/>
                    <a:p>
                      <a:pPr marL="71755">
                        <a:lnSpc>
                          <a:spcPct val="100000"/>
                        </a:lnSpc>
                        <a:spcBef>
                          <a:spcPts val="860"/>
                        </a:spcBef>
                      </a:pPr>
                      <a:r>
                        <a:rPr dirty="0" sz="1600" b="1">
                          <a:solidFill>
                            <a:srgbClr val="4E3629"/>
                          </a:solidFill>
                          <a:latin typeface="Calibri"/>
                          <a:cs typeface="Calibri"/>
                        </a:rPr>
                        <a:t>25</a:t>
                      </a:r>
                      <a:r>
                        <a:rPr dirty="0" sz="1600" spc="-20" b="1">
                          <a:solidFill>
                            <a:srgbClr val="4E3629"/>
                          </a:solidFill>
                          <a:latin typeface="Calibri"/>
                          <a:cs typeface="Calibri"/>
                        </a:rPr>
                        <a:t> </a:t>
                      </a:r>
                      <a:r>
                        <a:rPr dirty="0" sz="1600" b="1">
                          <a:solidFill>
                            <a:srgbClr val="4E3629"/>
                          </a:solidFill>
                          <a:latin typeface="Calibri"/>
                          <a:cs typeface="Calibri"/>
                        </a:rPr>
                        <a:t>Days</a:t>
                      </a:r>
                      <a:r>
                        <a:rPr dirty="0" sz="1600" spc="-40" b="1">
                          <a:solidFill>
                            <a:srgbClr val="4E3629"/>
                          </a:solidFill>
                          <a:latin typeface="Calibri"/>
                          <a:cs typeface="Calibri"/>
                        </a:rPr>
                        <a:t> </a:t>
                      </a:r>
                      <a:r>
                        <a:rPr dirty="0" sz="1600" b="1">
                          <a:solidFill>
                            <a:srgbClr val="4E3629"/>
                          </a:solidFill>
                          <a:latin typeface="Calibri"/>
                          <a:cs typeface="Calibri"/>
                        </a:rPr>
                        <a:t>from</a:t>
                      </a:r>
                      <a:r>
                        <a:rPr dirty="0" sz="1600" spc="-5" b="1">
                          <a:solidFill>
                            <a:srgbClr val="4E3629"/>
                          </a:solidFill>
                          <a:latin typeface="Calibri"/>
                          <a:cs typeface="Calibri"/>
                        </a:rPr>
                        <a:t> </a:t>
                      </a:r>
                      <a:r>
                        <a:rPr dirty="0" sz="1600" b="1">
                          <a:solidFill>
                            <a:srgbClr val="4E3629"/>
                          </a:solidFill>
                          <a:latin typeface="Calibri"/>
                          <a:cs typeface="Calibri"/>
                        </a:rPr>
                        <a:t>now</a:t>
                      </a:r>
                      <a:r>
                        <a:rPr dirty="0" sz="1600" spc="-35" b="1">
                          <a:solidFill>
                            <a:srgbClr val="4E3629"/>
                          </a:solidFill>
                          <a:latin typeface="Calibri"/>
                          <a:cs typeface="Calibri"/>
                        </a:rPr>
                        <a:t> </a:t>
                      </a:r>
                      <a:r>
                        <a:rPr dirty="0" sz="1600" b="1">
                          <a:solidFill>
                            <a:srgbClr val="4E3629"/>
                          </a:solidFill>
                          <a:latin typeface="Calibri"/>
                          <a:cs typeface="Calibri"/>
                        </a:rPr>
                        <a:t>(25</a:t>
                      </a:r>
                      <a:r>
                        <a:rPr dirty="0" sz="1600" spc="-10" b="1">
                          <a:solidFill>
                            <a:srgbClr val="4E3629"/>
                          </a:solidFill>
                          <a:latin typeface="Calibri"/>
                          <a:cs typeface="Calibri"/>
                        </a:rPr>
                        <a:t> </a:t>
                      </a:r>
                      <a:r>
                        <a:rPr dirty="0" sz="1600" b="1">
                          <a:solidFill>
                            <a:srgbClr val="4E3629"/>
                          </a:solidFill>
                          <a:latin typeface="Calibri"/>
                          <a:cs typeface="Calibri"/>
                        </a:rPr>
                        <a:t>días</a:t>
                      </a:r>
                      <a:r>
                        <a:rPr dirty="0" sz="1600" spc="-35" b="1">
                          <a:solidFill>
                            <a:srgbClr val="4E3629"/>
                          </a:solidFill>
                          <a:latin typeface="Calibri"/>
                          <a:cs typeface="Calibri"/>
                        </a:rPr>
                        <a:t> </a:t>
                      </a:r>
                      <a:r>
                        <a:rPr dirty="0" sz="1600" b="1">
                          <a:solidFill>
                            <a:srgbClr val="4E3629"/>
                          </a:solidFill>
                          <a:latin typeface="Calibri"/>
                          <a:cs typeface="Calibri"/>
                        </a:rPr>
                        <a:t>a</a:t>
                      </a:r>
                      <a:r>
                        <a:rPr dirty="0" sz="1600" spc="-35" b="1">
                          <a:solidFill>
                            <a:srgbClr val="4E3629"/>
                          </a:solidFill>
                          <a:latin typeface="Calibri"/>
                          <a:cs typeface="Calibri"/>
                        </a:rPr>
                        <a:t> </a:t>
                      </a:r>
                      <a:r>
                        <a:rPr dirty="0" sz="1600" b="1">
                          <a:solidFill>
                            <a:srgbClr val="4E3629"/>
                          </a:solidFill>
                          <a:latin typeface="Calibri"/>
                          <a:cs typeface="Calibri"/>
                        </a:rPr>
                        <a:t>partir</a:t>
                      </a:r>
                      <a:r>
                        <a:rPr dirty="0" sz="1600" spc="-25" b="1">
                          <a:solidFill>
                            <a:srgbClr val="4E3629"/>
                          </a:solidFill>
                          <a:latin typeface="Calibri"/>
                          <a:cs typeface="Calibri"/>
                        </a:rPr>
                        <a:t> </a:t>
                      </a:r>
                      <a:r>
                        <a:rPr dirty="0" sz="1600" b="1">
                          <a:solidFill>
                            <a:srgbClr val="4E3629"/>
                          </a:solidFill>
                          <a:latin typeface="Calibri"/>
                          <a:cs typeface="Calibri"/>
                        </a:rPr>
                        <a:t>de</a:t>
                      </a:r>
                      <a:r>
                        <a:rPr dirty="0" sz="1600" spc="-25" b="1">
                          <a:solidFill>
                            <a:srgbClr val="4E3629"/>
                          </a:solidFill>
                          <a:latin typeface="Calibri"/>
                          <a:cs typeface="Calibri"/>
                        </a:rPr>
                        <a:t> </a:t>
                      </a:r>
                      <a:r>
                        <a:rPr dirty="0" sz="1600" spc="-10" b="1">
                          <a:solidFill>
                            <a:srgbClr val="4E3629"/>
                          </a:solidFill>
                          <a:latin typeface="Calibri"/>
                          <a:cs typeface="Calibri"/>
                        </a:rPr>
                        <a:t>ahora)</a:t>
                      </a:r>
                      <a:endParaRPr sz="1600">
                        <a:latin typeface="Calibri"/>
                        <a:cs typeface="Calibri"/>
                      </a:endParaRPr>
                    </a:p>
                  </a:txBody>
                  <a:tcPr marL="0" marR="0" marB="0" marT="10922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820"/>
                        </a:lnSpc>
                      </a:pPr>
                      <a:r>
                        <a:rPr dirty="0" sz="1600" b="1">
                          <a:solidFill>
                            <a:srgbClr val="4E3629"/>
                          </a:solidFill>
                          <a:latin typeface="Calibri"/>
                          <a:cs typeface="Calibri"/>
                        </a:rPr>
                        <a:t>precise</a:t>
                      </a:r>
                      <a:r>
                        <a:rPr dirty="0" sz="1600" spc="-45" b="1">
                          <a:solidFill>
                            <a:srgbClr val="4E3629"/>
                          </a:solidFill>
                          <a:latin typeface="Calibri"/>
                          <a:cs typeface="Calibri"/>
                        </a:rPr>
                        <a:t> </a:t>
                      </a:r>
                      <a:r>
                        <a:rPr dirty="0" sz="1600" b="1">
                          <a:solidFill>
                            <a:srgbClr val="4E3629"/>
                          </a:solidFill>
                          <a:latin typeface="Calibri"/>
                          <a:cs typeface="Calibri"/>
                        </a:rPr>
                        <a:t>days</a:t>
                      </a:r>
                      <a:r>
                        <a:rPr dirty="0" sz="1600" spc="-20" b="1">
                          <a:solidFill>
                            <a:srgbClr val="4E3629"/>
                          </a:solidFill>
                          <a:latin typeface="Calibri"/>
                          <a:cs typeface="Calibri"/>
                        </a:rPr>
                        <a:t> </a:t>
                      </a:r>
                      <a:r>
                        <a:rPr dirty="0" sz="1600" b="1">
                          <a:solidFill>
                            <a:srgbClr val="4E3629"/>
                          </a:solidFill>
                          <a:latin typeface="Calibri"/>
                          <a:cs typeface="Calibri"/>
                        </a:rPr>
                        <a:t>and</a:t>
                      </a:r>
                      <a:r>
                        <a:rPr dirty="0" sz="1600" spc="-30" b="1">
                          <a:solidFill>
                            <a:srgbClr val="4E3629"/>
                          </a:solidFill>
                          <a:latin typeface="Calibri"/>
                          <a:cs typeface="Calibri"/>
                        </a:rPr>
                        <a:t> </a:t>
                      </a:r>
                      <a:r>
                        <a:rPr dirty="0" sz="1600" b="1">
                          <a:solidFill>
                            <a:srgbClr val="4E3629"/>
                          </a:solidFill>
                          <a:latin typeface="Calibri"/>
                          <a:cs typeface="Calibri"/>
                        </a:rPr>
                        <a:t>time</a:t>
                      </a:r>
                      <a:r>
                        <a:rPr dirty="0" sz="1600" spc="-45" b="1">
                          <a:solidFill>
                            <a:srgbClr val="4E3629"/>
                          </a:solidFill>
                          <a:latin typeface="Calibri"/>
                          <a:cs typeface="Calibri"/>
                        </a:rPr>
                        <a:t> </a:t>
                      </a:r>
                      <a:r>
                        <a:rPr dirty="0" sz="1600" b="1">
                          <a:solidFill>
                            <a:srgbClr val="4E3629"/>
                          </a:solidFill>
                          <a:latin typeface="Calibri"/>
                          <a:cs typeface="Calibri"/>
                        </a:rPr>
                        <a:t>from</a:t>
                      </a:r>
                      <a:r>
                        <a:rPr dirty="0" sz="1600" spc="-25" b="1">
                          <a:solidFill>
                            <a:srgbClr val="4E3629"/>
                          </a:solidFill>
                          <a:latin typeface="Calibri"/>
                          <a:cs typeface="Calibri"/>
                        </a:rPr>
                        <a:t> </a:t>
                      </a:r>
                      <a:r>
                        <a:rPr dirty="0" sz="1600" b="1">
                          <a:solidFill>
                            <a:srgbClr val="4E3629"/>
                          </a:solidFill>
                          <a:latin typeface="Calibri"/>
                          <a:cs typeface="Calibri"/>
                        </a:rPr>
                        <a:t>now</a:t>
                      </a:r>
                      <a:r>
                        <a:rPr dirty="0" sz="1600" spc="-30" b="1">
                          <a:solidFill>
                            <a:srgbClr val="4E3629"/>
                          </a:solidFill>
                          <a:latin typeface="Calibri"/>
                          <a:cs typeface="Calibri"/>
                        </a:rPr>
                        <a:t> </a:t>
                      </a:r>
                      <a:r>
                        <a:rPr dirty="0" sz="1600" b="1">
                          <a:solidFill>
                            <a:srgbClr val="4E3629"/>
                          </a:solidFill>
                          <a:latin typeface="Calibri"/>
                          <a:cs typeface="Calibri"/>
                        </a:rPr>
                        <a:t>(Días</a:t>
                      </a:r>
                      <a:r>
                        <a:rPr dirty="0" sz="1600" spc="-45" b="1">
                          <a:solidFill>
                            <a:srgbClr val="4E3629"/>
                          </a:solidFill>
                          <a:latin typeface="Calibri"/>
                          <a:cs typeface="Calibri"/>
                        </a:rPr>
                        <a:t> </a:t>
                      </a:r>
                      <a:r>
                        <a:rPr dirty="0" sz="1600" b="1">
                          <a:solidFill>
                            <a:srgbClr val="4E3629"/>
                          </a:solidFill>
                          <a:latin typeface="Calibri"/>
                          <a:cs typeface="Calibri"/>
                        </a:rPr>
                        <a:t>y</a:t>
                      </a:r>
                      <a:r>
                        <a:rPr dirty="0" sz="1600" spc="-30" b="1">
                          <a:solidFill>
                            <a:srgbClr val="4E3629"/>
                          </a:solidFill>
                          <a:latin typeface="Calibri"/>
                          <a:cs typeface="Calibri"/>
                        </a:rPr>
                        <a:t> </a:t>
                      </a:r>
                      <a:r>
                        <a:rPr dirty="0" sz="1600" spc="-20" b="1">
                          <a:solidFill>
                            <a:srgbClr val="4E3629"/>
                          </a:solidFill>
                          <a:latin typeface="Calibri"/>
                          <a:cs typeface="Calibri"/>
                        </a:rPr>
                        <a:t>hora</a:t>
                      </a:r>
                      <a:endParaRPr sz="1600">
                        <a:latin typeface="Calibri"/>
                        <a:cs typeface="Calibri"/>
                      </a:endParaRPr>
                    </a:p>
                    <a:p>
                      <a:pPr marL="71755">
                        <a:lnSpc>
                          <a:spcPct val="100000"/>
                        </a:lnSpc>
                      </a:pPr>
                      <a:r>
                        <a:rPr dirty="0" sz="1600" b="1">
                          <a:solidFill>
                            <a:srgbClr val="4E3629"/>
                          </a:solidFill>
                          <a:latin typeface="Calibri"/>
                          <a:cs typeface="Calibri"/>
                        </a:rPr>
                        <a:t>precisos</a:t>
                      </a:r>
                      <a:r>
                        <a:rPr dirty="0" sz="1600" spc="-30" b="1">
                          <a:solidFill>
                            <a:srgbClr val="4E3629"/>
                          </a:solidFill>
                          <a:latin typeface="Calibri"/>
                          <a:cs typeface="Calibri"/>
                        </a:rPr>
                        <a:t> </a:t>
                      </a:r>
                      <a:r>
                        <a:rPr dirty="0" sz="1600" b="1">
                          <a:solidFill>
                            <a:srgbClr val="4E3629"/>
                          </a:solidFill>
                          <a:latin typeface="Calibri"/>
                          <a:cs typeface="Calibri"/>
                        </a:rPr>
                        <a:t>a</a:t>
                      </a:r>
                      <a:r>
                        <a:rPr dirty="0" sz="1600" spc="-35" b="1">
                          <a:solidFill>
                            <a:srgbClr val="4E3629"/>
                          </a:solidFill>
                          <a:latin typeface="Calibri"/>
                          <a:cs typeface="Calibri"/>
                        </a:rPr>
                        <a:t> </a:t>
                      </a:r>
                      <a:r>
                        <a:rPr dirty="0" sz="1600" b="1">
                          <a:solidFill>
                            <a:srgbClr val="4E3629"/>
                          </a:solidFill>
                          <a:latin typeface="Calibri"/>
                          <a:cs typeface="Calibri"/>
                        </a:rPr>
                        <a:t>partir</a:t>
                      </a:r>
                      <a:r>
                        <a:rPr dirty="0" sz="1600" spc="-35" b="1">
                          <a:solidFill>
                            <a:srgbClr val="4E3629"/>
                          </a:solidFill>
                          <a:latin typeface="Calibri"/>
                          <a:cs typeface="Calibri"/>
                        </a:rPr>
                        <a:t> </a:t>
                      </a:r>
                      <a:r>
                        <a:rPr dirty="0" sz="1600" b="1">
                          <a:solidFill>
                            <a:srgbClr val="4E3629"/>
                          </a:solidFill>
                          <a:latin typeface="Calibri"/>
                          <a:cs typeface="Calibri"/>
                        </a:rPr>
                        <a:t>de</a:t>
                      </a:r>
                      <a:r>
                        <a:rPr dirty="0" sz="1600" spc="-25" b="1">
                          <a:solidFill>
                            <a:srgbClr val="4E3629"/>
                          </a:solidFill>
                          <a:latin typeface="Calibri"/>
                          <a:cs typeface="Calibri"/>
                        </a:rPr>
                        <a:t> </a:t>
                      </a:r>
                      <a:r>
                        <a:rPr dirty="0" sz="1600" spc="-10" b="1">
                          <a:solidFill>
                            <a:srgbClr val="4E3629"/>
                          </a:solidFill>
                          <a:latin typeface="Calibri"/>
                          <a:cs typeface="Calibri"/>
                        </a:rPr>
                        <a:t>ahora)</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80365">
                <a:tc>
                  <a:txBody>
                    <a:bodyPr/>
                    <a:lstStyle/>
                    <a:p>
                      <a:pPr marL="71755">
                        <a:lnSpc>
                          <a:spcPct val="100000"/>
                        </a:lnSpc>
                        <a:spcBef>
                          <a:spcPts val="434"/>
                        </a:spcBef>
                      </a:pPr>
                      <a:r>
                        <a:rPr dirty="0" sz="1600" spc="-10">
                          <a:solidFill>
                            <a:srgbClr val="4E3629"/>
                          </a:solidFill>
                          <a:latin typeface="Calibri"/>
                          <a:cs typeface="Calibri"/>
                        </a:rPr>
                        <a:t>11-Aug-</a:t>
                      </a:r>
                      <a:r>
                        <a:rPr dirty="0" sz="1600" spc="-20">
                          <a:solidFill>
                            <a:srgbClr val="4E3629"/>
                          </a:solidFill>
                          <a:latin typeface="Calibri"/>
                          <a:cs typeface="Calibri"/>
                        </a:rPr>
                        <a:t>2017</a:t>
                      </a:r>
                      <a:endParaRPr sz="1600">
                        <a:latin typeface="Calibri"/>
                        <a:cs typeface="Calibri"/>
                      </a:endParaRPr>
                    </a:p>
                  </a:txBody>
                  <a:tcPr marL="0" marR="0" marB="0" marT="55244">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434"/>
                        </a:spcBef>
                      </a:pPr>
                      <a:r>
                        <a:rPr dirty="0" sz="1600" spc="-10">
                          <a:solidFill>
                            <a:srgbClr val="4E3629"/>
                          </a:solidFill>
                          <a:latin typeface="Calibri"/>
                          <a:cs typeface="Calibri"/>
                        </a:rPr>
                        <a:t>21-Jul-</a:t>
                      </a:r>
                      <a:r>
                        <a:rPr dirty="0" sz="1600">
                          <a:solidFill>
                            <a:srgbClr val="4E3629"/>
                          </a:solidFill>
                          <a:latin typeface="Calibri"/>
                          <a:cs typeface="Calibri"/>
                        </a:rPr>
                        <a:t>2017</a:t>
                      </a:r>
                      <a:r>
                        <a:rPr dirty="0" sz="1600" spc="5">
                          <a:solidFill>
                            <a:srgbClr val="4E3629"/>
                          </a:solidFill>
                          <a:latin typeface="Calibri"/>
                          <a:cs typeface="Calibri"/>
                        </a:rPr>
                        <a:t> </a:t>
                      </a:r>
                      <a:r>
                        <a:rPr dirty="0" sz="1600" spc="-10">
                          <a:solidFill>
                            <a:srgbClr val="4E3629"/>
                          </a:solidFill>
                          <a:latin typeface="Calibri"/>
                          <a:cs typeface="Calibri"/>
                        </a:rPr>
                        <a:t>01:13:17</a:t>
                      </a:r>
                      <a:endParaRPr sz="1600">
                        <a:latin typeface="Calibri"/>
                        <a:cs typeface="Calibri"/>
                      </a:endParaRPr>
                    </a:p>
                  </a:txBody>
                  <a:tcPr marL="0" marR="0" marB="0" marT="55244">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graphicFrame>
        <p:nvGraphicFramePr>
          <p:cNvPr id="7" name="object 7" descr=""/>
          <p:cNvGraphicFramePr>
            <a:graphicFrameLocks noGrp="1"/>
          </p:cNvGraphicFramePr>
          <p:nvPr/>
        </p:nvGraphicFramePr>
        <p:xfrm>
          <a:off x="405241" y="1865376"/>
          <a:ext cx="8422005" cy="866140"/>
        </p:xfrm>
        <a:graphic>
          <a:graphicData uri="http://schemas.openxmlformats.org/drawingml/2006/table">
            <a:tbl>
              <a:tblPr firstRow="1" bandRow="1">
                <a:tableStyleId>{2D5ABB26-0587-4C30-8999-92F81FD0307C}</a:tableStyleId>
              </a:tblPr>
              <a:tblGrid>
                <a:gridCol w="3207385"/>
                <a:gridCol w="956310"/>
                <a:gridCol w="408304"/>
                <a:gridCol w="3773804"/>
              </a:tblGrid>
              <a:tr h="299085">
                <a:tc>
                  <a:txBody>
                    <a:bodyPr/>
                    <a:lstStyle/>
                    <a:p>
                      <a:pPr>
                        <a:lnSpc>
                          <a:spcPts val="2120"/>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time_ex5</a:t>
                      </a:r>
                      <a:endParaRPr sz="1800">
                        <a:latin typeface="Courier New"/>
                        <a:cs typeface="Courier New"/>
                      </a:endParaRPr>
                    </a:p>
                  </a:txBody>
                  <a:tcPr marL="0" marR="0" marB="0" marT="0">
                    <a:solidFill>
                      <a:srgbClr val="9DBEC4">
                        <a:alpha val="50199"/>
                      </a:srgbClr>
                    </a:solidFill>
                  </a:tcPr>
                </a:tc>
                <a:tc gridSpan="3">
                  <a:txBody>
                    <a:bodyPr/>
                    <a:lstStyle/>
                    <a:p>
                      <a:pPr>
                        <a:lnSpc>
                          <a:spcPct val="100000"/>
                        </a:lnSpc>
                      </a:pPr>
                      <a:endParaRPr sz="1700">
                        <a:latin typeface="Times New Roman"/>
                        <a:cs typeface="Times New Roman"/>
                      </a:endParaRPr>
                    </a:p>
                  </a:txBody>
                  <a:tcPr marL="0" marR="0" marB="0" marT="0">
                    <a:solidFill>
                      <a:srgbClr val="9DBEC4">
                        <a:alpha val="50199"/>
                      </a:srgbClr>
                    </a:solidFill>
                  </a:tcPr>
                </a:tc>
                <a:tc hMerge="1">
                  <a:txBody>
                    <a:bodyPr/>
                    <a:lstStyle/>
                    <a:p>
                      <a:pPr/>
                    </a:p>
                  </a:txBody>
                  <a:tcPr marL="0" marR="0" marB="0" marT="0"/>
                </a:tc>
                <a:tc hMerge="1">
                  <a:txBody>
                    <a:bodyPr/>
                    <a:lstStyle/>
                    <a:p>
                      <a:pPr/>
                    </a:p>
                  </a:txBody>
                  <a:tcPr marL="0" marR="0" marB="0" marT="0"/>
                </a:tc>
              </a:tr>
              <a:tr h="274320">
                <a:tc>
                  <a:txBody>
                    <a:bodyPr/>
                    <a:lstStyle/>
                    <a:p>
                      <a:pPr>
                        <a:lnSpc>
                          <a:spcPts val="1920"/>
                        </a:lnSpc>
                      </a:pPr>
                      <a:r>
                        <a:rPr dirty="0" sz="1800" b="1">
                          <a:solidFill>
                            <a:srgbClr val="4E3629"/>
                          </a:solidFill>
                          <a:latin typeface="Courier New"/>
                          <a:cs typeface="Courier New"/>
                        </a:rPr>
                        <a:t>(day_duration1</a:t>
                      </a:r>
                      <a:r>
                        <a:rPr dirty="0" sz="1800" spc="-130" b="1">
                          <a:solidFill>
                            <a:srgbClr val="4E3629"/>
                          </a:solidFill>
                          <a:latin typeface="Courier New"/>
                          <a:cs typeface="Courier New"/>
                        </a:rPr>
                        <a:t> </a:t>
                      </a:r>
                      <a:r>
                        <a:rPr dirty="0" sz="1800" spc="-10" b="1">
                          <a:solidFill>
                            <a:srgbClr val="4E3629"/>
                          </a:solidFill>
                          <a:latin typeface="Courier New"/>
                          <a:cs typeface="Courier New"/>
                        </a:rPr>
                        <a:t>INTERVAL</a:t>
                      </a:r>
                      <a:endParaRPr sz="1800">
                        <a:latin typeface="Courier New"/>
                        <a:cs typeface="Courier New"/>
                      </a:endParaRPr>
                    </a:p>
                  </a:txBody>
                  <a:tcPr marL="0" marR="0" marB="0" marT="0">
                    <a:solidFill>
                      <a:srgbClr val="9DBEC4">
                        <a:alpha val="50199"/>
                      </a:srgbClr>
                    </a:solidFill>
                  </a:tcPr>
                </a:tc>
                <a:tc>
                  <a:txBody>
                    <a:bodyPr/>
                    <a:lstStyle/>
                    <a:p>
                      <a:pPr algn="ctr" marL="1270">
                        <a:lnSpc>
                          <a:spcPts val="1920"/>
                        </a:lnSpc>
                      </a:pPr>
                      <a:r>
                        <a:rPr dirty="0" sz="1800" spc="-10" b="1">
                          <a:solidFill>
                            <a:srgbClr val="4E3629"/>
                          </a:solidFill>
                          <a:latin typeface="Courier New"/>
                          <a:cs typeface="Courier New"/>
                        </a:rPr>
                        <a:t>DAY(3)</a:t>
                      </a:r>
                      <a:endParaRPr sz="1800">
                        <a:latin typeface="Courier New"/>
                        <a:cs typeface="Courier New"/>
                      </a:endParaRPr>
                    </a:p>
                  </a:txBody>
                  <a:tcPr marL="0" marR="0" marB="0" marT="0">
                    <a:solidFill>
                      <a:srgbClr val="9DBEC4">
                        <a:alpha val="50199"/>
                      </a:srgbClr>
                    </a:solidFill>
                  </a:tcPr>
                </a:tc>
                <a:tc>
                  <a:txBody>
                    <a:bodyPr/>
                    <a:lstStyle/>
                    <a:p>
                      <a:pPr algn="ctr" marL="635">
                        <a:lnSpc>
                          <a:spcPts val="1920"/>
                        </a:lnSpc>
                      </a:pPr>
                      <a:r>
                        <a:rPr dirty="0" sz="1800" spc="-25" b="1">
                          <a:solidFill>
                            <a:srgbClr val="4E3629"/>
                          </a:solidFill>
                          <a:latin typeface="Courier New"/>
                          <a:cs typeface="Courier New"/>
                        </a:rPr>
                        <a:t>TO</a:t>
                      </a:r>
                      <a:endParaRPr sz="1800">
                        <a:latin typeface="Courier New"/>
                        <a:cs typeface="Courier New"/>
                      </a:endParaRPr>
                    </a:p>
                  </a:txBody>
                  <a:tcPr marL="0" marR="0" marB="0" marT="0">
                    <a:solidFill>
                      <a:srgbClr val="9DBEC4">
                        <a:alpha val="50199"/>
                      </a:srgbClr>
                    </a:solidFill>
                  </a:tcPr>
                </a:tc>
                <a:tc>
                  <a:txBody>
                    <a:bodyPr/>
                    <a:lstStyle/>
                    <a:p>
                      <a:pPr marL="67945">
                        <a:lnSpc>
                          <a:spcPts val="1920"/>
                        </a:lnSpc>
                      </a:pPr>
                      <a:r>
                        <a:rPr dirty="0" sz="1800" spc="-10" b="1">
                          <a:solidFill>
                            <a:srgbClr val="4E3629"/>
                          </a:solidFill>
                          <a:latin typeface="Courier New"/>
                          <a:cs typeface="Courier New"/>
                        </a:rPr>
                        <a:t>SECOND,</a:t>
                      </a:r>
                      <a:endParaRPr sz="1800">
                        <a:latin typeface="Courier New"/>
                        <a:cs typeface="Courier New"/>
                      </a:endParaRPr>
                    </a:p>
                  </a:txBody>
                  <a:tcPr marL="0" marR="0" marB="0" marT="0">
                    <a:solidFill>
                      <a:srgbClr val="9DBEC4">
                        <a:alpha val="50199"/>
                      </a:srgbClr>
                    </a:solidFill>
                  </a:tcPr>
                </a:tc>
              </a:tr>
              <a:tr h="292735">
                <a:tc>
                  <a:txBody>
                    <a:bodyPr/>
                    <a:lstStyle/>
                    <a:p>
                      <a:pPr marL="136525">
                        <a:lnSpc>
                          <a:spcPts val="1920"/>
                        </a:lnSpc>
                      </a:pPr>
                      <a:r>
                        <a:rPr dirty="0" sz="1800" b="1">
                          <a:solidFill>
                            <a:srgbClr val="4E3629"/>
                          </a:solidFill>
                          <a:latin typeface="Courier New"/>
                          <a:cs typeface="Courier New"/>
                        </a:rPr>
                        <a:t>day_duration2</a:t>
                      </a:r>
                      <a:r>
                        <a:rPr dirty="0" sz="1800" spc="-125" b="1">
                          <a:solidFill>
                            <a:srgbClr val="4E3629"/>
                          </a:solidFill>
                          <a:latin typeface="Courier New"/>
                          <a:cs typeface="Courier New"/>
                        </a:rPr>
                        <a:t> </a:t>
                      </a:r>
                      <a:r>
                        <a:rPr dirty="0" sz="1800" spc="-10" b="1">
                          <a:solidFill>
                            <a:srgbClr val="4E3629"/>
                          </a:solidFill>
                          <a:latin typeface="Courier New"/>
                          <a:cs typeface="Courier New"/>
                        </a:rPr>
                        <a:t>INTERVAL</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10" b="1">
                          <a:solidFill>
                            <a:srgbClr val="4E3629"/>
                          </a:solidFill>
                          <a:latin typeface="Courier New"/>
                          <a:cs typeface="Courier New"/>
                        </a:rPr>
                        <a:t>DAY(3)</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25" b="1">
                          <a:solidFill>
                            <a:srgbClr val="4E3629"/>
                          </a:solidFill>
                          <a:latin typeface="Courier New"/>
                          <a:cs typeface="Courier New"/>
                        </a:rPr>
                        <a:t>TO</a:t>
                      </a:r>
                      <a:endParaRPr sz="1800">
                        <a:latin typeface="Courier New"/>
                        <a:cs typeface="Courier New"/>
                      </a:endParaRPr>
                    </a:p>
                  </a:txBody>
                  <a:tcPr marL="0" marR="0" marB="0" marT="0">
                    <a:solidFill>
                      <a:srgbClr val="9DBEC4">
                        <a:alpha val="50199"/>
                      </a:srgbClr>
                    </a:solidFill>
                  </a:tcPr>
                </a:tc>
                <a:tc>
                  <a:txBody>
                    <a:bodyPr/>
                    <a:lstStyle/>
                    <a:p>
                      <a:pPr marL="66675">
                        <a:lnSpc>
                          <a:spcPts val="1920"/>
                        </a:lnSpc>
                      </a:pPr>
                      <a:r>
                        <a:rPr dirty="0" sz="1800" spc="-10" b="1">
                          <a:solidFill>
                            <a:srgbClr val="4E3629"/>
                          </a:solidFill>
                          <a:latin typeface="Courier New"/>
                          <a:cs typeface="Courier New"/>
                        </a:rPr>
                        <a:t>SECOND);</a:t>
                      </a:r>
                      <a:endParaRPr sz="1800">
                        <a:latin typeface="Courier New"/>
                        <a:cs typeface="Courier New"/>
                      </a:endParaRPr>
                    </a:p>
                  </a:txBody>
                  <a:tcPr marL="0" marR="0" marB="0" marT="0">
                    <a:solidFill>
                      <a:srgbClr val="9DBEC4">
                        <a:alpha val="50199"/>
                      </a:srgbClr>
                    </a:solidFill>
                  </a:tcPr>
                </a:tc>
              </a:tr>
            </a:tbl>
          </a:graphicData>
        </a:graphic>
      </p:graphicFrame>
      <p:graphicFrame>
        <p:nvGraphicFramePr>
          <p:cNvPr id="8" name="object 8" descr=""/>
          <p:cNvGraphicFramePr>
            <a:graphicFrameLocks noGrp="1"/>
          </p:cNvGraphicFramePr>
          <p:nvPr/>
        </p:nvGraphicFramePr>
        <p:xfrm>
          <a:off x="405241" y="2883407"/>
          <a:ext cx="8422005" cy="868044"/>
        </p:xfrm>
        <a:graphic>
          <a:graphicData uri="http://schemas.openxmlformats.org/drawingml/2006/table">
            <a:tbl>
              <a:tblPr firstRow="1" bandRow="1">
                <a:tableStyleId>{2D5ABB26-0587-4C30-8999-92F81FD0307C}</a:tableStyleId>
              </a:tblPr>
              <a:tblGrid>
                <a:gridCol w="1979930"/>
                <a:gridCol w="1227455"/>
                <a:gridCol w="956310"/>
                <a:gridCol w="408304"/>
                <a:gridCol w="3773804"/>
              </a:tblGrid>
              <a:tr h="574675">
                <a:tc gridSpan="2">
                  <a:txBody>
                    <a:bodyPr/>
                    <a:lstStyle/>
                    <a:p>
                      <a:pPr marR="60325">
                        <a:lnSpc>
                          <a:spcPts val="2160"/>
                        </a:lnSpc>
                        <a:spcBef>
                          <a:spcPts val="35"/>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time_ex5 </a:t>
                      </a:r>
                      <a:r>
                        <a:rPr dirty="0" sz="1800" b="1">
                          <a:solidFill>
                            <a:srgbClr val="4E3629"/>
                          </a:solidFill>
                          <a:latin typeface="Courier New"/>
                          <a:cs typeface="Courier New"/>
                        </a:rPr>
                        <a:t>(day_duration1</a:t>
                      </a:r>
                      <a:r>
                        <a:rPr dirty="0" sz="1800" spc="-130" b="1">
                          <a:solidFill>
                            <a:srgbClr val="4E3629"/>
                          </a:solidFill>
                          <a:latin typeface="Courier New"/>
                          <a:cs typeface="Courier New"/>
                        </a:rPr>
                        <a:t> </a:t>
                      </a:r>
                      <a:r>
                        <a:rPr dirty="0" sz="1800" spc="-10" b="1">
                          <a:solidFill>
                            <a:srgbClr val="4E3629"/>
                          </a:solidFill>
                          <a:latin typeface="Courier New"/>
                          <a:cs typeface="Courier New"/>
                        </a:rPr>
                        <a:t>INTERVAL</a:t>
                      </a:r>
                      <a:endParaRPr sz="1800">
                        <a:latin typeface="Courier New"/>
                        <a:cs typeface="Courier New"/>
                      </a:endParaRPr>
                    </a:p>
                  </a:txBody>
                  <a:tcPr marL="0" marR="0" marB="0" marT="4445">
                    <a:solidFill>
                      <a:srgbClr val="9DBEC4">
                        <a:alpha val="50199"/>
                      </a:srgbClr>
                    </a:solidFill>
                  </a:tcPr>
                </a:tc>
                <a:tc hMerge="1">
                  <a:txBody>
                    <a:bodyPr/>
                    <a:lstStyle/>
                    <a:p>
                      <a:pPr/>
                    </a:p>
                  </a:txBody>
                  <a:tcPr marL="0" marR="0" marB="0" marT="0"/>
                </a:tc>
                <a:tc>
                  <a:txBody>
                    <a:bodyPr/>
                    <a:lstStyle/>
                    <a:p>
                      <a:pPr>
                        <a:lnSpc>
                          <a:spcPct val="100000"/>
                        </a:lnSpc>
                        <a:spcBef>
                          <a:spcPts val="55"/>
                        </a:spcBef>
                      </a:pPr>
                      <a:endParaRPr sz="1800">
                        <a:latin typeface="Times New Roman"/>
                        <a:cs typeface="Times New Roman"/>
                      </a:endParaRPr>
                    </a:p>
                    <a:p>
                      <a:pPr algn="ctr" marL="1270">
                        <a:lnSpc>
                          <a:spcPct val="100000"/>
                        </a:lnSpc>
                      </a:pPr>
                      <a:r>
                        <a:rPr dirty="0" sz="1800" spc="-10" b="1">
                          <a:solidFill>
                            <a:srgbClr val="4E3629"/>
                          </a:solidFill>
                          <a:latin typeface="Courier New"/>
                          <a:cs typeface="Courier New"/>
                        </a:rPr>
                        <a:t>DAY(3)</a:t>
                      </a:r>
                      <a:endParaRPr sz="1800">
                        <a:latin typeface="Courier New"/>
                        <a:cs typeface="Courier New"/>
                      </a:endParaRPr>
                    </a:p>
                  </a:txBody>
                  <a:tcPr marL="0" marR="0" marB="0" marT="6985">
                    <a:solidFill>
                      <a:srgbClr val="9DBEC4">
                        <a:alpha val="50199"/>
                      </a:srgbClr>
                    </a:solidFill>
                  </a:tcPr>
                </a:tc>
                <a:tc>
                  <a:txBody>
                    <a:bodyPr/>
                    <a:lstStyle/>
                    <a:p>
                      <a:pPr>
                        <a:lnSpc>
                          <a:spcPct val="100000"/>
                        </a:lnSpc>
                        <a:spcBef>
                          <a:spcPts val="55"/>
                        </a:spcBef>
                      </a:pPr>
                      <a:endParaRPr sz="1800">
                        <a:latin typeface="Times New Roman"/>
                        <a:cs typeface="Times New Roman"/>
                      </a:endParaRPr>
                    </a:p>
                    <a:p>
                      <a:pPr algn="ctr" marL="635">
                        <a:lnSpc>
                          <a:spcPct val="100000"/>
                        </a:lnSpc>
                      </a:pPr>
                      <a:r>
                        <a:rPr dirty="0" sz="1800" spc="-25" b="1">
                          <a:solidFill>
                            <a:srgbClr val="4E3629"/>
                          </a:solidFill>
                          <a:latin typeface="Courier New"/>
                          <a:cs typeface="Courier New"/>
                        </a:rPr>
                        <a:t>TO</a:t>
                      </a:r>
                      <a:endParaRPr sz="1800">
                        <a:latin typeface="Courier New"/>
                        <a:cs typeface="Courier New"/>
                      </a:endParaRPr>
                    </a:p>
                  </a:txBody>
                  <a:tcPr marL="0" marR="0" marB="0" marT="6985">
                    <a:solidFill>
                      <a:srgbClr val="9DBEC4">
                        <a:alpha val="50199"/>
                      </a:srgbClr>
                    </a:solidFill>
                  </a:tcPr>
                </a:tc>
                <a:tc>
                  <a:txBody>
                    <a:bodyPr/>
                    <a:lstStyle/>
                    <a:p>
                      <a:pPr>
                        <a:lnSpc>
                          <a:spcPct val="100000"/>
                        </a:lnSpc>
                        <a:spcBef>
                          <a:spcPts val="55"/>
                        </a:spcBef>
                      </a:pPr>
                      <a:endParaRPr sz="1800">
                        <a:latin typeface="Times New Roman"/>
                        <a:cs typeface="Times New Roman"/>
                      </a:endParaRPr>
                    </a:p>
                    <a:p>
                      <a:pPr marL="67945">
                        <a:lnSpc>
                          <a:spcPct val="100000"/>
                        </a:lnSpc>
                      </a:pPr>
                      <a:r>
                        <a:rPr dirty="0" sz="1800" spc="-10" b="1">
                          <a:solidFill>
                            <a:srgbClr val="4E3629"/>
                          </a:solidFill>
                          <a:latin typeface="Courier New"/>
                          <a:cs typeface="Courier New"/>
                        </a:rPr>
                        <a:t>SECOND,</a:t>
                      </a:r>
                      <a:endParaRPr sz="1800">
                        <a:latin typeface="Courier New"/>
                        <a:cs typeface="Courier New"/>
                      </a:endParaRPr>
                    </a:p>
                  </a:txBody>
                  <a:tcPr marL="0" marR="0" marB="0" marT="6985">
                    <a:solidFill>
                      <a:srgbClr val="9DBEC4">
                        <a:alpha val="50199"/>
                      </a:srgbClr>
                    </a:solidFill>
                  </a:tcPr>
                </a:tc>
              </a:tr>
              <a:tr h="293370">
                <a:tc>
                  <a:txBody>
                    <a:bodyPr/>
                    <a:lstStyle/>
                    <a:p>
                      <a:pPr marL="136525">
                        <a:lnSpc>
                          <a:spcPts val="1920"/>
                        </a:lnSpc>
                      </a:pPr>
                      <a:r>
                        <a:rPr dirty="0" sz="1800" spc="-10" b="1">
                          <a:solidFill>
                            <a:srgbClr val="4E3629"/>
                          </a:solidFill>
                          <a:latin typeface="Courier New"/>
                          <a:cs typeface="Courier New"/>
                        </a:rPr>
                        <a:t>day_duration2</a:t>
                      </a:r>
                      <a:endParaRPr sz="1800">
                        <a:latin typeface="Courier New"/>
                        <a:cs typeface="Courier New"/>
                      </a:endParaRPr>
                    </a:p>
                  </a:txBody>
                  <a:tcPr marL="0" marR="0" marB="0" marT="0">
                    <a:solidFill>
                      <a:srgbClr val="9DBEC4">
                        <a:alpha val="50199"/>
                      </a:srgbClr>
                    </a:solidFill>
                  </a:tcPr>
                </a:tc>
                <a:tc>
                  <a:txBody>
                    <a:bodyPr/>
                    <a:lstStyle/>
                    <a:p>
                      <a:pPr marL="67310">
                        <a:lnSpc>
                          <a:spcPts val="1920"/>
                        </a:lnSpc>
                      </a:pPr>
                      <a:r>
                        <a:rPr dirty="0" sz="1800" spc="-10" b="1">
                          <a:solidFill>
                            <a:srgbClr val="4E3629"/>
                          </a:solidFill>
                          <a:latin typeface="Courier New"/>
                          <a:cs typeface="Courier New"/>
                        </a:rPr>
                        <a:t>INTERVAL</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10" b="1">
                          <a:solidFill>
                            <a:srgbClr val="4E3629"/>
                          </a:solidFill>
                          <a:latin typeface="Courier New"/>
                          <a:cs typeface="Courier New"/>
                        </a:rPr>
                        <a:t>DAY(3)</a:t>
                      </a:r>
                      <a:endParaRPr sz="1800">
                        <a:latin typeface="Courier New"/>
                        <a:cs typeface="Courier New"/>
                      </a:endParaRPr>
                    </a:p>
                  </a:txBody>
                  <a:tcPr marL="0" marR="0" marB="0" marT="0">
                    <a:solidFill>
                      <a:srgbClr val="9DBEC4">
                        <a:alpha val="50199"/>
                      </a:srgbClr>
                    </a:solidFill>
                  </a:tcPr>
                </a:tc>
                <a:tc>
                  <a:txBody>
                    <a:bodyPr/>
                    <a:lstStyle/>
                    <a:p>
                      <a:pPr algn="ctr">
                        <a:lnSpc>
                          <a:spcPts val="1920"/>
                        </a:lnSpc>
                      </a:pPr>
                      <a:r>
                        <a:rPr dirty="0" sz="1800" spc="-25" b="1">
                          <a:solidFill>
                            <a:srgbClr val="4E3629"/>
                          </a:solidFill>
                          <a:latin typeface="Courier New"/>
                          <a:cs typeface="Courier New"/>
                        </a:rPr>
                        <a:t>TO</a:t>
                      </a:r>
                      <a:endParaRPr sz="1800">
                        <a:latin typeface="Courier New"/>
                        <a:cs typeface="Courier New"/>
                      </a:endParaRPr>
                    </a:p>
                  </a:txBody>
                  <a:tcPr marL="0" marR="0" marB="0" marT="0">
                    <a:solidFill>
                      <a:srgbClr val="9DBEC4">
                        <a:alpha val="50199"/>
                      </a:srgbClr>
                    </a:solidFill>
                  </a:tcPr>
                </a:tc>
                <a:tc>
                  <a:txBody>
                    <a:bodyPr/>
                    <a:lstStyle/>
                    <a:p>
                      <a:pPr marL="66675">
                        <a:lnSpc>
                          <a:spcPts val="1920"/>
                        </a:lnSpc>
                      </a:pPr>
                      <a:r>
                        <a:rPr dirty="0" sz="1800" spc="-10" b="1">
                          <a:solidFill>
                            <a:srgbClr val="4E3629"/>
                          </a:solidFill>
                          <a:latin typeface="Courier New"/>
                          <a:cs typeface="Courier New"/>
                        </a:rPr>
                        <a:t>SECOND);</a:t>
                      </a:r>
                      <a:endParaRPr sz="1800">
                        <a:latin typeface="Courier New"/>
                        <a:cs typeface="Courier New"/>
                      </a:endParaRPr>
                    </a:p>
                  </a:txBody>
                  <a:tcPr marL="0" marR="0" marB="0" marT="0">
                    <a:solidFill>
                      <a:srgbClr val="9DBEC4">
                        <a:alpha val="50199"/>
                      </a:srgbClr>
                    </a:solidFill>
                  </a:tcPr>
                </a:tc>
              </a:tr>
            </a:tbl>
          </a:graphicData>
        </a:graphic>
      </p:graphicFrame>
      <p:sp>
        <p:nvSpPr>
          <p:cNvPr id="9" name="object 9" descr=""/>
          <p:cNvSpPr/>
          <p:nvPr/>
        </p:nvSpPr>
        <p:spPr>
          <a:xfrm>
            <a:off x="405384" y="3902964"/>
            <a:ext cx="8345805" cy="1143000"/>
          </a:xfrm>
          <a:custGeom>
            <a:avLst/>
            <a:gdLst/>
            <a:ahLst/>
            <a:cxnLst/>
            <a:rect l="l" t="t" r="r" b="b"/>
            <a:pathLst>
              <a:path w="8345805" h="1143000">
                <a:moveTo>
                  <a:pt x="8345424" y="0"/>
                </a:moveTo>
                <a:lnTo>
                  <a:pt x="0" y="0"/>
                </a:lnTo>
                <a:lnTo>
                  <a:pt x="0" y="1143000"/>
                </a:lnTo>
                <a:lnTo>
                  <a:pt x="8345424" y="1143000"/>
                </a:lnTo>
                <a:lnTo>
                  <a:pt x="8345424" y="0"/>
                </a:lnTo>
                <a:close/>
              </a:path>
            </a:pathLst>
          </a:custGeom>
          <a:solidFill>
            <a:srgbClr val="9DBEC4">
              <a:alpha val="50199"/>
            </a:srgbClr>
          </a:solidFill>
        </p:spPr>
        <p:txBody>
          <a:bodyPr wrap="square" lIns="0" tIns="0" rIns="0" bIns="0" rtlCol="0"/>
          <a:lstStyle/>
          <a:p/>
        </p:txBody>
      </p:sp>
      <p:sp>
        <p:nvSpPr>
          <p:cNvPr id="10" name="object 10" descr=""/>
          <p:cNvSpPr txBox="1"/>
          <p:nvPr/>
        </p:nvSpPr>
        <p:spPr>
          <a:xfrm>
            <a:off x="404812" y="3885446"/>
            <a:ext cx="8065770" cy="1122680"/>
          </a:xfrm>
          <a:prstGeom prst="rect">
            <a:avLst/>
          </a:prstGeom>
        </p:spPr>
        <p:txBody>
          <a:bodyPr wrap="square" lIns="0" tIns="12700" rIns="0" bIns="0" rtlCol="0" vert="horz">
            <a:spAutoFit/>
          </a:bodyPr>
          <a:lstStyle/>
          <a:p>
            <a:pPr marL="409575" marR="5080" indent="-410209">
              <a:lnSpc>
                <a:spcPct val="100000"/>
              </a:lnSpc>
              <a:spcBef>
                <a:spcPts val="100"/>
              </a:spcBef>
              <a:tabLst>
                <a:tab pos="956944" algn="l"/>
                <a:tab pos="4777105" algn="l"/>
              </a:tabLst>
            </a:pPr>
            <a:r>
              <a:rPr dirty="0" sz="1800" b="1">
                <a:solidFill>
                  <a:srgbClr val="4E3629"/>
                </a:solidFill>
                <a:latin typeface="Courier New"/>
                <a:cs typeface="Courier New"/>
              </a:rPr>
              <a:t>SELECT</a:t>
            </a:r>
            <a:r>
              <a:rPr dirty="0" sz="1800" spc="-70" b="1">
                <a:solidFill>
                  <a:srgbClr val="4E3629"/>
                </a:solidFill>
                <a:latin typeface="Courier New"/>
                <a:cs typeface="Courier New"/>
              </a:rPr>
              <a:t> </a:t>
            </a:r>
            <a:r>
              <a:rPr dirty="0" sz="1800" b="1">
                <a:solidFill>
                  <a:srgbClr val="4E3629"/>
                </a:solidFill>
                <a:latin typeface="Courier New"/>
                <a:cs typeface="Courier New"/>
              </a:rPr>
              <a:t>SYSDATE</a:t>
            </a:r>
            <a:r>
              <a:rPr dirty="0" sz="1800" spc="-70"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b="1">
                <a:solidFill>
                  <a:srgbClr val="4E3629"/>
                </a:solidFill>
                <a:latin typeface="Courier New"/>
                <a:cs typeface="Courier New"/>
              </a:rPr>
              <a:t>day_duration1</a:t>
            </a:r>
            <a:r>
              <a:rPr dirty="0" sz="1800" spc="-65" b="1">
                <a:solidFill>
                  <a:srgbClr val="4E3629"/>
                </a:solidFill>
                <a:latin typeface="Courier New"/>
                <a:cs typeface="Courier New"/>
              </a:rPr>
              <a:t> </a:t>
            </a:r>
            <a:r>
              <a:rPr dirty="0" sz="1800" spc="-25" b="1">
                <a:solidFill>
                  <a:srgbClr val="4E3629"/>
                </a:solidFill>
                <a:latin typeface="Courier New"/>
                <a:cs typeface="Courier New"/>
              </a:rPr>
              <a:t>AS</a:t>
            </a:r>
            <a:r>
              <a:rPr dirty="0" sz="1800" b="1">
                <a:solidFill>
                  <a:srgbClr val="4E3629"/>
                </a:solidFill>
                <a:latin typeface="Courier New"/>
                <a:cs typeface="Courier New"/>
              </a:rPr>
              <a:t>	"25</a:t>
            </a:r>
            <a:r>
              <a:rPr dirty="0" sz="1800" spc="-50" b="1">
                <a:solidFill>
                  <a:srgbClr val="4E3629"/>
                </a:solidFill>
                <a:latin typeface="Courier New"/>
                <a:cs typeface="Courier New"/>
              </a:rPr>
              <a:t> </a:t>
            </a:r>
            <a:r>
              <a:rPr dirty="0" sz="1800" b="1">
                <a:solidFill>
                  <a:srgbClr val="4E3629"/>
                </a:solidFill>
                <a:latin typeface="Courier New"/>
                <a:cs typeface="Courier New"/>
              </a:rPr>
              <a:t>Days</a:t>
            </a:r>
            <a:r>
              <a:rPr dirty="0" sz="1800" spc="-50" b="1">
                <a:solidFill>
                  <a:srgbClr val="4E3629"/>
                </a:solidFill>
                <a:latin typeface="Courier New"/>
                <a:cs typeface="Courier New"/>
              </a:rPr>
              <a:t> </a:t>
            </a:r>
            <a:r>
              <a:rPr dirty="0" sz="1800" b="1">
                <a:solidFill>
                  <a:srgbClr val="4E3629"/>
                </a:solidFill>
                <a:latin typeface="Courier New"/>
                <a:cs typeface="Courier New"/>
              </a:rPr>
              <a:t>from</a:t>
            </a:r>
            <a:r>
              <a:rPr dirty="0" sz="1800" spc="-35" b="1">
                <a:solidFill>
                  <a:srgbClr val="4E3629"/>
                </a:solidFill>
                <a:latin typeface="Courier New"/>
                <a:cs typeface="Courier New"/>
              </a:rPr>
              <a:t> </a:t>
            </a:r>
            <a:r>
              <a:rPr dirty="0" sz="1800" spc="-10" b="1">
                <a:solidFill>
                  <a:srgbClr val="4E3629"/>
                </a:solidFill>
                <a:latin typeface="Courier New"/>
                <a:cs typeface="Courier New"/>
              </a:rPr>
              <a:t>now", </a:t>
            </a:r>
            <a:r>
              <a:rPr dirty="0" sz="1800" b="1">
                <a:solidFill>
                  <a:srgbClr val="4E3629"/>
                </a:solidFill>
                <a:latin typeface="Courier New"/>
                <a:cs typeface="Courier New"/>
              </a:rPr>
              <a:t>TO_CHAR(SYSDATE</a:t>
            </a:r>
            <a:r>
              <a:rPr dirty="0" sz="1800" spc="-85"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day_duration2,</a:t>
            </a:r>
            <a:r>
              <a:rPr dirty="0" sz="1800" spc="-75" b="1">
                <a:solidFill>
                  <a:srgbClr val="4E3629"/>
                </a:solidFill>
                <a:latin typeface="Courier New"/>
                <a:cs typeface="Courier New"/>
              </a:rPr>
              <a:t> </a:t>
            </a:r>
            <a:r>
              <a:rPr dirty="0" sz="1800" spc="-10" b="1">
                <a:solidFill>
                  <a:srgbClr val="4E3629"/>
                </a:solidFill>
                <a:latin typeface="Courier New"/>
                <a:cs typeface="Courier New"/>
              </a:rPr>
              <a:t>'dd-</a:t>
            </a:r>
            <a:r>
              <a:rPr dirty="0" sz="1800" spc="-20" b="1">
                <a:solidFill>
                  <a:srgbClr val="4E3629"/>
                </a:solidFill>
                <a:latin typeface="Courier New"/>
                <a:cs typeface="Courier New"/>
              </a:rPr>
              <a:t>Mon-</a:t>
            </a:r>
            <a:r>
              <a:rPr dirty="0" sz="1800" b="1">
                <a:solidFill>
                  <a:srgbClr val="4E3629"/>
                </a:solidFill>
                <a:latin typeface="Courier New"/>
                <a:cs typeface="Courier New"/>
              </a:rPr>
              <a:t>yyyy</a:t>
            </a:r>
            <a:r>
              <a:rPr dirty="0" sz="1800" spc="-70" b="1">
                <a:solidFill>
                  <a:srgbClr val="4E3629"/>
                </a:solidFill>
                <a:latin typeface="Courier New"/>
                <a:cs typeface="Courier New"/>
              </a:rPr>
              <a:t> </a:t>
            </a:r>
            <a:r>
              <a:rPr dirty="0" sz="1800" spc="-10" b="1">
                <a:solidFill>
                  <a:srgbClr val="4E3629"/>
                </a:solidFill>
                <a:latin typeface="Courier New"/>
                <a:cs typeface="Courier New"/>
              </a:rPr>
              <a:t>hh:mi:ss') </a:t>
            </a:r>
            <a:r>
              <a:rPr dirty="0" sz="1800" spc="-25" b="1">
                <a:solidFill>
                  <a:srgbClr val="4E3629"/>
                </a:solidFill>
                <a:latin typeface="Courier New"/>
                <a:cs typeface="Courier New"/>
              </a:rPr>
              <a:t>AS</a:t>
            </a:r>
            <a:r>
              <a:rPr dirty="0" sz="1800" b="1">
                <a:solidFill>
                  <a:srgbClr val="4E3629"/>
                </a:solidFill>
                <a:latin typeface="Courier New"/>
                <a:cs typeface="Courier New"/>
              </a:rPr>
              <a:t>	"precise</a:t>
            </a:r>
            <a:r>
              <a:rPr dirty="0" sz="1800" spc="-55" b="1">
                <a:solidFill>
                  <a:srgbClr val="4E3629"/>
                </a:solidFill>
                <a:latin typeface="Courier New"/>
                <a:cs typeface="Courier New"/>
              </a:rPr>
              <a:t> </a:t>
            </a:r>
            <a:r>
              <a:rPr dirty="0" sz="1800" b="1">
                <a:solidFill>
                  <a:srgbClr val="4E3629"/>
                </a:solidFill>
                <a:latin typeface="Courier New"/>
                <a:cs typeface="Courier New"/>
              </a:rPr>
              <a:t>days</a:t>
            </a:r>
            <a:r>
              <a:rPr dirty="0" sz="1800" spc="-50" b="1">
                <a:solidFill>
                  <a:srgbClr val="4E3629"/>
                </a:solidFill>
                <a:latin typeface="Courier New"/>
                <a:cs typeface="Courier New"/>
              </a:rPr>
              <a:t> </a:t>
            </a:r>
            <a:r>
              <a:rPr dirty="0" sz="1800" b="1">
                <a:solidFill>
                  <a:srgbClr val="4E3629"/>
                </a:solidFill>
                <a:latin typeface="Courier New"/>
                <a:cs typeface="Courier New"/>
              </a:rPr>
              <a:t>and</a:t>
            </a:r>
            <a:r>
              <a:rPr dirty="0" sz="1800" spc="-50" b="1">
                <a:solidFill>
                  <a:srgbClr val="4E3629"/>
                </a:solidFill>
                <a:latin typeface="Courier New"/>
                <a:cs typeface="Courier New"/>
              </a:rPr>
              <a:t> </a:t>
            </a:r>
            <a:r>
              <a:rPr dirty="0" sz="1800" b="1">
                <a:solidFill>
                  <a:srgbClr val="4E3629"/>
                </a:solidFill>
                <a:latin typeface="Courier New"/>
                <a:cs typeface="Courier New"/>
              </a:rPr>
              <a:t>time</a:t>
            </a:r>
            <a:r>
              <a:rPr dirty="0" sz="1800" spc="-50" b="1">
                <a:solidFill>
                  <a:srgbClr val="4E3629"/>
                </a:solidFill>
                <a:latin typeface="Courier New"/>
                <a:cs typeface="Courier New"/>
              </a:rPr>
              <a:t>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20" b="1">
                <a:solidFill>
                  <a:srgbClr val="4E3629"/>
                </a:solidFill>
                <a:latin typeface="Courier New"/>
                <a:cs typeface="Courier New"/>
              </a:rPr>
              <a:t>now"</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time_ex5;</a:t>
            </a:r>
            <a:endParaRPr sz="1800">
              <a:latin typeface="Courier New"/>
              <a:cs typeface="Courier New"/>
            </a:endParaRPr>
          </a:p>
        </p:txBody>
      </p:sp>
      <p:sp>
        <p:nvSpPr>
          <p:cNvPr id="11" name="object 11" descr=""/>
          <p:cNvSpPr txBox="1"/>
          <p:nvPr/>
        </p:nvSpPr>
        <p:spPr>
          <a:xfrm>
            <a:off x="2874191" y="6516395"/>
            <a:ext cx="960119"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2</a:t>
            </a:r>
            <a:endParaRPr sz="850">
              <a:latin typeface="Calibri"/>
              <a:cs typeface="Calibri"/>
            </a:endParaRPr>
          </a:p>
          <a:p>
            <a:pPr marL="12700">
              <a:lnSpc>
                <a:spcPts val="965"/>
              </a:lnSpc>
            </a:pPr>
            <a:r>
              <a:rPr dirty="0" sz="850">
                <a:solidFill>
                  <a:srgbClr val="4E3629"/>
                </a:solidFill>
                <a:latin typeface="Calibri"/>
                <a:cs typeface="Calibri"/>
              </a:rPr>
              <a:t>Uso</a:t>
            </a:r>
            <a:r>
              <a:rPr dirty="0" sz="850" spc="-30">
                <a:solidFill>
                  <a:srgbClr val="4E3629"/>
                </a:solidFill>
                <a:latin typeface="Calibri"/>
                <a:cs typeface="Calibri"/>
              </a:rPr>
              <a:t> </a:t>
            </a:r>
            <a:r>
              <a:rPr dirty="0" sz="850">
                <a:solidFill>
                  <a:srgbClr val="4E3629"/>
                </a:solidFill>
                <a:latin typeface="Calibri"/>
                <a:cs typeface="Calibri"/>
              </a:rPr>
              <a:t>de</a:t>
            </a:r>
            <a:r>
              <a:rPr dirty="0" sz="850" spc="-20">
                <a:solidFill>
                  <a:srgbClr val="4E3629"/>
                </a:solidFill>
                <a:latin typeface="Calibri"/>
                <a:cs typeface="Calibri"/>
              </a:rPr>
              <a:t> </a:t>
            </a:r>
            <a:r>
              <a:rPr dirty="0" sz="850">
                <a:solidFill>
                  <a:srgbClr val="4E3629"/>
                </a:solidFill>
                <a:latin typeface="Calibri"/>
                <a:cs typeface="Calibri"/>
              </a:rPr>
              <a:t>Tipos</a:t>
            </a:r>
            <a:r>
              <a:rPr dirty="0" sz="850" spc="-20">
                <a:solidFill>
                  <a:srgbClr val="4E3629"/>
                </a:solidFill>
                <a:latin typeface="Calibri"/>
                <a:cs typeface="Calibri"/>
              </a:rPr>
              <a:t> </a:t>
            </a:r>
            <a:r>
              <a:rPr dirty="0" sz="850">
                <a:solidFill>
                  <a:srgbClr val="4E3629"/>
                </a:solidFill>
                <a:latin typeface="Calibri"/>
                <a:cs typeface="Calibri"/>
              </a:rPr>
              <a:t>de</a:t>
            </a:r>
            <a:r>
              <a:rPr dirty="0" sz="850" spc="-15">
                <a:solidFill>
                  <a:srgbClr val="4E3629"/>
                </a:solidFill>
                <a:latin typeface="Calibri"/>
                <a:cs typeface="Calibri"/>
              </a:rPr>
              <a:t> </a:t>
            </a:r>
            <a:r>
              <a:rPr dirty="0" sz="850" spc="-20">
                <a:solidFill>
                  <a:srgbClr val="4E3629"/>
                </a:solidFill>
                <a:latin typeface="Calibri"/>
                <a:cs typeface="Calibri"/>
              </a:rPr>
              <a:t>Dato</a:t>
            </a:r>
            <a:endParaRPr sz="850">
              <a:latin typeface="Calibri"/>
              <a:cs typeface="Calibri"/>
            </a:endParaRPr>
          </a:p>
        </p:txBody>
      </p:sp>
      <p:sp>
        <p:nvSpPr>
          <p:cNvPr id="12" name="object 12"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13" name="object 13"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21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92023" y="192023"/>
            <a:ext cx="8759952" cy="914400"/>
          </a:xfrm>
          <a:prstGeom prst="rect">
            <a:avLst/>
          </a:prstGeom>
        </p:spPr>
      </p:pic>
      <p:pic>
        <p:nvPicPr>
          <p:cNvPr id="3" name="object 3" descr=""/>
          <p:cNvPicPr/>
          <p:nvPr/>
        </p:nvPicPr>
        <p:blipFill>
          <a:blip r:embed="rId3" cstate="print"/>
          <a:stretch>
            <a:fillRect/>
          </a:stretch>
        </p:blipFill>
        <p:spPr>
          <a:xfrm>
            <a:off x="192023" y="5751576"/>
            <a:ext cx="8759952" cy="914399"/>
          </a:xfrm>
          <a:prstGeom prst="rect">
            <a:avLst/>
          </a:prstGeom>
        </p:spPr>
      </p:pic>
      <p:pic>
        <p:nvPicPr>
          <p:cNvPr id="4" name="object 4" descr=""/>
          <p:cNvPicPr/>
          <p:nvPr/>
        </p:nvPicPr>
        <p:blipFill>
          <a:blip r:embed="rId4" cstate="print"/>
          <a:stretch>
            <a:fillRect/>
          </a:stretch>
        </p:blipFill>
        <p:spPr>
          <a:xfrm>
            <a:off x="1834895" y="2514600"/>
            <a:ext cx="5474208" cy="18288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3"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body" idx="1"/>
          </p:nvPr>
        </p:nvSpPr>
        <p:spPr>
          <a:prstGeom prst="rect"/>
        </p:spPr>
        <p:txBody>
          <a:bodyPr wrap="square" lIns="0" tIns="153670" rIns="0" bIns="0" rtlCol="0" vert="horz">
            <a:spAutoFit/>
          </a:bodyPr>
          <a:lstStyle/>
          <a:p>
            <a:pPr marL="12065" marR="5080">
              <a:lnSpc>
                <a:spcPts val="4610"/>
              </a:lnSpc>
              <a:spcBef>
                <a:spcPts val="1210"/>
              </a:spcBef>
            </a:pPr>
            <a:r>
              <a:rPr dirty="0"/>
              <a:t>Database</a:t>
            </a:r>
            <a:r>
              <a:rPr dirty="0" spc="-190"/>
              <a:t> </a:t>
            </a:r>
            <a:r>
              <a:rPr dirty="0" spc="-20"/>
              <a:t>Programming</a:t>
            </a:r>
            <a:r>
              <a:rPr dirty="0" spc="-185"/>
              <a:t> </a:t>
            </a:r>
            <a:r>
              <a:rPr dirty="0" spc="-20"/>
              <a:t>with </a:t>
            </a:r>
            <a:r>
              <a:rPr dirty="0" spc="-25"/>
              <a:t>SQL</a:t>
            </a:r>
          </a:p>
        </p:txBody>
      </p:sp>
      <p:sp>
        <p:nvSpPr>
          <p:cNvPr id="8" name="object 8" descr=""/>
          <p:cNvSpPr txBox="1"/>
          <p:nvPr/>
        </p:nvSpPr>
        <p:spPr>
          <a:xfrm>
            <a:off x="962879" y="2400950"/>
            <a:ext cx="2343150"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13-</a:t>
            </a:r>
            <a:r>
              <a:rPr dirty="0" sz="2400" spc="-50" b="1">
                <a:solidFill>
                  <a:srgbClr val="4E3629"/>
                </a:solidFill>
                <a:latin typeface="Calibri"/>
                <a:cs typeface="Calibri"/>
              </a:rPr>
              <a:t>1</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Creación</a:t>
            </a:r>
            <a:r>
              <a:rPr dirty="0" sz="2400" spc="-75" b="1">
                <a:solidFill>
                  <a:srgbClr val="4E3629"/>
                </a:solidFill>
                <a:latin typeface="Calibri"/>
                <a:cs typeface="Calibri"/>
              </a:rPr>
              <a:t> </a:t>
            </a:r>
            <a:r>
              <a:rPr dirty="0" sz="2400" b="1">
                <a:solidFill>
                  <a:srgbClr val="4E3629"/>
                </a:solidFill>
                <a:latin typeface="Calibri"/>
                <a:cs typeface="Calibri"/>
              </a:rPr>
              <a:t>de</a:t>
            </a:r>
            <a:r>
              <a:rPr dirty="0" sz="2400" spc="-35" b="1">
                <a:solidFill>
                  <a:srgbClr val="4E3629"/>
                </a:solidFill>
                <a:latin typeface="Calibri"/>
                <a:cs typeface="Calibri"/>
              </a:rPr>
              <a:t> </a:t>
            </a:r>
            <a:r>
              <a:rPr dirty="0" sz="2400" spc="-10" b="1">
                <a:solidFill>
                  <a:srgbClr val="4E3629"/>
                </a:solidFill>
                <a:latin typeface="Calibri"/>
                <a:cs typeface="Calibri"/>
              </a:rPr>
              <a:t>tablas</a:t>
            </a:r>
            <a:endParaRPr sz="2400">
              <a:latin typeface="Calibri"/>
              <a:cs typeface="Calibri"/>
            </a:endParaRPr>
          </a:p>
        </p:txBody>
      </p:sp>
      <p:pic>
        <p:nvPicPr>
          <p:cNvPr id="9" name="object 9" descr=""/>
          <p:cNvPicPr/>
          <p:nvPr/>
        </p:nvPicPr>
        <p:blipFill>
          <a:blip r:embed="rId4" cstate="print"/>
          <a:stretch>
            <a:fillRect/>
          </a:stretch>
        </p:blipFill>
        <p:spPr>
          <a:xfrm>
            <a:off x="4789932" y="2613660"/>
            <a:ext cx="3977640" cy="3896867"/>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644499" y="3338436"/>
            <a:ext cx="7823200" cy="1066800"/>
          </a:xfrm>
          <a:custGeom>
            <a:avLst/>
            <a:gdLst/>
            <a:ahLst/>
            <a:cxnLst/>
            <a:rect l="l" t="t" r="r" b="b"/>
            <a:pathLst>
              <a:path w="7823200" h="1066800">
                <a:moveTo>
                  <a:pt x="7822882" y="193878"/>
                </a:moveTo>
                <a:lnTo>
                  <a:pt x="7817447" y="136486"/>
                </a:lnTo>
                <a:lnTo>
                  <a:pt x="7802715" y="83756"/>
                </a:lnTo>
                <a:lnTo>
                  <a:pt x="7780998" y="40322"/>
                </a:lnTo>
                <a:lnTo>
                  <a:pt x="7754633" y="10858"/>
                </a:lnTo>
                <a:lnTo>
                  <a:pt x="7725943" y="0"/>
                </a:lnTo>
                <a:lnTo>
                  <a:pt x="96939" y="0"/>
                </a:lnTo>
                <a:lnTo>
                  <a:pt x="41871" y="40322"/>
                </a:lnTo>
                <a:lnTo>
                  <a:pt x="20154" y="83756"/>
                </a:lnTo>
                <a:lnTo>
                  <a:pt x="5422" y="136486"/>
                </a:lnTo>
                <a:lnTo>
                  <a:pt x="0" y="193878"/>
                </a:lnTo>
                <a:lnTo>
                  <a:pt x="5422" y="251269"/>
                </a:lnTo>
                <a:lnTo>
                  <a:pt x="20154" y="303999"/>
                </a:lnTo>
                <a:lnTo>
                  <a:pt x="41871" y="347433"/>
                </a:lnTo>
                <a:lnTo>
                  <a:pt x="68237" y="376897"/>
                </a:lnTo>
                <a:lnTo>
                  <a:pt x="71094" y="377990"/>
                </a:lnTo>
                <a:lnTo>
                  <a:pt x="65011" y="384784"/>
                </a:lnTo>
                <a:lnTo>
                  <a:pt x="43726" y="427355"/>
                </a:lnTo>
                <a:lnTo>
                  <a:pt x="29273" y="479044"/>
                </a:lnTo>
                <a:lnTo>
                  <a:pt x="23964" y="535305"/>
                </a:lnTo>
                <a:lnTo>
                  <a:pt x="29273" y="591553"/>
                </a:lnTo>
                <a:lnTo>
                  <a:pt x="43726" y="643242"/>
                </a:lnTo>
                <a:lnTo>
                  <a:pt x="65011" y="685812"/>
                </a:lnTo>
                <a:lnTo>
                  <a:pt x="82994" y="705929"/>
                </a:lnTo>
                <a:lnTo>
                  <a:pt x="65011" y="726020"/>
                </a:lnTo>
                <a:lnTo>
                  <a:pt x="43726" y="768591"/>
                </a:lnTo>
                <a:lnTo>
                  <a:pt x="29273" y="820293"/>
                </a:lnTo>
                <a:lnTo>
                  <a:pt x="23964" y="876541"/>
                </a:lnTo>
                <a:lnTo>
                  <a:pt x="29273" y="932789"/>
                </a:lnTo>
                <a:lnTo>
                  <a:pt x="43726" y="984491"/>
                </a:lnTo>
                <a:lnTo>
                  <a:pt x="65011" y="1027061"/>
                </a:lnTo>
                <a:lnTo>
                  <a:pt x="90855" y="1055941"/>
                </a:lnTo>
                <a:lnTo>
                  <a:pt x="118986" y="1066584"/>
                </a:lnTo>
                <a:lnTo>
                  <a:pt x="6200495" y="1066584"/>
                </a:lnTo>
                <a:lnTo>
                  <a:pt x="6254470" y="1027061"/>
                </a:lnTo>
                <a:lnTo>
                  <a:pt x="6275756" y="984491"/>
                </a:lnTo>
                <a:lnTo>
                  <a:pt x="6290195" y="932789"/>
                </a:lnTo>
                <a:lnTo>
                  <a:pt x="6295517" y="876541"/>
                </a:lnTo>
                <a:lnTo>
                  <a:pt x="6290195" y="820293"/>
                </a:lnTo>
                <a:lnTo>
                  <a:pt x="6275756" y="768591"/>
                </a:lnTo>
                <a:lnTo>
                  <a:pt x="6254470" y="726020"/>
                </a:lnTo>
                <a:lnTo>
                  <a:pt x="6253861" y="725347"/>
                </a:lnTo>
                <a:lnTo>
                  <a:pt x="7642949" y="725347"/>
                </a:lnTo>
                <a:lnTo>
                  <a:pt x="7696924" y="685812"/>
                </a:lnTo>
                <a:lnTo>
                  <a:pt x="7718209" y="643242"/>
                </a:lnTo>
                <a:lnTo>
                  <a:pt x="7732662" y="591553"/>
                </a:lnTo>
                <a:lnTo>
                  <a:pt x="7737983" y="535305"/>
                </a:lnTo>
                <a:lnTo>
                  <a:pt x="7732662" y="479044"/>
                </a:lnTo>
                <a:lnTo>
                  <a:pt x="7718209" y="427355"/>
                </a:lnTo>
                <a:lnTo>
                  <a:pt x="7698410" y="387756"/>
                </a:lnTo>
                <a:lnTo>
                  <a:pt x="7725943" y="387756"/>
                </a:lnTo>
                <a:lnTo>
                  <a:pt x="7754633" y="376897"/>
                </a:lnTo>
                <a:lnTo>
                  <a:pt x="7780998" y="347433"/>
                </a:lnTo>
                <a:lnTo>
                  <a:pt x="7802715" y="303999"/>
                </a:lnTo>
                <a:lnTo>
                  <a:pt x="7817447" y="251269"/>
                </a:lnTo>
                <a:lnTo>
                  <a:pt x="7822882" y="193878"/>
                </a:lnTo>
                <a:close/>
              </a:path>
            </a:pathLst>
          </a:custGeom>
          <a:solidFill>
            <a:srgbClr val="7CC868"/>
          </a:solidFill>
        </p:spPr>
        <p:txBody>
          <a:bodyPr wrap="square" lIns="0" tIns="0" rIns="0" bIns="0" rtlCol="0"/>
          <a:lstStyle/>
          <a:p/>
        </p:txBody>
      </p:sp>
      <p:sp>
        <p:nvSpPr>
          <p:cNvPr id="3" name="object 3" descr=""/>
          <p:cNvSpPr/>
          <p:nvPr/>
        </p:nvSpPr>
        <p:spPr>
          <a:xfrm>
            <a:off x="668464" y="2115354"/>
            <a:ext cx="1205865" cy="380365"/>
          </a:xfrm>
          <a:custGeom>
            <a:avLst/>
            <a:gdLst/>
            <a:ahLst/>
            <a:cxnLst/>
            <a:rect l="l" t="t" r="r" b="b"/>
            <a:pathLst>
              <a:path w="1205864" h="380364">
                <a:moveTo>
                  <a:pt x="1110301" y="0"/>
                </a:moveTo>
                <a:lnTo>
                  <a:pt x="95022" y="0"/>
                </a:lnTo>
                <a:lnTo>
                  <a:pt x="66895" y="10642"/>
                </a:lnTo>
                <a:lnTo>
                  <a:pt x="41049" y="39529"/>
                </a:lnTo>
                <a:lnTo>
                  <a:pt x="19764" y="82099"/>
                </a:lnTo>
                <a:lnTo>
                  <a:pt x="5321" y="133791"/>
                </a:lnTo>
                <a:lnTo>
                  <a:pt x="0" y="190045"/>
                </a:lnTo>
                <a:lnTo>
                  <a:pt x="5321" y="246298"/>
                </a:lnTo>
                <a:lnTo>
                  <a:pt x="19764" y="297990"/>
                </a:lnTo>
                <a:lnTo>
                  <a:pt x="41049" y="340560"/>
                </a:lnTo>
                <a:lnTo>
                  <a:pt x="66895" y="369447"/>
                </a:lnTo>
                <a:lnTo>
                  <a:pt x="95022" y="380090"/>
                </a:lnTo>
                <a:lnTo>
                  <a:pt x="1110301" y="380090"/>
                </a:lnTo>
                <a:lnTo>
                  <a:pt x="1164274" y="340560"/>
                </a:lnTo>
                <a:lnTo>
                  <a:pt x="1185559" y="297990"/>
                </a:lnTo>
                <a:lnTo>
                  <a:pt x="1200003" y="246298"/>
                </a:lnTo>
                <a:lnTo>
                  <a:pt x="1205324" y="190045"/>
                </a:lnTo>
                <a:lnTo>
                  <a:pt x="1200003" y="133791"/>
                </a:lnTo>
                <a:lnTo>
                  <a:pt x="1185559" y="82099"/>
                </a:lnTo>
                <a:lnTo>
                  <a:pt x="1164274" y="39529"/>
                </a:lnTo>
                <a:lnTo>
                  <a:pt x="1138428" y="10642"/>
                </a:lnTo>
                <a:lnTo>
                  <a:pt x="1110301" y="0"/>
                </a:lnTo>
                <a:close/>
              </a:path>
            </a:pathLst>
          </a:custGeom>
          <a:solidFill>
            <a:srgbClr val="FACD5A"/>
          </a:solidFill>
        </p:spPr>
        <p:txBody>
          <a:bodyPr wrap="square" lIns="0" tIns="0" rIns="0" bIns="0" rtlCol="0"/>
          <a:lstStyle/>
          <a:p/>
        </p:txBody>
      </p:sp>
      <p:sp>
        <p:nvSpPr>
          <p:cNvPr id="4" name="object 4" descr=""/>
          <p:cNvSpPr/>
          <p:nvPr/>
        </p:nvSpPr>
        <p:spPr>
          <a:xfrm>
            <a:off x="8038685" y="1774111"/>
            <a:ext cx="161290" cy="380365"/>
          </a:xfrm>
          <a:custGeom>
            <a:avLst/>
            <a:gdLst/>
            <a:ahLst/>
            <a:cxnLst/>
            <a:rect l="l" t="t" r="r" b="b"/>
            <a:pathLst>
              <a:path w="161290" h="380364">
                <a:moveTo>
                  <a:pt x="80428" y="374568"/>
                </a:moveTo>
                <a:lnTo>
                  <a:pt x="65834" y="380090"/>
                </a:lnTo>
                <a:lnTo>
                  <a:pt x="95022" y="380090"/>
                </a:lnTo>
                <a:lnTo>
                  <a:pt x="80428" y="374568"/>
                </a:lnTo>
                <a:close/>
              </a:path>
              <a:path w="161290" h="380364">
                <a:moveTo>
                  <a:pt x="80428" y="5522"/>
                </a:moveTo>
                <a:lnTo>
                  <a:pt x="41049" y="39529"/>
                </a:lnTo>
                <a:lnTo>
                  <a:pt x="19764" y="82099"/>
                </a:lnTo>
                <a:lnTo>
                  <a:pt x="5321" y="133791"/>
                </a:lnTo>
                <a:lnTo>
                  <a:pt x="0" y="190045"/>
                </a:lnTo>
                <a:lnTo>
                  <a:pt x="5321" y="246298"/>
                </a:lnTo>
                <a:lnTo>
                  <a:pt x="19764" y="297990"/>
                </a:lnTo>
                <a:lnTo>
                  <a:pt x="41049" y="340560"/>
                </a:lnTo>
                <a:lnTo>
                  <a:pt x="66895" y="369447"/>
                </a:lnTo>
                <a:lnTo>
                  <a:pt x="80428" y="374568"/>
                </a:lnTo>
                <a:lnTo>
                  <a:pt x="93960" y="369447"/>
                </a:lnTo>
                <a:lnTo>
                  <a:pt x="119806" y="340560"/>
                </a:lnTo>
                <a:lnTo>
                  <a:pt x="141091" y="297990"/>
                </a:lnTo>
                <a:lnTo>
                  <a:pt x="155534" y="246298"/>
                </a:lnTo>
                <a:lnTo>
                  <a:pt x="160855" y="190045"/>
                </a:lnTo>
                <a:lnTo>
                  <a:pt x="155534" y="133791"/>
                </a:lnTo>
                <a:lnTo>
                  <a:pt x="141091" y="82099"/>
                </a:lnTo>
                <a:lnTo>
                  <a:pt x="119806" y="39529"/>
                </a:lnTo>
                <a:lnTo>
                  <a:pt x="93960" y="10642"/>
                </a:lnTo>
                <a:lnTo>
                  <a:pt x="80428" y="5522"/>
                </a:lnTo>
                <a:close/>
              </a:path>
              <a:path w="161290" h="380364">
                <a:moveTo>
                  <a:pt x="95022" y="0"/>
                </a:moveTo>
                <a:lnTo>
                  <a:pt x="65834" y="0"/>
                </a:lnTo>
                <a:lnTo>
                  <a:pt x="80428" y="5522"/>
                </a:lnTo>
                <a:lnTo>
                  <a:pt x="95022" y="0"/>
                </a:lnTo>
                <a:close/>
              </a:path>
            </a:pathLst>
          </a:custGeom>
          <a:solidFill>
            <a:srgbClr val="FACD5A"/>
          </a:solidFill>
        </p:spPr>
        <p:txBody>
          <a:bodyPr wrap="square" lIns="0" tIns="0" rIns="0" bIns="0" rtlCol="0"/>
          <a:lstStyle/>
          <a:p/>
        </p:txBody>
      </p:sp>
      <p:sp>
        <p:nvSpPr>
          <p:cNvPr id="5" name="object 5" descr=""/>
          <p:cNvSpPr/>
          <p:nvPr/>
        </p:nvSpPr>
        <p:spPr>
          <a:xfrm>
            <a:off x="644499" y="1428856"/>
            <a:ext cx="6831330" cy="387985"/>
          </a:xfrm>
          <a:custGeom>
            <a:avLst/>
            <a:gdLst/>
            <a:ahLst/>
            <a:cxnLst/>
            <a:rect l="l" t="t" r="r" b="b"/>
            <a:pathLst>
              <a:path w="6831330" h="387985">
                <a:moveTo>
                  <a:pt x="6734209" y="0"/>
                </a:moveTo>
                <a:lnTo>
                  <a:pt x="96940" y="0"/>
                </a:lnTo>
                <a:lnTo>
                  <a:pt x="68245" y="10857"/>
                </a:lnTo>
                <a:lnTo>
                  <a:pt x="41878" y="40327"/>
                </a:lnTo>
                <a:lnTo>
                  <a:pt x="20163" y="83756"/>
                </a:lnTo>
                <a:lnTo>
                  <a:pt x="5428" y="136491"/>
                </a:lnTo>
                <a:lnTo>
                  <a:pt x="0" y="193880"/>
                </a:lnTo>
                <a:lnTo>
                  <a:pt x="5428" y="251268"/>
                </a:lnTo>
                <a:lnTo>
                  <a:pt x="20163" y="304004"/>
                </a:lnTo>
                <a:lnTo>
                  <a:pt x="41878" y="347433"/>
                </a:lnTo>
                <a:lnTo>
                  <a:pt x="68245" y="376903"/>
                </a:lnTo>
                <a:lnTo>
                  <a:pt x="96940" y="387760"/>
                </a:lnTo>
                <a:lnTo>
                  <a:pt x="6734209" y="387760"/>
                </a:lnTo>
                <a:lnTo>
                  <a:pt x="6789271" y="347433"/>
                </a:lnTo>
                <a:lnTo>
                  <a:pt x="6810986" y="304004"/>
                </a:lnTo>
                <a:lnTo>
                  <a:pt x="6825721" y="251268"/>
                </a:lnTo>
                <a:lnTo>
                  <a:pt x="6831149" y="193880"/>
                </a:lnTo>
                <a:lnTo>
                  <a:pt x="6825721" y="136491"/>
                </a:lnTo>
                <a:lnTo>
                  <a:pt x="6810986" y="83756"/>
                </a:lnTo>
                <a:lnTo>
                  <a:pt x="6789271" y="40327"/>
                </a:lnTo>
                <a:lnTo>
                  <a:pt x="6762903" y="10857"/>
                </a:lnTo>
                <a:lnTo>
                  <a:pt x="6734209" y="0"/>
                </a:lnTo>
                <a:close/>
              </a:path>
            </a:pathLst>
          </a:custGeom>
          <a:solidFill>
            <a:srgbClr val="FACD5A"/>
          </a:solidFill>
        </p:spPr>
        <p:txBody>
          <a:bodyPr wrap="square" lIns="0" tIns="0" rIns="0" bIns="0" rtlCol="0"/>
          <a:lstStyle/>
          <a:p/>
        </p:txBody>
      </p:sp>
      <p:pic>
        <p:nvPicPr>
          <p:cNvPr id="6" name="object 6" descr=""/>
          <p:cNvPicPr/>
          <p:nvPr/>
        </p:nvPicPr>
        <p:blipFill>
          <a:blip r:embed="rId2" cstate="print"/>
          <a:stretch>
            <a:fillRect/>
          </a:stretch>
        </p:blipFill>
        <p:spPr>
          <a:xfrm>
            <a:off x="0" y="0"/>
            <a:ext cx="9144000" cy="254507"/>
          </a:xfrm>
          <a:prstGeom prst="rect">
            <a:avLst/>
          </a:prstGeom>
        </p:spPr>
      </p:pic>
      <p:pic>
        <p:nvPicPr>
          <p:cNvPr id="7" name="object 7" descr=""/>
          <p:cNvPicPr/>
          <p:nvPr/>
        </p:nvPicPr>
        <p:blipFill>
          <a:blip r:embed="rId3" cstate="print"/>
          <a:stretch>
            <a:fillRect/>
          </a:stretch>
        </p:blipFill>
        <p:spPr>
          <a:xfrm>
            <a:off x="405384" y="6178295"/>
            <a:ext cx="1258823" cy="420624"/>
          </a:xfrm>
          <a:prstGeom prst="rect">
            <a:avLst/>
          </a:prstGeom>
        </p:spPr>
      </p:pic>
      <p:sp>
        <p:nvSpPr>
          <p:cNvPr id="8" name="object 8"/>
          <p:cNvSpPr txBox="1">
            <a:spLocks noGrp="1"/>
          </p:cNvSpPr>
          <p:nvPr>
            <p:ph type="title"/>
          </p:nvPr>
        </p:nvSpPr>
        <p:spPr>
          <a:xfrm>
            <a:off x="392112" y="748031"/>
            <a:ext cx="6927215" cy="528320"/>
          </a:xfrm>
          <a:prstGeom prst="rect"/>
        </p:spPr>
        <p:txBody>
          <a:bodyPr wrap="square" lIns="0" tIns="12700" rIns="0" bIns="0" rtlCol="0" vert="horz">
            <a:spAutoFit/>
          </a:bodyPr>
          <a:lstStyle/>
          <a:p>
            <a:pPr marL="12700">
              <a:lnSpc>
                <a:spcPct val="100000"/>
              </a:lnSpc>
              <a:spcBef>
                <a:spcPts val="100"/>
              </a:spcBef>
            </a:pPr>
            <a:r>
              <a:rPr dirty="0"/>
              <a:t>Objetos</a:t>
            </a:r>
            <a:r>
              <a:rPr dirty="0" spc="-50"/>
              <a:t> </a:t>
            </a:r>
            <a:r>
              <a:rPr dirty="0"/>
              <a:t>de</a:t>
            </a:r>
            <a:r>
              <a:rPr dirty="0" spc="-35"/>
              <a:t> </a:t>
            </a:r>
            <a:r>
              <a:rPr dirty="0"/>
              <a:t>Esquema</a:t>
            </a:r>
            <a:r>
              <a:rPr dirty="0" spc="-35"/>
              <a:t> </a:t>
            </a:r>
            <a:r>
              <a:rPr dirty="0"/>
              <a:t>de</a:t>
            </a:r>
            <a:r>
              <a:rPr dirty="0" spc="-35"/>
              <a:t> </a:t>
            </a:r>
            <a:r>
              <a:rPr dirty="0"/>
              <a:t>la</a:t>
            </a:r>
            <a:r>
              <a:rPr dirty="0" spc="-35"/>
              <a:t> </a:t>
            </a:r>
            <a:r>
              <a:rPr dirty="0"/>
              <a:t>Base</a:t>
            </a:r>
            <a:r>
              <a:rPr dirty="0" spc="-55"/>
              <a:t> </a:t>
            </a:r>
            <a:r>
              <a:rPr dirty="0"/>
              <a:t>de</a:t>
            </a:r>
            <a:r>
              <a:rPr dirty="0" spc="-30"/>
              <a:t> </a:t>
            </a:r>
            <a:r>
              <a:rPr dirty="0" spc="-10"/>
              <a:t>Datos</a:t>
            </a:r>
          </a:p>
        </p:txBody>
      </p:sp>
      <p:sp>
        <p:nvSpPr>
          <p:cNvPr id="10" name="object 10"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8</a:t>
            </a:r>
            <a:endParaRPr sz="1000">
              <a:latin typeface="Calibri"/>
              <a:cs typeface="Calibri"/>
            </a:endParaRPr>
          </a:p>
        </p:txBody>
      </p:sp>
      <p:sp>
        <p:nvSpPr>
          <p:cNvPr id="12" name="object 12"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9" name="object 9" descr=""/>
          <p:cNvSpPr txBox="1"/>
          <p:nvPr/>
        </p:nvSpPr>
        <p:spPr>
          <a:xfrm>
            <a:off x="483552" y="1381889"/>
            <a:ext cx="8070850" cy="4511675"/>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Algunos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tipos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objetos</a:t>
            </a:r>
            <a:r>
              <a:rPr dirty="0" sz="2800" spc="-60">
                <a:solidFill>
                  <a:srgbClr val="4E3629"/>
                </a:solidFill>
                <a:latin typeface="Calibri"/>
                <a:cs typeface="Calibri"/>
              </a:rPr>
              <a:t> </a:t>
            </a:r>
            <a:r>
              <a:rPr dirty="0" sz="2800">
                <a:solidFill>
                  <a:srgbClr val="4E3629"/>
                </a:solidFill>
                <a:latin typeface="Calibri"/>
                <a:cs typeface="Calibri"/>
              </a:rPr>
              <a:t>ocupan</a:t>
            </a:r>
            <a:r>
              <a:rPr dirty="0" sz="2800" spc="-50">
                <a:solidFill>
                  <a:srgbClr val="4E3629"/>
                </a:solidFill>
                <a:latin typeface="Calibri"/>
                <a:cs typeface="Calibri"/>
              </a:rPr>
              <a:t> </a:t>
            </a:r>
            <a:r>
              <a:rPr dirty="0" sz="2800">
                <a:solidFill>
                  <a:srgbClr val="4E3629"/>
                </a:solidFill>
                <a:latin typeface="Calibri"/>
                <a:cs typeface="Calibri"/>
              </a:rPr>
              <a:t>espacio,</a:t>
            </a:r>
            <a:r>
              <a:rPr dirty="0" sz="2800" spc="-60">
                <a:solidFill>
                  <a:srgbClr val="4E3629"/>
                </a:solidFill>
                <a:latin typeface="Calibri"/>
                <a:cs typeface="Calibri"/>
              </a:rPr>
              <a:t> </a:t>
            </a:r>
            <a:r>
              <a:rPr dirty="0" sz="2800">
                <a:solidFill>
                  <a:srgbClr val="4E3629"/>
                </a:solidFill>
                <a:latin typeface="Calibri"/>
                <a:cs typeface="Calibri"/>
              </a:rPr>
              <a:t>lo</a:t>
            </a:r>
            <a:r>
              <a:rPr dirty="0" sz="2800" spc="-65">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denomina</a:t>
            </a:r>
            <a:r>
              <a:rPr dirty="0" sz="2800" spc="-25">
                <a:solidFill>
                  <a:srgbClr val="4E3629"/>
                </a:solidFill>
                <a:latin typeface="Calibri"/>
                <a:cs typeface="Calibri"/>
              </a:rPr>
              <a:t> </a:t>
            </a:r>
            <a:r>
              <a:rPr dirty="0" sz="2800" spc="-10">
                <a:solidFill>
                  <a:srgbClr val="4E3629"/>
                </a:solidFill>
                <a:latin typeface="Calibri"/>
                <a:cs typeface="Calibri"/>
              </a:rPr>
              <a:t>almacenamiento,</a:t>
            </a:r>
            <a:r>
              <a:rPr dirty="0" sz="2800" spc="-6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base</a:t>
            </a:r>
            <a:r>
              <a:rPr dirty="0" sz="2800" spc="-6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otros</a:t>
            </a:r>
            <a:r>
              <a:rPr dirty="0" sz="2800" spc="-100">
                <a:solidFill>
                  <a:srgbClr val="4E3629"/>
                </a:solidFill>
                <a:latin typeface="Calibri"/>
                <a:cs typeface="Calibri"/>
              </a:rPr>
              <a:t> </a:t>
            </a:r>
            <a:r>
              <a:rPr dirty="0" sz="2800" spc="-25">
                <a:solidFill>
                  <a:srgbClr val="4E3629"/>
                </a:solidFill>
                <a:latin typeface="Calibri"/>
                <a:cs typeface="Calibri"/>
              </a:rPr>
              <a:t>no</a:t>
            </a:r>
            <a:endParaRPr sz="2800">
              <a:latin typeface="Calibri"/>
              <a:cs typeface="Calibri"/>
            </a:endParaRPr>
          </a:p>
          <a:p>
            <a:pPr marL="182880" marR="67945" indent="-170815">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objetos</a:t>
            </a:r>
            <a:r>
              <a:rPr dirty="0" sz="2800" spc="-4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base</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45">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ocupan</a:t>
            </a:r>
            <a:r>
              <a:rPr dirty="0" sz="2800" spc="-35">
                <a:solidFill>
                  <a:srgbClr val="4E3629"/>
                </a:solidFill>
                <a:latin typeface="Calibri"/>
                <a:cs typeface="Calibri"/>
              </a:rPr>
              <a:t> </a:t>
            </a:r>
            <a:r>
              <a:rPr dirty="0" sz="2800" spc="-10">
                <a:solidFill>
                  <a:srgbClr val="4E3629"/>
                </a:solidFill>
                <a:latin typeface="Calibri"/>
                <a:cs typeface="Calibri"/>
              </a:rPr>
              <a:t>mucho </a:t>
            </a:r>
            <a:r>
              <a:rPr dirty="0" sz="2800" spc="-10">
                <a:solidFill>
                  <a:srgbClr val="4E3629"/>
                </a:solidFill>
                <a:latin typeface="Calibri"/>
                <a:cs typeface="Calibri"/>
              </a:rPr>
              <a:t>	</a:t>
            </a:r>
            <a:r>
              <a:rPr dirty="0" sz="2800">
                <a:solidFill>
                  <a:srgbClr val="4E3629"/>
                </a:solidFill>
                <a:latin typeface="Calibri"/>
                <a:cs typeface="Calibri"/>
              </a:rPr>
              <a:t>espacio</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almacenamiento</a:t>
            </a:r>
            <a:r>
              <a:rPr dirty="0" sz="2800" spc="-5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denominan</a:t>
            </a:r>
            <a:r>
              <a:rPr dirty="0" sz="2800" spc="-30">
                <a:solidFill>
                  <a:srgbClr val="4E3629"/>
                </a:solidFill>
                <a:latin typeface="Calibri"/>
                <a:cs typeface="Calibri"/>
              </a:rPr>
              <a:t> </a:t>
            </a:r>
            <a:r>
              <a:rPr dirty="0" sz="2800" spc="-10">
                <a:solidFill>
                  <a:srgbClr val="4E3629"/>
                </a:solidFill>
                <a:latin typeface="Calibri"/>
                <a:cs typeface="Calibri"/>
              </a:rPr>
              <a:t>segmentos</a:t>
            </a:r>
            <a:endParaRPr sz="2800">
              <a:latin typeface="Calibri"/>
              <a:cs typeface="Calibri"/>
            </a:endParaRPr>
          </a:p>
          <a:p>
            <a:pPr algn="just" marL="182880" marR="80645" indent="-170815">
              <a:lnSpc>
                <a:spcPct val="80000"/>
              </a:lnSpc>
              <a:spcBef>
                <a:spcPts val="790"/>
              </a:spcBef>
              <a:buClr>
                <a:srgbClr val="D1350F"/>
              </a:buClr>
              <a:buFont typeface="Arial MT"/>
              <a:buChar char="•"/>
              <a:tabLst>
                <a:tab pos="184785" algn="l"/>
              </a:tabLst>
            </a:pP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tablas</a:t>
            </a:r>
            <a:r>
              <a:rPr dirty="0" sz="2800" spc="-50">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índices</a:t>
            </a:r>
            <a:r>
              <a:rPr dirty="0" sz="2800" spc="-25">
                <a:solidFill>
                  <a:srgbClr val="4E3629"/>
                </a:solidFill>
                <a:latin typeface="Calibri"/>
                <a:cs typeface="Calibri"/>
              </a:rPr>
              <a:t> </a:t>
            </a:r>
            <a:r>
              <a:rPr dirty="0" sz="2800">
                <a:solidFill>
                  <a:srgbClr val="4E3629"/>
                </a:solidFill>
                <a:latin typeface="Calibri"/>
                <a:cs typeface="Calibri"/>
              </a:rPr>
              <a:t>son</a:t>
            </a:r>
            <a:r>
              <a:rPr dirty="0" sz="2800" spc="-55">
                <a:solidFill>
                  <a:srgbClr val="4E3629"/>
                </a:solidFill>
                <a:latin typeface="Calibri"/>
                <a:cs typeface="Calibri"/>
              </a:rPr>
              <a:t> </a:t>
            </a:r>
            <a:r>
              <a:rPr dirty="0" sz="2800">
                <a:solidFill>
                  <a:srgbClr val="4E3629"/>
                </a:solidFill>
                <a:latin typeface="Calibri"/>
                <a:cs typeface="Calibri"/>
              </a:rPr>
              <a:t>ejemplos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segmentos,</a:t>
            </a:r>
            <a:r>
              <a:rPr dirty="0" sz="2800" spc="-50">
                <a:solidFill>
                  <a:srgbClr val="4E3629"/>
                </a:solidFill>
                <a:latin typeface="Calibri"/>
                <a:cs typeface="Calibri"/>
              </a:rPr>
              <a:t> </a:t>
            </a:r>
            <a:r>
              <a:rPr dirty="0" sz="2800" spc="-25">
                <a:solidFill>
                  <a:srgbClr val="4E3629"/>
                </a:solidFill>
                <a:latin typeface="Calibri"/>
                <a:cs typeface="Calibri"/>
              </a:rPr>
              <a:t>ya </a:t>
            </a:r>
            <a:r>
              <a:rPr dirty="0" sz="2800" spc="-25">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los</a:t>
            </a:r>
            <a:r>
              <a:rPr dirty="0" sz="2800" spc="-75">
                <a:solidFill>
                  <a:srgbClr val="4E3629"/>
                </a:solidFill>
                <a:latin typeface="Calibri"/>
                <a:cs typeface="Calibri"/>
              </a:rPr>
              <a:t> </a:t>
            </a:r>
            <a:r>
              <a:rPr dirty="0" sz="2800">
                <a:solidFill>
                  <a:srgbClr val="4E3629"/>
                </a:solidFill>
                <a:latin typeface="Calibri"/>
                <a:cs typeface="Calibri"/>
              </a:rPr>
              <a:t>valores</a:t>
            </a:r>
            <a:r>
              <a:rPr dirty="0" sz="2800" spc="-70">
                <a:solidFill>
                  <a:srgbClr val="4E3629"/>
                </a:solidFill>
                <a:latin typeface="Calibri"/>
                <a:cs typeface="Calibri"/>
              </a:rPr>
              <a:t> </a:t>
            </a:r>
            <a:r>
              <a:rPr dirty="0" sz="2800">
                <a:solidFill>
                  <a:srgbClr val="4E3629"/>
                </a:solidFill>
                <a:latin typeface="Calibri"/>
                <a:cs typeface="Calibri"/>
              </a:rPr>
              <a:t>almacenados</a:t>
            </a:r>
            <a:r>
              <a:rPr dirty="0" sz="2800" spc="-6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columnas</a:t>
            </a:r>
            <a:r>
              <a:rPr dirty="0" sz="2800" spc="-3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0">
                <a:solidFill>
                  <a:srgbClr val="4E3629"/>
                </a:solidFill>
                <a:latin typeface="Calibri"/>
                <a:cs typeface="Calibri"/>
              </a:rPr>
              <a:t>cada </a:t>
            </a:r>
            <a:r>
              <a:rPr dirty="0" sz="2800" spc="-20">
                <a:solidFill>
                  <a:srgbClr val="4E3629"/>
                </a:solidFill>
                <a:latin typeface="Calibri"/>
                <a:cs typeface="Calibri"/>
              </a:rPr>
              <a:t>	</a:t>
            </a:r>
            <a:r>
              <a:rPr dirty="0" sz="2800">
                <a:solidFill>
                  <a:srgbClr val="4E3629"/>
                </a:solidFill>
                <a:latin typeface="Calibri"/>
                <a:cs typeface="Calibri"/>
              </a:rPr>
              <a:t>fila</a:t>
            </a:r>
            <a:r>
              <a:rPr dirty="0" sz="2800" spc="-55">
                <a:solidFill>
                  <a:srgbClr val="4E3629"/>
                </a:solidFill>
                <a:latin typeface="Calibri"/>
                <a:cs typeface="Calibri"/>
              </a:rPr>
              <a:t> </a:t>
            </a:r>
            <a:r>
              <a:rPr dirty="0" sz="2800">
                <a:solidFill>
                  <a:srgbClr val="4E3629"/>
                </a:solidFill>
                <a:latin typeface="Calibri"/>
                <a:cs typeface="Calibri"/>
              </a:rPr>
              <a:t>ocupan</a:t>
            </a:r>
            <a:r>
              <a:rPr dirty="0" sz="2800" spc="-40">
                <a:solidFill>
                  <a:srgbClr val="4E3629"/>
                </a:solidFill>
                <a:latin typeface="Calibri"/>
                <a:cs typeface="Calibri"/>
              </a:rPr>
              <a:t> </a:t>
            </a:r>
            <a:r>
              <a:rPr dirty="0" sz="2800">
                <a:solidFill>
                  <a:srgbClr val="4E3629"/>
                </a:solidFill>
                <a:latin typeface="Calibri"/>
                <a:cs typeface="Calibri"/>
              </a:rPr>
              <a:t>mucho</a:t>
            </a:r>
            <a:r>
              <a:rPr dirty="0" sz="2800" spc="-35">
                <a:solidFill>
                  <a:srgbClr val="4E3629"/>
                </a:solidFill>
                <a:latin typeface="Calibri"/>
                <a:cs typeface="Calibri"/>
              </a:rPr>
              <a:t> </a:t>
            </a:r>
            <a:r>
              <a:rPr dirty="0" sz="2800">
                <a:solidFill>
                  <a:srgbClr val="4E3629"/>
                </a:solidFill>
                <a:latin typeface="Calibri"/>
                <a:cs typeface="Calibri"/>
              </a:rPr>
              <a:t>espacio</a:t>
            </a:r>
            <a:r>
              <a:rPr dirty="0" sz="2800" spc="-4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disco</a:t>
            </a:r>
            <a:r>
              <a:rPr dirty="0" sz="2800" spc="-45">
                <a:solidFill>
                  <a:srgbClr val="4E3629"/>
                </a:solidFill>
                <a:latin typeface="Calibri"/>
                <a:cs typeface="Calibri"/>
              </a:rPr>
              <a:t> </a:t>
            </a:r>
            <a:r>
              <a:rPr dirty="0" sz="2800" spc="-10">
                <a:solidFill>
                  <a:srgbClr val="4E3629"/>
                </a:solidFill>
                <a:latin typeface="Calibri"/>
                <a:cs typeface="Calibri"/>
              </a:rPr>
              <a:t>físico</a:t>
            </a:r>
            <a:endParaRPr sz="2800">
              <a:latin typeface="Calibri"/>
              <a:cs typeface="Calibri"/>
            </a:endParaRPr>
          </a:p>
          <a:p>
            <a:pPr marL="159385" marR="107950" indent="-147320">
              <a:lnSpc>
                <a:spcPct val="80000"/>
              </a:lnSpc>
              <a:spcBef>
                <a:spcPts val="80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vistas,</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restricciones,</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secuencias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y</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sinónimos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también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son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objetos,</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pero</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único</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espacio</a:t>
            </a:r>
            <a:r>
              <a:rPr dirty="0" u="heavy" sz="2800" spc="-6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que</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necesitan</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base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datos</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está</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definición</a:t>
            </a:r>
            <a:r>
              <a:rPr dirty="0" u="heavy" sz="2800" spc="-3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del</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objeto</a:t>
            </a:r>
            <a:r>
              <a:rPr dirty="0" sz="2800">
                <a:solidFill>
                  <a:srgbClr val="4E3629"/>
                </a:solidFill>
                <a:latin typeface="Calibri"/>
                <a:cs typeface="Calibri"/>
              </a:rPr>
              <a:t>:</a:t>
            </a:r>
            <a:r>
              <a:rPr dirty="0" sz="2800" spc="-55">
                <a:solidFill>
                  <a:srgbClr val="4E3629"/>
                </a:solidFill>
                <a:latin typeface="Calibri"/>
                <a:cs typeface="Calibri"/>
              </a:rPr>
              <a:t> </a:t>
            </a:r>
            <a:r>
              <a:rPr dirty="0" sz="2800">
                <a:solidFill>
                  <a:srgbClr val="4E3629"/>
                </a:solidFill>
                <a:latin typeface="Calibri"/>
                <a:cs typeface="Calibri"/>
              </a:rPr>
              <a:t>ninguno</a:t>
            </a:r>
            <a:r>
              <a:rPr dirty="0" sz="2800" spc="-3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ellos</a:t>
            </a:r>
            <a:r>
              <a:rPr dirty="0" sz="2800" spc="-60">
                <a:solidFill>
                  <a:srgbClr val="4E3629"/>
                </a:solidFill>
                <a:latin typeface="Calibri"/>
                <a:cs typeface="Calibri"/>
              </a:rPr>
              <a:t> </a:t>
            </a:r>
            <a:r>
              <a:rPr dirty="0" sz="2800">
                <a:solidFill>
                  <a:srgbClr val="4E3629"/>
                </a:solidFill>
                <a:latin typeface="Calibri"/>
                <a:cs typeface="Calibri"/>
              </a:rPr>
              <a:t>tiene</a:t>
            </a:r>
            <a:r>
              <a:rPr dirty="0" sz="2800" spc="-50">
                <a:solidFill>
                  <a:srgbClr val="4E3629"/>
                </a:solidFill>
                <a:latin typeface="Calibri"/>
                <a:cs typeface="Calibri"/>
              </a:rPr>
              <a:t> </a:t>
            </a:r>
            <a:r>
              <a:rPr dirty="0" sz="2800">
                <a:solidFill>
                  <a:srgbClr val="4E3629"/>
                </a:solidFill>
                <a:latin typeface="Calibri"/>
                <a:cs typeface="Calibri"/>
              </a:rPr>
              <a:t>filas</a:t>
            </a:r>
            <a:r>
              <a:rPr dirty="0" sz="2800" spc="-6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spc="-10">
                <a:solidFill>
                  <a:srgbClr val="4E3629"/>
                </a:solidFill>
                <a:latin typeface="Calibri"/>
                <a:cs typeface="Calibri"/>
              </a:rPr>
              <a:t>asociadas</a:t>
            </a:r>
            <a:endParaRPr sz="280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xfrm>
            <a:off x="392112" y="748031"/>
            <a:ext cx="6927215" cy="528320"/>
          </a:xfrm>
          <a:prstGeom prst="rect"/>
        </p:spPr>
        <p:txBody>
          <a:bodyPr wrap="square" lIns="0" tIns="12700" rIns="0" bIns="0" rtlCol="0" vert="horz">
            <a:spAutoFit/>
          </a:bodyPr>
          <a:lstStyle/>
          <a:p>
            <a:pPr marL="12700">
              <a:lnSpc>
                <a:spcPct val="100000"/>
              </a:lnSpc>
              <a:spcBef>
                <a:spcPts val="100"/>
              </a:spcBef>
            </a:pPr>
            <a:r>
              <a:rPr dirty="0"/>
              <a:t>Objetos</a:t>
            </a:r>
            <a:r>
              <a:rPr dirty="0" spc="-50"/>
              <a:t> </a:t>
            </a:r>
            <a:r>
              <a:rPr dirty="0"/>
              <a:t>de</a:t>
            </a:r>
            <a:r>
              <a:rPr dirty="0" spc="-35"/>
              <a:t> </a:t>
            </a:r>
            <a:r>
              <a:rPr dirty="0"/>
              <a:t>Esquema</a:t>
            </a:r>
            <a:r>
              <a:rPr dirty="0" spc="-35"/>
              <a:t> </a:t>
            </a:r>
            <a:r>
              <a:rPr dirty="0"/>
              <a:t>de</a:t>
            </a:r>
            <a:r>
              <a:rPr dirty="0" spc="-35"/>
              <a:t> </a:t>
            </a:r>
            <a:r>
              <a:rPr dirty="0"/>
              <a:t>la</a:t>
            </a:r>
            <a:r>
              <a:rPr dirty="0" spc="-35"/>
              <a:t> </a:t>
            </a:r>
            <a:r>
              <a:rPr dirty="0"/>
              <a:t>Base</a:t>
            </a:r>
            <a:r>
              <a:rPr dirty="0" spc="-55"/>
              <a:t> </a:t>
            </a:r>
            <a:r>
              <a:rPr dirty="0"/>
              <a:t>de</a:t>
            </a:r>
            <a:r>
              <a:rPr dirty="0" spc="-30"/>
              <a:t> </a:t>
            </a:r>
            <a:r>
              <a:rPr dirty="0" spc="-10"/>
              <a:t>Datos</a:t>
            </a:r>
          </a:p>
        </p:txBody>
      </p:sp>
      <p:sp>
        <p:nvSpPr>
          <p:cNvPr id="6" name="object 6"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9</a:t>
            </a:r>
            <a:endParaRPr sz="100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387985"/>
            <a:ext cx="8169275" cy="4214495"/>
          </a:xfrm>
          <a:prstGeom prst="rect">
            <a:avLst/>
          </a:prstGeom>
        </p:spPr>
        <p:txBody>
          <a:bodyPr wrap="square" lIns="0" tIns="89535" rIns="0" bIns="0" rtlCol="0" vert="horz">
            <a:spAutoFit/>
          </a:bodyPr>
          <a:lstStyle/>
          <a:p>
            <a:pPr marL="184785" marR="154305" indent="-172720">
              <a:lnSpc>
                <a:spcPts val="2500"/>
              </a:lnSpc>
              <a:spcBef>
                <a:spcPts val="705"/>
              </a:spcBef>
              <a:buClr>
                <a:srgbClr val="D1350F"/>
              </a:buClr>
              <a:buFont typeface="Arial MT"/>
              <a:buChar char="•"/>
              <a:tabLst>
                <a:tab pos="184785" algn="l"/>
              </a:tabLst>
            </a:pPr>
            <a:r>
              <a:rPr dirty="0" u="heavy" sz="2600">
                <a:solidFill>
                  <a:srgbClr val="4E3629"/>
                </a:solidFill>
                <a:uFill>
                  <a:solidFill>
                    <a:srgbClr val="EC2814"/>
                  </a:solidFill>
                </a:uFill>
                <a:latin typeface="Calibri"/>
                <a:cs typeface="Calibri"/>
              </a:rPr>
              <a:t>La</a:t>
            </a:r>
            <a:r>
              <a:rPr dirty="0" u="heavy" sz="2600" spc="-4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base</a:t>
            </a:r>
            <a:r>
              <a:rPr dirty="0" u="heavy" sz="2600" spc="-6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datos</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almacena</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las</a:t>
            </a:r>
            <a:r>
              <a:rPr dirty="0" u="heavy" sz="2600" spc="-4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definiciones</a:t>
            </a:r>
            <a:r>
              <a:rPr dirty="0" u="heavy" sz="2600" spc="-8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todos</a:t>
            </a:r>
            <a:r>
              <a:rPr dirty="0" u="heavy" sz="2600" spc="-40">
                <a:solidFill>
                  <a:srgbClr val="4E3629"/>
                </a:solidFill>
                <a:uFill>
                  <a:solidFill>
                    <a:srgbClr val="EC2814"/>
                  </a:solidFill>
                </a:uFill>
                <a:latin typeface="Calibri"/>
                <a:cs typeface="Calibri"/>
              </a:rPr>
              <a:t> </a:t>
            </a:r>
            <a:r>
              <a:rPr dirty="0" u="heavy" sz="2600" spc="-25">
                <a:solidFill>
                  <a:srgbClr val="4E3629"/>
                </a:solidFill>
                <a:uFill>
                  <a:solidFill>
                    <a:srgbClr val="EC2814"/>
                  </a:solidFill>
                </a:uFill>
                <a:latin typeface="Calibri"/>
                <a:cs typeface="Calibri"/>
              </a:rPr>
              <a:t>los</a:t>
            </a:r>
            <a:r>
              <a:rPr dirty="0" sz="2600" spc="-25">
                <a:solidFill>
                  <a:srgbClr val="4E3629"/>
                </a:solidFill>
                <a:latin typeface="Calibri"/>
                <a:cs typeface="Calibri"/>
              </a:rPr>
              <a:t> </a:t>
            </a:r>
            <a:r>
              <a:rPr dirty="0" u="heavy" sz="2600">
                <a:solidFill>
                  <a:srgbClr val="4E3629"/>
                </a:solidFill>
                <a:uFill>
                  <a:solidFill>
                    <a:srgbClr val="EC2814"/>
                  </a:solidFill>
                </a:uFill>
                <a:latin typeface="Calibri"/>
                <a:cs typeface="Calibri"/>
              </a:rPr>
              <a:t>objetos</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base</a:t>
            </a:r>
            <a:r>
              <a:rPr dirty="0" u="heavy" sz="2600" spc="-6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datos</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en</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el</a:t>
            </a:r>
            <a:r>
              <a:rPr dirty="0" u="heavy" sz="2600" spc="-4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diccionario</a:t>
            </a:r>
            <a:r>
              <a:rPr dirty="0" u="heavy" sz="2600" spc="-4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datos</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y</a:t>
            </a:r>
            <a:r>
              <a:rPr dirty="0" u="heavy" sz="2600" spc="-40">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estas</a:t>
            </a:r>
            <a:r>
              <a:rPr dirty="0" sz="2600" spc="-10">
                <a:solidFill>
                  <a:srgbClr val="4E3629"/>
                </a:solidFill>
                <a:latin typeface="Calibri"/>
                <a:cs typeface="Calibri"/>
              </a:rPr>
              <a:t> </a:t>
            </a:r>
            <a:r>
              <a:rPr dirty="0" u="heavy" sz="2600">
                <a:solidFill>
                  <a:srgbClr val="4E3629"/>
                </a:solidFill>
                <a:uFill>
                  <a:solidFill>
                    <a:srgbClr val="EC2814"/>
                  </a:solidFill>
                </a:uFill>
                <a:latin typeface="Calibri"/>
                <a:cs typeface="Calibri"/>
              </a:rPr>
              <a:t>definiciones</a:t>
            </a:r>
            <a:r>
              <a:rPr dirty="0" u="heavy" sz="2600" spc="-9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están</a:t>
            </a:r>
            <a:r>
              <a:rPr dirty="0" u="heavy" sz="2600" spc="-8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accesibles</a:t>
            </a:r>
            <a:r>
              <a:rPr dirty="0" u="heavy" sz="2600" spc="-11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para</a:t>
            </a:r>
            <a:r>
              <a:rPr dirty="0" u="heavy" sz="2600" spc="-7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todos</a:t>
            </a:r>
            <a:r>
              <a:rPr dirty="0" u="heavy" sz="2600" spc="-6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los</a:t>
            </a:r>
            <a:r>
              <a:rPr dirty="0" u="heavy" sz="2600" spc="-6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usuarios</a:t>
            </a:r>
            <a:r>
              <a:rPr dirty="0" u="heavy" sz="2600" spc="-7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75">
                <a:solidFill>
                  <a:srgbClr val="4E3629"/>
                </a:solidFill>
                <a:uFill>
                  <a:solidFill>
                    <a:srgbClr val="EC2814"/>
                  </a:solidFill>
                </a:uFill>
                <a:latin typeface="Calibri"/>
                <a:cs typeface="Calibri"/>
              </a:rPr>
              <a:t> </a:t>
            </a:r>
            <a:r>
              <a:rPr dirty="0" u="heavy" sz="2600" spc="-25">
                <a:solidFill>
                  <a:srgbClr val="4E3629"/>
                </a:solidFill>
                <a:uFill>
                  <a:solidFill>
                    <a:srgbClr val="EC2814"/>
                  </a:solidFill>
                </a:uFill>
                <a:latin typeface="Calibri"/>
                <a:cs typeface="Calibri"/>
              </a:rPr>
              <a:t>la</a:t>
            </a:r>
            <a:r>
              <a:rPr dirty="0" sz="2600" spc="-25">
                <a:solidFill>
                  <a:srgbClr val="4E3629"/>
                </a:solidFill>
                <a:latin typeface="Calibri"/>
                <a:cs typeface="Calibri"/>
              </a:rPr>
              <a:t> </a:t>
            </a:r>
            <a:r>
              <a:rPr dirty="0" u="heavy" sz="2600">
                <a:solidFill>
                  <a:srgbClr val="4E3629"/>
                </a:solidFill>
                <a:uFill>
                  <a:solidFill>
                    <a:srgbClr val="EC2814"/>
                  </a:solidFill>
                </a:uFill>
                <a:latin typeface="Calibri"/>
                <a:cs typeface="Calibri"/>
              </a:rPr>
              <a:t>base</a:t>
            </a:r>
            <a:r>
              <a:rPr dirty="0" u="heavy" sz="2600" spc="-6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datos</a:t>
            </a:r>
            <a:r>
              <a:rPr dirty="0" u="heavy" sz="2600" spc="-3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así</a:t>
            </a:r>
            <a:r>
              <a:rPr dirty="0" u="heavy" sz="2600" spc="-4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como</a:t>
            </a:r>
            <a:r>
              <a:rPr dirty="0" u="heavy" sz="2600" spc="-3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para</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la</a:t>
            </a:r>
            <a:r>
              <a:rPr dirty="0" u="heavy" sz="2600" spc="-2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base</a:t>
            </a:r>
            <a:r>
              <a:rPr dirty="0" u="heavy" sz="2600" spc="-6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datos</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en</a:t>
            </a:r>
            <a:r>
              <a:rPr dirty="0" u="heavy" sz="2600" spc="-45">
                <a:solidFill>
                  <a:srgbClr val="4E3629"/>
                </a:solidFill>
                <a:uFill>
                  <a:solidFill>
                    <a:srgbClr val="EC2814"/>
                  </a:solidFill>
                </a:uFill>
                <a:latin typeface="Calibri"/>
                <a:cs typeface="Calibri"/>
              </a:rPr>
              <a:t> </a:t>
            </a:r>
            <a:r>
              <a:rPr dirty="0" u="heavy" sz="2600" spc="-25">
                <a:solidFill>
                  <a:srgbClr val="4E3629"/>
                </a:solidFill>
                <a:uFill>
                  <a:solidFill>
                    <a:srgbClr val="EC2814"/>
                  </a:solidFill>
                </a:uFill>
                <a:latin typeface="Calibri"/>
                <a:cs typeface="Calibri"/>
              </a:rPr>
              <a:t>sí</a:t>
            </a:r>
            <a:endParaRPr sz="2600">
              <a:latin typeface="Calibri"/>
              <a:cs typeface="Calibri"/>
            </a:endParaRPr>
          </a:p>
          <a:p>
            <a:pPr marL="184785" marR="934719" indent="-172720">
              <a:lnSpc>
                <a:spcPts val="2500"/>
              </a:lnSpc>
              <a:spcBef>
                <a:spcPts val="785"/>
              </a:spcBef>
              <a:buClr>
                <a:srgbClr val="D1350F"/>
              </a:buClr>
              <a:buFont typeface="Arial MT"/>
              <a:buChar char="•"/>
              <a:tabLst>
                <a:tab pos="184785" algn="l"/>
              </a:tabLst>
            </a:pPr>
            <a:r>
              <a:rPr dirty="0" sz="2600">
                <a:solidFill>
                  <a:srgbClr val="4E3629"/>
                </a:solidFill>
                <a:latin typeface="Calibri"/>
                <a:cs typeface="Calibri"/>
              </a:rPr>
              <a:t>¿Se</a:t>
            </a:r>
            <a:r>
              <a:rPr dirty="0" sz="2600" spc="-75">
                <a:solidFill>
                  <a:srgbClr val="4E3629"/>
                </a:solidFill>
                <a:latin typeface="Calibri"/>
                <a:cs typeface="Calibri"/>
              </a:rPr>
              <a:t> </a:t>
            </a:r>
            <a:r>
              <a:rPr dirty="0" sz="2600">
                <a:solidFill>
                  <a:srgbClr val="4E3629"/>
                </a:solidFill>
                <a:latin typeface="Calibri"/>
                <a:cs typeface="Calibri"/>
              </a:rPr>
              <a:t>ha</a:t>
            </a:r>
            <a:r>
              <a:rPr dirty="0" sz="2600" spc="-45">
                <a:solidFill>
                  <a:srgbClr val="4E3629"/>
                </a:solidFill>
                <a:latin typeface="Calibri"/>
                <a:cs typeface="Calibri"/>
              </a:rPr>
              <a:t> </a:t>
            </a:r>
            <a:r>
              <a:rPr dirty="0" sz="2600">
                <a:solidFill>
                  <a:srgbClr val="4E3629"/>
                </a:solidFill>
                <a:latin typeface="Calibri"/>
                <a:cs typeface="Calibri"/>
              </a:rPr>
              <a:t>preguntado</a:t>
            </a:r>
            <a:r>
              <a:rPr dirty="0" sz="2600" spc="-70">
                <a:solidFill>
                  <a:srgbClr val="4E3629"/>
                </a:solidFill>
                <a:latin typeface="Calibri"/>
                <a:cs typeface="Calibri"/>
              </a:rPr>
              <a:t> </a:t>
            </a:r>
            <a:r>
              <a:rPr dirty="0" sz="2600">
                <a:solidFill>
                  <a:srgbClr val="4E3629"/>
                </a:solidFill>
                <a:latin typeface="Calibri"/>
                <a:cs typeface="Calibri"/>
              </a:rPr>
              <a:t>alguna</a:t>
            </a:r>
            <a:r>
              <a:rPr dirty="0" sz="2600" spc="-60">
                <a:solidFill>
                  <a:srgbClr val="4E3629"/>
                </a:solidFill>
                <a:latin typeface="Calibri"/>
                <a:cs typeface="Calibri"/>
              </a:rPr>
              <a:t> </a:t>
            </a:r>
            <a:r>
              <a:rPr dirty="0" sz="2600">
                <a:solidFill>
                  <a:srgbClr val="4E3629"/>
                </a:solidFill>
                <a:latin typeface="Calibri"/>
                <a:cs typeface="Calibri"/>
              </a:rPr>
              <a:t>vez</a:t>
            </a:r>
            <a:r>
              <a:rPr dirty="0" sz="2600" spc="-70">
                <a:solidFill>
                  <a:srgbClr val="4E3629"/>
                </a:solidFill>
                <a:latin typeface="Calibri"/>
                <a:cs typeface="Calibri"/>
              </a:rPr>
              <a:t> </a:t>
            </a:r>
            <a:r>
              <a:rPr dirty="0" sz="2600">
                <a:solidFill>
                  <a:srgbClr val="4E3629"/>
                </a:solidFill>
                <a:latin typeface="Calibri"/>
                <a:cs typeface="Calibri"/>
              </a:rPr>
              <a:t>cómo</a:t>
            </a:r>
            <a:r>
              <a:rPr dirty="0" sz="2600" spc="-40">
                <a:solidFill>
                  <a:srgbClr val="4E3629"/>
                </a:solidFill>
                <a:latin typeface="Calibri"/>
                <a:cs typeface="Calibri"/>
              </a:rPr>
              <a:t> </a:t>
            </a:r>
            <a:r>
              <a:rPr dirty="0" sz="2600">
                <a:solidFill>
                  <a:srgbClr val="4E3629"/>
                </a:solidFill>
                <a:latin typeface="Calibri"/>
                <a:cs typeface="Calibri"/>
              </a:rPr>
              <a:t>sabe</a:t>
            </a:r>
            <a:r>
              <a:rPr dirty="0" sz="2600" spc="-65">
                <a:solidFill>
                  <a:srgbClr val="4E3629"/>
                </a:solidFill>
                <a:latin typeface="Calibri"/>
                <a:cs typeface="Calibri"/>
              </a:rPr>
              <a:t> </a:t>
            </a:r>
            <a:r>
              <a:rPr dirty="0" sz="2600">
                <a:solidFill>
                  <a:srgbClr val="4E3629"/>
                </a:solidFill>
                <a:latin typeface="Calibri"/>
                <a:cs typeface="Calibri"/>
              </a:rPr>
              <a:t>Oracle</a:t>
            </a:r>
            <a:r>
              <a:rPr dirty="0" sz="2600" spc="-70">
                <a:solidFill>
                  <a:srgbClr val="4E3629"/>
                </a:solidFill>
                <a:latin typeface="Calibri"/>
                <a:cs typeface="Calibri"/>
              </a:rPr>
              <a:t> </a:t>
            </a:r>
            <a:r>
              <a:rPr dirty="0" sz="2600" spc="-25">
                <a:solidFill>
                  <a:srgbClr val="4E3629"/>
                </a:solidFill>
                <a:latin typeface="Calibri"/>
                <a:cs typeface="Calibri"/>
              </a:rPr>
              <a:t>qué </a:t>
            </a:r>
            <a:r>
              <a:rPr dirty="0" sz="2600">
                <a:solidFill>
                  <a:srgbClr val="4E3629"/>
                </a:solidFill>
                <a:latin typeface="Calibri"/>
                <a:cs typeface="Calibri"/>
              </a:rPr>
              <a:t>columnas</a:t>
            </a:r>
            <a:r>
              <a:rPr dirty="0" sz="2600" spc="-60">
                <a:solidFill>
                  <a:srgbClr val="4E3629"/>
                </a:solidFill>
                <a:latin typeface="Calibri"/>
                <a:cs typeface="Calibri"/>
              </a:rPr>
              <a:t> </a:t>
            </a:r>
            <a:r>
              <a:rPr dirty="0" sz="2600">
                <a:solidFill>
                  <a:srgbClr val="4E3629"/>
                </a:solidFill>
                <a:latin typeface="Calibri"/>
                <a:cs typeface="Calibri"/>
              </a:rPr>
              <a:t>devolver</a:t>
            </a:r>
            <a:r>
              <a:rPr dirty="0" sz="2600" spc="-6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una</a:t>
            </a:r>
            <a:r>
              <a:rPr dirty="0" sz="2600" spc="-55">
                <a:solidFill>
                  <a:srgbClr val="4E3629"/>
                </a:solidFill>
                <a:latin typeface="Calibri"/>
                <a:cs typeface="Calibri"/>
              </a:rPr>
              <a:t> </a:t>
            </a:r>
            <a:r>
              <a:rPr dirty="0" sz="2600" spc="-10">
                <a:solidFill>
                  <a:srgbClr val="4E3629"/>
                </a:solidFill>
                <a:latin typeface="Calibri"/>
                <a:cs typeface="Calibri"/>
              </a:rPr>
              <a:t>consulta?</a:t>
            </a:r>
            <a:endParaRPr sz="2600">
              <a:latin typeface="Calibri"/>
              <a:cs typeface="Calibri"/>
            </a:endParaRPr>
          </a:p>
          <a:p>
            <a:pPr marL="184150" marR="5080" indent="-172085">
              <a:lnSpc>
                <a:spcPts val="2500"/>
              </a:lnSpc>
              <a:spcBef>
                <a:spcPts val="785"/>
              </a:spcBef>
              <a:buClr>
                <a:srgbClr val="D1350F"/>
              </a:buClr>
              <a:buFont typeface="Arial MT"/>
              <a:buChar char="•"/>
              <a:tabLst>
                <a:tab pos="184150" algn="l"/>
              </a:tabLst>
            </a:pPr>
            <a:r>
              <a:rPr dirty="0" sz="2600">
                <a:solidFill>
                  <a:srgbClr val="4E3629"/>
                </a:solidFill>
                <a:latin typeface="Calibri"/>
                <a:cs typeface="Calibri"/>
              </a:rPr>
              <a:t>Por</a:t>
            </a:r>
            <a:r>
              <a:rPr dirty="0" sz="2600" spc="-50">
                <a:solidFill>
                  <a:srgbClr val="4E3629"/>
                </a:solidFill>
                <a:latin typeface="Calibri"/>
                <a:cs typeface="Calibri"/>
              </a:rPr>
              <a:t> </a:t>
            </a:r>
            <a:r>
              <a:rPr dirty="0" sz="2600">
                <a:solidFill>
                  <a:srgbClr val="4E3629"/>
                </a:solidFill>
                <a:latin typeface="Calibri"/>
                <a:cs typeface="Calibri"/>
              </a:rPr>
              <a:t>ejemplo,</a:t>
            </a:r>
            <a:r>
              <a:rPr dirty="0" sz="2600" spc="-65">
                <a:solidFill>
                  <a:srgbClr val="4E3629"/>
                </a:solidFill>
                <a:latin typeface="Calibri"/>
                <a:cs typeface="Calibri"/>
              </a:rPr>
              <a:t> </a:t>
            </a:r>
            <a:r>
              <a:rPr dirty="0" sz="2600">
                <a:solidFill>
                  <a:srgbClr val="4E3629"/>
                </a:solidFill>
                <a:latin typeface="Calibri"/>
                <a:cs typeface="Calibri"/>
              </a:rPr>
              <a:t>si</a:t>
            </a:r>
            <a:r>
              <a:rPr dirty="0" sz="2600" spc="-60">
                <a:solidFill>
                  <a:srgbClr val="4E3629"/>
                </a:solidFill>
                <a:latin typeface="Calibri"/>
                <a:cs typeface="Calibri"/>
              </a:rPr>
              <a:t> </a:t>
            </a:r>
            <a:r>
              <a:rPr dirty="0" sz="2600">
                <a:solidFill>
                  <a:srgbClr val="4E3629"/>
                </a:solidFill>
                <a:latin typeface="Calibri"/>
                <a:cs typeface="Calibri"/>
              </a:rPr>
              <a:t>especifica</a:t>
            </a:r>
            <a:r>
              <a:rPr dirty="0" sz="2600" spc="-85">
                <a:solidFill>
                  <a:srgbClr val="4E3629"/>
                </a:solidFill>
                <a:latin typeface="Calibri"/>
                <a:cs typeface="Calibri"/>
              </a:rPr>
              <a:t> </a:t>
            </a:r>
            <a:r>
              <a:rPr dirty="0" sz="2600">
                <a:solidFill>
                  <a:srgbClr val="4E3629"/>
                </a:solidFill>
                <a:latin typeface="Calibri"/>
                <a:cs typeface="Calibri"/>
              </a:rPr>
              <a:t>SELECT</a:t>
            </a:r>
            <a:r>
              <a:rPr dirty="0" sz="2600" spc="-60">
                <a:solidFill>
                  <a:srgbClr val="4E3629"/>
                </a:solidFill>
                <a:latin typeface="Calibri"/>
                <a:cs typeface="Calibri"/>
              </a:rPr>
              <a:t> </a:t>
            </a:r>
            <a:r>
              <a:rPr dirty="0" sz="2600">
                <a:solidFill>
                  <a:srgbClr val="4E3629"/>
                </a:solidFill>
                <a:latin typeface="Calibri"/>
                <a:cs typeface="Calibri"/>
              </a:rPr>
              <a:t>*</a:t>
            </a:r>
            <a:r>
              <a:rPr dirty="0" sz="2600" spc="-50">
                <a:solidFill>
                  <a:srgbClr val="4E3629"/>
                </a:solidFill>
                <a:latin typeface="Calibri"/>
                <a:cs typeface="Calibri"/>
              </a:rPr>
              <a:t> </a:t>
            </a:r>
            <a:r>
              <a:rPr dirty="0" sz="2600">
                <a:solidFill>
                  <a:srgbClr val="4E3629"/>
                </a:solidFill>
                <a:latin typeface="Calibri"/>
                <a:cs typeface="Calibri"/>
              </a:rPr>
              <a:t>FROM</a:t>
            </a:r>
            <a:r>
              <a:rPr dirty="0" sz="2600" spc="-55">
                <a:solidFill>
                  <a:srgbClr val="4E3629"/>
                </a:solidFill>
                <a:latin typeface="Calibri"/>
                <a:cs typeface="Calibri"/>
              </a:rPr>
              <a:t> </a:t>
            </a:r>
            <a:r>
              <a:rPr dirty="0" sz="2600">
                <a:solidFill>
                  <a:srgbClr val="4E3629"/>
                </a:solidFill>
                <a:latin typeface="Calibri"/>
                <a:cs typeface="Calibri"/>
              </a:rPr>
              <a:t>jobs</a:t>
            </a:r>
            <a:r>
              <a:rPr dirty="0" sz="2600" spc="-50">
                <a:solidFill>
                  <a:srgbClr val="4E3629"/>
                </a:solidFill>
                <a:latin typeface="Calibri"/>
                <a:cs typeface="Calibri"/>
              </a:rPr>
              <a:t> </a:t>
            </a:r>
            <a:r>
              <a:rPr dirty="0" sz="2600">
                <a:solidFill>
                  <a:srgbClr val="4E3629"/>
                </a:solidFill>
                <a:latin typeface="Calibri"/>
                <a:cs typeface="Calibri"/>
              </a:rPr>
              <a:t>en</a:t>
            </a:r>
            <a:r>
              <a:rPr dirty="0" sz="2600" spc="-70">
                <a:solidFill>
                  <a:srgbClr val="4E3629"/>
                </a:solidFill>
                <a:latin typeface="Calibri"/>
                <a:cs typeface="Calibri"/>
              </a:rPr>
              <a:t> </a:t>
            </a:r>
            <a:r>
              <a:rPr dirty="0" sz="2600">
                <a:solidFill>
                  <a:srgbClr val="4E3629"/>
                </a:solidFill>
                <a:latin typeface="Calibri"/>
                <a:cs typeface="Calibri"/>
              </a:rPr>
              <a:t>lugar</a:t>
            </a:r>
            <a:r>
              <a:rPr dirty="0" sz="2600" spc="-50">
                <a:solidFill>
                  <a:srgbClr val="4E3629"/>
                </a:solidFill>
                <a:latin typeface="Calibri"/>
                <a:cs typeface="Calibri"/>
              </a:rPr>
              <a:t> </a:t>
            </a:r>
            <a:r>
              <a:rPr dirty="0" sz="2600" spc="-25">
                <a:solidFill>
                  <a:srgbClr val="4E3629"/>
                </a:solidFill>
                <a:latin typeface="Calibri"/>
                <a:cs typeface="Calibri"/>
              </a:rPr>
              <a:t>de </a:t>
            </a:r>
            <a:r>
              <a:rPr dirty="0" sz="2600">
                <a:solidFill>
                  <a:srgbClr val="4E3629"/>
                </a:solidFill>
                <a:latin typeface="Calibri"/>
                <a:cs typeface="Calibri"/>
              </a:rPr>
              <a:t>SELECT</a:t>
            </a:r>
            <a:r>
              <a:rPr dirty="0" sz="2600" spc="-70">
                <a:solidFill>
                  <a:srgbClr val="4E3629"/>
                </a:solidFill>
                <a:latin typeface="Calibri"/>
                <a:cs typeface="Calibri"/>
              </a:rPr>
              <a:t> </a:t>
            </a:r>
            <a:r>
              <a:rPr dirty="0" sz="2600">
                <a:solidFill>
                  <a:srgbClr val="4E3629"/>
                </a:solidFill>
                <a:latin typeface="Calibri"/>
                <a:cs typeface="Calibri"/>
              </a:rPr>
              <a:t>job_id,</a:t>
            </a:r>
            <a:r>
              <a:rPr dirty="0" sz="2600" spc="-50">
                <a:solidFill>
                  <a:srgbClr val="4E3629"/>
                </a:solidFill>
                <a:latin typeface="Calibri"/>
                <a:cs typeface="Calibri"/>
              </a:rPr>
              <a:t> </a:t>
            </a:r>
            <a:r>
              <a:rPr dirty="0" sz="2600">
                <a:solidFill>
                  <a:srgbClr val="4E3629"/>
                </a:solidFill>
                <a:latin typeface="Calibri"/>
                <a:cs typeface="Calibri"/>
              </a:rPr>
              <a:t>job_title</a:t>
            </a:r>
            <a:r>
              <a:rPr dirty="0" sz="2600" spc="-75">
                <a:solidFill>
                  <a:srgbClr val="4E3629"/>
                </a:solidFill>
                <a:latin typeface="Calibri"/>
                <a:cs typeface="Calibri"/>
              </a:rPr>
              <a:t> </a:t>
            </a:r>
            <a:r>
              <a:rPr dirty="0" sz="2600">
                <a:solidFill>
                  <a:srgbClr val="4E3629"/>
                </a:solidFill>
                <a:latin typeface="Calibri"/>
                <a:cs typeface="Calibri"/>
              </a:rPr>
              <a:t>FROM</a:t>
            </a:r>
            <a:r>
              <a:rPr dirty="0" sz="2600" spc="-70">
                <a:solidFill>
                  <a:srgbClr val="4E3629"/>
                </a:solidFill>
                <a:latin typeface="Calibri"/>
                <a:cs typeface="Calibri"/>
              </a:rPr>
              <a:t> </a:t>
            </a:r>
            <a:r>
              <a:rPr dirty="0" sz="2600">
                <a:solidFill>
                  <a:srgbClr val="4E3629"/>
                </a:solidFill>
                <a:latin typeface="Calibri"/>
                <a:cs typeface="Calibri"/>
              </a:rPr>
              <a:t>jobs,</a:t>
            </a:r>
            <a:r>
              <a:rPr dirty="0" sz="2600" spc="-65">
                <a:solidFill>
                  <a:srgbClr val="4E3629"/>
                </a:solidFill>
                <a:latin typeface="Calibri"/>
                <a:cs typeface="Calibri"/>
              </a:rPr>
              <a:t> </a:t>
            </a:r>
            <a:r>
              <a:rPr dirty="0" sz="2600">
                <a:solidFill>
                  <a:srgbClr val="4E3629"/>
                </a:solidFill>
                <a:latin typeface="Calibri"/>
                <a:cs typeface="Calibri"/>
              </a:rPr>
              <a:t>¿cómo</a:t>
            </a:r>
            <a:r>
              <a:rPr dirty="0" sz="2600" spc="-65">
                <a:solidFill>
                  <a:srgbClr val="4E3629"/>
                </a:solidFill>
                <a:latin typeface="Calibri"/>
                <a:cs typeface="Calibri"/>
              </a:rPr>
              <a:t> </a:t>
            </a:r>
            <a:r>
              <a:rPr dirty="0" sz="2600">
                <a:solidFill>
                  <a:srgbClr val="4E3629"/>
                </a:solidFill>
                <a:latin typeface="Calibri"/>
                <a:cs typeface="Calibri"/>
              </a:rPr>
              <a:t>sabe</a:t>
            </a:r>
            <a:r>
              <a:rPr dirty="0" sz="2600" spc="-80">
                <a:solidFill>
                  <a:srgbClr val="4E3629"/>
                </a:solidFill>
                <a:latin typeface="Calibri"/>
                <a:cs typeface="Calibri"/>
              </a:rPr>
              <a:t> </a:t>
            </a:r>
            <a:r>
              <a:rPr dirty="0" sz="2600">
                <a:solidFill>
                  <a:srgbClr val="4E3629"/>
                </a:solidFill>
                <a:latin typeface="Calibri"/>
                <a:cs typeface="Calibri"/>
              </a:rPr>
              <a:t>Oracle</a:t>
            </a:r>
            <a:r>
              <a:rPr dirty="0" sz="2600" spc="-85">
                <a:solidFill>
                  <a:srgbClr val="4E3629"/>
                </a:solidFill>
                <a:latin typeface="Calibri"/>
                <a:cs typeface="Calibri"/>
              </a:rPr>
              <a:t> </a:t>
            </a:r>
            <a:r>
              <a:rPr dirty="0" sz="2600" spc="-25">
                <a:solidFill>
                  <a:srgbClr val="4E3629"/>
                </a:solidFill>
                <a:latin typeface="Calibri"/>
                <a:cs typeface="Calibri"/>
              </a:rPr>
              <a:t>qué </a:t>
            </a:r>
            <a:r>
              <a:rPr dirty="0" sz="2600">
                <a:solidFill>
                  <a:srgbClr val="4E3629"/>
                </a:solidFill>
                <a:latin typeface="Calibri"/>
                <a:cs typeface="Calibri"/>
              </a:rPr>
              <a:t>columnas</a:t>
            </a:r>
            <a:r>
              <a:rPr dirty="0" sz="2600" spc="-85">
                <a:solidFill>
                  <a:srgbClr val="4E3629"/>
                </a:solidFill>
                <a:latin typeface="Calibri"/>
                <a:cs typeface="Calibri"/>
              </a:rPr>
              <a:t> </a:t>
            </a:r>
            <a:r>
              <a:rPr dirty="0" sz="2600" spc="-10">
                <a:solidFill>
                  <a:srgbClr val="4E3629"/>
                </a:solidFill>
                <a:latin typeface="Calibri"/>
                <a:cs typeface="Calibri"/>
              </a:rPr>
              <a:t>devolver?</a:t>
            </a:r>
            <a:endParaRPr sz="2600">
              <a:latin typeface="Calibri"/>
              <a:cs typeface="Calibri"/>
            </a:endParaRPr>
          </a:p>
          <a:p>
            <a:pPr marL="184785" marR="16510" indent="-172720">
              <a:lnSpc>
                <a:spcPts val="2500"/>
              </a:lnSpc>
              <a:spcBef>
                <a:spcPts val="790"/>
              </a:spcBef>
              <a:buClr>
                <a:srgbClr val="D1350F"/>
              </a:buClr>
              <a:buFont typeface="Arial MT"/>
              <a:buChar char="•"/>
              <a:tabLst>
                <a:tab pos="184785" algn="l"/>
              </a:tabLst>
            </a:pPr>
            <a:r>
              <a:rPr dirty="0" sz="2600">
                <a:solidFill>
                  <a:srgbClr val="4E3629"/>
                </a:solidFill>
                <a:latin typeface="Calibri"/>
                <a:cs typeface="Calibri"/>
              </a:rPr>
              <a:t>La</a:t>
            </a:r>
            <a:r>
              <a:rPr dirty="0" sz="2600" spc="-40">
                <a:solidFill>
                  <a:srgbClr val="4E3629"/>
                </a:solidFill>
                <a:latin typeface="Calibri"/>
                <a:cs typeface="Calibri"/>
              </a:rPr>
              <a:t> </a:t>
            </a:r>
            <a:r>
              <a:rPr dirty="0" sz="2600">
                <a:solidFill>
                  <a:srgbClr val="4E3629"/>
                </a:solidFill>
                <a:latin typeface="Calibri"/>
                <a:cs typeface="Calibri"/>
              </a:rPr>
              <a:t>base</a:t>
            </a:r>
            <a:r>
              <a:rPr dirty="0" sz="2600" spc="-60">
                <a:solidFill>
                  <a:srgbClr val="4E3629"/>
                </a:solidFill>
                <a:latin typeface="Calibri"/>
                <a:cs typeface="Calibri"/>
              </a:rPr>
              <a:t> </a:t>
            </a:r>
            <a:r>
              <a:rPr dirty="0" sz="2600">
                <a:solidFill>
                  <a:srgbClr val="4E3629"/>
                </a:solidFill>
                <a:latin typeface="Calibri"/>
                <a:cs typeface="Calibri"/>
              </a:rPr>
              <a:t>de</a:t>
            </a:r>
            <a:r>
              <a:rPr dirty="0" sz="2600" spc="-50">
                <a:solidFill>
                  <a:srgbClr val="4E3629"/>
                </a:solidFill>
                <a:latin typeface="Calibri"/>
                <a:cs typeface="Calibri"/>
              </a:rPr>
              <a:t> </a:t>
            </a:r>
            <a:r>
              <a:rPr dirty="0" sz="2600">
                <a:solidFill>
                  <a:srgbClr val="4E3629"/>
                </a:solidFill>
                <a:latin typeface="Calibri"/>
                <a:cs typeface="Calibri"/>
              </a:rPr>
              <a:t>datos</a:t>
            </a:r>
            <a:r>
              <a:rPr dirty="0" sz="2600" spc="-50">
                <a:solidFill>
                  <a:srgbClr val="4E3629"/>
                </a:solidFill>
                <a:latin typeface="Calibri"/>
                <a:cs typeface="Calibri"/>
              </a:rPr>
              <a:t> </a:t>
            </a:r>
            <a:r>
              <a:rPr dirty="0" sz="2600">
                <a:solidFill>
                  <a:srgbClr val="4E3629"/>
                </a:solidFill>
                <a:latin typeface="Calibri"/>
                <a:cs typeface="Calibri"/>
              </a:rPr>
              <a:t>busca</a:t>
            </a:r>
            <a:r>
              <a:rPr dirty="0" sz="2600" spc="-50">
                <a:solidFill>
                  <a:srgbClr val="4E3629"/>
                </a:solidFill>
                <a:latin typeface="Calibri"/>
                <a:cs typeface="Calibri"/>
              </a:rPr>
              <a:t> </a:t>
            </a:r>
            <a:r>
              <a:rPr dirty="0" sz="2600">
                <a:solidFill>
                  <a:srgbClr val="4E3629"/>
                </a:solidFill>
                <a:latin typeface="Calibri"/>
                <a:cs typeface="Calibri"/>
              </a:rPr>
              <a:t>la</a:t>
            </a:r>
            <a:r>
              <a:rPr dirty="0" sz="2600" spc="-40">
                <a:solidFill>
                  <a:srgbClr val="4E3629"/>
                </a:solidFill>
                <a:latin typeface="Calibri"/>
                <a:cs typeface="Calibri"/>
              </a:rPr>
              <a:t> </a:t>
            </a:r>
            <a:r>
              <a:rPr dirty="0" sz="2600">
                <a:solidFill>
                  <a:srgbClr val="4E3629"/>
                </a:solidFill>
                <a:latin typeface="Calibri"/>
                <a:cs typeface="Calibri"/>
              </a:rPr>
              <a:t>definición</a:t>
            </a:r>
            <a:r>
              <a:rPr dirty="0" sz="2600" spc="-60">
                <a:solidFill>
                  <a:srgbClr val="4E3629"/>
                </a:solidFill>
                <a:latin typeface="Calibri"/>
                <a:cs typeface="Calibri"/>
              </a:rPr>
              <a:t> </a:t>
            </a:r>
            <a:r>
              <a:rPr dirty="0" sz="2600">
                <a:solidFill>
                  <a:srgbClr val="4E3629"/>
                </a:solidFill>
                <a:latin typeface="Calibri"/>
                <a:cs typeface="Calibri"/>
              </a:rPr>
              <a:t>de</a:t>
            </a:r>
            <a:r>
              <a:rPr dirty="0" sz="2600" spc="-50">
                <a:solidFill>
                  <a:srgbClr val="4E3629"/>
                </a:solidFill>
                <a:latin typeface="Calibri"/>
                <a:cs typeface="Calibri"/>
              </a:rPr>
              <a:t> </a:t>
            </a:r>
            <a:r>
              <a:rPr dirty="0" sz="2600">
                <a:solidFill>
                  <a:srgbClr val="4E3629"/>
                </a:solidFill>
                <a:latin typeface="Calibri"/>
                <a:cs typeface="Calibri"/>
              </a:rPr>
              <a:t>la</a:t>
            </a:r>
            <a:r>
              <a:rPr dirty="0" sz="2600" spc="-35">
                <a:solidFill>
                  <a:srgbClr val="4E3629"/>
                </a:solidFill>
                <a:latin typeface="Calibri"/>
                <a:cs typeface="Calibri"/>
              </a:rPr>
              <a:t> </a:t>
            </a:r>
            <a:r>
              <a:rPr dirty="0" sz="2600">
                <a:solidFill>
                  <a:srgbClr val="4E3629"/>
                </a:solidFill>
                <a:latin typeface="Calibri"/>
                <a:cs typeface="Calibri"/>
              </a:rPr>
              <a:t>tabla</a:t>
            </a:r>
            <a:r>
              <a:rPr dirty="0" sz="2600" spc="-35">
                <a:solidFill>
                  <a:srgbClr val="4E3629"/>
                </a:solidFill>
                <a:latin typeface="Calibri"/>
                <a:cs typeface="Calibri"/>
              </a:rPr>
              <a:t> </a:t>
            </a:r>
            <a:r>
              <a:rPr dirty="0" sz="2600">
                <a:solidFill>
                  <a:srgbClr val="4E3629"/>
                </a:solidFill>
                <a:latin typeface="Calibri"/>
                <a:cs typeface="Calibri"/>
              </a:rPr>
              <a:t>utilizada</a:t>
            </a:r>
            <a:r>
              <a:rPr dirty="0" sz="2600" spc="-50">
                <a:solidFill>
                  <a:srgbClr val="4E3629"/>
                </a:solidFill>
                <a:latin typeface="Calibri"/>
                <a:cs typeface="Calibri"/>
              </a:rPr>
              <a:t> </a:t>
            </a:r>
            <a:r>
              <a:rPr dirty="0" sz="2600" spc="-25">
                <a:solidFill>
                  <a:srgbClr val="4E3629"/>
                </a:solidFill>
                <a:latin typeface="Calibri"/>
                <a:cs typeface="Calibri"/>
              </a:rPr>
              <a:t>en </a:t>
            </a:r>
            <a:r>
              <a:rPr dirty="0" sz="2600">
                <a:solidFill>
                  <a:srgbClr val="4E3629"/>
                </a:solidFill>
                <a:latin typeface="Calibri"/>
                <a:cs typeface="Calibri"/>
              </a:rPr>
              <a:t>la</a:t>
            </a:r>
            <a:r>
              <a:rPr dirty="0" sz="2600" spc="-50">
                <a:solidFill>
                  <a:srgbClr val="4E3629"/>
                </a:solidFill>
                <a:latin typeface="Calibri"/>
                <a:cs typeface="Calibri"/>
              </a:rPr>
              <a:t> </a:t>
            </a:r>
            <a:r>
              <a:rPr dirty="0" sz="2600">
                <a:solidFill>
                  <a:srgbClr val="4E3629"/>
                </a:solidFill>
                <a:latin typeface="Calibri"/>
                <a:cs typeface="Calibri"/>
              </a:rPr>
              <a:t>consulta,</a:t>
            </a:r>
            <a:r>
              <a:rPr dirty="0" sz="2600" spc="-50">
                <a:solidFill>
                  <a:srgbClr val="4E3629"/>
                </a:solidFill>
                <a:latin typeface="Calibri"/>
                <a:cs typeface="Calibri"/>
              </a:rPr>
              <a:t> </a:t>
            </a:r>
            <a:r>
              <a:rPr dirty="0" sz="2600">
                <a:solidFill>
                  <a:srgbClr val="4E3629"/>
                </a:solidFill>
                <a:latin typeface="Calibri"/>
                <a:cs typeface="Calibri"/>
              </a:rPr>
              <a:t>traduce</a:t>
            </a:r>
            <a:r>
              <a:rPr dirty="0" sz="2600" spc="-80">
                <a:solidFill>
                  <a:srgbClr val="4E3629"/>
                </a:solidFill>
                <a:latin typeface="Calibri"/>
                <a:cs typeface="Calibri"/>
              </a:rPr>
              <a:t> </a:t>
            </a:r>
            <a:r>
              <a:rPr dirty="0" sz="2600">
                <a:solidFill>
                  <a:srgbClr val="4E3629"/>
                </a:solidFill>
                <a:latin typeface="Calibri"/>
                <a:cs typeface="Calibri"/>
              </a:rPr>
              <a:t>el</a:t>
            </a:r>
            <a:r>
              <a:rPr dirty="0" sz="2600" spc="-45">
                <a:solidFill>
                  <a:srgbClr val="4E3629"/>
                </a:solidFill>
                <a:latin typeface="Calibri"/>
                <a:cs typeface="Calibri"/>
              </a:rPr>
              <a:t> </a:t>
            </a:r>
            <a:r>
              <a:rPr dirty="0" sz="2600">
                <a:solidFill>
                  <a:srgbClr val="4E3629"/>
                </a:solidFill>
                <a:latin typeface="Calibri"/>
                <a:cs typeface="Calibri"/>
              </a:rPr>
              <a:t>"*"</a:t>
            </a:r>
            <a:r>
              <a:rPr dirty="0" sz="2600" spc="-60">
                <a:solidFill>
                  <a:srgbClr val="4E3629"/>
                </a:solidFill>
                <a:latin typeface="Calibri"/>
                <a:cs typeface="Calibri"/>
              </a:rPr>
              <a:t> </a:t>
            </a:r>
            <a:r>
              <a:rPr dirty="0" sz="2600">
                <a:solidFill>
                  <a:srgbClr val="4E3629"/>
                </a:solidFill>
                <a:latin typeface="Calibri"/>
                <a:cs typeface="Calibri"/>
              </a:rPr>
              <a:t>en</a:t>
            </a:r>
            <a:r>
              <a:rPr dirty="0" sz="2600" spc="-60">
                <a:solidFill>
                  <a:srgbClr val="4E3629"/>
                </a:solidFill>
                <a:latin typeface="Calibri"/>
                <a:cs typeface="Calibri"/>
              </a:rPr>
              <a:t> </a:t>
            </a:r>
            <a:r>
              <a:rPr dirty="0" sz="2600">
                <a:solidFill>
                  <a:srgbClr val="4E3629"/>
                </a:solidFill>
                <a:latin typeface="Calibri"/>
                <a:cs typeface="Calibri"/>
              </a:rPr>
              <a:t>la</a:t>
            </a:r>
            <a:r>
              <a:rPr dirty="0" sz="2600" spc="-45">
                <a:solidFill>
                  <a:srgbClr val="4E3629"/>
                </a:solidFill>
                <a:latin typeface="Calibri"/>
                <a:cs typeface="Calibri"/>
              </a:rPr>
              <a:t> </a:t>
            </a:r>
            <a:r>
              <a:rPr dirty="0" sz="2600">
                <a:solidFill>
                  <a:srgbClr val="4E3629"/>
                </a:solidFill>
                <a:latin typeface="Calibri"/>
                <a:cs typeface="Calibri"/>
              </a:rPr>
              <a:t>lista</a:t>
            </a:r>
            <a:r>
              <a:rPr dirty="0" sz="2600" spc="-60">
                <a:solidFill>
                  <a:srgbClr val="4E3629"/>
                </a:solidFill>
                <a:latin typeface="Calibri"/>
                <a:cs typeface="Calibri"/>
              </a:rPr>
              <a:t> </a:t>
            </a:r>
            <a:r>
              <a:rPr dirty="0" sz="2600">
                <a:solidFill>
                  <a:srgbClr val="4E3629"/>
                </a:solidFill>
                <a:latin typeface="Calibri"/>
                <a:cs typeface="Calibri"/>
              </a:rPr>
              <a:t>completa</a:t>
            </a:r>
            <a:r>
              <a:rPr dirty="0" sz="2600" spc="-50">
                <a:solidFill>
                  <a:srgbClr val="4E3629"/>
                </a:solidFill>
                <a:latin typeface="Calibri"/>
                <a:cs typeface="Calibri"/>
              </a:rPr>
              <a:t> </a:t>
            </a:r>
            <a:r>
              <a:rPr dirty="0" sz="2600">
                <a:solidFill>
                  <a:srgbClr val="4E3629"/>
                </a:solidFill>
                <a:latin typeface="Calibri"/>
                <a:cs typeface="Calibri"/>
              </a:rPr>
              <a:t>de</a:t>
            </a:r>
            <a:r>
              <a:rPr dirty="0" sz="2600" spc="-65">
                <a:solidFill>
                  <a:srgbClr val="4E3629"/>
                </a:solidFill>
                <a:latin typeface="Calibri"/>
                <a:cs typeface="Calibri"/>
              </a:rPr>
              <a:t> </a:t>
            </a:r>
            <a:r>
              <a:rPr dirty="0" sz="2600" spc="-10">
                <a:solidFill>
                  <a:srgbClr val="4E3629"/>
                </a:solidFill>
                <a:latin typeface="Calibri"/>
                <a:cs typeface="Calibri"/>
              </a:rPr>
              <a:t>columnas, </a:t>
            </a:r>
            <a:r>
              <a:rPr dirty="0" sz="2600">
                <a:solidFill>
                  <a:srgbClr val="4E3629"/>
                </a:solidFill>
                <a:latin typeface="Calibri"/>
                <a:cs typeface="Calibri"/>
              </a:rPr>
              <a:t>y</a:t>
            </a:r>
            <a:r>
              <a:rPr dirty="0" sz="2600" spc="-30">
                <a:solidFill>
                  <a:srgbClr val="4E3629"/>
                </a:solidFill>
                <a:latin typeface="Calibri"/>
                <a:cs typeface="Calibri"/>
              </a:rPr>
              <a:t> </a:t>
            </a:r>
            <a:r>
              <a:rPr dirty="0" sz="2600">
                <a:solidFill>
                  <a:srgbClr val="4E3629"/>
                </a:solidFill>
                <a:latin typeface="Calibri"/>
                <a:cs typeface="Calibri"/>
              </a:rPr>
              <a:t>devuelve</a:t>
            </a:r>
            <a:r>
              <a:rPr dirty="0" sz="2600" spc="-65">
                <a:solidFill>
                  <a:srgbClr val="4E3629"/>
                </a:solidFill>
                <a:latin typeface="Calibri"/>
                <a:cs typeface="Calibri"/>
              </a:rPr>
              <a:t> </a:t>
            </a:r>
            <a:r>
              <a:rPr dirty="0" sz="2600">
                <a:solidFill>
                  <a:srgbClr val="4E3629"/>
                </a:solidFill>
                <a:latin typeface="Calibri"/>
                <a:cs typeface="Calibri"/>
              </a:rPr>
              <a:t>el</a:t>
            </a:r>
            <a:r>
              <a:rPr dirty="0" sz="2600" spc="-20">
                <a:solidFill>
                  <a:srgbClr val="4E3629"/>
                </a:solidFill>
                <a:latin typeface="Calibri"/>
                <a:cs typeface="Calibri"/>
              </a:rPr>
              <a:t> </a:t>
            </a:r>
            <a:r>
              <a:rPr dirty="0" sz="2600" spc="-10">
                <a:solidFill>
                  <a:srgbClr val="4E3629"/>
                </a:solidFill>
                <a:latin typeface="Calibri"/>
                <a:cs typeface="Calibri"/>
              </a:rPr>
              <a:t>resultado</a:t>
            </a:r>
            <a:endParaRPr sz="2600">
              <a:latin typeface="Calibri"/>
              <a:cs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xfrm>
            <a:off x="392112" y="748031"/>
            <a:ext cx="6927215" cy="528320"/>
          </a:xfrm>
          <a:prstGeom prst="rect"/>
        </p:spPr>
        <p:txBody>
          <a:bodyPr wrap="square" lIns="0" tIns="12700" rIns="0" bIns="0" rtlCol="0" vert="horz">
            <a:spAutoFit/>
          </a:bodyPr>
          <a:lstStyle/>
          <a:p>
            <a:pPr marL="12700">
              <a:lnSpc>
                <a:spcPct val="100000"/>
              </a:lnSpc>
              <a:spcBef>
                <a:spcPts val="100"/>
              </a:spcBef>
            </a:pPr>
            <a:r>
              <a:rPr dirty="0"/>
              <a:t>Objetos</a:t>
            </a:r>
            <a:r>
              <a:rPr dirty="0" spc="-50"/>
              <a:t> </a:t>
            </a:r>
            <a:r>
              <a:rPr dirty="0"/>
              <a:t>de</a:t>
            </a:r>
            <a:r>
              <a:rPr dirty="0" spc="-35"/>
              <a:t> </a:t>
            </a:r>
            <a:r>
              <a:rPr dirty="0"/>
              <a:t>Esquema</a:t>
            </a:r>
            <a:r>
              <a:rPr dirty="0" spc="-35"/>
              <a:t> </a:t>
            </a:r>
            <a:r>
              <a:rPr dirty="0"/>
              <a:t>de</a:t>
            </a:r>
            <a:r>
              <a:rPr dirty="0" spc="-35"/>
              <a:t> </a:t>
            </a:r>
            <a:r>
              <a:rPr dirty="0"/>
              <a:t>la</a:t>
            </a:r>
            <a:r>
              <a:rPr dirty="0" spc="-35"/>
              <a:t> </a:t>
            </a:r>
            <a:r>
              <a:rPr dirty="0"/>
              <a:t>Base</a:t>
            </a:r>
            <a:r>
              <a:rPr dirty="0" spc="-55"/>
              <a:t> </a:t>
            </a:r>
            <a:r>
              <a:rPr dirty="0"/>
              <a:t>de</a:t>
            </a:r>
            <a:r>
              <a:rPr dirty="0" spc="-30"/>
              <a:t> </a:t>
            </a:r>
            <a:r>
              <a:rPr dirty="0" spc="-10"/>
              <a:t>Datos</a:t>
            </a:r>
          </a:p>
        </p:txBody>
      </p:sp>
      <p:sp>
        <p:nvSpPr>
          <p:cNvPr id="6" name="object 6"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10</a:t>
            </a:r>
            <a:endParaRPr sz="100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415417"/>
            <a:ext cx="8033384" cy="4395470"/>
          </a:xfrm>
          <a:prstGeom prst="rect">
            <a:avLst/>
          </a:prstGeom>
        </p:spPr>
        <p:txBody>
          <a:bodyPr wrap="square" lIns="0" tIns="59690" rIns="0" bIns="0" rtlCol="0" vert="horz">
            <a:spAutoFit/>
          </a:bodyPr>
          <a:lstStyle/>
          <a:p>
            <a:pPr marL="159385" marR="16383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base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datos</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utiliza</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el</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diccionario</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datos</a:t>
            </a:r>
            <a:r>
              <a:rPr dirty="0" u="heavy" sz="2800" spc="-5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para</a:t>
            </a:r>
            <a:r>
              <a:rPr dirty="0" sz="2800" spc="-20">
                <a:solidFill>
                  <a:srgbClr val="4E3629"/>
                </a:solidFill>
                <a:latin typeface="Calibri"/>
                <a:cs typeface="Calibri"/>
              </a:rPr>
              <a:t> </a:t>
            </a:r>
            <a:r>
              <a:rPr dirty="0" sz="2800" spc="-20">
                <a:solidFill>
                  <a:srgbClr val="4E3629"/>
                </a:solidFill>
                <a:latin typeface="Calibri"/>
                <a:cs typeface="Calibri"/>
              </a:rPr>
              <a:t>	</a:t>
            </a:r>
            <a:r>
              <a:rPr dirty="0" u="heavy" sz="2800">
                <a:solidFill>
                  <a:srgbClr val="4E3629"/>
                </a:solidFill>
                <a:uFill>
                  <a:solidFill>
                    <a:srgbClr val="EC2814"/>
                  </a:solidFill>
                </a:uFill>
                <a:latin typeface="Calibri"/>
                <a:cs typeface="Calibri"/>
              </a:rPr>
              <a:t>todas</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sentencias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emita</a:t>
            </a:r>
            <a:r>
              <a:rPr dirty="0" sz="2800">
                <a:solidFill>
                  <a:srgbClr val="4E3629"/>
                </a:solidFill>
                <a:latin typeface="Calibri"/>
                <a:cs typeface="Calibri"/>
              </a:rPr>
              <a:t>,</a:t>
            </a:r>
            <a:r>
              <a:rPr dirty="0" sz="2800" spc="-65">
                <a:solidFill>
                  <a:srgbClr val="4E3629"/>
                </a:solidFill>
                <a:latin typeface="Calibri"/>
                <a:cs typeface="Calibri"/>
              </a:rPr>
              <a:t> </a:t>
            </a:r>
            <a:r>
              <a:rPr dirty="0" sz="2800">
                <a:solidFill>
                  <a:srgbClr val="4E3629"/>
                </a:solidFill>
                <a:latin typeface="Calibri"/>
                <a:cs typeface="Calibri"/>
              </a:rPr>
              <a:t>incluso</a:t>
            </a:r>
            <a:r>
              <a:rPr dirty="0" sz="2800" spc="-40">
                <a:solidFill>
                  <a:srgbClr val="4E3629"/>
                </a:solidFill>
                <a:latin typeface="Calibri"/>
                <a:cs typeface="Calibri"/>
              </a:rPr>
              <a:t> </a:t>
            </a:r>
            <a:r>
              <a:rPr dirty="0" sz="2800" spc="-10">
                <a:solidFill>
                  <a:srgbClr val="4E3629"/>
                </a:solidFill>
                <a:latin typeface="Calibri"/>
                <a:cs typeface="Calibri"/>
              </a:rPr>
              <a:t>aunque </a:t>
            </a:r>
            <a:r>
              <a:rPr dirty="0" sz="2800" spc="-10">
                <a:solidFill>
                  <a:srgbClr val="4E3629"/>
                </a:solidFill>
                <a:latin typeface="Calibri"/>
                <a:cs typeface="Calibri"/>
              </a:rPr>
              <a:t>	</a:t>
            </a:r>
            <a:r>
              <a:rPr dirty="0" sz="2800">
                <a:solidFill>
                  <a:srgbClr val="4E3629"/>
                </a:solidFill>
                <a:latin typeface="Calibri"/>
                <a:cs typeface="Calibri"/>
              </a:rPr>
              <a:t>enumere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a:solidFill>
                  <a:srgbClr val="4E3629"/>
                </a:solidFill>
                <a:latin typeface="Calibri"/>
                <a:cs typeface="Calibri"/>
              </a:rPr>
              <a:t>nombres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lugar</a:t>
            </a:r>
            <a:r>
              <a:rPr dirty="0" sz="2800" spc="-7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utilizar </a:t>
            </a:r>
            <a:r>
              <a:rPr dirty="0" sz="2800" spc="-10">
                <a:solidFill>
                  <a:srgbClr val="4E3629"/>
                </a:solidFill>
                <a:latin typeface="Calibri"/>
                <a:cs typeface="Calibri"/>
              </a:rPr>
              <a:t>	</a:t>
            </a:r>
            <a:r>
              <a:rPr dirty="0" sz="2800" spc="-25">
                <a:solidFill>
                  <a:srgbClr val="4E3629"/>
                </a:solidFill>
                <a:latin typeface="Calibri"/>
                <a:cs typeface="Calibri"/>
              </a:rPr>
              <a:t>"*"</a:t>
            </a:r>
            <a:endParaRPr sz="2800">
              <a:latin typeface="Calibri"/>
              <a:cs typeface="Calibri"/>
            </a:endParaRPr>
          </a:p>
          <a:p>
            <a:pPr marL="182880" marR="508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Comprueba</a:t>
            </a:r>
            <a:r>
              <a:rPr dirty="0" sz="2800" spc="-2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las</a:t>
            </a:r>
            <a:r>
              <a:rPr dirty="0" sz="2800" spc="-45">
                <a:solidFill>
                  <a:srgbClr val="4E3629"/>
                </a:solidFill>
                <a:latin typeface="Calibri"/>
                <a:cs typeface="Calibri"/>
              </a:rPr>
              <a:t> </a:t>
            </a:r>
            <a:r>
              <a:rPr dirty="0" sz="2800">
                <a:solidFill>
                  <a:srgbClr val="4E3629"/>
                </a:solidFill>
                <a:latin typeface="Calibri"/>
                <a:cs typeface="Calibri"/>
              </a:rPr>
              <a:t>tablas</a:t>
            </a:r>
            <a:r>
              <a:rPr dirty="0" sz="2800" spc="-45">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a:solidFill>
                  <a:srgbClr val="4E3629"/>
                </a:solidFill>
                <a:latin typeface="Calibri"/>
                <a:cs typeface="Calibri"/>
              </a:rPr>
              <a:t>las</a:t>
            </a:r>
            <a:r>
              <a:rPr dirty="0" sz="2800" spc="-5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hace</a:t>
            </a:r>
            <a:r>
              <a:rPr dirty="0" sz="2800" spc="-55">
                <a:solidFill>
                  <a:srgbClr val="4E3629"/>
                </a:solidFill>
                <a:latin typeface="Calibri"/>
                <a:cs typeface="Calibri"/>
              </a:rPr>
              <a:t> </a:t>
            </a:r>
            <a:r>
              <a:rPr dirty="0" sz="2800" spc="-10">
                <a:solidFill>
                  <a:srgbClr val="4E3629"/>
                </a:solidFill>
                <a:latin typeface="Calibri"/>
                <a:cs typeface="Calibri"/>
              </a:rPr>
              <a:t>referencia</a:t>
            </a:r>
            <a:r>
              <a:rPr dirty="0" sz="2800" spc="-55">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sentencia</a:t>
            </a:r>
            <a:r>
              <a:rPr dirty="0" sz="2800" spc="-35">
                <a:solidFill>
                  <a:srgbClr val="4E3629"/>
                </a:solidFill>
                <a:latin typeface="Calibri"/>
                <a:cs typeface="Calibri"/>
              </a:rPr>
              <a:t> </a:t>
            </a:r>
            <a:r>
              <a:rPr dirty="0" sz="2800" spc="-10">
                <a:solidFill>
                  <a:srgbClr val="4E3629"/>
                </a:solidFill>
                <a:latin typeface="Calibri"/>
                <a:cs typeface="Calibri"/>
              </a:rPr>
              <a:t>existen</a:t>
            </a:r>
            <a:r>
              <a:rPr dirty="0" sz="2800" spc="-5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base</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45">
                <a:solidFill>
                  <a:srgbClr val="4E3629"/>
                </a:solidFill>
                <a:latin typeface="Calibri"/>
                <a:cs typeface="Calibri"/>
              </a:rPr>
              <a:t> </a:t>
            </a:r>
            <a:r>
              <a:rPr dirty="0" sz="2800" spc="-10">
                <a:solidFill>
                  <a:srgbClr val="4E3629"/>
                </a:solidFill>
                <a:latin typeface="Calibri"/>
                <a:cs typeface="Calibri"/>
              </a:rPr>
              <a:t>comprueba </a:t>
            </a:r>
            <a:r>
              <a:rPr dirty="0" sz="2800" spc="-10">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a:solidFill>
                  <a:srgbClr val="4E3629"/>
                </a:solidFill>
                <a:latin typeface="Calibri"/>
                <a:cs typeface="Calibri"/>
              </a:rPr>
              <a:t>nombres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son</a:t>
            </a:r>
            <a:r>
              <a:rPr dirty="0" sz="2800" spc="-70">
                <a:solidFill>
                  <a:srgbClr val="4E3629"/>
                </a:solidFill>
                <a:latin typeface="Calibri"/>
                <a:cs typeface="Calibri"/>
              </a:rPr>
              <a:t> </a:t>
            </a:r>
            <a:r>
              <a:rPr dirty="0" sz="2800" spc="-10">
                <a:solidFill>
                  <a:srgbClr val="4E3629"/>
                </a:solidFill>
                <a:latin typeface="Calibri"/>
                <a:cs typeface="Calibri"/>
              </a:rPr>
              <a:t>correctos, </a:t>
            </a:r>
            <a:r>
              <a:rPr dirty="0" sz="2800" spc="-10">
                <a:solidFill>
                  <a:srgbClr val="4E3629"/>
                </a:solidFill>
                <a:latin typeface="Calibri"/>
                <a:cs typeface="Calibri"/>
              </a:rPr>
              <a:t>	</a:t>
            </a:r>
            <a:r>
              <a:rPr dirty="0" sz="2800">
                <a:solidFill>
                  <a:srgbClr val="4E3629"/>
                </a:solidFill>
                <a:latin typeface="Calibri"/>
                <a:cs typeface="Calibri"/>
              </a:rPr>
              <a:t>comprueba</a:t>
            </a:r>
            <a:r>
              <a:rPr dirty="0" sz="2800" spc="-45">
                <a:solidFill>
                  <a:srgbClr val="4E3629"/>
                </a:solidFill>
                <a:latin typeface="Calibri"/>
                <a:cs typeface="Calibri"/>
              </a:rPr>
              <a:t> </a:t>
            </a: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tiene</a:t>
            </a:r>
            <a:r>
              <a:rPr dirty="0" sz="2800" spc="-75">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a:solidFill>
                  <a:srgbClr val="4E3629"/>
                </a:solidFill>
                <a:latin typeface="Calibri"/>
                <a:cs typeface="Calibri"/>
              </a:rPr>
              <a:t>privilegios</a:t>
            </a:r>
            <a:r>
              <a:rPr dirty="0" sz="2800" spc="-55">
                <a:solidFill>
                  <a:srgbClr val="4E3629"/>
                </a:solidFill>
                <a:latin typeface="Calibri"/>
                <a:cs typeface="Calibri"/>
              </a:rPr>
              <a:t> </a:t>
            </a:r>
            <a:r>
              <a:rPr dirty="0" sz="2800" spc="-10">
                <a:solidFill>
                  <a:srgbClr val="4E3629"/>
                </a:solidFill>
                <a:latin typeface="Calibri"/>
                <a:cs typeface="Calibri"/>
              </a:rPr>
              <a:t>correctos</a:t>
            </a:r>
            <a:r>
              <a:rPr dirty="0" sz="2800" spc="-75">
                <a:solidFill>
                  <a:srgbClr val="4E3629"/>
                </a:solidFill>
                <a:latin typeface="Calibri"/>
                <a:cs typeface="Calibri"/>
              </a:rPr>
              <a:t> </a:t>
            </a:r>
            <a:r>
              <a:rPr dirty="0" sz="2800" spc="-20">
                <a:solidFill>
                  <a:srgbClr val="4E3629"/>
                </a:solidFill>
                <a:latin typeface="Calibri"/>
                <a:cs typeface="Calibri"/>
              </a:rPr>
              <a:t>para </a:t>
            </a:r>
            <a:r>
              <a:rPr dirty="0" sz="2800" spc="-20">
                <a:solidFill>
                  <a:srgbClr val="4E3629"/>
                </a:solidFill>
                <a:latin typeface="Calibri"/>
                <a:cs typeface="Calibri"/>
              </a:rPr>
              <a:t>	</a:t>
            </a:r>
            <a:r>
              <a:rPr dirty="0" sz="2800">
                <a:solidFill>
                  <a:srgbClr val="4E3629"/>
                </a:solidFill>
                <a:latin typeface="Calibri"/>
                <a:cs typeface="Calibri"/>
              </a:rPr>
              <a:t>realizar</a:t>
            </a:r>
            <a:r>
              <a:rPr dirty="0" sz="2800" spc="-10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acción</a:t>
            </a:r>
            <a:r>
              <a:rPr dirty="0" sz="2800" spc="-8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está</a:t>
            </a:r>
            <a:r>
              <a:rPr dirty="0" sz="2800" spc="-80">
                <a:solidFill>
                  <a:srgbClr val="4E3629"/>
                </a:solidFill>
                <a:latin typeface="Calibri"/>
                <a:cs typeface="Calibri"/>
              </a:rPr>
              <a:t> </a:t>
            </a:r>
            <a:r>
              <a:rPr dirty="0" sz="2800">
                <a:solidFill>
                  <a:srgbClr val="4E3629"/>
                </a:solidFill>
                <a:latin typeface="Calibri"/>
                <a:cs typeface="Calibri"/>
              </a:rPr>
              <a:t>solicitando</a:t>
            </a:r>
            <a:r>
              <a:rPr dirty="0" sz="2800" spc="-50">
                <a:solidFill>
                  <a:srgbClr val="4E3629"/>
                </a:solidFill>
                <a:latin typeface="Calibri"/>
                <a:cs typeface="Calibri"/>
              </a:rPr>
              <a:t> y,</a:t>
            </a:r>
            <a:r>
              <a:rPr dirty="0" sz="2800" spc="-75">
                <a:solidFill>
                  <a:srgbClr val="4E3629"/>
                </a:solidFill>
                <a:latin typeface="Calibri"/>
                <a:cs typeface="Calibri"/>
              </a:rPr>
              <a:t> </a:t>
            </a:r>
            <a:r>
              <a:rPr dirty="0" sz="2800" spc="-10">
                <a:solidFill>
                  <a:srgbClr val="4E3629"/>
                </a:solidFill>
                <a:latin typeface="Calibri"/>
                <a:cs typeface="Calibri"/>
              </a:rPr>
              <a:t>finalmente, </a:t>
            </a:r>
            <a:r>
              <a:rPr dirty="0" sz="2800" spc="-10">
                <a:solidFill>
                  <a:srgbClr val="4E3629"/>
                </a:solidFill>
                <a:latin typeface="Calibri"/>
                <a:cs typeface="Calibri"/>
              </a:rPr>
              <a:t>	</a:t>
            </a:r>
            <a:r>
              <a:rPr dirty="0" sz="2800">
                <a:solidFill>
                  <a:srgbClr val="4E3629"/>
                </a:solidFill>
                <a:latin typeface="Calibri"/>
                <a:cs typeface="Calibri"/>
              </a:rPr>
              <a:t>utiliza</a:t>
            </a:r>
            <a:r>
              <a:rPr dirty="0" sz="2800" spc="-6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diccionario</a:t>
            </a:r>
            <a:r>
              <a:rPr dirty="0" sz="2800" spc="-6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decidir</a:t>
            </a:r>
            <a:r>
              <a:rPr dirty="0" sz="2800" spc="-55">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plan</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ejecución,</a:t>
            </a:r>
            <a:r>
              <a:rPr dirty="0" sz="2800" spc="-60">
                <a:solidFill>
                  <a:srgbClr val="4E3629"/>
                </a:solidFill>
                <a:latin typeface="Calibri"/>
                <a:cs typeface="Calibri"/>
              </a:rPr>
              <a:t> </a:t>
            </a:r>
            <a:r>
              <a:rPr dirty="0" sz="2800">
                <a:solidFill>
                  <a:srgbClr val="4E3629"/>
                </a:solidFill>
                <a:latin typeface="Calibri"/>
                <a:cs typeface="Calibri"/>
              </a:rPr>
              <a:t>cómo</a:t>
            </a:r>
            <a:r>
              <a:rPr dirty="0" sz="2800" spc="-70">
                <a:solidFill>
                  <a:srgbClr val="4E3629"/>
                </a:solidFill>
                <a:latin typeface="Calibri"/>
                <a:cs typeface="Calibri"/>
              </a:rPr>
              <a:t> </a:t>
            </a:r>
            <a:r>
              <a:rPr dirty="0" sz="2800" spc="-10">
                <a:solidFill>
                  <a:srgbClr val="4E3629"/>
                </a:solidFill>
                <a:latin typeface="Calibri"/>
                <a:cs typeface="Calibri"/>
              </a:rPr>
              <a:t>realizará</a:t>
            </a:r>
            <a:r>
              <a:rPr dirty="0" sz="2800" spc="-8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realidad</a:t>
            </a:r>
            <a:r>
              <a:rPr dirty="0" sz="2800" spc="-7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spc="-10">
                <a:solidFill>
                  <a:srgbClr val="4E3629"/>
                </a:solidFill>
                <a:latin typeface="Calibri"/>
                <a:cs typeface="Calibri"/>
              </a:rPr>
              <a:t>solicitud</a:t>
            </a:r>
            <a:endParaRPr sz="2800">
              <a:latin typeface="Calibri"/>
              <a:cs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1293426" y="1850606"/>
            <a:ext cx="3318510" cy="380365"/>
          </a:xfrm>
          <a:custGeom>
            <a:avLst/>
            <a:gdLst/>
            <a:ahLst/>
            <a:cxnLst/>
            <a:rect l="l" t="t" r="r" b="b"/>
            <a:pathLst>
              <a:path w="3318510" h="380364">
                <a:moveTo>
                  <a:pt x="3223312" y="0"/>
                </a:moveTo>
                <a:lnTo>
                  <a:pt x="95022" y="0"/>
                </a:lnTo>
                <a:lnTo>
                  <a:pt x="66895" y="10642"/>
                </a:lnTo>
                <a:lnTo>
                  <a:pt x="41049" y="39529"/>
                </a:lnTo>
                <a:lnTo>
                  <a:pt x="19764" y="82099"/>
                </a:lnTo>
                <a:lnTo>
                  <a:pt x="5321" y="133791"/>
                </a:lnTo>
                <a:lnTo>
                  <a:pt x="0" y="190044"/>
                </a:lnTo>
                <a:lnTo>
                  <a:pt x="5321" y="246298"/>
                </a:lnTo>
                <a:lnTo>
                  <a:pt x="19764" y="297990"/>
                </a:lnTo>
                <a:lnTo>
                  <a:pt x="41049" y="340560"/>
                </a:lnTo>
                <a:lnTo>
                  <a:pt x="66895" y="369447"/>
                </a:lnTo>
                <a:lnTo>
                  <a:pt x="95022" y="380089"/>
                </a:lnTo>
                <a:lnTo>
                  <a:pt x="3223312" y="380089"/>
                </a:lnTo>
                <a:lnTo>
                  <a:pt x="3277285" y="340560"/>
                </a:lnTo>
                <a:lnTo>
                  <a:pt x="3298570" y="297990"/>
                </a:lnTo>
                <a:lnTo>
                  <a:pt x="3313013" y="246298"/>
                </a:lnTo>
                <a:lnTo>
                  <a:pt x="3318334" y="190044"/>
                </a:lnTo>
                <a:lnTo>
                  <a:pt x="3313013" y="133791"/>
                </a:lnTo>
                <a:lnTo>
                  <a:pt x="3298570" y="82099"/>
                </a:lnTo>
                <a:lnTo>
                  <a:pt x="3277285" y="39529"/>
                </a:lnTo>
                <a:lnTo>
                  <a:pt x="3251439" y="10642"/>
                </a:lnTo>
                <a:lnTo>
                  <a:pt x="3223312" y="0"/>
                </a:lnTo>
                <a:close/>
              </a:path>
            </a:pathLst>
          </a:custGeom>
          <a:solidFill>
            <a:srgbClr val="FACD5A"/>
          </a:solidFill>
        </p:spPr>
        <p:txBody>
          <a:bodyPr wrap="square" lIns="0" tIns="0" rIns="0" bIns="0" rtlCol="0"/>
          <a:lstStyle/>
          <a:p/>
        </p:txBody>
      </p:sp>
      <p:pic>
        <p:nvPicPr>
          <p:cNvPr id="3" name="object 3" descr=""/>
          <p:cNvPicPr/>
          <p:nvPr/>
        </p:nvPicPr>
        <p:blipFill>
          <a:blip r:embed="rId2" cstate="print"/>
          <a:stretch>
            <a:fillRect/>
          </a:stretch>
        </p:blipFill>
        <p:spPr>
          <a:xfrm>
            <a:off x="0" y="0"/>
            <a:ext cx="9144000" cy="254507"/>
          </a:xfrm>
          <a:prstGeom prst="rect">
            <a:avLst/>
          </a:prstGeom>
        </p:spPr>
      </p:pic>
      <p:grpSp>
        <p:nvGrpSpPr>
          <p:cNvPr id="4" name="object 4" descr=""/>
          <p:cNvGrpSpPr/>
          <p:nvPr/>
        </p:nvGrpSpPr>
        <p:grpSpPr>
          <a:xfrm>
            <a:off x="405384" y="3631691"/>
            <a:ext cx="7655559" cy="2967355"/>
            <a:chOff x="405384" y="3631691"/>
            <a:chExt cx="7655559" cy="2967355"/>
          </a:xfrm>
        </p:grpSpPr>
        <p:pic>
          <p:nvPicPr>
            <p:cNvPr id="5" name="object 5" descr=""/>
            <p:cNvPicPr/>
            <p:nvPr/>
          </p:nvPicPr>
          <p:blipFill>
            <a:blip r:embed="rId3" cstate="print"/>
            <a:stretch>
              <a:fillRect/>
            </a:stretch>
          </p:blipFill>
          <p:spPr>
            <a:xfrm>
              <a:off x="405384" y="6178295"/>
              <a:ext cx="1258823" cy="420624"/>
            </a:xfrm>
            <a:prstGeom prst="rect">
              <a:avLst/>
            </a:prstGeom>
          </p:spPr>
        </p:pic>
        <p:pic>
          <p:nvPicPr>
            <p:cNvPr id="6" name="object 6" descr=""/>
            <p:cNvPicPr/>
            <p:nvPr/>
          </p:nvPicPr>
          <p:blipFill>
            <a:blip r:embed="rId4" cstate="print"/>
            <a:stretch>
              <a:fillRect/>
            </a:stretch>
          </p:blipFill>
          <p:spPr>
            <a:xfrm>
              <a:off x="1092707" y="3640836"/>
              <a:ext cx="6958583" cy="2502407"/>
            </a:xfrm>
            <a:prstGeom prst="rect">
              <a:avLst/>
            </a:prstGeom>
          </p:spPr>
        </p:pic>
        <p:sp>
          <p:nvSpPr>
            <p:cNvPr id="7" name="object 7" descr=""/>
            <p:cNvSpPr/>
            <p:nvPr/>
          </p:nvSpPr>
          <p:spPr>
            <a:xfrm>
              <a:off x="1088135" y="3636263"/>
              <a:ext cx="6967855" cy="2512060"/>
            </a:xfrm>
            <a:custGeom>
              <a:avLst/>
              <a:gdLst/>
              <a:ahLst/>
              <a:cxnLst/>
              <a:rect l="l" t="t" r="r" b="b"/>
              <a:pathLst>
                <a:path w="6967855" h="2512060">
                  <a:moveTo>
                    <a:pt x="0" y="2511552"/>
                  </a:moveTo>
                  <a:lnTo>
                    <a:pt x="6967727" y="2511552"/>
                  </a:lnTo>
                  <a:lnTo>
                    <a:pt x="6967727" y="0"/>
                  </a:lnTo>
                  <a:lnTo>
                    <a:pt x="0" y="0"/>
                  </a:lnTo>
                  <a:lnTo>
                    <a:pt x="0" y="2511552"/>
                  </a:lnTo>
                  <a:close/>
                </a:path>
              </a:pathLst>
            </a:custGeom>
            <a:ln w="9144">
              <a:solidFill>
                <a:srgbClr val="4E3629"/>
              </a:solidFill>
            </a:ln>
          </p:spPr>
          <p:txBody>
            <a:bodyPr wrap="square" lIns="0" tIns="0" rIns="0" bIns="0" rtlCol="0"/>
            <a:lstStyle/>
            <a:p/>
          </p:txBody>
        </p:sp>
      </p:grpSp>
      <p:sp>
        <p:nvSpPr>
          <p:cNvPr id="8" name="object 8"/>
          <p:cNvSpPr txBox="1">
            <a:spLocks noGrp="1"/>
          </p:cNvSpPr>
          <p:nvPr>
            <p:ph type="title"/>
          </p:nvPr>
        </p:nvSpPr>
        <p:spPr>
          <a:xfrm>
            <a:off x="392112" y="748031"/>
            <a:ext cx="6927215" cy="528320"/>
          </a:xfrm>
          <a:prstGeom prst="rect"/>
        </p:spPr>
        <p:txBody>
          <a:bodyPr wrap="square" lIns="0" tIns="12700" rIns="0" bIns="0" rtlCol="0" vert="horz">
            <a:spAutoFit/>
          </a:bodyPr>
          <a:lstStyle/>
          <a:p>
            <a:pPr marL="12700">
              <a:lnSpc>
                <a:spcPct val="100000"/>
              </a:lnSpc>
              <a:spcBef>
                <a:spcPts val="100"/>
              </a:spcBef>
            </a:pPr>
            <a:r>
              <a:rPr dirty="0"/>
              <a:t>Objetos</a:t>
            </a:r>
            <a:r>
              <a:rPr dirty="0" spc="-50"/>
              <a:t> </a:t>
            </a:r>
            <a:r>
              <a:rPr dirty="0"/>
              <a:t>de</a:t>
            </a:r>
            <a:r>
              <a:rPr dirty="0" spc="-35"/>
              <a:t> </a:t>
            </a:r>
            <a:r>
              <a:rPr dirty="0"/>
              <a:t>Esquema</a:t>
            </a:r>
            <a:r>
              <a:rPr dirty="0" spc="-35"/>
              <a:t> </a:t>
            </a:r>
            <a:r>
              <a:rPr dirty="0"/>
              <a:t>de</a:t>
            </a:r>
            <a:r>
              <a:rPr dirty="0" spc="-35"/>
              <a:t> </a:t>
            </a:r>
            <a:r>
              <a:rPr dirty="0"/>
              <a:t>la</a:t>
            </a:r>
            <a:r>
              <a:rPr dirty="0" spc="-35"/>
              <a:t> </a:t>
            </a:r>
            <a:r>
              <a:rPr dirty="0"/>
              <a:t>Base</a:t>
            </a:r>
            <a:r>
              <a:rPr dirty="0" spc="-55"/>
              <a:t> </a:t>
            </a:r>
            <a:r>
              <a:rPr dirty="0"/>
              <a:t>de</a:t>
            </a:r>
            <a:r>
              <a:rPr dirty="0" spc="-30"/>
              <a:t> </a:t>
            </a:r>
            <a:r>
              <a:rPr dirty="0" spc="-10"/>
              <a:t>Datos</a:t>
            </a:r>
          </a:p>
        </p:txBody>
      </p:sp>
      <p:sp>
        <p:nvSpPr>
          <p:cNvPr id="11" name="object 11"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13</a:t>
            </a:r>
            <a:endParaRPr sz="1000">
              <a:latin typeface="Calibri"/>
              <a:cs typeface="Calibri"/>
            </a:endParaRPr>
          </a:p>
        </p:txBody>
      </p:sp>
      <p:sp>
        <p:nvSpPr>
          <p:cNvPr id="13" name="object 13"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9" name="object 9" descr=""/>
          <p:cNvSpPr txBox="1"/>
          <p:nvPr/>
        </p:nvSpPr>
        <p:spPr>
          <a:xfrm>
            <a:off x="483552" y="1415417"/>
            <a:ext cx="8057515" cy="1706245"/>
          </a:xfrm>
          <a:prstGeom prst="rect">
            <a:avLst/>
          </a:prstGeom>
        </p:spPr>
        <p:txBody>
          <a:bodyPr wrap="square" lIns="0" tIns="59690" rIns="0" bIns="0" rtlCol="0" vert="horz">
            <a:spAutoFit/>
          </a:bodyPr>
          <a:lstStyle/>
          <a:p>
            <a:pPr marL="182880" marR="44767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Mediante</a:t>
            </a:r>
            <a:r>
              <a:rPr dirty="0" sz="2800" spc="-85">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ventana</a:t>
            </a:r>
            <a:r>
              <a:rPr dirty="0" sz="2800" spc="-80">
                <a:solidFill>
                  <a:srgbClr val="4E3629"/>
                </a:solidFill>
                <a:latin typeface="Calibri"/>
                <a:cs typeface="Calibri"/>
              </a:rPr>
              <a:t> </a:t>
            </a:r>
            <a:r>
              <a:rPr dirty="0" sz="2800">
                <a:solidFill>
                  <a:srgbClr val="4E3629"/>
                </a:solidFill>
                <a:latin typeface="Calibri"/>
                <a:cs typeface="Calibri"/>
              </a:rPr>
              <a:t>SQL</a:t>
            </a:r>
            <a:r>
              <a:rPr dirty="0" sz="2800" spc="-90">
                <a:solidFill>
                  <a:srgbClr val="4E3629"/>
                </a:solidFill>
                <a:latin typeface="Calibri"/>
                <a:cs typeface="Calibri"/>
              </a:rPr>
              <a:t> </a:t>
            </a:r>
            <a:r>
              <a:rPr dirty="0" sz="2800">
                <a:solidFill>
                  <a:srgbClr val="4E3629"/>
                </a:solidFill>
                <a:latin typeface="Calibri"/>
                <a:cs typeface="Calibri"/>
              </a:rPr>
              <a:t>Commands,</a:t>
            </a:r>
            <a:r>
              <a:rPr dirty="0" sz="2800" spc="-65">
                <a:solidFill>
                  <a:srgbClr val="4E3629"/>
                </a:solidFill>
                <a:latin typeface="Calibri"/>
                <a:cs typeface="Calibri"/>
              </a:rPr>
              <a:t> </a:t>
            </a:r>
            <a:r>
              <a:rPr dirty="0" sz="2800">
                <a:solidFill>
                  <a:srgbClr val="4E3629"/>
                </a:solidFill>
                <a:latin typeface="Calibri"/>
                <a:cs typeface="Calibri"/>
              </a:rPr>
              <a:t>debe</a:t>
            </a:r>
            <a:r>
              <a:rPr dirty="0" sz="2800" spc="-70">
                <a:solidFill>
                  <a:srgbClr val="4E3629"/>
                </a:solidFill>
                <a:latin typeface="Calibri"/>
                <a:cs typeface="Calibri"/>
              </a:rPr>
              <a:t> </a:t>
            </a:r>
            <a:r>
              <a:rPr dirty="0" sz="2800" spc="-10">
                <a:solidFill>
                  <a:srgbClr val="4E3629"/>
                </a:solidFill>
                <a:latin typeface="Calibri"/>
                <a:cs typeface="Calibri"/>
              </a:rPr>
              <a:t>solicitar </a:t>
            </a:r>
            <a:r>
              <a:rPr dirty="0" sz="2800" spc="-1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DESCripción</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Ninguna</a:t>
            </a:r>
            <a:r>
              <a:rPr dirty="0" sz="2800" spc="-2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opciones</a:t>
            </a:r>
            <a:r>
              <a:rPr dirty="0" sz="2800" spc="-35">
                <a:solidFill>
                  <a:srgbClr val="4E3629"/>
                </a:solidFill>
                <a:latin typeface="Calibri"/>
                <a:cs typeface="Calibri"/>
              </a:rPr>
              <a:t> </a:t>
            </a:r>
            <a:r>
              <a:rPr dirty="0" sz="2800">
                <a:solidFill>
                  <a:srgbClr val="4E3629"/>
                </a:solidFill>
                <a:latin typeface="Calibri"/>
                <a:cs typeface="Calibri"/>
              </a:rPr>
              <a:t>adicionales</a:t>
            </a:r>
            <a:r>
              <a:rPr dirty="0" sz="2800" spc="-3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ofrece</a:t>
            </a:r>
            <a:r>
              <a:rPr dirty="0" sz="2800" spc="-90">
                <a:solidFill>
                  <a:srgbClr val="4E3629"/>
                </a:solidFill>
                <a:latin typeface="Calibri"/>
                <a:cs typeface="Calibri"/>
              </a:rPr>
              <a:t> </a:t>
            </a:r>
            <a:r>
              <a:rPr dirty="0" sz="2800" spc="-10">
                <a:solidFill>
                  <a:srgbClr val="4E3629"/>
                </a:solidFill>
                <a:latin typeface="Calibri"/>
                <a:cs typeface="Calibri"/>
              </a:rPr>
              <a:t>Object 	Browser</a:t>
            </a:r>
            <a:r>
              <a:rPr dirty="0" sz="2800" spc="-85">
                <a:solidFill>
                  <a:srgbClr val="4E3629"/>
                </a:solidFill>
                <a:latin typeface="Calibri"/>
                <a:cs typeface="Calibri"/>
              </a:rPr>
              <a:t> </a:t>
            </a:r>
            <a:r>
              <a:rPr dirty="0" sz="2800">
                <a:solidFill>
                  <a:srgbClr val="4E3629"/>
                </a:solidFill>
                <a:latin typeface="Calibri"/>
                <a:cs typeface="Calibri"/>
              </a:rPr>
              <a:t>está</a:t>
            </a:r>
            <a:r>
              <a:rPr dirty="0" sz="2800" spc="-90">
                <a:solidFill>
                  <a:srgbClr val="4E3629"/>
                </a:solidFill>
                <a:latin typeface="Calibri"/>
                <a:cs typeface="Calibri"/>
              </a:rPr>
              <a:t> </a:t>
            </a:r>
            <a:r>
              <a:rPr dirty="0" sz="2800">
                <a:solidFill>
                  <a:srgbClr val="4E3629"/>
                </a:solidFill>
                <a:latin typeface="Calibri"/>
                <a:cs typeface="Calibri"/>
              </a:rPr>
              <a:t>disponible</a:t>
            </a:r>
            <a:r>
              <a:rPr dirty="0" sz="2800" spc="-40">
                <a:solidFill>
                  <a:srgbClr val="4E3629"/>
                </a:solidFill>
                <a:latin typeface="Calibri"/>
                <a:cs typeface="Calibri"/>
              </a:rPr>
              <a:t> </a:t>
            </a:r>
            <a:r>
              <a:rPr dirty="0" sz="2800">
                <a:solidFill>
                  <a:srgbClr val="4E3629"/>
                </a:solidFill>
                <a:latin typeface="Calibri"/>
                <a:cs typeface="Calibri"/>
              </a:rPr>
              <a:t>en</a:t>
            </a:r>
            <a:r>
              <a:rPr dirty="0" sz="2800" spc="-95">
                <a:solidFill>
                  <a:srgbClr val="4E3629"/>
                </a:solidFill>
                <a:latin typeface="Calibri"/>
                <a:cs typeface="Calibri"/>
              </a:rPr>
              <a:t> </a:t>
            </a:r>
            <a:r>
              <a:rPr dirty="0" sz="2800">
                <a:solidFill>
                  <a:srgbClr val="4E3629"/>
                </a:solidFill>
                <a:latin typeface="Calibri"/>
                <a:cs typeface="Calibri"/>
              </a:rPr>
              <a:t>esta</a:t>
            </a:r>
            <a:r>
              <a:rPr dirty="0" sz="2800" spc="-80">
                <a:solidFill>
                  <a:srgbClr val="4E3629"/>
                </a:solidFill>
                <a:latin typeface="Calibri"/>
                <a:cs typeface="Calibri"/>
              </a:rPr>
              <a:t> </a:t>
            </a:r>
            <a:r>
              <a:rPr dirty="0" sz="2800" spc="-10">
                <a:solidFill>
                  <a:srgbClr val="4E3629"/>
                </a:solidFill>
                <a:latin typeface="Calibri"/>
                <a:cs typeface="Calibri"/>
              </a:rPr>
              <a:t>interfaz</a:t>
            </a:r>
            <a:endParaRPr sz="2800">
              <a:latin typeface="Calibri"/>
              <a:cs typeface="Calibri"/>
            </a:endParaRPr>
          </a:p>
        </p:txBody>
      </p:sp>
      <p:sp>
        <p:nvSpPr>
          <p:cNvPr id="10" name="object 10" descr=""/>
          <p:cNvSpPr txBox="1"/>
          <p:nvPr/>
        </p:nvSpPr>
        <p:spPr>
          <a:xfrm>
            <a:off x="393191" y="3208020"/>
            <a:ext cx="8345805" cy="347980"/>
          </a:xfrm>
          <a:prstGeom prst="rect">
            <a:avLst/>
          </a:prstGeom>
          <a:solidFill>
            <a:srgbClr val="9DBEC4">
              <a:alpha val="50199"/>
            </a:srgbClr>
          </a:solidFill>
        </p:spPr>
        <p:txBody>
          <a:bodyPr wrap="square" lIns="0" tIns="8890" rIns="0" bIns="0" rtlCol="0" vert="horz">
            <a:spAutoFit/>
          </a:bodyPr>
          <a:lstStyle/>
          <a:p>
            <a:pPr marL="136525">
              <a:lnSpc>
                <a:spcPct val="100000"/>
              </a:lnSpc>
              <a:spcBef>
                <a:spcPts val="70"/>
              </a:spcBef>
              <a:tabLst>
                <a:tab pos="1500505" algn="l"/>
              </a:tabLst>
            </a:pPr>
            <a:r>
              <a:rPr dirty="0" sz="1800" spc="-10" b="1">
                <a:solidFill>
                  <a:srgbClr val="4E3629"/>
                </a:solidFill>
                <a:latin typeface="Courier New"/>
                <a:cs typeface="Courier New"/>
              </a:rPr>
              <a:t>DESCRIBE</a:t>
            </a:r>
            <a:r>
              <a:rPr dirty="0" sz="1800" b="1">
                <a:solidFill>
                  <a:srgbClr val="4E3629"/>
                </a:solidFill>
                <a:latin typeface="Courier New"/>
                <a:cs typeface="Courier New"/>
              </a:rPr>
              <a:t>	</a:t>
            </a:r>
            <a:r>
              <a:rPr dirty="0" sz="1800" spc="-20" b="1">
                <a:solidFill>
                  <a:srgbClr val="4E3629"/>
                </a:solidFill>
                <a:latin typeface="Courier New"/>
                <a:cs typeface="Courier New"/>
              </a:rPr>
              <a:t>jobs;</a:t>
            </a:r>
            <a:endParaRPr sz="1800">
              <a:latin typeface="Courier New"/>
              <a:cs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xfrm>
            <a:off x="392112" y="748031"/>
            <a:ext cx="3023235" cy="528320"/>
          </a:xfrm>
          <a:prstGeom prst="rect"/>
        </p:spPr>
        <p:txBody>
          <a:bodyPr wrap="square" lIns="0" tIns="12700" rIns="0" bIns="0" rtlCol="0" vert="horz">
            <a:spAutoFit/>
          </a:bodyPr>
          <a:lstStyle/>
          <a:p>
            <a:pPr marL="12700">
              <a:lnSpc>
                <a:spcPct val="100000"/>
              </a:lnSpc>
              <a:spcBef>
                <a:spcPts val="100"/>
              </a:spcBef>
            </a:pPr>
            <a:r>
              <a:rPr dirty="0"/>
              <a:t>Creación</a:t>
            </a:r>
            <a:r>
              <a:rPr dirty="0" spc="-65"/>
              <a:t> </a:t>
            </a:r>
            <a:r>
              <a:rPr dirty="0"/>
              <a:t>de</a:t>
            </a:r>
            <a:r>
              <a:rPr dirty="0" spc="-60"/>
              <a:t> </a:t>
            </a:r>
            <a:r>
              <a:rPr dirty="0" spc="-30"/>
              <a:t>Tabla</a:t>
            </a:r>
          </a:p>
        </p:txBody>
      </p:sp>
      <p:sp>
        <p:nvSpPr>
          <p:cNvPr id="6" name="object 6"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14</a:t>
            </a:r>
            <a:endParaRPr sz="100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415417"/>
            <a:ext cx="7668895" cy="4268470"/>
          </a:xfrm>
          <a:prstGeom prst="rect">
            <a:avLst/>
          </a:prstGeom>
        </p:spPr>
        <p:txBody>
          <a:bodyPr wrap="square" lIns="0" tIns="59690" rIns="0" bIns="0" rtlCol="0" vert="horz">
            <a:spAutoFit/>
          </a:bodyPr>
          <a:lstStyle/>
          <a:p>
            <a:pPr marL="182880" marR="236220" indent="-170815">
              <a:lnSpc>
                <a:spcPts val="3030"/>
              </a:lnSpc>
              <a:spcBef>
                <a:spcPts val="470"/>
              </a:spcBef>
              <a:buClr>
                <a:srgbClr val="D1350F"/>
              </a:buClr>
              <a:buFont typeface="Arial MT"/>
              <a:buChar char="•"/>
              <a:tabLst>
                <a:tab pos="184785" algn="l"/>
              </a:tabLst>
            </a:pPr>
            <a:r>
              <a:rPr dirty="0" sz="2800" spc="-45">
                <a:solidFill>
                  <a:srgbClr val="4E3629"/>
                </a:solidFill>
                <a:latin typeface="Calibri"/>
                <a:cs typeface="Calibri"/>
              </a:rPr>
              <a:t>Todos</a:t>
            </a:r>
            <a:r>
              <a:rPr dirty="0" sz="2800" spc="-50">
                <a:solidFill>
                  <a:srgbClr val="4E3629"/>
                </a:solidFill>
                <a:latin typeface="Calibri"/>
                <a:cs typeface="Calibri"/>
              </a:rPr>
              <a:t> </a:t>
            </a:r>
            <a:r>
              <a:rPr dirty="0" sz="2800">
                <a:solidFill>
                  <a:srgbClr val="4E3629"/>
                </a:solidFill>
                <a:latin typeface="Calibri"/>
                <a:cs typeface="Calibri"/>
              </a:rPr>
              <a:t>los</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base</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datos</a:t>
            </a:r>
            <a:r>
              <a:rPr dirty="0" sz="2800" spc="-50">
                <a:solidFill>
                  <a:srgbClr val="4E3629"/>
                </a:solidFill>
                <a:latin typeface="Calibri"/>
                <a:cs typeface="Calibri"/>
              </a:rPr>
              <a:t> </a:t>
            </a:r>
            <a:r>
              <a:rPr dirty="0" sz="2800">
                <a:solidFill>
                  <a:srgbClr val="4E3629"/>
                </a:solidFill>
                <a:latin typeface="Calibri"/>
                <a:cs typeface="Calibri"/>
              </a:rPr>
              <a:t>relacional</a:t>
            </a:r>
            <a:r>
              <a:rPr dirty="0" sz="2800" spc="-65">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almacenan</a:t>
            </a:r>
            <a:r>
              <a:rPr dirty="0" sz="2800" spc="-4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spc="-10">
                <a:solidFill>
                  <a:srgbClr val="4E3629"/>
                </a:solidFill>
                <a:latin typeface="Calibri"/>
                <a:cs typeface="Calibri"/>
              </a:rPr>
              <a:t>tablas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Al</a:t>
            </a:r>
            <a:r>
              <a:rPr dirty="0" sz="2800" spc="-70">
                <a:solidFill>
                  <a:srgbClr val="4E3629"/>
                </a:solidFill>
                <a:latin typeface="Calibri"/>
                <a:cs typeface="Calibri"/>
              </a:rPr>
              <a:t> </a:t>
            </a:r>
            <a:r>
              <a:rPr dirty="0" sz="2800">
                <a:solidFill>
                  <a:srgbClr val="4E3629"/>
                </a:solidFill>
                <a:latin typeface="Calibri"/>
                <a:cs typeface="Calibri"/>
              </a:rPr>
              <a:t>crear</a:t>
            </a:r>
            <a:r>
              <a:rPr dirty="0" sz="2800" spc="-85">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nueva</a:t>
            </a:r>
            <a:r>
              <a:rPr dirty="0" sz="2800" spc="-70">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a:solidFill>
                  <a:srgbClr val="4E3629"/>
                </a:solidFill>
                <a:latin typeface="Calibri"/>
                <a:cs typeface="Calibri"/>
              </a:rPr>
              <a:t>utilice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siguientes</a:t>
            </a:r>
            <a:r>
              <a:rPr dirty="0" sz="2800" spc="-65">
                <a:solidFill>
                  <a:srgbClr val="4E3629"/>
                </a:solidFill>
                <a:latin typeface="Calibri"/>
                <a:cs typeface="Calibri"/>
              </a:rPr>
              <a:t> </a:t>
            </a:r>
            <a:r>
              <a:rPr dirty="0" sz="2800" spc="-10">
                <a:solidFill>
                  <a:srgbClr val="4E3629"/>
                </a:solidFill>
                <a:latin typeface="Calibri"/>
                <a:cs typeface="Calibri"/>
              </a:rPr>
              <a:t>reglas </a:t>
            </a:r>
            <a:r>
              <a:rPr dirty="0" sz="2800" spc="-10">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nombres</a:t>
            </a:r>
            <a:r>
              <a:rPr dirty="0" sz="2800" spc="-3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a:solidFill>
                  <a:srgbClr val="4E3629"/>
                </a:solidFill>
                <a:latin typeface="Calibri"/>
                <a:cs typeface="Calibri"/>
              </a:rPr>
              <a:t>y</a:t>
            </a:r>
            <a:r>
              <a:rPr dirty="0" sz="2800" spc="-80">
                <a:solidFill>
                  <a:srgbClr val="4E3629"/>
                </a:solidFill>
                <a:latin typeface="Calibri"/>
                <a:cs typeface="Calibri"/>
              </a:rPr>
              <a:t> </a:t>
            </a:r>
            <a:r>
              <a:rPr dirty="0" sz="2800" spc="-10">
                <a:solidFill>
                  <a:srgbClr val="4E3629"/>
                </a:solidFill>
                <a:latin typeface="Calibri"/>
                <a:cs typeface="Calibri"/>
              </a:rPr>
              <a:t>columnas:</a:t>
            </a:r>
            <a:endParaRPr sz="2800">
              <a:latin typeface="Calibri"/>
              <a:cs typeface="Calibri"/>
            </a:endParaRPr>
          </a:p>
          <a:p>
            <a:pPr marL="355600">
              <a:lnSpc>
                <a:spcPct val="100000"/>
              </a:lnSpc>
              <a:spcBef>
                <a:spcPts val="80"/>
              </a:spcBef>
            </a:pPr>
            <a:r>
              <a:rPr dirty="0" sz="2400">
                <a:solidFill>
                  <a:srgbClr val="D1350F"/>
                </a:solidFill>
                <a:latin typeface="Calibri"/>
                <a:cs typeface="Calibri"/>
              </a:rPr>
              <a:t>−</a:t>
            </a:r>
            <a:r>
              <a:rPr dirty="0" sz="2400">
                <a:solidFill>
                  <a:srgbClr val="4E3629"/>
                </a:solidFill>
                <a:latin typeface="Calibri"/>
                <a:cs typeface="Calibri"/>
              </a:rPr>
              <a:t>Deben</a:t>
            </a:r>
            <a:r>
              <a:rPr dirty="0" sz="2400" spc="-5">
                <a:solidFill>
                  <a:srgbClr val="4E3629"/>
                </a:solidFill>
                <a:latin typeface="Calibri"/>
                <a:cs typeface="Calibri"/>
              </a:rPr>
              <a:t> </a:t>
            </a:r>
            <a:r>
              <a:rPr dirty="0" sz="2400" spc="-10">
                <a:solidFill>
                  <a:srgbClr val="4E3629"/>
                </a:solidFill>
                <a:latin typeface="Calibri"/>
                <a:cs typeface="Calibri"/>
              </a:rPr>
              <a:t>empezar</a:t>
            </a:r>
            <a:r>
              <a:rPr dirty="0" sz="2400" spc="-15">
                <a:solidFill>
                  <a:srgbClr val="4E3629"/>
                </a:solidFill>
                <a:latin typeface="Calibri"/>
                <a:cs typeface="Calibri"/>
              </a:rPr>
              <a:t> </a:t>
            </a:r>
            <a:r>
              <a:rPr dirty="0" sz="2400">
                <a:solidFill>
                  <a:srgbClr val="4E3629"/>
                </a:solidFill>
                <a:latin typeface="Calibri"/>
                <a:cs typeface="Calibri"/>
              </a:rPr>
              <a:t>por una</a:t>
            </a:r>
            <a:r>
              <a:rPr dirty="0" sz="2400" spc="-5">
                <a:solidFill>
                  <a:srgbClr val="4E3629"/>
                </a:solidFill>
                <a:latin typeface="Calibri"/>
                <a:cs typeface="Calibri"/>
              </a:rPr>
              <a:t> </a:t>
            </a:r>
            <a:r>
              <a:rPr dirty="0" sz="2400" spc="-10">
                <a:solidFill>
                  <a:srgbClr val="4E3629"/>
                </a:solidFill>
                <a:latin typeface="Calibri"/>
                <a:cs typeface="Calibri"/>
              </a:rPr>
              <a:t>letra</a:t>
            </a:r>
            <a:endParaRPr sz="2400">
              <a:latin typeface="Calibri"/>
              <a:cs typeface="Calibri"/>
            </a:endParaRPr>
          </a:p>
          <a:p>
            <a:pPr marL="355600">
              <a:lnSpc>
                <a:spcPct val="100000"/>
              </a:lnSpc>
              <a:spcBef>
                <a:spcPts val="120"/>
              </a:spcBef>
            </a:pPr>
            <a:r>
              <a:rPr dirty="0" sz="2400">
                <a:solidFill>
                  <a:srgbClr val="D1350F"/>
                </a:solidFill>
                <a:latin typeface="Calibri"/>
                <a:cs typeface="Calibri"/>
              </a:rPr>
              <a:t>−</a:t>
            </a:r>
            <a:r>
              <a:rPr dirty="0" sz="2400">
                <a:solidFill>
                  <a:srgbClr val="4E3629"/>
                </a:solidFill>
                <a:latin typeface="Calibri"/>
                <a:cs typeface="Calibri"/>
              </a:rPr>
              <a:t>Deben</a:t>
            </a:r>
            <a:r>
              <a:rPr dirty="0" sz="2400" spc="-15">
                <a:solidFill>
                  <a:srgbClr val="4E3629"/>
                </a:solidFill>
                <a:latin typeface="Calibri"/>
                <a:cs typeface="Calibri"/>
              </a:rPr>
              <a:t> </a:t>
            </a:r>
            <a:r>
              <a:rPr dirty="0" sz="2400">
                <a:solidFill>
                  <a:srgbClr val="4E3629"/>
                </a:solidFill>
                <a:latin typeface="Calibri"/>
                <a:cs typeface="Calibri"/>
              </a:rPr>
              <a:t>tener</a:t>
            </a:r>
            <a:r>
              <a:rPr dirty="0" sz="2400" spc="-25">
                <a:solidFill>
                  <a:srgbClr val="4E3629"/>
                </a:solidFill>
                <a:latin typeface="Calibri"/>
                <a:cs typeface="Calibri"/>
              </a:rPr>
              <a:t> </a:t>
            </a:r>
            <a:r>
              <a:rPr dirty="0" sz="2400">
                <a:solidFill>
                  <a:srgbClr val="4E3629"/>
                </a:solidFill>
                <a:latin typeface="Calibri"/>
                <a:cs typeface="Calibri"/>
              </a:rPr>
              <a:t>entre</a:t>
            </a:r>
            <a:r>
              <a:rPr dirty="0" sz="2400" spc="-10">
                <a:solidFill>
                  <a:srgbClr val="4E3629"/>
                </a:solidFill>
                <a:latin typeface="Calibri"/>
                <a:cs typeface="Calibri"/>
              </a:rPr>
              <a:t> </a:t>
            </a:r>
            <a:r>
              <a:rPr dirty="0" sz="2400">
                <a:solidFill>
                  <a:srgbClr val="4E3629"/>
                </a:solidFill>
                <a:latin typeface="Calibri"/>
                <a:cs typeface="Calibri"/>
              </a:rPr>
              <a:t>1</a:t>
            </a:r>
            <a:r>
              <a:rPr dirty="0" sz="2400" spc="-20">
                <a:solidFill>
                  <a:srgbClr val="4E3629"/>
                </a:solidFill>
                <a:latin typeface="Calibri"/>
                <a:cs typeface="Calibri"/>
              </a:rPr>
              <a:t> </a:t>
            </a:r>
            <a:r>
              <a:rPr dirty="0" sz="2400">
                <a:solidFill>
                  <a:srgbClr val="4E3629"/>
                </a:solidFill>
                <a:latin typeface="Calibri"/>
                <a:cs typeface="Calibri"/>
              </a:rPr>
              <a:t>y</a:t>
            </a:r>
            <a:r>
              <a:rPr dirty="0" sz="2400" spc="-5">
                <a:solidFill>
                  <a:srgbClr val="4E3629"/>
                </a:solidFill>
                <a:latin typeface="Calibri"/>
                <a:cs typeface="Calibri"/>
              </a:rPr>
              <a:t> </a:t>
            </a:r>
            <a:r>
              <a:rPr dirty="0" sz="2400">
                <a:solidFill>
                  <a:srgbClr val="4E3629"/>
                </a:solidFill>
                <a:latin typeface="Calibri"/>
                <a:cs typeface="Calibri"/>
              </a:rPr>
              <a:t>30</a:t>
            </a:r>
            <a:r>
              <a:rPr dirty="0" sz="2400" spc="-20">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530860" marR="781050" indent="-175260">
              <a:lnSpc>
                <a:spcPts val="2590"/>
              </a:lnSpc>
              <a:spcBef>
                <a:spcPts val="439"/>
              </a:spcBef>
            </a:pPr>
            <a:r>
              <a:rPr dirty="0" sz="2400">
                <a:solidFill>
                  <a:srgbClr val="D1350F"/>
                </a:solidFill>
                <a:latin typeface="Calibri"/>
                <a:cs typeface="Calibri"/>
              </a:rPr>
              <a:t>−</a:t>
            </a:r>
            <a:r>
              <a:rPr dirty="0" sz="2400">
                <a:solidFill>
                  <a:srgbClr val="4E3629"/>
                </a:solidFill>
                <a:latin typeface="Calibri"/>
                <a:cs typeface="Calibri"/>
              </a:rPr>
              <a:t>Solo</a:t>
            </a:r>
            <a:r>
              <a:rPr dirty="0" sz="2400" spc="-25">
                <a:solidFill>
                  <a:srgbClr val="4E3629"/>
                </a:solidFill>
                <a:latin typeface="Calibri"/>
                <a:cs typeface="Calibri"/>
              </a:rPr>
              <a:t> </a:t>
            </a:r>
            <a:r>
              <a:rPr dirty="0" sz="2400">
                <a:solidFill>
                  <a:srgbClr val="4E3629"/>
                </a:solidFill>
                <a:latin typeface="Calibri"/>
                <a:cs typeface="Calibri"/>
              </a:rPr>
              <a:t>deben</a:t>
            </a:r>
            <a:r>
              <a:rPr dirty="0" sz="2400" spc="-15">
                <a:solidFill>
                  <a:srgbClr val="4E3629"/>
                </a:solidFill>
                <a:latin typeface="Calibri"/>
                <a:cs typeface="Calibri"/>
              </a:rPr>
              <a:t> </a:t>
            </a:r>
            <a:r>
              <a:rPr dirty="0" sz="2400">
                <a:solidFill>
                  <a:srgbClr val="4E3629"/>
                </a:solidFill>
                <a:latin typeface="Calibri"/>
                <a:cs typeface="Calibri"/>
              </a:rPr>
              <a:t>contener</a:t>
            </a:r>
            <a:r>
              <a:rPr dirty="0" sz="2400" spc="-10">
                <a:solidFill>
                  <a:srgbClr val="4E3629"/>
                </a:solidFill>
                <a:latin typeface="Calibri"/>
                <a:cs typeface="Calibri"/>
              </a:rPr>
              <a:t> </a:t>
            </a:r>
            <a:r>
              <a:rPr dirty="0" sz="2400">
                <a:solidFill>
                  <a:srgbClr val="4E3629"/>
                </a:solidFill>
                <a:latin typeface="Calibri"/>
                <a:cs typeface="Calibri"/>
              </a:rPr>
              <a:t>A</a:t>
            </a:r>
            <a:r>
              <a:rPr dirty="0" sz="2400" spc="-30">
                <a:solidFill>
                  <a:srgbClr val="4E3629"/>
                </a:solidFill>
                <a:latin typeface="Calibri"/>
                <a:cs typeface="Calibri"/>
              </a:rPr>
              <a:t> </a:t>
            </a:r>
            <a:r>
              <a:rPr dirty="0" sz="2400">
                <a:solidFill>
                  <a:srgbClr val="4E3629"/>
                </a:solidFill>
                <a:latin typeface="Calibri"/>
                <a:cs typeface="Calibri"/>
              </a:rPr>
              <a:t>-</a:t>
            </a:r>
            <a:r>
              <a:rPr dirty="0" sz="2400" spc="-20">
                <a:solidFill>
                  <a:srgbClr val="4E3629"/>
                </a:solidFill>
                <a:latin typeface="Calibri"/>
                <a:cs typeface="Calibri"/>
              </a:rPr>
              <a:t> </a:t>
            </a:r>
            <a:r>
              <a:rPr dirty="0" sz="2400">
                <a:solidFill>
                  <a:srgbClr val="4E3629"/>
                </a:solidFill>
                <a:latin typeface="Calibri"/>
                <a:cs typeface="Calibri"/>
              </a:rPr>
              <a:t>Z,</a:t>
            </a:r>
            <a:r>
              <a:rPr dirty="0" sz="2400" spc="-20">
                <a:solidFill>
                  <a:srgbClr val="4E3629"/>
                </a:solidFill>
                <a:latin typeface="Calibri"/>
                <a:cs typeface="Calibri"/>
              </a:rPr>
              <a:t> </a:t>
            </a:r>
            <a:r>
              <a:rPr dirty="0" sz="2400">
                <a:solidFill>
                  <a:srgbClr val="4E3629"/>
                </a:solidFill>
                <a:latin typeface="Calibri"/>
                <a:cs typeface="Calibri"/>
              </a:rPr>
              <a:t>a</a:t>
            </a:r>
            <a:r>
              <a:rPr dirty="0" sz="2400" spc="-15">
                <a:solidFill>
                  <a:srgbClr val="4E3629"/>
                </a:solidFill>
                <a:latin typeface="Calibri"/>
                <a:cs typeface="Calibri"/>
              </a:rPr>
              <a:t> </a:t>
            </a:r>
            <a:r>
              <a:rPr dirty="0" sz="2400">
                <a:solidFill>
                  <a:srgbClr val="4E3629"/>
                </a:solidFill>
                <a:latin typeface="Calibri"/>
                <a:cs typeface="Calibri"/>
              </a:rPr>
              <a:t>-</a:t>
            </a:r>
            <a:r>
              <a:rPr dirty="0" sz="2400" spc="-20">
                <a:solidFill>
                  <a:srgbClr val="4E3629"/>
                </a:solidFill>
                <a:latin typeface="Calibri"/>
                <a:cs typeface="Calibri"/>
              </a:rPr>
              <a:t> </a:t>
            </a:r>
            <a:r>
              <a:rPr dirty="0" sz="2400">
                <a:solidFill>
                  <a:srgbClr val="4E3629"/>
                </a:solidFill>
                <a:latin typeface="Calibri"/>
                <a:cs typeface="Calibri"/>
              </a:rPr>
              <a:t>z,</a:t>
            </a:r>
            <a:r>
              <a:rPr dirty="0" sz="2400" spc="-15">
                <a:solidFill>
                  <a:srgbClr val="4E3629"/>
                </a:solidFill>
                <a:latin typeface="Calibri"/>
                <a:cs typeface="Calibri"/>
              </a:rPr>
              <a:t> </a:t>
            </a:r>
            <a:r>
              <a:rPr dirty="0" sz="2400">
                <a:solidFill>
                  <a:srgbClr val="4E3629"/>
                </a:solidFill>
                <a:latin typeface="Calibri"/>
                <a:cs typeface="Calibri"/>
              </a:rPr>
              <a:t>0</a:t>
            </a:r>
            <a:r>
              <a:rPr dirty="0" sz="2400" spc="-20">
                <a:solidFill>
                  <a:srgbClr val="4E3629"/>
                </a:solidFill>
                <a:latin typeface="Calibri"/>
                <a:cs typeface="Calibri"/>
              </a:rPr>
              <a:t> </a:t>
            </a:r>
            <a:r>
              <a:rPr dirty="0" sz="2400">
                <a:solidFill>
                  <a:srgbClr val="4E3629"/>
                </a:solidFill>
                <a:latin typeface="Calibri"/>
                <a:cs typeface="Calibri"/>
              </a:rPr>
              <a:t>-</a:t>
            </a:r>
            <a:r>
              <a:rPr dirty="0" sz="2400" spc="-25">
                <a:solidFill>
                  <a:srgbClr val="4E3629"/>
                </a:solidFill>
                <a:latin typeface="Calibri"/>
                <a:cs typeface="Calibri"/>
              </a:rPr>
              <a:t> </a:t>
            </a:r>
            <a:r>
              <a:rPr dirty="0" sz="2400">
                <a:solidFill>
                  <a:srgbClr val="4E3629"/>
                </a:solidFill>
                <a:latin typeface="Calibri"/>
                <a:cs typeface="Calibri"/>
              </a:rPr>
              <a:t>9,</a:t>
            </a:r>
            <a:r>
              <a:rPr dirty="0" sz="2400" spc="-15">
                <a:solidFill>
                  <a:srgbClr val="4E3629"/>
                </a:solidFill>
                <a:latin typeface="Calibri"/>
                <a:cs typeface="Calibri"/>
              </a:rPr>
              <a:t> </a:t>
            </a:r>
            <a:r>
              <a:rPr dirty="0" sz="2400">
                <a:solidFill>
                  <a:srgbClr val="4E3629"/>
                </a:solidFill>
                <a:latin typeface="Calibri"/>
                <a:cs typeface="Calibri"/>
              </a:rPr>
              <a:t>_</a:t>
            </a:r>
            <a:r>
              <a:rPr dirty="0" sz="2400" spc="-20">
                <a:solidFill>
                  <a:srgbClr val="4E3629"/>
                </a:solidFill>
                <a:latin typeface="Calibri"/>
                <a:cs typeface="Calibri"/>
              </a:rPr>
              <a:t> </a:t>
            </a:r>
            <a:r>
              <a:rPr dirty="0" sz="2400" spc="-10">
                <a:solidFill>
                  <a:srgbClr val="4E3629"/>
                </a:solidFill>
                <a:latin typeface="Calibri"/>
                <a:cs typeface="Calibri"/>
              </a:rPr>
              <a:t>(carácter</a:t>
            </a:r>
            <a:r>
              <a:rPr dirty="0" sz="2400" spc="-50">
                <a:solidFill>
                  <a:srgbClr val="4E3629"/>
                </a:solidFill>
                <a:latin typeface="Calibri"/>
                <a:cs typeface="Calibri"/>
              </a:rPr>
              <a:t> </a:t>
            </a:r>
            <a:r>
              <a:rPr dirty="0" sz="2400" spc="-35">
                <a:solidFill>
                  <a:srgbClr val="4E3629"/>
                </a:solidFill>
                <a:latin typeface="Calibri"/>
                <a:cs typeface="Calibri"/>
              </a:rPr>
              <a:t>de </a:t>
            </a:r>
            <a:r>
              <a:rPr dirty="0" sz="2400" spc="-20">
                <a:solidFill>
                  <a:srgbClr val="4E3629"/>
                </a:solidFill>
                <a:latin typeface="Calibri"/>
                <a:cs typeface="Calibri"/>
              </a:rPr>
              <a:t>subrayado), </a:t>
            </a:r>
            <a:r>
              <a:rPr dirty="0" sz="2400">
                <a:solidFill>
                  <a:srgbClr val="4E3629"/>
                </a:solidFill>
                <a:latin typeface="Calibri"/>
                <a:cs typeface="Calibri"/>
              </a:rPr>
              <a:t>$</a:t>
            </a:r>
            <a:r>
              <a:rPr dirty="0" sz="2400" spc="-15">
                <a:solidFill>
                  <a:srgbClr val="4E3629"/>
                </a:solidFill>
                <a:latin typeface="Calibri"/>
                <a:cs typeface="Calibri"/>
              </a:rPr>
              <a:t> </a:t>
            </a:r>
            <a:r>
              <a:rPr dirty="0" sz="2400">
                <a:solidFill>
                  <a:srgbClr val="4E3629"/>
                </a:solidFill>
                <a:latin typeface="Calibri"/>
                <a:cs typeface="Calibri"/>
              </a:rPr>
              <a:t>y</a:t>
            </a:r>
            <a:r>
              <a:rPr dirty="0" sz="2400" spc="-5">
                <a:solidFill>
                  <a:srgbClr val="4E3629"/>
                </a:solidFill>
                <a:latin typeface="Calibri"/>
                <a:cs typeface="Calibri"/>
              </a:rPr>
              <a:t> </a:t>
            </a:r>
            <a:r>
              <a:rPr dirty="0" sz="2400" spc="-50">
                <a:solidFill>
                  <a:srgbClr val="4E3629"/>
                </a:solidFill>
                <a:latin typeface="Calibri"/>
                <a:cs typeface="Calibri"/>
              </a:rPr>
              <a:t>#</a:t>
            </a:r>
            <a:endParaRPr sz="2400">
              <a:latin typeface="Calibri"/>
              <a:cs typeface="Calibri"/>
            </a:endParaRPr>
          </a:p>
          <a:p>
            <a:pPr marL="530860" marR="527050" indent="-175260">
              <a:lnSpc>
                <a:spcPts val="2590"/>
              </a:lnSpc>
              <a:spcBef>
                <a:spcPts val="400"/>
              </a:spcBef>
            </a:pPr>
            <a:r>
              <a:rPr dirty="0" sz="2400">
                <a:solidFill>
                  <a:srgbClr val="D1350F"/>
                </a:solidFill>
                <a:latin typeface="Calibri"/>
                <a:cs typeface="Calibri"/>
              </a:rPr>
              <a:t>−</a:t>
            </a:r>
            <a:r>
              <a:rPr dirty="0" sz="2400">
                <a:solidFill>
                  <a:srgbClr val="4E3629"/>
                </a:solidFill>
                <a:latin typeface="Calibri"/>
                <a:cs typeface="Calibri"/>
              </a:rPr>
              <a:t>No</a:t>
            </a:r>
            <a:r>
              <a:rPr dirty="0" sz="2400" spc="-35">
                <a:solidFill>
                  <a:srgbClr val="4E3629"/>
                </a:solidFill>
                <a:latin typeface="Calibri"/>
                <a:cs typeface="Calibri"/>
              </a:rPr>
              <a:t> </a:t>
            </a:r>
            <a:r>
              <a:rPr dirty="0" sz="2400">
                <a:solidFill>
                  <a:srgbClr val="4E3629"/>
                </a:solidFill>
                <a:latin typeface="Calibri"/>
                <a:cs typeface="Calibri"/>
              </a:rPr>
              <a:t>deben</a:t>
            </a:r>
            <a:r>
              <a:rPr dirty="0" sz="2400" spc="-25">
                <a:solidFill>
                  <a:srgbClr val="4E3629"/>
                </a:solidFill>
                <a:latin typeface="Calibri"/>
                <a:cs typeface="Calibri"/>
              </a:rPr>
              <a:t> </a:t>
            </a:r>
            <a:r>
              <a:rPr dirty="0" sz="2400">
                <a:solidFill>
                  <a:srgbClr val="4E3629"/>
                </a:solidFill>
                <a:latin typeface="Calibri"/>
                <a:cs typeface="Calibri"/>
              </a:rPr>
              <a:t>ser</a:t>
            </a:r>
            <a:r>
              <a:rPr dirty="0" sz="2400" spc="-40">
                <a:solidFill>
                  <a:srgbClr val="4E3629"/>
                </a:solidFill>
                <a:latin typeface="Calibri"/>
                <a:cs typeface="Calibri"/>
              </a:rPr>
              <a:t> </a:t>
            </a:r>
            <a:r>
              <a:rPr dirty="0" sz="2400">
                <a:solidFill>
                  <a:srgbClr val="4E3629"/>
                </a:solidFill>
                <a:latin typeface="Calibri"/>
                <a:cs typeface="Calibri"/>
              </a:rPr>
              <a:t>un</a:t>
            </a:r>
            <a:r>
              <a:rPr dirty="0" sz="2400" spc="-20">
                <a:solidFill>
                  <a:srgbClr val="4E3629"/>
                </a:solidFill>
                <a:latin typeface="Calibri"/>
                <a:cs typeface="Calibri"/>
              </a:rPr>
              <a:t> </a:t>
            </a:r>
            <a:r>
              <a:rPr dirty="0" sz="2400">
                <a:solidFill>
                  <a:srgbClr val="4E3629"/>
                </a:solidFill>
                <a:latin typeface="Calibri"/>
                <a:cs typeface="Calibri"/>
              </a:rPr>
              <a:t>duplicado</a:t>
            </a:r>
            <a:r>
              <a:rPr dirty="0" sz="2400" spc="-35">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otro</a:t>
            </a:r>
            <a:r>
              <a:rPr dirty="0" sz="2400" spc="-45">
                <a:solidFill>
                  <a:srgbClr val="4E3629"/>
                </a:solidFill>
                <a:latin typeface="Calibri"/>
                <a:cs typeface="Calibri"/>
              </a:rPr>
              <a:t> </a:t>
            </a:r>
            <a:r>
              <a:rPr dirty="0" sz="2400">
                <a:solidFill>
                  <a:srgbClr val="4E3629"/>
                </a:solidFill>
                <a:latin typeface="Calibri"/>
                <a:cs typeface="Calibri"/>
              </a:rPr>
              <a:t>nombre</a:t>
            </a:r>
            <a:r>
              <a:rPr dirty="0" sz="2400" spc="-25">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spc="-10">
                <a:solidFill>
                  <a:srgbClr val="4E3629"/>
                </a:solidFill>
                <a:latin typeface="Calibri"/>
                <a:cs typeface="Calibri"/>
              </a:rPr>
              <a:t>objeto propiedad</a:t>
            </a:r>
            <a:r>
              <a:rPr dirty="0" sz="2400" spc="-30">
                <a:solidFill>
                  <a:srgbClr val="4E3629"/>
                </a:solidFill>
                <a:latin typeface="Calibri"/>
                <a:cs typeface="Calibri"/>
              </a:rPr>
              <a:t> </a:t>
            </a:r>
            <a:r>
              <a:rPr dirty="0" sz="2400">
                <a:solidFill>
                  <a:srgbClr val="4E3629"/>
                </a:solidFill>
                <a:latin typeface="Calibri"/>
                <a:cs typeface="Calibri"/>
              </a:rPr>
              <a:t>del</a:t>
            </a:r>
            <a:r>
              <a:rPr dirty="0" sz="2400" spc="-30">
                <a:solidFill>
                  <a:srgbClr val="4E3629"/>
                </a:solidFill>
                <a:latin typeface="Calibri"/>
                <a:cs typeface="Calibri"/>
              </a:rPr>
              <a:t> </a:t>
            </a:r>
            <a:r>
              <a:rPr dirty="0" sz="2400">
                <a:solidFill>
                  <a:srgbClr val="4E3629"/>
                </a:solidFill>
                <a:latin typeface="Calibri"/>
                <a:cs typeface="Calibri"/>
              </a:rPr>
              <a:t>mismo</a:t>
            </a:r>
            <a:r>
              <a:rPr dirty="0" sz="2400" spc="-45">
                <a:solidFill>
                  <a:srgbClr val="4E3629"/>
                </a:solidFill>
                <a:latin typeface="Calibri"/>
                <a:cs typeface="Calibri"/>
              </a:rPr>
              <a:t> </a:t>
            </a:r>
            <a:r>
              <a:rPr dirty="0" sz="2400" spc="-10">
                <a:solidFill>
                  <a:srgbClr val="4E3629"/>
                </a:solidFill>
                <a:latin typeface="Calibri"/>
                <a:cs typeface="Calibri"/>
              </a:rPr>
              <a:t>usuario</a:t>
            </a:r>
            <a:endParaRPr sz="2400">
              <a:latin typeface="Calibri"/>
              <a:cs typeface="Calibri"/>
            </a:endParaRPr>
          </a:p>
          <a:p>
            <a:pPr marL="355600">
              <a:lnSpc>
                <a:spcPct val="100000"/>
              </a:lnSpc>
              <a:spcBef>
                <a:spcPts val="80"/>
              </a:spcBef>
            </a:pPr>
            <a:r>
              <a:rPr dirty="0" sz="2400">
                <a:solidFill>
                  <a:srgbClr val="D1350F"/>
                </a:solidFill>
                <a:latin typeface="Calibri"/>
                <a:cs typeface="Calibri"/>
              </a:rPr>
              <a:t>−</a:t>
            </a:r>
            <a:r>
              <a:rPr dirty="0" sz="2400">
                <a:solidFill>
                  <a:srgbClr val="4E3629"/>
                </a:solidFill>
                <a:latin typeface="Calibri"/>
                <a:cs typeface="Calibri"/>
              </a:rPr>
              <a:t>No</a:t>
            </a:r>
            <a:r>
              <a:rPr dirty="0" sz="2400" spc="-40">
                <a:solidFill>
                  <a:srgbClr val="4E3629"/>
                </a:solidFill>
                <a:latin typeface="Calibri"/>
                <a:cs typeface="Calibri"/>
              </a:rPr>
              <a:t> </a:t>
            </a:r>
            <a:r>
              <a:rPr dirty="0" sz="2400">
                <a:solidFill>
                  <a:srgbClr val="4E3629"/>
                </a:solidFill>
                <a:latin typeface="Calibri"/>
                <a:cs typeface="Calibri"/>
              </a:rPr>
              <a:t>deben</a:t>
            </a:r>
            <a:r>
              <a:rPr dirty="0" sz="2400" spc="-25">
                <a:solidFill>
                  <a:srgbClr val="4E3629"/>
                </a:solidFill>
                <a:latin typeface="Calibri"/>
                <a:cs typeface="Calibri"/>
              </a:rPr>
              <a:t> </a:t>
            </a:r>
            <a:r>
              <a:rPr dirty="0" sz="2400">
                <a:solidFill>
                  <a:srgbClr val="4E3629"/>
                </a:solidFill>
                <a:latin typeface="Calibri"/>
                <a:cs typeface="Calibri"/>
              </a:rPr>
              <a:t>ser</a:t>
            </a:r>
            <a:r>
              <a:rPr dirty="0" sz="2400" spc="-45">
                <a:solidFill>
                  <a:srgbClr val="4E3629"/>
                </a:solidFill>
                <a:latin typeface="Calibri"/>
                <a:cs typeface="Calibri"/>
              </a:rPr>
              <a:t> </a:t>
            </a:r>
            <a:r>
              <a:rPr dirty="0" sz="2400">
                <a:solidFill>
                  <a:srgbClr val="4E3629"/>
                </a:solidFill>
                <a:latin typeface="Calibri"/>
                <a:cs typeface="Calibri"/>
              </a:rPr>
              <a:t>una</a:t>
            </a:r>
            <a:r>
              <a:rPr dirty="0" sz="2400" spc="-35">
                <a:solidFill>
                  <a:srgbClr val="4E3629"/>
                </a:solidFill>
                <a:latin typeface="Calibri"/>
                <a:cs typeface="Calibri"/>
              </a:rPr>
              <a:t> </a:t>
            </a:r>
            <a:r>
              <a:rPr dirty="0" sz="2400">
                <a:solidFill>
                  <a:srgbClr val="4E3629"/>
                </a:solidFill>
                <a:latin typeface="Calibri"/>
                <a:cs typeface="Calibri"/>
              </a:rPr>
              <a:t>palabra</a:t>
            </a:r>
            <a:r>
              <a:rPr dirty="0" sz="2400" spc="-35">
                <a:solidFill>
                  <a:srgbClr val="4E3629"/>
                </a:solidFill>
                <a:latin typeface="Calibri"/>
                <a:cs typeface="Calibri"/>
              </a:rPr>
              <a:t> </a:t>
            </a:r>
            <a:r>
              <a:rPr dirty="0" sz="2400" spc="-10">
                <a:solidFill>
                  <a:srgbClr val="4E3629"/>
                </a:solidFill>
                <a:latin typeface="Calibri"/>
                <a:cs typeface="Calibri"/>
              </a:rPr>
              <a:t>reservada</a:t>
            </a:r>
            <a:r>
              <a:rPr dirty="0" sz="2400" spc="-30">
                <a:solidFill>
                  <a:srgbClr val="4E3629"/>
                </a:solidFill>
                <a:latin typeface="Calibri"/>
                <a:cs typeface="Calibri"/>
              </a:rPr>
              <a:t> </a:t>
            </a:r>
            <a:r>
              <a:rPr dirty="0" sz="2400">
                <a:solidFill>
                  <a:srgbClr val="4E3629"/>
                </a:solidFill>
                <a:latin typeface="Calibri"/>
                <a:cs typeface="Calibri"/>
              </a:rPr>
              <a:t>de</a:t>
            </a:r>
            <a:r>
              <a:rPr dirty="0" sz="2400" spc="-30">
                <a:solidFill>
                  <a:srgbClr val="4E3629"/>
                </a:solidFill>
                <a:latin typeface="Calibri"/>
                <a:cs typeface="Calibri"/>
              </a:rPr>
              <a:t> </a:t>
            </a:r>
            <a:r>
              <a:rPr dirty="0" sz="2400">
                <a:solidFill>
                  <a:srgbClr val="4E3629"/>
                </a:solidFill>
                <a:latin typeface="Calibri"/>
                <a:cs typeface="Calibri"/>
              </a:rPr>
              <a:t>Oracle</a:t>
            </a:r>
            <a:r>
              <a:rPr dirty="0" sz="2400" spc="-40">
                <a:solidFill>
                  <a:srgbClr val="4E3629"/>
                </a:solidFill>
                <a:latin typeface="Calibri"/>
                <a:cs typeface="Calibri"/>
              </a:rPr>
              <a:t> </a:t>
            </a:r>
            <a:r>
              <a:rPr dirty="0" sz="2400" spc="-10">
                <a:solidFill>
                  <a:srgbClr val="4E3629"/>
                </a:solidFill>
                <a:latin typeface="Calibri"/>
                <a:cs typeface="Calibri"/>
              </a:rPr>
              <a:t>Server</a:t>
            </a:r>
            <a:endParaRPr sz="2400">
              <a:latin typeface="Calibri"/>
              <a:cs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pic>
        <p:nvPicPr>
          <p:cNvPr id="4" name="object 4" descr=""/>
          <p:cNvPicPr/>
          <p:nvPr/>
        </p:nvPicPr>
        <p:blipFill>
          <a:blip r:embed="rId4" cstate="print"/>
          <a:stretch>
            <a:fillRect/>
          </a:stretch>
        </p:blipFill>
        <p:spPr>
          <a:xfrm>
            <a:off x="3936491" y="5180076"/>
            <a:ext cx="1456994" cy="1054918"/>
          </a:xfrm>
          <a:prstGeom prst="rect">
            <a:avLst/>
          </a:prstGeom>
        </p:spPr>
      </p:pic>
      <p:sp>
        <p:nvSpPr>
          <p:cNvPr id="5" name="object 5"/>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Reglas</a:t>
            </a:r>
            <a:r>
              <a:rPr dirty="0" spc="-75"/>
              <a:t> </a:t>
            </a:r>
            <a:r>
              <a:rPr dirty="0"/>
              <a:t>de</a:t>
            </a:r>
            <a:r>
              <a:rPr dirty="0" spc="-35"/>
              <a:t> </a:t>
            </a:r>
            <a:r>
              <a:rPr dirty="0" spc="-10"/>
              <a:t>Nomenclatura</a:t>
            </a:r>
          </a:p>
        </p:txBody>
      </p:sp>
      <p:sp>
        <p:nvSpPr>
          <p:cNvPr id="7" name="object 7"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15</a:t>
            </a:r>
            <a:endParaRPr sz="100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p:nvPr/>
        </p:nvSpPr>
        <p:spPr>
          <a:xfrm>
            <a:off x="483552" y="1415417"/>
            <a:ext cx="8096884" cy="3829050"/>
          </a:xfrm>
          <a:prstGeom prst="rect">
            <a:avLst/>
          </a:prstGeom>
        </p:spPr>
        <p:txBody>
          <a:bodyPr wrap="square" lIns="0" tIns="59690" rIns="0" bIns="0" rtlCol="0" vert="horz">
            <a:spAutoFit/>
          </a:bodyPr>
          <a:lstStyle/>
          <a:p>
            <a:pPr marL="182880" marR="4381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Es</a:t>
            </a:r>
            <a:r>
              <a:rPr dirty="0" sz="2800" spc="-100">
                <a:solidFill>
                  <a:srgbClr val="4E3629"/>
                </a:solidFill>
                <a:latin typeface="Calibri"/>
                <a:cs typeface="Calibri"/>
              </a:rPr>
              <a:t> </a:t>
            </a:r>
            <a:r>
              <a:rPr dirty="0" sz="2800">
                <a:solidFill>
                  <a:srgbClr val="4E3629"/>
                </a:solidFill>
                <a:latin typeface="Calibri"/>
                <a:cs typeface="Calibri"/>
              </a:rPr>
              <a:t>mejor</a:t>
            </a:r>
            <a:r>
              <a:rPr dirty="0" sz="2800" spc="-90">
                <a:solidFill>
                  <a:srgbClr val="4E3629"/>
                </a:solidFill>
                <a:latin typeface="Calibri"/>
                <a:cs typeface="Calibri"/>
              </a:rPr>
              <a:t> </a:t>
            </a:r>
            <a:r>
              <a:rPr dirty="0" sz="2800">
                <a:solidFill>
                  <a:srgbClr val="4E3629"/>
                </a:solidFill>
                <a:latin typeface="Calibri"/>
                <a:cs typeface="Calibri"/>
              </a:rPr>
              <a:t>utilizar</a:t>
            </a:r>
            <a:r>
              <a:rPr dirty="0" sz="2800" spc="-90">
                <a:solidFill>
                  <a:srgbClr val="4E3629"/>
                </a:solidFill>
                <a:latin typeface="Calibri"/>
                <a:cs typeface="Calibri"/>
              </a:rPr>
              <a:t> </a:t>
            </a:r>
            <a:r>
              <a:rPr dirty="0" sz="2800">
                <a:solidFill>
                  <a:srgbClr val="4E3629"/>
                </a:solidFill>
                <a:latin typeface="Calibri"/>
                <a:cs typeface="Calibri"/>
              </a:rPr>
              <a:t>nombres</a:t>
            </a:r>
            <a:r>
              <a:rPr dirty="0" sz="2800" spc="-70">
                <a:solidFill>
                  <a:srgbClr val="4E3629"/>
                </a:solidFill>
                <a:latin typeface="Calibri"/>
                <a:cs typeface="Calibri"/>
              </a:rPr>
              <a:t> </a:t>
            </a:r>
            <a:r>
              <a:rPr dirty="0" sz="2800">
                <a:solidFill>
                  <a:srgbClr val="4E3629"/>
                </a:solidFill>
                <a:latin typeface="Calibri"/>
                <a:cs typeface="Calibri"/>
              </a:rPr>
              <a:t>descriptivos</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las</a:t>
            </a:r>
            <a:r>
              <a:rPr dirty="0" sz="2800" spc="-95">
                <a:solidFill>
                  <a:srgbClr val="4E3629"/>
                </a:solidFill>
                <a:latin typeface="Calibri"/>
                <a:cs typeface="Calibri"/>
              </a:rPr>
              <a:t> </a:t>
            </a:r>
            <a:r>
              <a:rPr dirty="0" sz="2800">
                <a:solidFill>
                  <a:srgbClr val="4E3629"/>
                </a:solidFill>
                <a:latin typeface="Calibri"/>
                <a:cs typeface="Calibri"/>
              </a:rPr>
              <a:t>tablas</a:t>
            </a:r>
            <a:r>
              <a:rPr dirty="0" sz="2800" spc="-90">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otros</a:t>
            </a:r>
            <a:r>
              <a:rPr dirty="0" sz="2800" spc="-50">
                <a:solidFill>
                  <a:srgbClr val="4E3629"/>
                </a:solidFill>
                <a:latin typeface="Calibri"/>
                <a:cs typeface="Calibri"/>
              </a:rPr>
              <a:t> </a:t>
            </a:r>
            <a:r>
              <a:rPr dirty="0" sz="2800">
                <a:solidFill>
                  <a:srgbClr val="4E3629"/>
                </a:solidFill>
                <a:latin typeface="Calibri"/>
                <a:cs typeface="Calibri"/>
              </a:rPr>
              <a:t>objetos</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base</a:t>
            </a:r>
            <a:r>
              <a:rPr dirty="0" sz="2800" spc="-5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a:solidFill>
                  <a:srgbClr val="4E3629"/>
                </a:solidFill>
                <a:latin typeface="Calibri"/>
                <a:cs typeface="Calibri"/>
              </a:rPr>
              <a:t>va</a:t>
            </a:r>
            <a:r>
              <a:rPr dirty="0" sz="2800" spc="-55">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almacenar</a:t>
            </a:r>
            <a:r>
              <a:rPr dirty="0" sz="2800" spc="-65">
                <a:solidFill>
                  <a:srgbClr val="4E3629"/>
                </a:solidFill>
                <a:latin typeface="Calibri"/>
                <a:cs typeface="Calibri"/>
              </a:rPr>
              <a:t> </a:t>
            </a:r>
            <a:r>
              <a:rPr dirty="0" sz="2800" spc="-10">
                <a:solidFill>
                  <a:srgbClr val="4E3629"/>
                </a:solidFill>
                <a:latin typeface="Calibri"/>
                <a:cs typeface="Calibri"/>
              </a:rPr>
              <a:t>información</a:t>
            </a:r>
            <a:r>
              <a:rPr dirty="0" sz="2800" spc="-40">
                <a:solidFill>
                  <a:srgbClr val="4E3629"/>
                </a:solidFill>
                <a:latin typeface="Calibri"/>
                <a:cs typeface="Calibri"/>
              </a:rPr>
              <a:t> </a:t>
            </a:r>
            <a:r>
              <a:rPr dirty="0" sz="2800">
                <a:solidFill>
                  <a:srgbClr val="4E3629"/>
                </a:solidFill>
                <a:latin typeface="Calibri"/>
                <a:cs typeface="Calibri"/>
              </a:rPr>
              <a:t>sobre</a:t>
            </a:r>
            <a:r>
              <a:rPr dirty="0" sz="2800" spc="-4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alumnos,</a:t>
            </a:r>
            <a:r>
              <a:rPr dirty="0" sz="2800" spc="-60">
                <a:solidFill>
                  <a:srgbClr val="4E3629"/>
                </a:solidFill>
                <a:latin typeface="Calibri"/>
                <a:cs typeface="Calibri"/>
              </a:rPr>
              <a:t> </a:t>
            </a:r>
            <a:r>
              <a:rPr dirty="0" sz="2800">
                <a:solidFill>
                  <a:srgbClr val="4E3629"/>
                </a:solidFill>
                <a:latin typeface="Calibri"/>
                <a:cs typeface="Calibri"/>
              </a:rPr>
              <a:t>asígnele</a:t>
            </a:r>
            <a:r>
              <a:rPr dirty="0" sz="2800" spc="-85">
                <a:solidFill>
                  <a:srgbClr val="4E3629"/>
                </a:solidFill>
                <a:latin typeface="Calibri"/>
                <a:cs typeface="Calibri"/>
              </a:rPr>
              <a:t> </a:t>
            </a:r>
            <a:r>
              <a:rPr dirty="0" sz="2800">
                <a:solidFill>
                  <a:srgbClr val="4E3629"/>
                </a:solidFill>
                <a:latin typeface="Calibri"/>
                <a:cs typeface="Calibri"/>
              </a:rPr>
              <a:t>el</a:t>
            </a:r>
            <a:r>
              <a:rPr dirty="0" sz="2800" spc="-95">
                <a:solidFill>
                  <a:srgbClr val="4E3629"/>
                </a:solidFill>
                <a:latin typeface="Calibri"/>
                <a:cs typeface="Calibri"/>
              </a:rPr>
              <a:t> </a:t>
            </a:r>
            <a:r>
              <a:rPr dirty="0" sz="2800">
                <a:solidFill>
                  <a:srgbClr val="4E3629"/>
                </a:solidFill>
                <a:latin typeface="Calibri"/>
                <a:cs typeface="Calibri"/>
              </a:rPr>
              <a:t>nombre</a:t>
            </a:r>
            <a:r>
              <a:rPr dirty="0" sz="2800" spc="-65">
                <a:solidFill>
                  <a:srgbClr val="4E3629"/>
                </a:solidFill>
                <a:latin typeface="Calibri"/>
                <a:cs typeface="Calibri"/>
              </a:rPr>
              <a:t> </a:t>
            </a:r>
            <a:r>
              <a:rPr dirty="0" sz="2800">
                <a:solidFill>
                  <a:srgbClr val="4E3629"/>
                </a:solidFill>
                <a:latin typeface="Calibri"/>
                <a:cs typeface="Calibri"/>
              </a:rPr>
              <a:t>ALUMNOS,</a:t>
            </a:r>
            <a:r>
              <a:rPr dirty="0" sz="2800" spc="-55">
                <a:solidFill>
                  <a:srgbClr val="4E3629"/>
                </a:solidFill>
                <a:latin typeface="Calibri"/>
                <a:cs typeface="Calibri"/>
              </a:rPr>
              <a:t> </a:t>
            </a:r>
            <a:r>
              <a:rPr dirty="0" sz="2800">
                <a:solidFill>
                  <a:srgbClr val="4E3629"/>
                </a:solidFill>
                <a:latin typeface="Calibri"/>
                <a:cs typeface="Calibri"/>
              </a:rPr>
              <a:t>no</a:t>
            </a:r>
            <a:r>
              <a:rPr dirty="0" sz="2800" spc="-75">
                <a:solidFill>
                  <a:srgbClr val="4E3629"/>
                </a:solidFill>
                <a:latin typeface="Calibri"/>
                <a:cs typeface="Calibri"/>
              </a:rPr>
              <a:t> </a:t>
            </a:r>
            <a:r>
              <a:rPr dirty="0" sz="2800" spc="-10">
                <a:solidFill>
                  <a:srgbClr val="4E3629"/>
                </a:solidFill>
                <a:latin typeface="Calibri"/>
                <a:cs typeface="Calibri"/>
              </a:rPr>
              <a:t>PERSONAS </a:t>
            </a:r>
            <a:r>
              <a:rPr dirty="0" sz="2800" spc="-10">
                <a:solidFill>
                  <a:srgbClr val="4E3629"/>
                </a:solidFill>
                <a:latin typeface="Calibri"/>
                <a:cs typeface="Calibri"/>
              </a:rPr>
              <a:t>	</a:t>
            </a:r>
            <a:r>
              <a:rPr dirty="0" sz="2800">
                <a:solidFill>
                  <a:srgbClr val="4E3629"/>
                </a:solidFill>
                <a:latin typeface="Calibri"/>
                <a:cs typeface="Calibri"/>
              </a:rPr>
              <a:t>o</a:t>
            </a:r>
            <a:r>
              <a:rPr dirty="0" sz="2800" spc="-15">
                <a:solidFill>
                  <a:srgbClr val="4E3629"/>
                </a:solidFill>
                <a:latin typeface="Calibri"/>
                <a:cs typeface="Calibri"/>
              </a:rPr>
              <a:t> </a:t>
            </a:r>
            <a:r>
              <a:rPr dirty="0" sz="2800" spc="-10">
                <a:solidFill>
                  <a:srgbClr val="4E3629"/>
                </a:solidFill>
                <a:latin typeface="Calibri"/>
                <a:cs typeface="Calibri"/>
              </a:rPr>
              <a:t>NIÑOS</a:t>
            </a:r>
            <a:endParaRPr sz="2800">
              <a:latin typeface="Calibri"/>
              <a:cs typeface="Calibri"/>
            </a:endParaRPr>
          </a:p>
          <a:p>
            <a:pPr marL="182880" marR="1988185"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nombres</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tablas</a:t>
            </a:r>
            <a:r>
              <a:rPr dirty="0" sz="2800" spc="-55">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son</a:t>
            </a:r>
            <a:r>
              <a:rPr dirty="0" sz="2800" spc="-45">
                <a:solidFill>
                  <a:srgbClr val="4E3629"/>
                </a:solidFill>
                <a:latin typeface="Calibri"/>
                <a:cs typeface="Calibri"/>
              </a:rPr>
              <a:t> </a:t>
            </a:r>
            <a:r>
              <a:rPr dirty="0" sz="2800">
                <a:solidFill>
                  <a:srgbClr val="4E3629"/>
                </a:solidFill>
                <a:latin typeface="Calibri"/>
                <a:cs typeface="Calibri"/>
              </a:rPr>
              <a:t>sensibles</a:t>
            </a:r>
            <a:r>
              <a:rPr dirty="0" sz="2800" spc="-35">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spc="-10">
                <a:solidFill>
                  <a:srgbClr val="4E3629"/>
                </a:solidFill>
                <a:latin typeface="Calibri"/>
                <a:cs typeface="Calibri"/>
              </a:rPr>
              <a:t>mayúsculas/minúsculas</a:t>
            </a:r>
            <a:endParaRPr sz="2800">
              <a:latin typeface="Calibri"/>
              <a:cs typeface="Calibri"/>
            </a:endParaRPr>
          </a:p>
          <a:p>
            <a:pPr marL="182880" marR="18542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Por</a:t>
            </a:r>
            <a:r>
              <a:rPr dirty="0" sz="2800" spc="-90">
                <a:solidFill>
                  <a:srgbClr val="4E3629"/>
                </a:solidFill>
                <a:latin typeface="Calibri"/>
                <a:cs typeface="Calibri"/>
              </a:rPr>
              <a:t> </a:t>
            </a:r>
            <a:r>
              <a:rPr dirty="0" sz="2800">
                <a:solidFill>
                  <a:srgbClr val="4E3629"/>
                </a:solidFill>
                <a:latin typeface="Calibri"/>
                <a:cs typeface="Calibri"/>
              </a:rPr>
              <a:t>ejemplo,</a:t>
            </a:r>
            <a:r>
              <a:rPr dirty="0" sz="2800" spc="-75">
                <a:solidFill>
                  <a:srgbClr val="4E3629"/>
                </a:solidFill>
                <a:latin typeface="Calibri"/>
                <a:cs typeface="Calibri"/>
              </a:rPr>
              <a:t> </a:t>
            </a:r>
            <a:r>
              <a:rPr dirty="0" sz="2800">
                <a:solidFill>
                  <a:srgbClr val="4E3629"/>
                </a:solidFill>
                <a:latin typeface="Calibri"/>
                <a:cs typeface="Calibri"/>
              </a:rPr>
              <a:t>ALUMNOS</a:t>
            </a:r>
            <a:r>
              <a:rPr dirty="0" sz="2800" spc="-65">
                <a:solidFill>
                  <a:srgbClr val="4E3629"/>
                </a:solidFill>
                <a:latin typeface="Calibri"/>
                <a:cs typeface="Calibri"/>
              </a:rPr>
              <a:t> </a:t>
            </a:r>
            <a:r>
              <a:rPr dirty="0" sz="2800">
                <a:solidFill>
                  <a:srgbClr val="4E3629"/>
                </a:solidFill>
                <a:latin typeface="Calibri"/>
                <a:cs typeface="Calibri"/>
              </a:rPr>
              <a:t>se</a:t>
            </a:r>
            <a:r>
              <a:rPr dirty="0" sz="2800" spc="-95">
                <a:solidFill>
                  <a:srgbClr val="4E3629"/>
                </a:solidFill>
                <a:latin typeface="Calibri"/>
                <a:cs typeface="Calibri"/>
              </a:rPr>
              <a:t> </a:t>
            </a:r>
            <a:r>
              <a:rPr dirty="0" sz="2800">
                <a:solidFill>
                  <a:srgbClr val="4E3629"/>
                </a:solidFill>
                <a:latin typeface="Calibri"/>
                <a:cs typeface="Calibri"/>
              </a:rPr>
              <a:t>trata</a:t>
            </a:r>
            <a:r>
              <a:rPr dirty="0" sz="2800" spc="-90">
                <a:solidFill>
                  <a:srgbClr val="4E3629"/>
                </a:solidFill>
                <a:latin typeface="Calibri"/>
                <a:cs typeface="Calibri"/>
              </a:rPr>
              <a:t> </a:t>
            </a:r>
            <a:r>
              <a:rPr dirty="0" sz="2800">
                <a:solidFill>
                  <a:srgbClr val="4E3629"/>
                </a:solidFill>
                <a:latin typeface="Calibri"/>
                <a:cs typeface="Calibri"/>
              </a:rPr>
              <a:t>igual</a:t>
            </a:r>
            <a:r>
              <a:rPr dirty="0" sz="2800" spc="-100">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ALuMnoS</a:t>
            </a:r>
            <a:r>
              <a:rPr dirty="0" sz="2800" spc="-55">
                <a:solidFill>
                  <a:srgbClr val="4E3629"/>
                </a:solidFill>
                <a:latin typeface="Calibri"/>
                <a:cs typeface="Calibri"/>
              </a:rPr>
              <a:t> </a:t>
            </a:r>
            <a:r>
              <a:rPr dirty="0" sz="2800" spc="-50">
                <a:solidFill>
                  <a:srgbClr val="4E3629"/>
                </a:solidFill>
                <a:latin typeface="Calibri"/>
                <a:cs typeface="Calibri"/>
              </a:rPr>
              <a:t>o </a:t>
            </a:r>
            <a:r>
              <a:rPr dirty="0" sz="2800" spc="-50">
                <a:solidFill>
                  <a:srgbClr val="4E3629"/>
                </a:solidFill>
                <a:latin typeface="Calibri"/>
                <a:cs typeface="Calibri"/>
              </a:rPr>
              <a:t>	</a:t>
            </a:r>
            <a:r>
              <a:rPr dirty="0" sz="2800" spc="-10">
                <a:solidFill>
                  <a:srgbClr val="4E3629"/>
                </a:solidFill>
                <a:latin typeface="Calibri"/>
                <a:cs typeface="Calibri"/>
              </a:rPr>
              <a:t>alumnos</a:t>
            </a:r>
            <a:endParaRPr sz="2800">
              <a:latin typeface="Calibri"/>
              <a:cs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Reglas</a:t>
            </a:r>
            <a:r>
              <a:rPr dirty="0" spc="-75"/>
              <a:t> </a:t>
            </a:r>
            <a:r>
              <a:rPr dirty="0"/>
              <a:t>de</a:t>
            </a:r>
            <a:r>
              <a:rPr dirty="0" spc="-35"/>
              <a:t> </a:t>
            </a:r>
            <a:r>
              <a:rPr dirty="0" spc="-10"/>
              <a:t>Nomenclatura</a:t>
            </a:r>
          </a:p>
        </p:txBody>
      </p:sp>
      <p:sp>
        <p:nvSpPr>
          <p:cNvPr id="5" name="object 5" descr=""/>
          <p:cNvSpPr txBox="1"/>
          <p:nvPr/>
        </p:nvSpPr>
        <p:spPr>
          <a:xfrm>
            <a:off x="483552" y="1415417"/>
            <a:ext cx="8155940" cy="29603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nombres</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deben</a:t>
            </a:r>
            <a:r>
              <a:rPr dirty="0" sz="2800" spc="-35">
                <a:solidFill>
                  <a:srgbClr val="4E3629"/>
                </a:solidFill>
                <a:latin typeface="Calibri"/>
                <a:cs typeface="Calibri"/>
              </a:rPr>
              <a:t> </a:t>
            </a:r>
            <a:r>
              <a:rPr dirty="0" sz="2800">
                <a:solidFill>
                  <a:srgbClr val="4E3629"/>
                </a:solidFill>
                <a:latin typeface="Calibri"/>
                <a:cs typeface="Calibri"/>
              </a:rPr>
              <a:t>ser</a:t>
            </a:r>
            <a:r>
              <a:rPr dirty="0" sz="2800" spc="-6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plural,</a:t>
            </a:r>
            <a:r>
              <a:rPr dirty="0" sz="2800" spc="-45">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spc="-10">
                <a:solidFill>
                  <a:srgbClr val="4E3629"/>
                </a:solidFill>
                <a:latin typeface="Calibri"/>
                <a:cs typeface="Calibri"/>
              </a:rPr>
              <a:t>ejemplo, </a:t>
            </a:r>
            <a:r>
              <a:rPr dirty="0" sz="2800" spc="-10">
                <a:solidFill>
                  <a:srgbClr val="4E3629"/>
                </a:solidFill>
                <a:latin typeface="Calibri"/>
                <a:cs typeface="Calibri"/>
              </a:rPr>
              <a:t>	</a:t>
            </a:r>
            <a:r>
              <a:rPr dirty="0" sz="2800">
                <a:solidFill>
                  <a:srgbClr val="4E3629"/>
                </a:solidFill>
                <a:latin typeface="Calibri"/>
                <a:cs typeface="Calibri"/>
              </a:rPr>
              <a:t>ALUMNOS,</a:t>
            </a:r>
            <a:r>
              <a:rPr dirty="0" sz="2800" spc="-80">
                <a:solidFill>
                  <a:srgbClr val="4E3629"/>
                </a:solidFill>
                <a:latin typeface="Calibri"/>
                <a:cs typeface="Calibri"/>
              </a:rPr>
              <a:t> </a:t>
            </a:r>
            <a:r>
              <a:rPr dirty="0" sz="2800">
                <a:solidFill>
                  <a:srgbClr val="4E3629"/>
                </a:solidFill>
                <a:latin typeface="Calibri"/>
                <a:cs typeface="Calibri"/>
              </a:rPr>
              <a:t>no</a:t>
            </a:r>
            <a:r>
              <a:rPr dirty="0" sz="2800" spc="-90">
                <a:solidFill>
                  <a:srgbClr val="4E3629"/>
                </a:solidFill>
                <a:latin typeface="Calibri"/>
                <a:cs typeface="Calibri"/>
              </a:rPr>
              <a:t> </a:t>
            </a:r>
            <a:r>
              <a:rPr dirty="0" sz="2800" spc="-10">
                <a:solidFill>
                  <a:srgbClr val="4E3629"/>
                </a:solidFill>
                <a:latin typeface="Calibri"/>
                <a:cs typeface="Calibri"/>
              </a:rPr>
              <a:t>alumno</a:t>
            </a:r>
            <a:endParaRPr sz="2800">
              <a:latin typeface="Calibri"/>
              <a:cs typeface="Calibri"/>
            </a:endParaRPr>
          </a:p>
          <a:p>
            <a:pPr algn="just" marL="182880" marR="873125"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creación</a:t>
            </a:r>
            <a:r>
              <a:rPr dirty="0" sz="2800" spc="-6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tablas</a:t>
            </a:r>
            <a:r>
              <a:rPr dirty="0" sz="2800" spc="-50">
                <a:solidFill>
                  <a:srgbClr val="4E3629"/>
                </a:solidFill>
                <a:latin typeface="Calibri"/>
                <a:cs typeface="Calibri"/>
              </a:rPr>
              <a:t> </a:t>
            </a:r>
            <a:r>
              <a:rPr dirty="0" sz="2800">
                <a:solidFill>
                  <a:srgbClr val="4E3629"/>
                </a:solidFill>
                <a:latin typeface="Calibri"/>
                <a:cs typeface="Calibri"/>
              </a:rPr>
              <a:t>forma</a:t>
            </a:r>
            <a:r>
              <a:rPr dirty="0" sz="2800" spc="-45">
                <a:solidFill>
                  <a:srgbClr val="4E3629"/>
                </a:solidFill>
                <a:latin typeface="Calibri"/>
                <a:cs typeface="Calibri"/>
              </a:rPr>
              <a:t> </a:t>
            </a:r>
            <a:r>
              <a:rPr dirty="0" sz="2800">
                <a:solidFill>
                  <a:srgbClr val="4E3629"/>
                </a:solidFill>
                <a:latin typeface="Calibri"/>
                <a:cs typeface="Calibri"/>
              </a:rPr>
              <a:t>parte</a:t>
            </a:r>
            <a:r>
              <a:rPr dirty="0" sz="2800" spc="-60">
                <a:solidFill>
                  <a:srgbClr val="4E3629"/>
                </a:solidFill>
                <a:latin typeface="Calibri"/>
                <a:cs typeface="Calibri"/>
              </a:rPr>
              <a:t> </a:t>
            </a:r>
            <a:r>
              <a:rPr dirty="0" sz="2800">
                <a:solidFill>
                  <a:srgbClr val="4E3629"/>
                </a:solidFill>
                <a:latin typeface="Calibri"/>
                <a:cs typeface="Calibri"/>
              </a:rPr>
              <a:t>del</a:t>
            </a:r>
            <a:r>
              <a:rPr dirty="0" sz="2800" spc="-65">
                <a:solidFill>
                  <a:srgbClr val="4E3629"/>
                </a:solidFill>
                <a:latin typeface="Calibri"/>
                <a:cs typeface="Calibri"/>
              </a:rPr>
              <a:t> </a:t>
            </a:r>
            <a:r>
              <a:rPr dirty="0" sz="2800">
                <a:solidFill>
                  <a:srgbClr val="4E3629"/>
                </a:solidFill>
                <a:latin typeface="Calibri"/>
                <a:cs typeface="Calibri"/>
              </a:rPr>
              <a:t>lenguaje</a:t>
            </a:r>
            <a:r>
              <a:rPr dirty="0" sz="2800" spc="-5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definición</a:t>
            </a:r>
            <a:r>
              <a:rPr dirty="0" sz="2800" spc="-65">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a:solidFill>
                  <a:srgbClr val="4E3629"/>
                </a:solidFill>
                <a:latin typeface="Calibri"/>
                <a:cs typeface="Calibri"/>
              </a:rPr>
              <a:t>datos</a:t>
            </a:r>
            <a:r>
              <a:rPr dirty="0" sz="2800" spc="-75">
                <a:solidFill>
                  <a:srgbClr val="4E3629"/>
                </a:solidFill>
                <a:latin typeface="Calibri"/>
                <a:cs typeface="Calibri"/>
              </a:rPr>
              <a:t> </a:t>
            </a:r>
            <a:r>
              <a:rPr dirty="0" sz="2800">
                <a:solidFill>
                  <a:srgbClr val="4E3629"/>
                </a:solidFill>
                <a:latin typeface="Calibri"/>
                <a:cs typeface="Calibri"/>
              </a:rPr>
              <a:t>(DDL)</a:t>
            </a:r>
            <a:r>
              <a:rPr dirty="0" sz="2800" spc="-7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25">
                <a:solidFill>
                  <a:srgbClr val="4E3629"/>
                </a:solidFill>
                <a:latin typeface="Calibri"/>
                <a:cs typeface="Calibri"/>
              </a:rPr>
              <a:t>SQL</a:t>
            </a:r>
            <a:endParaRPr sz="2800">
              <a:latin typeface="Calibri"/>
              <a:cs typeface="Calibri"/>
            </a:endParaRPr>
          </a:p>
          <a:p>
            <a:pPr algn="just" marL="182880" marR="37909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sentencias</a:t>
            </a:r>
            <a:r>
              <a:rPr dirty="0" sz="2800" spc="-50">
                <a:solidFill>
                  <a:srgbClr val="4E3629"/>
                </a:solidFill>
                <a:latin typeface="Calibri"/>
                <a:cs typeface="Calibri"/>
              </a:rPr>
              <a:t> </a:t>
            </a:r>
            <a:r>
              <a:rPr dirty="0" sz="2800">
                <a:solidFill>
                  <a:srgbClr val="4E3629"/>
                </a:solidFill>
                <a:latin typeface="Calibri"/>
                <a:cs typeface="Calibri"/>
              </a:rPr>
              <a:t>DDL</a:t>
            </a:r>
            <a:r>
              <a:rPr dirty="0" sz="2800" spc="-60">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utilizan</a:t>
            </a:r>
            <a:r>
              <a:rPr dirty="0" sz="2800" spc="-50">
                <a:solidFill>
                  <a:srgbClr val="4E3629"/>
                </a:solidFill>
                <a:latin typeface="Calibri"/>
                <a:cs typeface="Calibri"/>
              </a:rPr>
              <a:t> </a:t>
            </a:r>
            <a:r>
              <a:rPr dirty="0" sz="2800">
                <a:solidFill>
                  <a:srgbClr val="4E3629"/>
                </a:solidFill>
                <a:latin typeface="Calibri"/>
                <a:cs typeface="Calibri"/>
              </a:rPr>
              <a:t>para</a:t>
            </a:r>
            <a:r>
              <a:rPr dirty="0" sz="2800" spc="-70">
                <a:solidFill>
                  <a:srgbClr val="4E3629"/>
                </a:solidFill>
                <a:latin typeface="Calibri"/>
                <a:cs typeface="Calibri"/>
              </a:rPr>
              <a:t> </a:t>
            </a:r>
            <a:r>
              <a:rPr dirty="0" sz="2800" spc="-10">
                <a:solidFill>
                  <a:srgbClr val="4E3629"/>
                </a:solidFill>
                <a:latin typeface="Calibri"/>
                <a:cs typeface="Calibri"/>
              </a:rPr>
              <a:t>configurar, </a:t>
            </a:r>
            <a:r>
              <a:rPr dirty="0" sz="2800" spc="-10">
                <a:solidFill>
                  <a:srgbClr val="4E3629"/>
                </a:solidFill>
                <a:latin typeface="Calibri"/>
                <a:cs typeface="Calibri"/>
              </a:rPr>
              <a:t>	</a:t>
            </a:r>
            <a:r>
              <a:rPr dirty="0" sz="2800">
                <a:solidFill>
                  <a:srgbClr val="4E3629"/>
                </a:solidFill>
                <a:latin typeface="Calibri"/>
                <a:cs typeface="Calibri"/>
              </a:rPr>
              <a:t>cambiar</a:t>
            </a:r>
            <a:r>
              <a:rPr dirty="0" sz="2800" spc="-65">
                <a:solidFill>
                  <a:srgbClr val="4E3629"/>
                </a:solidFill>
                <a:latin typeface="Calibri"/>
                <a:cs typeface="Calibri"/>
              </a:rPr>
              <a:t> </a:t>
            </a:r>
            <a:r>
              <a:rPr dirty="0" sz="2800">
                <a:solidFill>
                  <a:srgbClr val="4E3629"/>
                </a:solidFill>
                <a:latin typeface="Calibri"/>
                <a:cs typeface="Calibri"/>
              </a:rPr>
              <a:t>y</a:t>
            </a:r>
            <a:r>
              <a:rPr dirty="0" sz="2800" spc="-70">
                <a:solidFill>
                  <a:srgbClr val="4E3629"/>
                </a:solidFill>
                <a:latin typeface="Calibri"/>
                <a:cs typeface="Calibri"/>
              </a:rPr>
              <a:t> </a:t>
            </a:r>
            <a:r>
              <a:rPr dirty="0" sz="2800">
                <a:solidFill>
                  <a:srgbClr val="4E3629"/>
                </a:solidFill>
                <a:latin typeface="Calibri"/>
                <a:cs typeface="Calibri"/>
              </a:rPr>
              <a:t>eliminar</a:t>
            </a:r>
            <a:r>
              <a:rPr dirty="0" sz="2800" spc="-60">
                <a:solidFill>
                  <a:srgbClr val="4E3629"/>
                </a:solidFill>
                <a:latin typeface="Calibri"/>
                <a:cs typeface="Calibri"/>
              </a:rPr>
              <a:t> </a:t>
            </a:r>
            <a:r>
              <a:rPr dirty="0" sz="2800" spc="-10">
                <a:solidFill>
                  <a:srgbClr val="4E3629"/>
                </a:solidFill>
                <a:latin typeface="Calibri"/>
                <a:cs typeface="Calibri"/>
              </a:rPr>
              <a:t>estructuras</a:t>
            </a:r>
            <a:r>
              <a:rPr dirty="0" sz="2800" spc="-3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tablas</a:t>
            </a:r>
            <a:r>
              <a:rPr dirty="0" sz="2800" spc="-6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incluyen</a:t>
            </a:r>
            <a:r>
              <a:rPr dirty="0" sz="2800" spc="-70">
                <a:solidFill>
                  <a:srgbClr val="4E3629"/>
                </a:solidFill>
                <a:latin typeface="Calibri"/>
                <a:cs typeface="Calibri"/>
              </a:rPr>
              <a:t> </a:t>
            </a:r>
            <a:r>
              <a:rPr dirty="0" sz="2800" spc="-20">
                <a:solidFill>
                  <a:srgbClr val="4E3629"/>
                </a:solidFill>
                <a:latin typeface="Calibri"/>
                <a:cs typeface="Calibri"/>
              </a:rPr>
              <a:t>ALTER,</a:t>
            </a:r>
            <a:r>
              <a:rPr dirty="0" sz="2800" spc="-80">
                <a:solidFill>
                  <a:srgbClr val="4E3629"/>
                </a:solidFill>
                <a:latin typeface="Calibri"/>
                <a:cs typeface="Calibri"/>
              </a:rPr>
              <a:t> </a:t>
            </a:r>
            <a:r>
              <a:rPr dirty="0" sz="2800" spc="-70">
                <a:solidFill>
                  <a:srgbClr val="4E3629"/>
                </a:solidFill>
                <a:latin typeface="Calibri"/>
                <a:cs typeface="Calibri"/>
              </a:rPr>
              <a:t>DROP,</a:t>
            </a:r>
            <a:r>
              <a:rPr dirty="0" sz="2800" spc="-65">
                <a:solidFill>
                  <a:srgbClr val="4E3629"/>
                </a:solidFill>
                <a:latin typeface="Calibri"/>
                <a:cs typeface="Calibri"/>
              </a:rPr>
              <a:t> </a:t>
            </a:r>
            <a:r>
              <a:rPr dirty="0" sz="2800">
                <a:solidFill>
                  <a:srgbClr val="4E3629"/>
                </a:solidFill>
                <a:latin typeface="Calibri"/>
                <a:cs typeface="Calibri"/>
              </a:rPr>
              <a:t>RENAME</a:t>
            </a:r>
            <a:r>
              <a:rPr dirty="0" sz="2800" spc="-60">
                <a:solidFill>
                  <a:srgbClr val="4E3629"/>
                </a:solidFill>
                <a:latin typeface="Calibri"/>
                <a:cs typeface="Calibri"/>
              </a:rPr>
              <a:t> </a:t>
            </a:r>
            <a:r>
              <a:rPr dirty="0" sz="2800">
                <a:solidFill>
                  <a:srgbClr val="4E3629"/>
                </a:solidFill>
                <a:latin typeface="Calibri"/>
                <a:cs typeface="Calibri"/>
              </a:rPr>
              <a:t>y</a:t>
            </a:r>
            <a:r>
              <a:rPr dirty="0" sz="2800" spc="-85">
                <a:solidFill>
                  <a:srgbClr val="4E3629"/>
                </a:solidFill>
                <a:latin typeface="Calibri"/>
                <a:cs typeface="Calibri"/>
              </a:rPr>
              <a:t> </a:t>
            </a:r>
            <a:r>
              <a:rPr dirty="0" sz="2800" spc="-10">
                <a:solidFill>
                  <a:srgbClr val="4E3629"/>
                </a:solidFill>
                <a:latin typeface="Calibri"/>
                <a:cs typeface="Calibri"/>
              </a:rPr>
              <a:t>TRUNCATE</a:t>
            </a:r>
            <a:endParaRPr sz="2800">
              <a:latin typeface="Calibri"/>
              <a:cs typeface="Calibri"/>
            </a:endParaRPr>
          </a:p>
        </p:txBody>
      </p:sp>
      <p:pic>
        <p:nvPicPr>
          <p:cNvPr id="6" name="object 6" descr=""/>
          <p:cNvPicPr/>
          <p:nvPr/>
        </p:nvPicPr>
        <p:blipFill>
          <a:blip r:embed="rId4" cstate="print"/>
          <a:stretch>
            <a:fillRect/>
          </a:stretch>
        </p:blipFill>
        <p:spPr>
          <a:xfrm>
            <a:off x="3706367" y="4716779"/>
            <a:ext cx="2253094" cy="1630880"/>
          </a:xfrm>
          <a:prstGeom prst="rect">
            <a:avLst/>
          </a:prstGeom>
        </p:spPr>
      </p:pic>
      <p:sp>
        <p:nvSpPr>
          <p:cNvPr id="7" name="object 7"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16</a:t>
            </a:r>
            <a:endParaRPr sz="100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
          <p:cNvSpPr/>
          <p:nvPr/>
        </p:nvSpPr>
        <p:spPr>
          <a:xfrm>
            <a:off x="668464" y="1774111"/>
            <a:ext cx="2025014" cy="380365"/>
          </a:xfrm>
          <a:custGeom>
            <a:avLst/>
            <a:gdLst/>
            <a:ahLst/>
            <a:cxnLst/>
            <a:rect l="l" t="t" r="r" b="b"/>
            <a:pathLst>
              <a:path w="2025014" h="380364">
                <a:moveTo>
                  <a:pt x="1929782" y="0"/>
                </a:moveTo>
                <a:lnTo>
                  <a:pt x="95022" y="0"/>
                </a:lnTo>
                <a:lnTo>
                  <a:pt x="66895" y="10642"/>
                </a:lnTo>
                <a:lnTo>
                  <a:pt x="41049" y="39529"/>
                </a:lnTo>
                <a:lnTo>
                  <a:pt x="19764" y="82099"/>
                </a:lnTo>
                <a:lnTo>
                  <a:pt x="5321" y="133791"/>
                </a:lnTo>
                <a:lnTo>
                  <a:pt x="0" y="190045"/>
                </a:lnTo>
                <a:lnTo>
                  <a:pt x="5321" y="246298"/>
                </a:lnTo>
                <a:lnTo>
                  <a:pt x="19764" y="297991"/>
                </a:lnTo>
                <a:lnTo>
                  <a:pt x="41049" y="340561"/>
                </a:lnTo>
                <a:lnTo>
                  <a:pt x="66895" y="369448"/>
                </a:lnTo>
                <a:lnTo>
                  <a:pt x="95022" y="380090"/>
                </a:lnTo>
                <a:lnTo>
                  <a:pt x="1929782" y="380090"/>
                </a:lnTo>
                <a:lnTo>
                  <a:pt x="1983755" y="340561"/>
                </a:lnTo>
                <a:lnTo>
                  <a:pt x="2005040" y="297991"/>
                </a:lnTo>
                <a:lnTo>
                  <a:pt x="2019484" y="246298"/>
                </a:lnTo>
                <a:lnTo>
                  <a:pt x="2024805" y="190045"/>
                </a:lnTo>
                <a:lnTo>
                  <a:pt x="2019484" y="133791"/>
                </a:lnTo>
                <a:lnTo>
                  <a:pt x="2005040" y="82099"/>
                </a:lnTo>
                <a:lnTo>
                  <a:pt x="1983755" y="39529"/>
                </a:lnTo>
                <a:lnTo>
                  <a:pt x="1957909" y="10642"/>
                </a:lnTo>
                <a:lnTo>
                  <a:pt x="1929782" y="0"/>
                </a:lnTo>
                <a:close/>
              </a:path>
            </a:pathLst>
          </a:custGeom>
          <a:solidFill>
            <a:srgbClr val="FACD5A"/>
          </a:solidFill>
        </p:spPr>
        <p:txBody>
          <a:bodyPr wrap="square" lIns="0" tIns="0" rIns="0" bIns="0" rtlCol="0"/>
          <a:lstStyle/>
          <a:p/>
        </p:txBody>
      </p:sp>
      <p:pic>
        <p:nvPicPr>
          <p:cNvPr id="3" name="object 3" descr=""/>
          <p:cNvPicPr/>
          <p:nvPr/>
        </p:nvPicPr>
        <p:blipFill>
          <a:blip r:embed="rId2" cstate="print"/>
          <a:stretch>
            <a:fillRect/>
          </a:stretch>
        </p:blipFill>
        <p:spPr>
          <a:xfrm>
            <a:off x="0" y="0"/>
            <a:ext cx="9144000" cy="254507"/>
          </a:xfrm>
          <a:prstGeom prst="rect">
            <a:avLst/>
          </a:prstGeom>
        </p:spPr>
      </p:pic>
      <p:pic>
        <p:nvPicPr>
          <p:cNvPr id="4" name="object 4" descr=""/>
          <p:cNvPicPr/>
          <p:nvPr/>
        </p:nvPicPr>
        <p:blipFill>
          <a:blip r:embed="rId3" cstate="print"/>
          <a:stretch>
            <a:fillRect/>
          </a:stretch>
        </p:blipFill>
        <p:spPr>
          <a:xfrm>
            <a:off x="405384" y="6178295"/>
            <a:ext cx="1258823" cy="420624"/>
          </a:xfrm>
          <a:prstGeom prst="rect">
            <a:avLst/>
          </a:prstGeom>
        </p:spPr>
      </p:pic>
      <p:sp>
        <p:nvSpPr>
          <p:cNvPr id="5" name="object 5"/>
          <p:cNvSpPr txBox="1">
            <a:spLocks noGrp="1"/>
          </p:cNvSpPr>
          <p:nvPr>
            <p:ph type="title"/>
          </p:nvPr>
        </p:nvSpPr>
        <p:spPr>
          <a:xfrm>
            <a:off x="392112" y="748031"/>
            <a:ext cx="2415540" cy="528320"/>
          </a:xfrm>
          <a:prstGeom prst="rect"/>
        </p:spPr>
        <p:txBody>
          <a:bodyPr wrap="square" lIns="0" tIns="12700" rIns="0" bIns="0" rtlCol="0" vert="horz">
            <a:spAutoFit/>
          </a:bodyPr>
          <a:lstStyle/>
          <a:p>
            <a:pPr marL="12700">
              <a:lnSpc>
                <a:spcPct val="100000"/>
              </a:lnSpc>
              <a:spcBef>
                <a:spcPts val="100"/>
              </a:spcBef>
            </a:pPr>
            <a:r>
              <a:rPr dirty="0" spc="-35"/>
              <a:t>CREATE</a:t>
            </a:r>
            <a:r>
              <a:rPr dirty="0" spc="-155"/>
              <a:t> </a:t>
            </a:r>
            <a:r>
              <a:rPr dirty="0" spc="-35"/>
              <a:t>TABLE</a:t>
            </a:r>
          </a:p>
        </p:txBody>
      </p:sp>
      <p:sp>
        <p:nvSpPr>
          <p:cNvPr id="8" name="object 8"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17</a:t>
            </a:r>
            <a:endParaRPr sz="100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p:nvPr/>
        </p:nvSpPr>
        <p:spPr>
          <a:xfrm>
            <a:off x="483552" y="1381889"/>
            <a:ext cx="7963534" cy="4170045"/>
          </a:xfrm>
          <a:prstGeom prst="rect">
            <a:avLst/>
          </a:prstGeom>
        </p:spPr>
        <p:txBody>
          <a:bodyPr wrap="square" lIns="0" tIns="97155" rIns="0" bIns="0" rtlCol="0" vert="horz">
            <a:spAutoFit/>
          </a:bodyPr>
          <a:lstStyle/>
          <a:p>
            <a:pPr marL="182880" marR="325755" indent="-170815">
              <a:lnSpc>
                <a:spcPct val="80000"/>
              </a:lnSpc>
              <a:spcBef>
                <a:spcPts val="765"/>
              </a:spcBef>
              <a:buClr>
                <a:srgbClr val="D1350F"/>
              </a:buClr>
              <a:buFont typeface="Arial MT"/>
              <a:buChar char="•"/>
              <a:tabLst>
                <a:tab pos="184785" algn="l"/>
              </a:tabLst>
            </a:pPr>
            <a:r>
              <a:rPr dirty="0" sz="2800" spc="-1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crear</a:t>
            </a:r>
            <a:r>
              <a:rPr dirty="0" sz="2800" spc="-7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nueva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debe</a:t>
            </a:r>
            <a:r>
              <a:rPr dirty="0" sz="2800" spc="-60">
                <a:solidFill>
                  <a:srgbClr val="4E3629"/>
                </a:solidFill>
                <a:latin typeface="Calibri"/>
                <a:cs typeface="Calibri"/>
              </a:rPr>
              <a:t> </a:t>
            </a:r>
            <a:r>
              <a:rPr dirty="0" sz="2800">
                <a:solidFill>
                  <a:srgbClr val="4E3629"/>
                </a:solidFill>
                <a:latin typeface="Calibri"/>
                <a:cs typeface="Calibri"/>
              </a:rPr>
              <a:t>tener</a:t>
            </a:r>
            <a:r>
              <a:rPr dirty="0" sz="2800" spc="-7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spc="-10">
                <a:solidFill>
                  <a:srgbClr val="4E3629"/>
                </a:solidFill>
                <a:latin typeface="Calibri"/>
                <a:cs typeface="Calibri"/>
              </a:rPr>
              <a:t>privilegio </a:t>
            </a:r>
            <a:r>
              <a:rPr dirty="0" sz="2800" spc="-10">
                <a:solidFill>
                  <a:srgbClr val="4E3629"/>
                </a:solidFill>
                <a:latin typeface="Calibri"/>
                <a:cs typeface="Calibri"/>
              </a:rPr>
              <a:t>	</a:t>
            </a:r>
            <a:r>
              <a:rPr dirty="0" sz="2800" spc="-30">
                <a:solidFill>
                  <a:srgbClr val="4E3629"/>
                </a:solidFill>
                <a:latin typeface="Calibri"/>
                <a:cs typeface="Calibri"/>
              </a:rPr>
              <a:t>CREATE</a:t>
            </a:r>
            <a:r>
              <a:rPr dirty="0" sz="2800" spc="-80">
                <a:solidFill>
                  <a:srgbClr val="4E3629"/>
                </a:solidFill>
                <a:latin typeface="Calibri"/>
                <a:cs typeface="Calibri"/>
              </a:rPr>
              <a:t> </a:t>
            </a:r>
            <a:r>
              <a:rPr dirty="0" sz="2800" spc="-25">
                <a:solidFill>
                  <a:srgbClr val="4E3629"/>
                </a:solidFill>
                <a:latin typeface="Calibri"/>
                <a:cs typeface="Calibri"/>
              </a:rPr>
              <a:t>TABLE</a:t>
            </a:r>
            <a:r>
              <a:rPr dirty="0" sz="2800" spc="-55">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área</a:t>
            </a:r>
            <a:r>
              <a:rPr dirty="0" sz="2800" spc="-6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almacenamiento</a:t>
            </a:r>
            <a:r>
              <a:rPr dirty="0" sz="2800" spc="-55">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spc="-25">
                <a:solidFill>
                  <a:srgbClr val="4E3629"/>
                </a:solidFill>
                <a:latin typeface="Calibri"/>
                <a:cs typeface="Calibri"/>
              </a:rPr>
              <a:t>él</a:t>
            </a:r>
            <a:endParaRPr sz="2800">
              <a:latin typeface="Calibri"/>
              <a:cs typeface="Calibri"/>
            </a:endParaRPr>
          </a:p>
          <a:p>
            <a:pPr marL="182880" marR="20955"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El</a:t>
            </a:r>
            <a:r>
              <a:rPr dirty="0" sz="2800" spc="-90">
                <a:solidFill>
                  <a:srgbClr val="4E3629"/>
                </a:solidFill>
                <a:latin typeface="Calibri"/>
                <a:cs typeface="Calibri"/>
              </a:rPr>
              <a:t> </a:t>
            </a:r>
            <a:r>
              <a:rPr dirty="0" sz="2800" spc="-10">
                <a:solidFill>
                  <a:srgbClr val="4E3629"/>
                </a:solidFill>
                <a:latin typeface="Calibri"/>
                <a:cs typeface="Calibri"/>
              </a:rPr>
              <a:t>administrador</a:t>
            </a:r>
            <a:r>
              <a:rPr dirty="0" sz="2800" spc="-4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base</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75">
                <a:solidFill>
                  <a:srgbClr val="4E3629"/>
                </a:solidFill>
                <a:latin typeface="Calibri"/>
                <a:cs typeface="Calibri"/>
              </a:rPr>
              <a:t> </a:t>
            </a:r>
            <a:r>
              <a:rPr dirty="0" sz="2800">
                <a:solidFill>
                  <a:srgbClr val="4E3629"/>
                </a:solidFill>
                <a:latin typeface="Calibri"/>
                <a:cs typeface="Calibri"/>
              </a:rPr>
              <a:t>utiliza</a:t>
            </a:r>
            <a:r>
              <a:rPr dirty="0" sz="2800" spc="-60">
                <a:solidFill>
                  <a:srgbClr val="4E3629"/>
                </a:solidFill>
                <a:latin typeface="Calibri"/>
                <a:cs typeface="Calibri"/>
              </a:rPr>
              <a:t> </a:t>
            </a:r>
            <a:r>
              <a:rPr dirty="0" sz="2800">
                <a:solidFill>
                  <a:srgbClr val="4E3629"/>
                </a:solidFill>
                <a:latin typeface="Calibri"/>
                <a:cs typeface="Calibri"/>
              </a:rPr>
              <a:t>sentencias</a:t>
            </a:r>
            <a:r>
              <a:rPr dirty="0" sz="2800" spc="-7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lenguaje</a:t>
            </a:r>
            <a:r>
              <a:rPr dirty="0" sz="2800" spc="-7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control</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(DCL)</a:t>
            </a:r>
            <a:r>
              <a:rPr dirty="0" sz="2800" spc="-60">
                <a:solidFill>
                  <a:srgbClr val="4E3629"/>
                </a:solidFill>
                <a:latin typeface="Calibri"/>
                <a:cs typeface="Calibri"/>
              </a:rPr>
              <a:t> </a:t>
            </a:r>
            <a:r>
              <a:rPr dirty="0" sz="2800">
                <a:solidFill>
                  <a:srgbClr val="4E3629"/>
                </a:solidFill>
                <a:latin typeface="Calibri"/>
                <a:cs typeface="Calibri"/>
              </a:rPr>
              <a:t>para</a:t>
            </a:r>
            <a:r>
              <a:rPr dirty="0" sz="2800" spc="-50">
                <a:solidFill>
                  <a:srgbClr val="4E3629"/>
                </a:solidFill>
                <a:latin typeface="Calibri"/>
                <a:cs typeface="Calibri"/>
              </a:rPr>
              <a:t> </a:t>
            </a:r>
            <a:r>
              <a:rPr dirty="0" sz="2800" spc="-10">
                <a:solidFill>
                  <a:srgbClr val="4E3629"/>
                </a:solidFill>
                <a:latin typeface="Calibri"/>
                <a:cs typeface="Calibri"/>
              </a:rPr>
              <a:t>otorgar</a:t>
            </a:r>
            <a:r>
              <a:rPr dirty="0" sz="2800" spc="-85">
                <a:solidFill>
                  <a:srgbClr val="4E3629"/>
                </a:solidFill>
                <a:latin typeface="Calibri"/>
                <a:cs typeface="Calibri"/>
              </a:rPr>
              <a:t> </a:t>
            </a:r>
            <a:r>
              <a:rPr dirty="0" sz="2800" spc="-20">
                <a:solidFill>
                  <a:srgbClr val="4E3629"/>
                </a:solidFill>
                <a:latin typeface="Calibri"/>
                <a:cs typeface="Calibri"/>
              </a:rPr>
              <a:t>este </a:t>
            </a:r>
            <a:r>
              <a:rPr dirty="0" sz="2800" spc="-20">
                <a:solidFill>
                  <a:srgbClr val="4E3629"/>
                </a:solidFill>
                <a:latin typeface="Calibri"/>
                <a:cs typeface="Calibri"/>
              </a:rPr>
              <a:t>	</a:t>
            </a:r>
            <a:r>
              <a:rPr dirty="0" sz="2800">
                <a:solidFill>
                  <a:srgbClr val="4E3629"/>
                </a:solidFill>
                <a:latin typeface="Calibri"/>
                <a:cs typeface="Calibri"/>
              </a:rPr>
              <a:t>privilegio</a:t>
            </a:r>
            <a:r>
              <a:rPr dirty="0" sz="2800" spc="-40">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usuarios</a:t>
            </a:r>
            <a:r>
              <a:rPr dirty="0" sz="2800" spc="-20">
                <a:solidFill>
                  <a:srgbClr val="4E3629"/>
                </a:solidFill>
                <a:latin typeface="Calibri"/>
                <a:cs typeface="Calibri"/>
              </a:rPr>
              <a:t> </a:t>
            </a:r>
            <a:r>
              <a:rPr dirty="0" sz="2800">
                <a:solidFill>
                  <a:srgbClr val="4E3629"/>
                </a:solidFill>
                <a:latin typeface="Calibri"/>
                <a:cs typeface="Calibri"/>
              </a:rPr>
              <a:t>y</a:t>
            </a:r>
            <a:r>
              <a:rPr dirty="0" sz="2800" spc="-45">
                <a:solidFill>
                  <a:srgbClr val="4E3629"/>
                </a:solidFill>
                <a:latin typeface="Calibri"/>
                <a:cs typeface="Calibri"/>
              </a:rPr>
              <a:t> </a:t>
            </a:r>
            <a:r>
              <a:rPr dirty="0" sz="2800">
                <a:solidFill>
                  <a:srgbClr val="4E3629"/>
                </a:solidFill>
                <a:latin typeface="Calibri"/>
                <a:cs typeface="Calibri"/>
              </a:rPr>
              <a:t>asignar</a:t>
            </a:r>
            <a:r>
              <a:rPr dirty="0" sz="2800" spc="-55">
                <a:solidFill>
                  <a:srgbClr val="4E3629"/>
                </a:solidFill>
                <a:latin typeface="Calibri"/>
                <a:cs typeface="Calibri"/>
              </a:rPr>
              <a:t> </a:t>
            </a:r>
            <a:r>
              <a:rPr dirty="0" sz="2800">
                <a:solidFill>
                  <a:srgbClr val="4E3629"/>
                </a:solidFill>
                <a:latin typeface="Calibri"/>
                <a:cs typeface="Calibri"/>
              </a:rPr>
              <a:t>un</a:t>
            </a:r>
            <a:r>
              <a:rPr dirty="0" sz="2800" spc="-30">
                <a:solidFill>
                  <a:srgbClr val="4E3629"/>
                </a:solidFill>
                <a:latin typeface="Calibri"/>
                <a:cs typeface="Calibri"/>
              </a:rPr>
              <a:t> </a:t>
            </a:r>
            <a:r>
              <a:rPr dirty="0" sz="2800">
                <a:solidFill>
                  <a:srgbClr val="4E3629"/>
                </a:solidFill>
                <a:latin typeface="Calibri"/>
                <a:cs typeface="Calibri"/>
              </a:rPr>
              <a:t>área</a:t>
            </a:r>
            <a:r>
              <a:rPr dirty="0" sz="2800" spc="-6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almacenamiento</a:t>
            </a:r>
            <a:endParaRPr sz="2800">
              <a:latin typeface="Calibri"/>
              <a:cs typeface="Calibri"/>
            </a:endParaRPr>
          </a:p>
          <a:p>
            <a:pPr marL="182880" marR="767715" indent="-170815">
              <a:lnSpc>
                <a:spcPct val="80000"/>
              </a:lnSpc>
              <a:spcBef>
                <a:spcPts val="795"/>
              </a:spcBef>
              <a:buClr>
                <a:srgbClr val="D1350F"/>
              </a:buClr>
              <a:buFont typeface="Arial MT"/>
              <a:buChar char="•"/>
              <a:tabLst>
                <a:tab pos="184785" algn="l"/>
              </a:tabLst>
            </a:pP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tablas</a:t>
            </a:r>
            <a:r>
              <a:rPr dirty="0" sz="2800" spc="-5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pertenecen</a:t>
            </a:r>
            <a:r>
              <a:rPr dirty="0" sz="2800" spc="-6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otros</a:t>
            </a:r>
            <a:r>
              <a:rPr dirty="0" sz="2800" spc="-55">
                <a:solidFill>
                  <a:srgbClr val="4E3629"/>
                </a:solidFill>
                <a:latin typeface="Calibri"/>
                <a:cs typeface="Calibri"/>
              </a:rPr>
              <a:t> </a:t>
            </a:r>
            <a:r>
              <a:rPr dirty="0" sz="2800">
                <a:solidFill>
                  <a:srgbClr val="4E3629"/>
                </a:solidFill>
                <a:latin typeface="Calibri"/>
                <a:cs typeface="Calibri"/>
              </a:rPr>
              <a:t>usuarios</a:t>
            </a:r>
            <a:r>
              <a:rPr dirty="0" sz="2800" spc="-35">
                <a:solidFill>
                  <a:srgbClr val="4E3629"/>
                </a:solidFill>
                <a:latin typeface="Calibri"/>
                <a:cs typeface="Calibri"/>
              </a:rPr>
              <a:t> </a:t>
            </a:r>
            <a:r>
              <a:rPr dirty="0" sz="2800">
                <a:solidFill>
                  <a:srgbClr val="4E3629"/>
                </a:solidFill>
                <a:latin typeface="Calibri"/>
                <a:cs typeface="Calibri"/>
              </a:rPr>
              <a:t>no</a:t>
            </a:r>
            <a:r>
              <a:rPr dirty="0" sz="2800" spc="-5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incluyen</a:t>
            </a:r>
            <a:r>
              <a:rPr dirty="0" sz="2800" spc="-35">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su</a:t>
            </a:r>
            <a:r>
              <a:rPr dirty="0" sz="2800" spc="-55">
                <a:solidFill>
                  <a:srgbClr val="4E3629"/>
                </a:solidFill>
                <a:latin typeface="Calibri"/>
                <a:cs typeface="Calibri"/>
              </a:rPr>
              <a:t> </a:t>
            </a:r>
            <a:r>
              <a:rPr dirty="0" sz="2800" spc="-10">
                <a:solidFill>
                  <a:srgbClr val="4E3629"/>
                </a:solidFill>
                <a:latin typeface="Calibri"/>
                <a:cs typeface="Calibri"/>
              </a:rPr>
              <a:t>esquema</a:t>
            </a:r>
            <a:endParaRPr sz="2800">
              <a:latin typeface="Calibri"/>
              <a:cs typeface="Calibri"/>
            </a:endParaRPr>
          </a:p>
          <a:p>
            <a:pPr marL="182880" marR="508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Si</a:t>
            </a:r>
            <a:r>
              <a:rPr dirty="0" sz="2800" spc="-55">
                <a:solidFill>
                  <a:srgbClr val="4E3629"/>
                </a:solidFill>
                <a:latin typeface="Calibri"/>
                <a:cs typeface="Calibri"/>
              </a:rPr>
              <a:t> </a:t>
            </a:r>
            <a:r>
              <a:rPr dirty="0" sz="2800">
                <a:solidFill>
                  <a:srgbClr val="4E3629"/>
                </a:solidFill>
                <a:latin typeface="Calibri"/>
                <a:cs typeface="Calibri"/>
              </a:rPr>
              <a:t>desea</a:t>
            </a:r>
            <a:r>
              <a:rPr dirty="0" sz="2800" spc="-50">
                <a:solidFill>
                  <a:srgbClr val="4E3629"/>
                </a:solidFill>
                <a:latin typeface="Calibri"/>
                <a:cs typeface="Calibri"/>
              </a:rPr>
              <a:t> </a:t>
            </a:r>
            <a:r>
              <a:rPr dirty="0" sz="2800">
                <a:solidFill>
                  <a:srgbClr val="4E3629"/>
                </a:solidFill>
                <a:latin typeface="Calibri"/>
                <a:cs typeface="Calibri"/>
              </a:rPr>
              <a:t>utilizar</a:t>
            </a:r>
            <a:r>
              <a:rPr dirty="0" sz="2800" spc="-50">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a:solidFill>
                  <a:srgbClr val="4E3629"/>
                </a:solidFill>
                <a:latin typeface="Calibri"/>
                <a:cs typeface="Calibri"/>
              </a:rPr>
              <a:t>está</a:t>
            </a:r>
            <a:r>
              <a:rPr dirty="0" sz="2800" spc="-4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su</a:t>
            </a:r>
            <a:r>
              <a:rPr dirty="0" sz="2800" spc="-50">
                <a:solidFill>
                  <a:srgbClr val="4E3629"/>
                </a:solidFill>
                <a:latin typeface="Calibri"/>
                <a:cs typeface="Calibri"/>
              </a:rPr>
              <a:t> </a:t>
            </a:r>
            <a:r>
              <a:rPr dirty="0" sz="2800" spc="-10">
                <a:solidFill>
                  <a:srgbClr val="4E3629"/>
                </a:solidFill>
                <a:latin typeface="Calibri"/>
                <a:cs typeface="Calibri"/>
              </a:rPr>
              <a:t>esquema, </a:t>
            </a:r>
            <a:r>
              <a:rPr dirty="0" sz="2800" spc="-10">
                <a:solidFill>
                  <a:srgbClr val="4E3629"/>
                </a:solidFill>
                <a:latin typeface="Calibri"/>
                <a:cs typeface="Calibri"/>
              </a:rPr>
              <a:t>	</a:t>
            </a:r>
            <a:r>
              <a:rPr dirty="0" sz="2800">
                <a:solidFill>
                  <a:srgbClr val="4E3629"/>
                </a:solidFill>
                <a:latin typeface="Calibri"/>
                <a:cs typeface="Calibri"/>
              </a:rPr>
              <a:t>utilice</a:t>
            </a:r>
            <a:r>
              <a:rPr dirty="0" sz="2800" spc="-5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nombre</a:t>
            </a:r>
            <a:r>
              <a:rPr dirty="0" sz="2800" spc="-40">
                <a:solidFill>
                  <a:srgbClr val="4E3629"/>
                </a:solidFill>
                <a:latin typeface="Calibri"/>
                <a:cs typeface="Calibri"/>
              </a:rPr>
              <a:t> </a:t>
            </a:r>
            <a:r>
              <a:rPr dirty="0" sz="2800">
                <a:solidFill>
                  <a:srgbClr val="4E3629"/>
                </a:solidFill>
                <a:latin typeface="Calibri"/>
                <a:cs typeface="Calibri"/>
              </a:rPr>
              <a:t>del</a:t>
            </a:r>
            <a:r>
              <a:rPr dirty="0" sz="2800" spc="-60">
                <a:solidFill>
                  <a:srgbClr val="4E3629"/>
                </a:solidFill>
                <a:latin typeface="Calibri"/>
                <a:cs typeface="Calibri"/>
              </a:rPr>
              <a:t> </a:t>
            </a:r>
            <a:r>
              <a:rPr dirty="0" sz="2800" spc="-10">
                <a:solidFill>
                  <a:srgbClr val="4E3629"/>
                </a:solidFill>
                <a:latin typeface="Calibri"/>
                <a:cs typeface="Calibri"/>
              </a:rPr>
              <a:t>propietario</a:t>
            </a:r>
            <a:r>
              <a:rPr dirty="0" sz="2800" spc="-4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prefijo</a:t>
            </a:r>
            <a:r>
              <a:rPr dirty="0" sz="2800" spc="-70">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nombre</a:t>
            </a:r>
            <a:r>
              <a:rPr dirty="0" sz="2800" spc="-6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p:txBody>
      </p:sp>
      <p:sp>
        <p:nvSpPr>
          <p:cNvPr id="7" name="object 7" descr=""/>
          <p:cNvSpPr txBox="1"/>
          <p:nvPr/>
        </p:nvSpPr>
        <p:spPr>
          <a:xfrm>
            <a:off x="393191" y="5553455"/>
            <a:ext cx="8345805" cy="513715"/>
          </a:xfrm>
          <a:prstGeom prst="rect">
            <a:avLst/>
          </a:prstGeom>
          <a:solidFill>
            <a:srgbClr val="9DBEC4">
              <a:alpha val="50199"/>
            </a:srgbClr>
          </a:solidFill>
        </p:spPr>
        <p:txBody>
          <a:bodyPr wrap="square" lIns="0" tIns="0" rIns="0" bIns="0" rtlCol="0" vert="horz">
            <a:spAutoFit/>
          </a:bodyPr>
          <a:lstStyle/>
          <a:p>
            <a:pPr>
              <a:lnSpc>
                <a:spcPts val="1810"/>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mary.students;</a:t>
            </a:r>
            <a:endParaRPr sz="1800">
              <a:latin typeface="Courier New"/>
              <a:cs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xfrm>
            <a:off x="392112" y="748031"/>
            <a:ext cx="4312920" cy="528320"/>
          </a:xfrm>
          <a:prstGeom prst="rect"/>
        </p:spPr>
        <p:txBody>
          <a:bodyPr wrap="square" lIns="0" tIns="12700" rIns="0" bIns="0" rtlCol="0" vert="horz">
            <a:spAutoFit/>
          </a:bodyPr>
          <a:lstStyle/>
          <a:p>
            <a:pPr marL="12700">
              <a:lnSpc>
                <a:spcPct val="100000"/>
              </a:lnSpc>
              <a:spcBef>
                <a:spcPts val="100"/>
              </a:spcBef>
            </a:pPr>
            <a:r>
              <a:rPr dirty="0"/>
              <a:t>Sintaxis</a:t>
            </a:r>
            <a:r>
              <a:rPr dirty="0" spc="-100"/>
              <a:t> </a:t>
            </a:r>
            <a:r>
              <a:rPr dirty="0"/>
              <a:t>de</a:t>
            </a:r>
            <a:r>
              <a:rPr dirty="0" spc="-105"/>
              <a:t> </a:t>
            </a:r>
            <a:r>
              <a:rPr dirty="0" spc="-40"/>
              <a:t>CREATE</a:t>
            </a:r>
            <a:r>
              <a:rPr dirty="0" spc="-110"/>
              <a:t> </a:t>
            </a:r>
            <a:r>
              <a:rPr dirty="0" spc="-10"/>
              <a:t>TABLE</a:t>
            </a:r>
          </a:p>
        </p:txBody>
      </p:sp>
      <p:sp>
        <p:nvSpPr>
          <p:cNvPr id="7" name="object 7"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19</a:t>
            </a:r>
            <a:endParaRPr sz="100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415417"/>
            <a:ext cx="7697470" cy="2689860"/>
          </a:xfrm>
          <a:prstGeom prst="rect">
            <a:avLst/>
          </a:prstGeom>
        </p:spPr>
        <p:txBody>
          <a:bodyPr wrap="square" lIns="0" tIns="59690" rIns="0" bIns="0" rtlCol="0" vert="horz">
            <a:spAutoFit/>
          </a:bodyPr>
          <a:lstStyle/>
          <a:p>
            <a:pPr marL="182880" marR="608965"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crear</a:t>
            </a:r>
            <a:r>
              <a:rPr dirty="0" sz="2800" spc="-7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nueva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70">
                <a:solidFill>
                  <a:srgbClr val="4E3629"/>
                </a:solidFill>
                <a:latin typeface="Calibri"/>
                <a:cs typeface="Calibri"/>
              </a:rPr>
              <a:t> </a:t>
            </a:r>
            <a:r>
              <a:rPr dirty="0" sz="2800">
                <a:solidFill>
                  <a:srgbClr val="4E3629"/>
                </a:solidFill>
                <a:latin typeface="Calibri"/>
                <a:cs typeface="Calibri"/>
              </a:rPr>
              <a:t>utilice</a:t>
            </a:r>
            <a:r>
              <a:rPr dirty="0" sz="2800" spc="-65">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spc="-10">
                <a:solidFill>
                  <a:srgbClr val="4E3629"/>
                </a:solidFill>
                <a:latin typeface="Calibri"/>
                <a:cs typeface="Calibri"/>
              </a:rPr>
              <a:t>siguientes </a:t>
            </a:r>
            <a:r>
              <a:rPr dirty="0" sz="2800" spc="-10">
                <a:solidFill>
                  <a:srgbClr val="4E3629"/>
                </a:solidFill>
                <a:latin typeface="Calibri"/>
                <a:cs typeface="Calibri"/>
              </a:rPr>
              <a:t>	</a:t>
            </a:r>
            <a:r>
              <a:rPr dirty="0" sz="2800">
                <a:solidFill>
                  <a:srgbClr val="4E3629"/>
                </a:solidFill>
                <a:latin typeface="Calibri"/>
                <a:cs typeface="Calibri"/>
              </a:rPr>
              <a:t>detalles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sintaxis:</a:t>
            </a:r>
            <a:endParaRPr sz="2800">
              <a:latin typeface="Calibri"/>
              <a:cs typeface="Calibri"/>
            </a:endParaRPr>
          </a:p>
          <a:p>
            <a:pPr marL="355600">
              <a:lnSpc>
                <a:spcPct val="100000"/>
              </a:lnSpc>
              <a:spcBef>
                <a:spcPts val="95"/>
              </a:spcBef>
            </a:pPr>
            <a:r>
              <a:rPr dirty="0" sz="2400">
                <a:solidFill>
                  <a:srgbClr val="D1350F"/>
                </a:solidFill>
                <a:latin typeface="Calibri"/>
                <a:cs typeface="Calibri"/>
              </a:rPr>
              <a:t>−</a:t>
            </a:r>
            <a:r>
              <a:rPr dirty="0" sz="2400">
                <a:solidFill>
                  <a:srgbClr val="4E3629"/>
                </a:solidFill>
                <a:latin typeface="Calibri"/>
                <a:cs typeface="Calibri"/>
              </a:rPr>
              <a:t>table</a:t>
            </a:r>
            <a:r>
              <a:rPr dirty="0" sz="2400" spc="-20">
                <a:solidFill>
                  <a:srgbClr val="4E3629"/>
                </a:solidFill>
                <a:latin typeface="Calibri"/>
                <a:cs typeface="Calibri"/>
              </a:rPr>
              <a:t> </a:t>
            </a:r>
            <a:r>
              <a:rPr dirty="0" sz="2400">
                <a:solidFill>
                  <a:srgbClr val="4E3629"/>
                </a:solidFill>
                <a:latin typeface="Calibri"/>
                <a:cs typeface="Calibri"/>
              </a:rPr>
              <a:t>es</a:t>
            </a:r>
            <a:r>
              <a:rPr dirty="0" sz="2400" spc="-15">
                <a:solidFill>
                  <a:srgbClr val="4E3629"/>
                </a:solidFill>
                <a:latin typeface="Calibri"/>
                <a:cs typeface="Calibri"/>
              </a:rPr>
              <a:t> </a:t>
            </a:r>
            <a:r>
              <a:rPr dirty="0" sz="2400">
                <a:solidFill>
                  <a:srgbClr val="4E3629"/>
                </a:solidFill>
                <a:latin typeface="Calibri"/>
                <a:cs typeface="Calibri"/>
              </a:rPr>
              <a:t>el</a:t>
            </a:r>
            <a:r>
              <a:rPr dirty="0" sz="2400" spc="-25">
                <a:solidFill>
                  <a:srgbClr val="4E3629"/>
                </a:solidFill>
                <a:latin typeface="Calibri"/>
                <a:cs typeface="Calibri"/>
              </a:rPr>
              <a:t> </a:t>
            </a:r>
            <a:r>
              <a:rPr dirty="0" sz="2400">
                <a:solidFill>
                  <a:srgbClr val="4E3629"/>
                </a:solidFill>
                <a:latin typeface="Calibri"/>
                <a:cs typeface="Calibri"/>
              </a:rPr>
              <a:t>nombre</a:t>
            </a:r>
            <a:r>
              <a:rPr dirty="0" sz="2400" spc="-5">
                <a:solidFill>
                  <a:srgbClr val="4E3629"/>
                </a:solidFill>
                <a:latin typeface="Calibri"/>
                <a:cs typeface="Calibri"/>
              </a:rPr>
              <a:t> </a:t>
            </a:r>
            <a:r>
              <a:rPr dirty="0" sz="2400">
                <a:solidFill>
                  <a:srgbClr val="4E3629"/>
                </a:solidFill>
                <a:latin typeface="Calibri"/>
                <a:cs typeface="Calibri"/>
              </a:rPr>
              <a:t>de</a:t>
            </a:r>
            <a:r>
              <a:rPr dirty="0" sz="2400" spc="-5">
                <a:solidFill>
                  <a:srgbClr val="4E3629"/>
                </a:solidFill>
                <a:latin typeface="Calibri"/>
                <a:cs typeface="Calibri"/>
              </a:rPr>
              <a:t> </a:t>
            </a:r>
            <a:r>
              <a:rPr dirty="0" sz="2400">
                <a:solidFill>
                  <a:srgbClr val="4E3629"/>
                </a:solidFill>
                <a:latin typeface="Calibri"/>
                <a:cs typeface="Calibri"/>
              </a:rPr>
              <a:t>la</a:t>
            </a:r>
            <a:r>
              <a:rPr dirty="0" sz="2400" spc="-15">
                <a:solidFill>
                  <a:srgbClr val="4E3629"/>
                </a:solidFill>
                <a:latin typeface="Calibri"/>
                <a:cs typeface="Calibri"/>
              </a:rPr>
              <a:t> </a:t>
            </a:r>
            <a:r>
              <a:rPr dirty="0" sz="2400" spc="-10">
                <a:solidFill>
                  <a:srgbClr val="4E3629"/>
                </a:solidFill>
                <a:latin typeface="Calibri"/>
                <a:cs typeface="Calibri"/>
              </a:rPr>
              <a:t>tabla</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column</a:t>
            </a:r>
            <a:r>
              <a:rPr dirty="0" sz="2400" spc="-25">
                <a:solidFill>
                  <a:srgbClr val="4E3629"/>
                </a:solidFill>
                <a:latin typeface="Calibri"/>
                <a:cs typeface="Calibri"/>
              </a:rPr>
              <a:t> </a:t>
            </a:r>
            <a:r>
              <a:rPr dirty="0" sz="2400">
                <a:solidFill>
                  <a:srgbClr val="4E3629"/>
                </a:solidFill>
                <a:latin typeface="Calibri"/>
                <a:cs typeface="Calibri"/>
              </a:rPr>
              <a:t>es</a:t>
            </a:r>
            <a:r>
              <a:rPr dirty="0" sz="2400" spc="-10">
                <a:solidFill>
                  <a:srgbClr val="4E3629"/>
                </a:solidFill>
                <a:latin typeface="Calibri"/>
                <a:cs typeface="Calibri"/>
              </a:rPr>
              <a:t> </a:t>
            </a:r>
            <a:r>
              <a:rPr dirty="0" sz="2400">
                <a:solidFill>
                  <a:srgbClr val="4E3629"/>
                </a:solidFill>
                <a:latin typeface="Calibri"/>
                <a:cs typeface="Calibri"/>
              </a:rPr>
              <a:t>el</a:t>
            </a:r>
            <a:r>
              <a:rPr dirty="0" sz="2400" spc="-5">
                <a:solidFill>
                  <a:srgbClr val="4E3629"/>
                </a:solidFill>
                <a:latin typeface="Calibri"/>
                <a:cs typeface="Calibri"/>
              </a:rPr>
              <a:t> </a:t>
            </a:r>
            <a:r>
              <a:rPr dirty="0" sz="2400">
                <a:solidFill>
                  <a:srgbClr val="4E3629"/>
                </a:solidFill>
                <a:latin typeface="Calibri"/>
                <a:cs typeface="Calibri"/>
              </a:rPr>
              <a:t>nombre</a:t>
            </a:r>
            <a:r>
              <a:rPr dirty="0" sz="2400" spc="-5">
                <a:solidFill>
                  <a:srgbClr val="4E3629"/>
                </a:solidFill>
                <a:latin typeface="Calibri"/>
                <a:cs typeface="Calibri"/>
              </a:rPr>
              <a:t> </a:t>
            </a:r>
            <a:r>
              <a:rPr dirty="0" sz="2400">
                <a:solidFill>
                  <a:srgbClr val="4E3629"/>
                </a:solidFill>
                <a:latin typeface="Calibri"/>
                <a:cs typeface="Calibri"/>
              </a:rPr>
              <a:t>de la</a:t>
            </a:r>
            <a:r>
              <a:rPr dirty="0" sz="2400" spc="-15">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datatype</a:t>
            </a:r>
            <a:r>
              <a:rPr dirty="0" sz="2400" spc="-35">
                <a:solidFill>
                  <a:srgbClr val="4E3629"/>
                </a:solidFill>
                <a:latin typeface="Calibri"/>
                <a:cs typeface="Calibri"/>
              </a:rPr>
              <a:t> </a:t>
            </a:r>
            <a:r>
              <a:rPr dirty="0" sz="2400">
                <a:solidFill>
                  <a:srgbClr val="4E3629"/>
                </a:solidFill>
                <a:latin typeface="Calibri"/>
                <a:cs typeface="Calibri"/>
              </a:rPr>
              <a:t>es</a:t>
            </a:r>
            <a:r>
              <a:rPr dirty="0" sz="2400" spc="-25">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a:solidFill>
                  <a:srgbClr val="4E3629"/>
                </a:solidFill>
                <a:latin typeface="Calibri"/>
                <a:cs typeface="Calibri"/>
              </a:rPr>
              <a:t>tipo</a:t>
            </a:r>
            <a:r>
              <a:rPr dirty="0" sz="2400" spc="-25">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dato</a:t>
            </a:r>
            <a:r>
              <a:rPr dirty="0" sz="2400" spc="-25">
                <a:solidFill>
                  <a:srgbClr val="4E3629"/>
                </a:solidFill>
                <a:latin typeface="Calibri"/>
                <a:cs typeface="Calibri"/>
              </a:rPr>
              <a:t> </a:t>
            </a:r>
            <a:r>
              <a:rPr dirty="0" sz="2400">
                <a:solidFill>
                  <a:srgbClr val="4E3629"/>
                </a:solidFill>
                <a:latin typeface="Calibri"/>
                <a:cs typeface="Calibri"/>
              </a:rPr>
              <a:t>y</a:t>
            </a:r>
            <a:r>
              <a:rPr dirty="0" sz="2400" spc="-25">
                <a:solidFill>
                  <a:srgbClr val="4E3629"/>
                </a:solidFill>
                <a:latin typeface="Calibri"/>
                <a:cs typeface="Calibri"/>
              </a:rPr>
              <a:t> </a:t>
            </a:r>
            <a:r>
              <a:rPr dirty="0" sz="2400">
                <a:solidFill>
                  <a:srgbClr val="4E3629"/>
                </a:solidFill>
                <a:latin typeface="Calibri"/>
                <a:cs typeface="Calibri"/>
              </a:rPr>
              <a:t>la</a:t>
            </a:r>
            <a:r>
              <a:rPr dirty="0" sz="2400" spc="-20">
                <a:solidFill>
                  <a:srgbClr val="4E3629"/>
                </a:solidFill>
                <a:latin typeface="Calibri"/>
                <a:cs typeface="Calibri"/>
              </a:rPr>
              <a:t> </a:t>
            </a:r>
            <a:r>
              <a:rPr dirty="0" sz="2400">
                <a:solidFill>
                  <a:srgbClr val="4E3629"/>
                </a:solidFill>
                <a:latin typeface="Calibri"/>
                <a:cs typeface="Calibri"/>
              </a:rPr>
              <a:t>longitud</a:t>
            </a:r>
            <a:r>
              <a:rPr dirty="0" sz="2400" spc="-35">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la</a:t>
            </a:r>
            <a:r>
              <a:rPr dirty="0" sz="2400" spc="-20">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530860" marR="5080" indent="-175260">
              <a:lnSpc>
                <a:spcPts val="2590"/>
              </a:lnSpc>
              <a:spcBef>
                <a:spcPts val="445"/>
              </a:spcBef>
            </a:pPr>
            <a:r>
              <a:rPr dirty="0" sz="2400">
                <a:solidFill>
                  <a:srgbClr val="D1350F"/>
                </a:solidFill>
                <a:latin typeface="Calibri"/>
                <a:cs typeface="Calibri"/>
              </a:rPr>
              <a:t>−</a:t>
            </a:r>
            <a:r>
              <a:rPr dirty="0" sz="2400">
                <a:solidFill>
                  <a:srgbClr val="4E3629"/>
                </a:solidFill>
                <a:latin typeface="Calibri"/>
                <a:cs typeface="Calibri"/>
              </a:rPr>
              <a:t>La</a:t>
            </a:r>
            <a:r>
              <a:rPr dirty="0" sz="2400" spc="-35">
                <a:solidFill>
                  <a:srgbClr val="4E3629"/>
                </a:solidFill>
                <a:latin typeface="Calibri"/>
                <a:cs typeface="Calibri"/>
              </a:rPr>
              <a:t> </a:t>
            </a:r>
            <a:r>
              <a:rPr dirty="0" sz="2400" spc="-10">
                <a:solidFill>
                  <a:srgbClr val="4E3629"/>
                </a:solidFill>
                <a:latin typeface="Calibri"/>
                <a:cs typeface="Calibri"/>
              </a:rPr>
              <a:t>expresión</a:t>
            </a:r>
            <a:r>
              <a:rPr dirty="0" sz="2400" spc="-35">
                <a:solidFill>
                  <a:srgbClr val="4E3629"/>
                </a:solidFill>
                <a:latin typeface="Calibri"/>
                <a:cs typeface="Calibri"/>
              </a:rPr>
              <a:t> </a:t>
            </a:r>
            <a:r>
              <a:rPr dirty="0" sz="2400" spc="-50">
                <a:solidFill>
                  <a:srgbClr val="4E3629"/>
                </a:solidFill>
                <a:latin typeface="Calibri"/>
                <a:cs typeface="Calibri"/>
              </a:rPr>
              <a:t>DEFAULT</a:t>
            </a:r>
            <a:r>
              <a:rPr dirty="0" sz="2400" spc="-35">
                <a:solidFill>
                  <a:srgbClr val="4E3629"/>
                </a:solidFill>
                <a:latin typeface="Calibri"/>
                <a:cs typeface="Calibri"/>
              </a:rPr>
              <a:t> </a:t>
            </a:r>
            <a:r>
              <a:rPr dirty="0" sz="2400">
                <a:solidFill>
                  <a:srgbClr val="4E3629"/>
                </a:solidFill>
                <a:latin typeface="Calibri"/>
                <a:cs typeface="Calibri"/>
              </a:rPr>
              <a:t>especifica</a:t>
            </a:r>
            <a:r>
              <a:rPr dirty="0" sz="2400" spc="-45">
                <a:solidFill>
                  <a:srgbClr val="4E3629"/>
                </a:solidFill>
                <a:latin typeface="Calibri"/>
                <a:cs typeface="Calibri"/>
              </a:rPr>
              <a:t> </a:t>
            </a:r>
            <a:r>
              <a:rPr dirty="0" sz="2400">
                <a:solidFill>
                  <a:srgbClr val="4E3629"/>
                </a:solidFill>
                <a:latin typeface="Calibri"/>
                <a:cs typeface="Calibri"/>
              </a:rPr>
              <a:t>un</a:t>
            </a:r>
            <a:r>
              <a:rPr dirty="0" sz="2400" spc="-25">
                <a:solidFill>
                  <a:srgbClr val="4E3629"/>
                </a:solidFill>
                <a:latin typeface="Calibri"/>
                <a:cs typeface="Calibri"/>
              </a:rPr>
              <a:t> </a:t>
            </a:r>
            <a:r>
              <a:rPr dirty="0" sz="2400">
                <a:solidFill>
                  <a:srgbClr val="4E3629"/>
                </a:solidFill>
                <a:latin typeface="Calibri"/>
                <a:cs typeface="Calibri"/>
              </a:rPr>
              <a:t>valor</a:t>
            </a:r>
            <a:r>
              <a:rPr dirty="0" sz="2400" spc="-25">
                <a:solidFill>
                  <a:srgbClr val="4E3629"/>
                </a:solidFill>
                <a:latin typeface="Calibri"/>
                <a:cs typeface="Calibri"/>
              </a:rPr>
              <a:t> </a:t>
            </a:r>
            <a:r>
              <a:rPr dirty="0" sz="2400">
                <a:solidFill>
                  <a:srgbClr val="4E3629"/>
                </a:solidFill>
                <a:latin typeface="Calibri"/>
                <a:cs typeface="Calibri"/>
              </a:rPr>
              <a:t>por</a:t>
            </a:r>
            <a:r>
              <a:rPr dirty="0" sz="2400" spc="-30">
                <a:solidFill>
                  <a:srgbClr val="4E3629"/>
                </a:solidFill>
                <a:latin typeface="Calibri"/>
                <a:cs typeface="Calibri"/>
              </a:rPr>
              <a:t> </a:t>
            </a:r>
            <a:r>
              <a:rPr dirty="0" sz="2400" spc="-10">
                <a:solidFill>
                  <a:srgbClr val="4E3629"/>
                </a:solidFill>
                <a:latin typeface="Calibri"/>
                <a:cs typeface="Calibri"/>
              </a:rPr>
              <a:t>defecto</a:t>
            </a:r>
            <a:r>
              <a:rPr dirty="0" sz="2400" spc="-40">
                <a:solidFill>
                  <a:srgbClr val="4E3629"/>
                </a:solidFill>
                <a:latin typeface="Calibri"/>
                <a:cs typeface="Calibri"/>
              </a:rPr>
              <a:t> </a:t>
            </a:r>
            <a:r>
              <a:rPr dirty="0" sz="2400">
                <a:solidFill>
                  <a:srgbClr val="4E3629"/>
                </a:solidFill>
                <a:latin typeface="Calibri"/>
                <a:cs typeface="Calibri"/>
              </a:rPr>
              <a:t>si</a:t>
            </a:r>
            <a:r>
              <a:rPr dirty="0" sz="2400" spc="-30">
                <a:solidFill>
                  <a:srgbClr val="4E3629"/>
                </a:solidFill>
                <a:latin typeface="Calibri"/>
                <a:cs typeface="Calibri"/>
              </a:rPr>
              <a:t> </a:t>
            </a:r>
            <a:r>
              <a:rPr dirty="0" sz="2400" spc="-25">
                <a:solidFill>
                  <a:srgbClr val="4E3629"/>
                </a:solidFill>
                <a:latin typeface="Calibri"/>
                <a:cs typeface="Calibri"/>
              </a:rPr>
              <a:t>se </a:t>
            </a:r>
            <a:r>
              <a:rPr dirty="0" sz="2400">
                <a:solidFill>
                  <a:srgbClr val="4E3629"/>
                </a:solidFill>
                <a:latin typeface="Calibri"/>
                <a:cs typeface="Calibri"/>
              </a:rPr>
              <a:t>omite</a:t>
            </a:r>
            <a:r>
              <a:rPr dirty="0" sz="2400" spc="-60">
                <a:solidFill>
                  <a:srgbClr val="4E3629"/>
                </a:solidFill>
                <a:latin typeface="Calibri"/>
                <a:cs typeface="Calibri"/>
              </a:rPr>
              <a:t> </a:t>
            </a:r>
            <a:r>
              <a:rPr dirty="0" sz="2400">
                <a:solidFill>
                  <a:srgbClr val="4E3629"/>
                </a:solidFill>
                <a:latin typeface="Calibri"/>
                <a:cs typeface="Calibri"/>
              </a:rPr>
              <a:t>un</a:t>
            </a:r>
            <a:r>
              <a:rPr dirty="0" sz="2400" spc="-50">
                <a:solidFill>
                  <a:srgbClr val="4E3629"/>
                </a:solidFill>
                <a:latin typeface="Calibri"/>
                <a:cs typeface="Calibri"/>
              </a:rPr>
              <a:t> </a:t>
            </a:r>
            <a:r>
              <a:rPr dirty="0" sz="2400">
                <a:solidFill>
                  <a:srgbClr val="4E3629"/>
                </a:solidFill>
                <a:latin typeface="Calibri"/>
                <a:cs typeface="Calibri"/>
              </a:rPr>
              <a:t>valor</a:t>
            </a:r>
            <a:r>
              <a:rPr dirty="0" sz="2400" spc="-45">
                <a:solidFill>
                  <a:srgbClr val="4E3629"/>
                </a:solidFill>
                <a:latin typeface="Calibri"/>
                <a:cs typeface="Calibri"/>
              </a:rPr>
              <a:t> </a:t>
            </a:r>
            <a:r>
              <a:rPr dirty="0" sz="2400">
                <a:solidFill>
                  <a:srgbClr val="4E3629"/>
                </a:solidFill>
                <a:latin typeface="Calibri"/>
                <a:cs typeface="Calibri"/>
              </a:rPr>
              <a:t>en</a:t>
            </a:r>
            <a:r>
              <a:rPr dirty="0" sz="2400" spc="-55">
                <a:solidFill>
                  <a:srgbClr val="4E3629"/>
                </a:solidFill>
                <a:latin typeface="Calibri"/>
                <a:cs typeface="Calibri"/>
              </a:rPr>
              <a:t> </a:t>
            </a:r>
            <a:r>
              <a:rPr dirty="0" sz="2400">
                <a:solidFill>
                  <a:srgbClr val="4E3629"/>
                </a:solidFill>
                <a:latin typeface="Calibri"/>
                <a:cs typeface="Calibri"/>
              </a:rPr>
              <a:t>la</a:t>
            </a:r>
            <a:r>
              <a:rPr dirty="0" sz="2400" spc="-50">
                <a:solidFill>
                  <a:srgbClr val="4E3629"/>
                </a:solidFill>
                <a:latin typeface="Calibri"/>
                <a:cs typeface="Calibri"/>
              </a:rPr>
              <a:t> </a:t>
            </a:r>
            <a:r>
              <a:rPr dirty="0" sz="2400">
                <a:solidFill>
                  <a:srgbClr val="4E3629"/>
                </a:solidFill>
                <a:latin typeface="Calibri"/>
                <a:cs typeface="Calibri"/>
              </a:rPr>
              <a:t>sentencia</a:t>
            </a:r>
            <a:r>
              <a:rPr dirty="0" sz="2400" spc="-60">
                <a:solidFill>
                  <a:srgbClr val="4E3629"/>
                </a:solidFill>
                <a:latin typeface="Calibri"/>
                <a:cs typeface="Calibri"/>
              </a:rPr>
              <a:t> </a:t>
            </a:r>
            <a:r>
              <a:rPr dirty="0" sz="2400" spc="-10">
                <a:solidFill>
                  <a:srgbClr val="4E3629"/>
                </a:solidFill>
                <a:latin typeface="Calibri"/>
                <a:cs typeface="Calibri"/>
              </a:rPr>
              <a:t>INSERT</a:t>
            </a:r>
            <a:endParaRPr sz="2400">
              <a:latin typeface="Calibri"/>
              <a:cs typeface="Calibri"/>
            </a:endParaRPr>
          </a:p>
        </p:txBody>
      </p:sp>
      <p:sp>
        <p:nvSpPr>
          <p:cNvPr id="6" name="object 6" descr=""/>
          <p:cNvSpPr txBox="1"/>
          <p:nvPr/>
        </p:nvSpPr>
        <p:spPr>
          <a:xfrm>
            <a:off x="393191" y="4233671"/>
            <a:ext cx="8345805" cy="1176655"/>
          </a:xfrm>
          <a:prstGeom prst="rect">
            <a:avLst/>
          </a:prstGeom>
          <a:solidFill>
            <a:srgbClr val="9DBEC4">
              <a:alpha val="50199"/>
            </a:srgbClr>
          </a:solidFill>
        </p:spPr>
        <p:txBody>
          <a:bodyPr wrap="square" lIns="0" tIns="12065" rIns="0" bIns="0" rtlCol="0" vert="horz">
            <a:spAutoFit/>
          </a:bodyPr>
          <a:lstStyle/>
          <a:p>
            <a:pPr algn="just">
              <a:lnSpc>
                <a:spcPct val="100000"/>
              </a:lnSpc>
              <a:spcBef>
                <a:spcPts val="95"/>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20" b="1">
                <a:solidFill>
                  <a:srgbClr val="4E3629"/>
                </a:solidFill>
                <a:latin typeface="Courier New"/>
                <a:cs typeface="Courier New"/>
              </a:rPr>
              <a:t>table</a:t>
            </a:r>
            <a:endParaRPr sz="1800">
              <a:latin typeface="Courier New"/>
              <a:cs typeface="Courier New"/>
            </a:endParaRPr>
          </a:p>
          <a:p>
            <a:pPr algn="just" marR="3014345">
              <a:lnSpc>
                <a:spcPct val="100000"/>
              </a:lnSpc>
            </a:pPr>
            <a:r>
              <a:rPr dirty="0" sz="1800" b="1">
                <a:solidFill>
                  <a:srgbClr val="4E3629"/>
                </a:solidFill>
                <a:latin typeface="Courier New"/>
                <a:cs typeface="Courier New"/>
              </a:rPr>
              <a:t>(column</a:t>
            </a:r>
            <a:r>
              <a:rPr dirty="0" sz="1800" spc="-75" b="1">
                <a:solidFill>
                  <a:srgbClr val="4E3629"/>
                </a:solidFill>
                <a:latin typeface="Courier New"/>
                <a:cs typeface="Courier New"/>
              </a:rPr>
              <a:t> </a:t>
            </a:r>
            <a:r>
              <a:rPr dirty="0" sz="1800" b="1">
                <a:solidFill>
                  <a:srgbClr val="4E3629"/>
                </a:solidFill>
                <a:latin typeface="Courier New"/>
                <a:cs typeface="Courier New"/>
              </a:rPr>
              <a:t>data</a:t>
            </a:r>
            <a:r>
              <a:rPr dirty="0" sz="1800" spc="-55" b="1">
                <a:solidFill>
                  <a:srgbClr val="4E3629"/>
                </a:solidFill>
                <a:latin typeface="Courier New"/>
                <a:cs typeface="Courier New"/>
              </a:rPr>
              <a:t> </a:t>
            </a:r>
            <a:r>
              <a:rPr dirty="0" sz="1800" b="1">
                <a:solidFill>
                  <a:srgbClr val="4E3629"/>
                </a:solidFill>
                <a:latin typeface="Courier New"/>
                <a:cs typeface="Courier New"/>
              </a:rPr>
              <a:t>type</a:t>
            </a:r>
            <a:r>
              <a:rPr dirty="0" sz="1800" spc="-55" b="1">
                <a:solidFill>
                  <a:srgbClr val="4E3629"/>
                </a:solidFill>
                <a:latin typeface="Courier New"/>
                <a:cs typeface="Courier New"/>
              </a:rPr>
              <a:t> </a:t>
            </a:r>
            <a:r>
              <a:rPr dirty="0" sz="1800" b="1">
                <a:solidFill>
                  <a:srgbClr val="4E3629"/>
                </a:solidFill>
                <a:latin typeface="Courier New"/>
                <a:cs typeface="Courier New"/>
              </a:rPr>
              <a:t>[DEFAULT</a:t>
            </a:r>
            <a:r>
              <a:rPr dirty="0" sz="1800" spc="-60" b="1">
                <a:solidFill>
                  <a:srgbClr val="4E3629"/>
                </a:solidFill>
                <a:latin typeface="Courier New"/>
                <a:cs typeface="Courier New"/>
              </a:rPr>
              <a:t> </a:t>
            </a:r>
            <a:r>
              <a:rPr dirty="0" sz="1800" spc="-10" b="1">
                <a:solidFill>
                  <a:srgbClr val="4E3629"/>
                </a:solidFill>
                <a:latin typeface="Courier New"/>
                <a:cs typeface="Courier New"/>
              </a:rPr>
              <a:t>expression], </a:t>
            </a:r>
            <a:r>
              <a:rPr dirty="0" sz="1800" b="1">
                <a:solidFill>
                  <a:srgbClr val="4E3629"/>
                </a:solidFill>
                <a:latin typeface="Courier New"/>
                <a:cs typeface="Courier New"/>
              </a:rPr>
              <a:t>(column</a:t>
            </a:r>
            <a:r>
              <a:rPr dirty="0" sz="1800" spc="-75" b="1">
                <a:solidFill>
                  <a:srgbClr val="4E3629"/>
                </a:solidFill>
                <a:latin typeface="Courier New"/>
                <a:cs typeface="Courier New"/>
              </a:rPr>
              <a:t> </a:t>
            </a:r>
            <a:r>
              <a:rPr dirty="0" sz="1800" b="1">
                <a:solidFill>
                  <a:srgbClr val="4E3629"/>
                </a:solidFill>
                <a:latin typeface="Courier New"/>
                <a:cs typeface="Courier New"/>
              </a:rPr>
              <a:t>data</a:t>
            </a:r>
            <a:r>
              <a:rPr dirty="0" sz="1800" spc="-55" b="1">
                <a:solidFill>
                  <a:srgbClr val="4E3629"/>
                </a:solidFill>
                <a:latin typeface="Courier New"/>
                <a:cs typeface="Courier New"/>
              </a:rPr>
              <a:t> </a:t>
            </a:r>
            <a:r>
              <a:rPr dirty="0" sz="1800" b="1">
                <a:solidFill>
                  <a:srgbClr val="4E3629"/>
                </a:solidFill>
                <a:latin typeface="Courier New"/>
                <a:cs typeface="Courier New"/>
              </a:rPr>
              <a:t>type</a:t>
            </a:r>
            <a:r>
              <a:rPr dirty="0" sz="1800" spc="-55" b="1">
                <a:solidFill>
                  <a:srgbClr val="4E3629"/>
                </a:solidFill>
                <a:latin typeface="Courier New"/>
                <a:cs typeface="Courier New"/>
              </a:rPr>
              <a:t> </a:t>
            </a:r>
            <a:r>
              <a:rPr dirty="0" sz="1800" b="1">
                <a:solidFill>
                  <a:srgbClr val="4E3629"/>
                </a:solidFill>
                <a:latin typeface="Courier New"/>
                <a:cs typeface="Courier New"/>
              </a:rPr>
              <a:t>[DEFAULT</a:t>
            </a:r>
            <a:r>
              <a:rPr dirty="0" sz="1800" spc="-60" b="1">
                <a:solidFill>
                  <a:srgbClr val="4E3629"/>
                </a:solidFill>
                <a:latin typeface="Courier New"/>
                <a:cs typeface="Courier New"/>
              </a:rPr>
              <a:t> </a:t>
            </a:r>
            <a:r>
              <a:rPr dirty="0" sz="1800" spc="-10" b="1">
                <a:solidFill>
                  <a:srgbClr val="4E3629"/>
                </a:solidFill>
                <a:latin typeface="Courier New"/>
                <a:cs typeface="Courier New"/>
              </a:rPr>
              <a:t>expression], </a:t>
            </a:r>
            <a:r>
              <a:rPr dirty="0" sz="1800" b="1">
                <a:solidFill>
                  <a:srgbClr val="4E3629"/>
                </a:solidFill>
                <a:latin typeface="Courier New"/>
                <a:cs typeface="Courier New"/>
              </a:rPr>
              <a:t>(……[</a:t>
            </a:r>
            <a:r>
              <a:rPr dirty="0" sz="1800" spc="-30" b="1">
                <a:solidFill>
                  <a:srgbClr val="4E3629"/>
                </a:solidFill>
                <a:latin typeface="Courier New"/>
                <a:cs typeface="Courier New"/>
              </a:rPr>
              <a:t> </a:t>
            </a:r>
            <a:r>
              <a:rPr dirty="0" sz="1800" b="1">
                <a:solidFill>
                  <a:srgbClr val="4E3629"/>
                </a:solidFill>
                <a:latin typeface="Courier New"/>
                <a:cs typeface="Courier New"/>
              </a:rPr>
              <a:t>]</a:t>
            </a:r>
            <a:r>
              <a:rPr dirty="0" sz="1800" spc="-15" b="1">
                <a:solidFill>
                  <a:srgbClr val="4E3629"/>
                </a:solidFill>
                <a:latin typeface="Courier New"/>
                <a:cs typeface="Courier New"/>
              </a:rPr>
              <a:t> </a:t>
            </a:r>
            <a:r>
              <a:rPr dirty="0" sz="1800" spc="-25" b="1">
                <a:solidFill>
                  <a:srgbClr val="4E3629"/>
                </a:solidFill>
                <a:latin typeface="Courier New"/>
                <a:cs typeface="Courier New"/>
              </a:rPr>
              <a:t>);</a:t>
            </a:r>
            <a:endParaRPr sz="1800">
              <a:latin typeface="Courier New"/>
              <a:cs typeface="Courier New"/>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xfrm>
            <a:off x="392112" y="748031"/>
            <a:ext cx="4420870" cy="528320"/>
          </a:xfrm>
          <a:prstGeom prst="rect"/>
        </p:spPr>
        <p:txBody>
          <a:bodyPr wrap="square" lIns="0" tIns="12700" rIns="0" bIns="0" rtlCol="0" vert="horz">
            <a:spAutoFit/>
          </a:bodyPr>
          <a:lstStyle/>
          <a:p>
            <a:pPr marL="12700">
              <a:lnSpc>
                <a:spcPct val="100000"/>
              </a:lnSpc>
              <a:spcBef>
                <a:spcPts val="100"/>
              </a:spcBef>
            </a:pPr>
            <a:r>
              <a:rPr dirty="0"/>
              <a:t>Ejemplo</a:t>
            </a:r>
            <a:r>
              <a:rPr dirty="0" spc="-90"/>
              <a:t> </a:t>
            </a:r>
            <a:r>
              <a:rPr dirty="0"/>
              <a:t>de</a:t>
            </a:r>
            <a:r>
              <a:rPr dirty="0" spc="-85"/>
              <a:t> </a:t>
            </a:r>
            <a:r>
              <a:rPr dirty="0" spc="-40"/>
              <a:t>CREATE</a:t>
            </a:r>
            <a:r>
              <a:rPr dirty="0" spc="-85"/>
              <a:t> </a:t>
            </a:r>
            <a:r>
              <a:rPr dirty="0" spc="-10"/>
              <a:t>TABLE</a:t>
            </a:r>
          </a:p>
        </p:txBody>
      </p:sp>
      <p:sp>
        <p:nvSpPr>
          <p:cNvPr id="8" name="object 8"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20</a:t>
            </a:r>
            <a:endParaRPr sz="100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415417"/>
            <a:ext cx="8010525" cy="836294"/>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Los</a:t>
            </a:r>
            <a:r>
              <a:rPr dirty="0" sz="2800" spc="-80">
                <a:solidFill>
                  <a:srgbClr val="4E3629"/>
                </a:solidFill>
                <a:latin typeface="Calibri"/>
                <a:cs typeface="Calibri"/>
              </a:rPr>
              <a:t> </a:t>
            </a:r>
            <a:r>
              <a:rPr dirty="0" sz="2800">
                <a:solidFill>
                  <a:srgbClr val="4E3629"/>
                </a:solidFill>
                <a:latin typeface="Calibri"/>
                <a:cs typeface="Calibri"/>
              </a:rPr>
              <a:t>ejemplos</a:t>
            </a:r>
            <a:r>
              <a:rPr dirty="0" sz="2800" spc="-75">
                <a:solidFill>
                  <a:srgbClr val="4E3629"/>
                </a:solidFill>
                <a:latin typeface="Calibri"/>
                <a:cs typeface="Calibri"/>
              </a:rPr>
              <a:t> </a:t>
            </a:r>
            <a:r>
              <a:rPr dirty="0" sz="2800" spc="-10">
                <a:solidFill>
                  <a:srgbClr val="4E3629"/>
                </a:solidFill>
                <a:latin typeface="Calibri"/>
                <a:cs typeface="Calibri"/>
              </a:rPr>
              <a:t>siguientes</a:t>
            </a:r>
            <a:r>
              <a:rPr dirty="0" sz="2800" spc="-70">
                <a:solidFill>
                  <a:srgbClr val="4E3629"/>
                </a:solidFill>
                <a:latin typeface="Calibri"/>
                <a:cs typeface="Calibri"/>
              </a:rPr>
              <a:t> </a:t>
            </a:r>
            <a:r>
              <a:rPr dirty="0" sz="2800" spc="-10">
                <a:solidFill>
                  <a:srgbClr val="4E3629"/>
                </a:solidFill>
                <a:latin typeface="Calibri"/>
                <a:cs typeface="Calibri"/>
              </a:rPr>
              <a:t>muestran</a:t>
            </a:r>
            <a:r>
              <a:rPr dirty="0" sz="2800" spc="-65">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sentencia</a:t>
            </a:r>
            <a:r>
              <a:rPr dirty="0" sz="2800" spc="-70">
                <a:solidFill>
                  <a:srgbClr val="4E3629"/>
                </a:solidFill>
                <a:latin typeface="Calibri"/>
                <a:cs typeface="Calibri"/>
              </a:rPr>
              <a:t> </a:t>
            </a:r>
            <a:r>
              <a:rPr dirty="0" sz="2800" spc="-10">
                <a:solidFill>
                  <a:srgbClr val="4E3629"/>
                </a:solidFill>
                <a:latin typeface="Calibri"/>
                <a:cs typeface="Calibri"/>
              </a:rPr>
              <a:t>CREATE 	TABLE:</a:t>
            </a:r>
            <a:endParaRPr sz="2800">
              <a:latin typeface="Calibri"/>
              <a:cs typeface="Calibri"/>
            </a:endParaRPr>
          </a:p>
        </p:txBody>
      </p:sp>
      <p:sp>
        <p:nvSpPr>
          <p:cNvPr id="6" name="object 6" descr=""/>
          <p:cNvSpPr txBox="1"/>
          <p:nvPr/>
        </p:nvSpPr>
        <p:spPr>
          <a:xfrm>
            <a:off x="405384" y="2302764"/>
            <a:ext cx="8345805" cy="1445260"/>
          </a:xfrm>
          <a:prstGeom prst="rect">
            <a:avLst/>
          </a:prstGeom>
          <a:solidFill>
            <a:srgbClr val="9DBEC4">
              <a:alpha val="50199"/>
            </a:srgbClr>
          </a:solidFill>
        </p:spPr>
        <p:txBody>
          <a:bodyPr wrap="square" lIns="0" tIns="8255" rIns="0" bIns="0" rtlCol="0" vert="horz">
            <a:spAutoFit/>
          </a:bodyPr>
          <a:lstStyle/>
          <a:p>
            <a:pPr marL="136525" marR="4378960" indent="-137160">
              <a:lnSpc>
                <a:spcPct val="100000"/>
              </a:lnSpc>
              <a:spcBef>
                <a:spcPts val="65"/>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my_cd_collection </a:t>
            </a:r>
            <a:r>
              <a:rPr dirty="0" sz="1800" b="1">
                <a:solidFill>
                  <a:srgbClr val="4E3629"/>
                </a:solidFill>
                <a:latin typeface="Courier New"/>
                <a:cs typeface="Courier New"/>
              </a:rPr>
              <a:t>(cd_number</a:t>
            </a:r>
            <a:r>
              <a:rPr dirty="0" sz="1800" spc="-95" b="1">
                <a:solidFill>
                  <a:srgbClr val="4E3629"/>
                </a:solidFill>
                <a:latin typeface="Courier New"/>
                <a:cs typeface="Courier New"/>
              </a:rPr>
              <a:t> </a:t>
            </a:r>
            <a:r>
              <a:rPr dirty="0" sz="1800" spc="-10" b="1">
                <a:solidFill>
                  <a:srgbClr val="4E3629"/>
                </a:solidFill>
                <a:latin typeface="Courier New"/>
                <a:cs typeface="Courier New"/>
              </a:rPr>
              <a:t>NUMBER(3),</a:t>
            </a:r>
            <a:endParaRPr sz="1800">
              <a:latin typeface="Courier New"/>
              <a:cs typeface="Courier New"/>
            </a:endParaRPr>
          </a:p>
          <a:p>
            <a:pPr marL="273685">
              <a:lnSpc>
                <a:spcPct val="100000"/>
              </a:lnSpc>
            </a:pPr>
            <a:r>
              <a:rPr dirty="0" sz="1800" b="1">
                <a:solidFill>
                  <a:srgbClr val="4E3629"/>
                </a:solidFill>
                <a:latin typeface="Courier New"/>
                <a:cs typeface="Courier New"/>
              </a:rPr>
              <a:t>title</a:t>
            </a:r>
            <a:r>
              <a:rPr dirty="0" sz="1800" spc="-55" b="1">
                <a:solidFill>
                  <a:srgbClr val="4E3629"/>
                </a:solidFill>
                <a:latin typeface="Courier New"/>
                <a:cs typeface="Courier New"/>
              </a:rPr>
              <a:t> </a:t>
            </a:r>
            <a:r>
              <a:rPr dirty="0" sz="1800" spc="-10" b="1">
                <a:solidFill>
                  <a:srgbClr val="4E3629"/>
                </a:solidFill>
                <a:latin typeface="Courier New"/>
                <a:cs typeface="Courier New"/>
              </a:rPr>
              <a:t>VARCHAR2(20),</a:t>
            </a:r>
            <a:endParaRPr sz="1800">
              <a:latin typeface="Courier New"/>
              <a:cs typeface="Courier New"/>
            </a:endParaRPr>
          </a:p>
          <a:p>
            <a:pPr marL="273685">
              <a:lnSpc>
                <a:spcPct val="100000"/>
              </a:lnSpc>
            </a:pPr>
            <a:r>
              <a:rPr dirty="0" sz="1800" b="1">
                <a:solidFill>
                  <a:srgbClr val="4E3629"/>
                </a:solidFill>
                <a:latin typeface="Courier New"/>
                <a:cs typeface="Courier New"/>
              </a:rPr>
              <a:t>artist</a:t>
            </a:r>
            <a:r>
              <a:rPr dirty="0" sz="1800" spc="-60" b="1">
                <a:solidFill>
                  <a:srgbClr val="4E3629"/>
                </a:solidFill>
                <a:latin typeface="Courier New"/>
                <a:cs typeface="Courier New"/>
              </a:rPr>
              <a:t> </a:t>
            </a:r>
            <a:r>
              <a:rPr dirty="0" sz="1800" spc="-10" b="1">
                <a:solidFill>
                  <a:srgbClr val="4E3629"/>
                </a:solidFill>
                <a:latin typeface="Courier New"/>
                <a:cs typeface="Courier New"/>
              </a:rPr>
              <a:t>VARCHAR2(20),</a:t>
            </a:r>
            <a:endParaRPr sz="1800">
              <a:latin typeface="Courier New"/>
              <a:cs typeface="Courier New"/>
            </a:endParaRPr>
          </a:p>
          <a:p>
            <a:pPr marL="273685">
              <a:lnSpc>
                <a:spcPct val="100000"/>
              </a:lnSpc>
            </a:pPr>
            <a:r>
              <a:rPr dirty="0" sz="1800" b="1">
                <a:solidFill>
                  <a:srgbClr val="4E3629"/>
                </a:solidFill>
                <a:latin typeface="Courier New"/>
                <a:cs typeface="Courier New"/>
              </a:rPr>
              <a:t>purchase_date</a:t>
            </a:r>
            <a:r>
              <a:rPr dirty="0" sz="1800" spc="-90" b="1">
                <a:solidFill>
                  <a:srgbClr val="4E3629"/>
                </a:solidFill>
                <a:latin typeface="Courier New"/>
                <a:cs typeface="Courier New"/>
              </a:rPr>
              <a:t> </a:t>
            </a:r>
            <a:r>
              <a:rPr dirty="0" sz="1800" b="1">
                <a:solidFill>
                  <a:srgbClr val="4E3629"/>
                </a:solidFill>
                <a:latin typeface="Courier New"/>
                <a:cs typeface="Courier New"/>
              </a:rPr>
              <a:t>DATE</a:t>
            </a:r>
            <a:r>
              <a:rPr dirty="0" sz="1800" spc="-85" b="1">
                <a:solidFill>
                  <a:srgbClr val="4E3629"/>
                </a:solidFill>
                <a:latin typeface="Courier New"/>
                <a:cs typeface="Courier New"/>
              </a:rPr>
              <a:t> </a:t>
            </a:r>
            <a:r>
              <a:rPr dirty="0" sz="1800" b="1">
                <a:solidFill>
                  <a:srgbClr val="4E3629"/>
                </a:solidFill>
                <a:latin typeface="Courier New"/>
                <a:cs typeface="Courier New"/>
              </a:rPr>
              <a:t>DEFAULT</a:t>
            </a:r>
            <a:r>
              <a:rPr dirty="0" sz="1800" spc="-70" b="1">
                <a:solidFill>
                  <a:srgbClr val="4E3629"/>
                </a:solidFill>
                <a:latin typeface="Courier New"/>
                <a:cs typeface="Courier New"/>
              </a:rPr>
              <a:t> </a:t>
            </a:r>
            <a:r>
              <a:rPr dirty="0" sz="1800" spc="-10" b="1">
                <a:solidFill>
                  <a:srgbClr val="4E3629"/>
                </a:solidFill>
                <a:latin typeface="Courier New"/>
                <a:cs typeface="Courier New"/>
              </a:rPr>
              <a:t>SYSDATE);</a:t>
            </a:r>
            <a:endParaRPr sz="1800">
              <a:latin typeface="Courier New"/>
              <a:cs typeface="Courier New"/>
            </a:endParaRPr>
          </a:p>
        </p:txBody>
      </p:sp>
      <p:sp>
        <p:nvSpPr>
          <p:cNvPr id="7" name="object 7" descr=""/>
          <p:cNvSpPr txBox="1"/>
          <p:nvPr/>
        </p:nvSpPr>
        <p:spPr>
          <a:xfrm>
            <a:off x="393191" y="4008120"/>
            <a:ext cx="8345805" cy="1798320"/>
          </a:xfrm>
          <a:prstGeom prst="rect">
            <a:avLst/>
          </a:prstGeom>
          <a:solidFill>
            <a:srgbClr val="9DBEC4">
              <a:alpha val="50199"/>
            </a:srgbClr>
          </a:solidFill>
        </p:spPr>
        <p:txBody>
          <a:bodyPr wrap="square" lIns="0" tIns="48260" rIns="0" bIns="0" rtlCol="0" vert="horz">
            <a:spAutoFit/>
          </a:bodyPr>
          <a:lstStyle/>
          <a:p>
            <a:pPr marL="136525" marR="4788535" indent="-137160">
              <a:lnSpc>
                <a:spcPct val="100000"/>
              </a:lnSpc>
              <a:spcBef>
                <a:spcPts val="380"/>
              </a:spcBef>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my_friends </a:t>
            </a:r>
            <a:r>
              <a:rPr dirty="0" sz="1800" b="1">
                <a:solidFill>
                  <a:srgbClr val="4E3629"/>
                </a:solidFill>
                <a:latin typeface="Courier New"/>
                <a:cs typeface="Courier New"/>
              </a:rPr>
              <a:t>(first_name</a:t>
            </a:r>
            <a:r>
              <a:rPr dirty="0" sz="1800" spc="-100" b="1">
                <a:solidFill>
                  <a:srgbClr val="4E3629"/>
                </a:solidFill>
                <a:latin typeface="Courier New"/>
                <a:cs typeface="Courier New"/>
              </a:rPr>
              <a:t> </a:t>
            </a:r>
            <a:r>
              <a:rPr dirty="0" sz="1800" spc="-10" b="1">
                <a:solidFill>
                  <a:srgbClr val="4E3629"/>
                </a:solidFill>
                <a:latin typeface="Courier New"/>
                <a:cs typeface="Courier New"/>
              </a:rPr>
              <a:t>VARCHAR2(20),</a:t>
            </a:r>
            <a:endParaRPr sz="1800">
              <a:latin typeface="Courier New"/>
              <a:cs typeface="Courier New"/>
            </a:endParaRPr>
          </a:p>
          <a:p>
            <a:pPr marL="274320" marR="4923790">
              <a:lnSpc>
                <a:spcPct val="100000"/>
              </a:lnSpc>
            </a:pPr>
            <a:r>
              <a:rPr dirty="0" sz="1800" b="1">
                <a:solidFill>
                  <a:srgbClr val="4E3629"/>
                </a:solidFill>
                <a:latin typeface="Courier New"/>
                <a:cs typeface="Courier New"/>
              </a:rPr>
              <a:t>last_name</a:t>
            </a:r>
            <a:r>
              <a:rPr dirty="0" sz="1800" spc="-90" b="1">
                <a:solidFill>
                  <a:srgbClr val="4E3629"/>
                </a:solidFill>
                <a:latin typeface="Courier New"/>
                <a:cs typeface="Courier New"/>
              </a:rPr>
              <a:t> </a:t>
            </a:r>
            <a:r>
              <a:rPr dirty="0" sz="1800" spc="-10" b="1">
                <a:solidFill>
                  <a:srgbClr val="4E3629"/>
                </a:solidFill>
                <a:latin typeface="Courier New"/>
                <a:cs typeface="Courier New"/>
              </a:rPr>
              <a:t>VARCHAR2(30), </a:t>
            </a:r>
            <a:r>
              <a:rPr dirty="0" sz="1800" b="1">
                <a:solidFill>
                  <a:srgbClr val="4E3629"/>
                </a:solidFill>
                <a:latin typeface="Courier New"/>
                <a:cs typeface="Courier New"/>
              </a:rPr>
              <a:t>email</a:t>
            </a:r>
            <a:r>
              <a:rPr dirty="0" sz="1800" spc="-55" b="1">
                <a:solidFill>
                  <a:srgbClr val="4E3629"/>
                </a:solidFill>
                <a:latin typeface="Courier New"/>
                <a:cs typeface="Courier New"/>
              </a:rPr>
              <a:t> </a:t>
            </a:r>
            <a:r>
              <a:rPr dirty="0" sz="1800" spc="-10" b="1">
                <a:solidFill>
                  <a:srgbClr val="4E3629"/>
                </a:solidFill>
                <a:latin typeface="Courier New"/>
                <a:cs typeface="Courier New"/>
              </a:rPr>
              <a:t>VARCHAR2(30),</a:t>
            </a:r>
            <a:endParaRPr sz="1800">
              <a:latin typeface="Courier New"/>
              <a:cs typeface="Courier New"/>
            </a:endParaRPr>
          </a:p>
          <a:p>
            <a:pPr marL="274320" marR="4923790">
              <a:lnSpc>
                <a:spcPct val="100000"/>
              </a:lnSpc>
            </a:pPr>
            <a:r>
              <a:rPr dirty="0" sz="1800" b="1">
                <a:solidFill>
                  <a:srgbClr val="4E3629"/>
                </a:solidFill>
                <a:latin typeface="Courier New"/>
                <a:cs typeface="Courier New"/>
              </a:rPr>
              <a:t>phone_num</a:t>
            </a:r>
            <a:r>
              <a:rPr dirty="0" sz="1800" spc="-90" b="1">
                <a:solidFill>
                  <a:srgbClr val="4E3629"/>
                </a:solidFill>
                <a:latin typeface="Courier New"/>
                <a:cs typeface="Courier New"/>
              </a:rPr>
              <a:t> </a:t>
            </a:r>
            <a:r>
              <a:rPr dirty="0" sz="1800" spc="-10" b="1">
                <a:solidFill>
                  <a:srgbClr val="4E3629"/>
                </a:solidFill>
                <a:latin typeface="Courier New"/>
                <a:cs typeface="Courier New"/>
              </a:rPr>
              <a:t>VARCHAR2(12), </a:t>
            </a:r>
            <a:r>
              <a:rPr dirty="0" sz="1800" b="1">
                <a:solidFill>
                  <a:srgbClr val="4E3629"/>
                </a:solidFill>
                <a:latin typeface="Courier New"/>
                <a:cs typeface="Courier New"/>
              </a:rPr>
              <a:t>birth_date</a:t>
            </a:r>
            <a:r>
              <a:rPr dirty="0" sz="1800" spc="-95" b="1">
                <a:solidFill>
                  <a:srgbClr val="4E3629"/>
                </a:solidFill>
                <a:latin typeface="Courier New"/>
                <a:cs typeface="Courier New"/>
              </a:rPr>
              <a:t> </a:t>
            </a:r>
            <a:r>
              <a:rPr dirty="0" sz="1800" spc="-10" b="1">
                <a:solidFill>
                  <a:srgbClr val="4E3629"/>
                </a:solidFill>
                <a:latin typeface="Courier New"/>
                <a:cs typeface="Courier New"/>
              </a:rPr>
              <a:t>DATE);</a:t>
            </a:r>
            <a:endParaRPr sz="1800">
              <a:latin typeface="Courier New"/>
              <a:cs typeface="Courier New"/>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Tablas</a:t>
            </a:r>
            <a:r>
              <a:rPr dirty="0" spc="-145"/>
              <a:t> </a:t>
            </a:r>
            <a:r>
              <a:rPr dirty="0" spc="-10"/>
              <a:t>Externas</a:t>
            </a:r>
          </a:p>
        </p:txBody>
      </p:sp>
      <p:sp>
        <p:nvSpPr>
          <p:cNvPr id="5" name="object 5" descr=""/>
          <p:cNvSpPr txBox="1"/>
          <p:nvPr/>
        </p:nvSpPr>
        <p:spPr>
          <a:xfrm>
            <a:off x="483552" y="1381889"/>
            <a:ext cx="7095490" cy="452120"/>
          </a:xfrm>
          <a:prstGeom prst="rect">
            <a:avLst/>
          </a:prstGeom>
        </p:spPr>
        <p:txBody>
          <a:bodyPr wrap="square" lIns="0" tIns="12065" rIns="0" bIns="0" rtlCol="0" vert="horz">
            <a:spAutoFit/>
          </a:bodyPr>
          <a:lstStyle/>
          <a:p>
            <a:pPr marL="183515" indent="-170815">
              <a:lnSpc>
                <a:spcPct val="100000"/>
              </a:lnSpc>
              <a:spcBef>
                <a:spcPts val="95"/>
              </a:spcBef>
              <a:buClr>
                <a:srgbClr val="D1350F"/>
              </a:buClr>
              <a:buFont typeface="Arial MT"/>
              <a:buChar char="•"/>
              <a:tabLst>
                <a:tab pos="183515" algn="l"/>
              </a:tabLst>
            </a:pPr>
            <a:r>
              <a:rPr dirty="0" sz="2800">
                <a:solidFill>
                  <a:srgbClr val="4E3629"/>
                </a:solidFill>
                <a:latin typeface="Calibri"/>
                <a:cs typeface="Calibri"/>
              </a:rPr>
              <a:t>Oracle</a:t>
            </a:r>
            <a:r>
              <a:rPr dirty="0" sz="2800" spc="-85">
                <a:solidFill>
                  <a:srgbClr val="4E3629"/>
                </a:solidFill>
                <a:latin typeface="Calibri"/>
                <a:cs typeface="Calibri"/>
              </a:rPr>
              <a:t> </a:t>
            </a:r>
            <a:r>
              <a:rPr dirty="0" sz="2800">
                <a:solidFill>
                  <a:srgbClr val="4E3629"/>
                </a:solidFill>
                <a:latin typeface="Calibri"/>
                <a:cs typeface="Calibri"/>
              </a:rPr>
              <a:t>también</a:t>
            </a:r>
            <a:r>
              <a:rPr dirty="0" sz="2800" spc="-65">
                <a:solidFill>
                  <a:srgbClr val="4E3629"/>
                </a:solidFill>
                <a:latin typeface="Calibri"/>
                <a:cs typeface="Calibri"/>
              </a:rPr>
              <a:t> </a:t>
            </a:r>
            <a:r>
              <a:rPr dirty="0" sz="2800">
                <a:solidFill>
                  <a:srgbClr val="4E3629"/>
                </a:solidFill>
                <a:latin typeface="Calibri"/>
                <a:cs typeface="Calibri"/>
              </a:rPr>
              <a:t>soporta</a:t>
            </a:r>
            <a:r>
              <a:rPr dirty="0" sz="2800" spc="-70">
                <a:solidFill>
                  <a:srgbClr val="4E3629"/>
                </a:solidFill>
                <a:latin typeface="Calibri"/>
                <a:cs typeface="Calibri"/>
              </a:rPr>
              <a:t> </a:t>
            </a:r>
            <a:r>
              <a:rPr dirty="0" sz="2800">
                <a:solidFill>
                  <a:srgbClr val="4E3629"/>
                </a:solidFill>
                <a:latin typeface="Calibri"/>
                <a:cs typeface="Calibri"/>
              </a:rPr>
              <a:t>otro</a:t>
            </a:r>
            <a:r>
              <a:rPr dirty="0" sz="2800" spc="-75">
                <a:solidFill>
                  <a:srgbClr val="4E3629"/>
                </a:solidFill>
                <a:latin typeface="Calibri"/>
                <a:cs typeface="Calibri"/>
              </a:rPr>
              <a:t> </a:t>
            </a:r>
            <a:r>
              <a:rPr dirty="0" sz="2800">
                <a:solidFill>
                  <a:srgbClr val="4E3629"/>
                </a:solidFill>
                <a:latin typeface="Calibri"/>
                <a:cs typeface="Calibri"/>
              </a:rPr>
              <a:t>tipo</a:t>
            </a:r>
            <a:r>
              <a:rPr dirty="0" sz="2800" spc="-7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p:txBody>
      </p:sp>
      <p:sp>
        <p:nvSpPr>
          <p:cNvPr id="6" name="object 6" descr=""/>
          <p:cNvSpPr txBox="1"/>
          <p:nvPr/>
        </p:nvSpPr>
        <p:spPr>
          <a:xfrm>
            <a:off x="483552" y="1723133"/>
            <a:ext cx="5086985" cy="3385820"/>
          </a:xfrm>
          <a:prstGeom prst="rect">
            <a:avLst/>
          </a:prstGeom>
        </p:spPr>
        <p:txBody>
          <a:bodyPr wrap="square" lIns="0" tIns="12065" rIns="0" bIns="0" rtlCol="0" vert="horz">
            <a:spAutoFit/>
          </a:bodyPr>
          <a:lstStyle/>
          <a:p>
            <a:pPr marL="184785">
              <a:lnSpc>
                <a:spcPct val="100000"/>
              </a:lnSpc>
              <a:spcBef>
                <a:spcPts val="95"/>
              </a:spcBef>
            </a:pPr>
            <a:r>
              <a:rPr dirty="0" sz="2800" spc="-10">
                <a:solidFill>
                  <a:srgbClr val="4E3629"/>
                </a:solidFill>
                <a:latin typeface="Calibri"/>
                <a:cs typeface="Calibri"/>
              </a:rPr>
              <a:t>externa</a:t>
            </a:r>
            <a:endParaRPr sz="2800">
              <a:latin typeface="Calibri"/>
              <a:cs typeface="Calibri"/>
            </a:endParaRPr>
          </a:p>
          <a:p>
            <a:pPr marL="182880" marR="5080" indent="-170815">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a:solidFill>
                  <a:srgbClr val="4E3629"/>
                </a:solidFill>
                <a:latin typeface="Calibri"/>
                <a:cs typeface="Calibri"/>
              </a:rPr>
              <a:t>externa,</a:t>
            </a:r>
            <a:r>
              <a:rPr dirty="0" sz="2800" spc="-55">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filas</a:t>
            </a:r>
            <a:r>
              <a:rPr dirty="0" sz="2800" spc="-7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están</a:t>
            </a:r>
            <a:r>
              <a:rPr dirty="0" sz="2800" spc="-7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a:solidFill>
                  <a:srgbClr val="4E3629"/>
                </a:solidFill>
                <a:latin typeface="Calibri"/>
                <a:cs typeface="Calibri"/>
              </a:rPr>
              <a:t>archivos</a:t>
            </a:r>
            <a:r>
              <a:rPr dirty="0" sz="2800" spc="-7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base</a:t>
            </a:r>
            <a:r>
              <a:rPr dirty="0" sz="2800" spc="-4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datos,</a:t>
            </a:r>
            <a:r>
              <a:rPr dirty="0" sz="2800" spc="-30">
                <a:solidFill>
                  <a:srgbClr val="4E3629"/>
                </a:solidFill>
                <a:latin typeface="Calibri"/>
                <a:cs typeface="Calibri"/>
              </a:rPr>
              <a:t> </a:t>
            </a:r>
            <a:r>
              <a:rPr dirty="0" sz="2800">
                <a:solidFill>
                  <a:srgbClr val="4E3629"/>
                </a:solidFill>
                <a:latin typeface="Calibri"/>
                <a:cs typeface="Calibri"/>
              </a:rPr>
              <a:t>sino</a:t>
            </a:r>
            <a:r>
              <a:rPr dirty="0" sz="2800" spc="-20">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spc="-25">
                <a:solidFill>
                  <a:srgbClr val="4E3629"/>
                </a:solidFill>
                <a:latin typeface="Calibri"/>
                <a:cs typeface="Calibri"/>
              </a:rPr>
              <a:t>su </a:t>
            </a:r>
            <a:r>
              <a:rPr dirty="0" sz="2800" spc="-25">
                <a:solidFill>
                  <a:srgbClr val="4E3629"/>
                </a:solidFill>
                <a:latin typeface="Calibri"/>
                <a:cs typeface="Calibri"/>
              </a:rPr>
              <a:t>	</a:t>
            </a:r>
            <a:r>
              <a:rPr dirty="0" sz="2800">
                <a:solidFill>
                  <a:srgbClr val="4E3629"/>
                </a:solidFill>
                <a:latin typeface="Calibri"/>
                <a:cs typeface="Calibri"/>
              </a:rPr>
              <a:t>lugar</a:t>
            </a:r>
            <a:r>
              <a:rPr dirty="0" sz="2800" spc="-7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a:solidFill>
                  <a:srgbClr val="4E3629"/>
                </a:solidFill>
                <a:latin typeface="Calibri"/>
                <a:cs typeface="Calibri"/>
              </a:rPr>
              <a:t>encuentran</a:t>
            </a:r>
            <a:r>
              <a:rPr dirty="0" sz="2800" spc="-4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un</a:t>
            </a:r>
            <a:r>
              <a:rPr dirty="0" sz="2800" spc="-50">
                <a:solidFill>
                  <a:srgbClr val="4E3629"/>
                </a:solidFill>
                <a:latin typeface="Calibri"/>
                <a:cs typeface="Calibri"/>
              </a:rPr>
              <a:t> </a:t>
            </a:r>
            <a:r>
              <a:rPr dirty="0" sz="2800" spc="-10">
                <a:solidFill>
                  <a:srgbClr val="4E3629"/>
                </a:solidFill>
                <a:latin typeface="Calibri"/>
                <a:cs typeface="Calibri"/>
              </a:rPr>
              <a:t>archivo </a:t>
            </a:r>
            <a:r>
              <a:rPr dirty="0" sz="2800" spc="-10">
                <a:solidFill>
                  <a:srgbClr val="4E3629"/>
                </a:solidFill>
                <a:latin typeface="Calibri"/>
                <a:cs typeface="Calibri"/>
              </a:rPr>
              <a:t>	</a:t>
            </a:r>
            <a:r>
              <a:rPr dirty="0" sz="2800">
                <a:solidFill>
                  <a:srgbClr val="4E3629"/>
                </a:solidFill>
                <a:latin typeface="Calibri"/>
                <a:cs typeface="Calibri"/>
              </a:rPr>
              <a:t>plano,</a:t>
            </a:r>
            <a:r>
              <a:rPr dirty="0" sz="2800" spc="-75">
                <a:solidFill>
                  <a:srgbClr val="4E3629"/>
                </a:solidFill>
                <a:latin typeface="Calibri"/>
                <a:cs typeface="Calibri"/>
              </a:rPr>
              <a:t> </a:t>
            </a:r>
            <a:r>
              <a:rPr dirty="0" sz="2800">
                <a:solidFill>
                  <a:srgbClr val="4E3629"/>
                </a:solidFill>
                <a:latin typeface="Calibri"/>
                <a:cs typeface="Calibri"/>
              </a:rPr>
              <a:t>almacenado</a:t>
            </a:r>
            <a:r>
              <a:rPr dirty="0" sz="2800" spc="-90">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spc="-10">
                <a:solidFill>
                  <a:srgbClr val="4E3629"/>
                </a:solidFill>
                <a:latin typeface="Calibri"/>
                <a:cs typeface="Calibri"/>
              </a:rPr>
              <a:t>forma </a:t>
            </a:r>
            <a:r>
              <a:rPr dirty="0" sz="2800" spc="-10">
                <a:solidFill>
                  <a:srgbClr val="4E3629"/>
                </a:solidFill>
                <a:latin typeface="Calibri"/>
                <a:cs typeface="Calibri"/>
              </a:rPr>
              <a:t>	</a:t>
            </a:r>
            <a:r>
              <a:rPr dirty="0" sz="2800">
                <a:solidFill>
                  <a:srgbClr val="4E3629"/>
                </a:solidFill>
                <a:latin typeface="Calibri"/>
                <a:cs typeface="Calibri"/>
              </a:rPr>
              <a:t>externa</a:t>
            </a:r>
            <a:r>
              <a:rPr dirty="0" sz="2800" spc="-35">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la</a:t>
            </a:r>
            <a:r>
              <a:rPr dirty="0" sz="2800" spc="-30">
                <a:solidFill>
                  <a:srgbClr val="4E3629"/>
                </a:solidFill>
                <a:latin typeface="Calibri"/>
                <a:cs typeface="Calibri"/>
              </a:rPr>
              <a:t> </a:t>
            </a:r>
            <a:r>
              <a:rPr dirty="0" sz="2800">
                <a:solidFill>
                  <a:srgbClr val="4E3629"/>
                </a:solidFill>
                <a:latin typeface="Calibri"/>
                <a:cs typeface="Calibri"/>
              </a:rPr>
              <a:t>base</a:t>
            </a:r>
            <a:r>
              <a:rPr dirty="0" sz="2800" spc="-20">
                <a:solidFill>
                  <a:srgbClr val="4E3629"/>
                </a:solidFill>
                <a:latin typeface="Calibri"/>
                <a:cs typeface="Calibri"/>
              </a:rPr>
              <a:t> </a:t>
            </a:r>
            <a:r>
              <a:rPr dirty="0" sz="2800">
                <a:solidFill>
                  <a:srgbClr val="4E3629"/>
                </a:solidFill>
                <a:latin typeface="Calibri"/>
                <a:cs typeface="Calibri"/>
              </a:rPr>
              <a:t>de</a:t>
            </a:r>
            <a:r>
              <a:rPr dirty="0" sz="2800" spc="-20">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182880" marR="182245" indent="-170815">
              <a:lnSpc>
                <a:spcPct val="80000"/>
              </a:lnSpc>
              <a:spcBef>
                <a:spcPts val="795"/>
              </a:spcBef>
              <a:buClr>
                <a:srgbClr val="D1350F"/>
              </a:buClr>
              <a:buFont typeface="Arial MT"/>
              <a:buChar char="•"/>
              <a:tabLst>
                <a:tab pos="184785" algn="l"/>
              </a:tabLst>
            </a:pPr>
            <a:r>
              <a:rPr dirty="0" sz="2800" spc="-10">
                <a:solidFill>
                  <a:srgbClr val="4E3629"/>
                </a:solidFill>
                <a:latin typeface="Calibri"/>
                <a:cs typeface="Calibri"/>
              </a:rPr>
              <a:t>Normalmente,</a:t>
            </a:r>
            <a:r>
              <a:rPr dirty="0" sz="2800" spc="-40">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a:solidFill>
                  <a:srgbClr val="4E3629"/>
                </a:solidFill>
                <a:latin typeface="Calibri"/>
                <a:cs typeface="Calibri"/>
              </a:rPr>
              <a:t>tabla</a:t>
            </a:r>
            <a:r>
              <a:rPr dirty="0" sz="2800" spc="-40">
                <a:solidFill>
                  <a:srgbClr val="4E3629"/>
                </a:solidFill>
                <a:latin typeface="Calibri"/>
                <a:cs typeface="Calibri"/>
              </a:rPr>
              <a:t> </a:t>
            </a:r>
            <a:r>
              <a:rPr dirty="0" sz="2800" spc="-10">
                <a:solidFill>
                  <a:srgbClr val="4E3629"/>
                </a:solidFill>
                <a:latin typeface="Calibri"/>
                <a:cs typeface="Calibri"/>
              </a:rPr>
              <a:t>externa </a:t>
            </a:r>
            <a:r>
              <a:rPr dirty="0" sz="2800" spc="-10">
                <a:solidFill>
                  <a:srgbClr val="4E3629"/>
                </a:solidFill>
                <a:latin typeface="Calibri"/>
                <a:cs typeface="Calibri"/>
              </a:rPr>
              <a:t>	</a:t>
            </a:r>
            <a:r>
              <a:rPr dirty="0" sz="2800">
                <a:solidFill>
                  <a:srgbClr val="4E3629"/>
                </a:solidFill>
                <a:latin typeface="Calibri"/>
                <a:cs typeface="Calibri"/>
              </a:rPr>
              <a:t>se</a:t>
            </a:r>
            <a:r>
              <a:rPr dirty="0" sz="2800" spc="-85">
                <a:solidFill>
                  <a:srgbClr val="4E3629"/>
                </a:solidFill>
                <a:latin typeface="Calibri"/>
                <a:cs typeface="Calibri"/>
              </a:rPr>
              <a:t> </a:t>
            </a:r>
            <a:r>
              <a:rPr dirty="0" sz="2800">
                <a:solidFill>
                  <a:srgbClr val="4E3629"/>
                </a:solidFill>
                <a:latin typeface="Calibri"/>
                <a:cs typeface="Calibri"/>
              </a:rPr>
              <a:t>utiliza</a:t>
            </a:r>
            <a:r>
              <a:rPr dirty="0" sz="2800" spc="-70">
                <a:solidFill>
                  <a:srgbClr val="4E3629"/>
                </a:solidFill>
                <a:latin typeface="Calibri"/>
                <a:cs typeface="Calibri"/>
              </a:rPr>
              <a:t> </a:t>
            </a:r>
            <a:r>
              <a:rPr dirty="0" sz="280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almacenar</a:t>
            </a:r>
            <a:r>
              <a:rPr dirty="0" sz="2800" spc="-100">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p:txBody>
      </p:sp>
      <p:sp>
        <p:nvSpPr>
          <p:cNvPr id="7" name="object 7" descr=""/>
          <p:cNvSpPr txBox="1"/>
          <p:nvPr/>
        </p:nvSpPr>
        <p:spPr>
          <a:xfrm>
            <a:off x="655764" y="4998075"/>
            <a:ext cx="479869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4E3629"/>
                </a:solidFill>
                <a:latin typeface="Calibri"/>
                <a:cs typeface="Calibri"/>
              </a:rPr>
              <a:t>migrados</a:t>
            </a:r>
            <a:r>
              <a:rPr dirty="0" sz="2800" spc="-8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versiones</a:t>
            </a:r>
            <a:r>
              <a:rPr dirty="0" sz="2800" spc="-70">
                <a:solidFill>
                  <a:srgbClr val="4E3629"/>
                </a:solidFill>
                <a:latin typeface="Calibri"/>
                <a:cs typeface="Calibri"/>
              </a:rPr>
              <a:t> </a:t>
            </a:r>
            <a:r>
              <a:rPr dirty="0" sz="2800" spc="-10">
                <a:solidFill>
                  <a:srgbClr val="4E3629"/>
                </a:solidFill>
                <a:latin typeface="Calibri"/>
                <a:cs typeface="Calibri"/>
              </a:rPr>
              <a:t>anteriores</a:t>
            </a:r>
            <a:endParaRPr sz="2800">
              <a:latin typeface="Calibri"/>
              <a:cs typeface="Calibri"/>
            </a:endParaRPr>
          </a:p>
        </p:txBody>
      </p:sp>
      <p:sp>
        <p:nvSpPr>
          <p:cNvPr id="8" name="object 8" descr=""/>
          <p:cNvSpPr txBox="1"/>
          <p:nvPr/>
        </p:nvSpPr>
        <p:spPr>
          <a:xfrm>
            <a:off x="655764" y="5339319"/>
            <a:ext cx="7204075" cy="452120"/>
          </a:xfrm>
          <a:prstGeom prst="rect">
            <a:avLst/>
          </a:prstGeom>
        </p:spPr>
        <p:txBody>
          <a:bodyPr wrap="square" lIns="0" tIns="12065" rIns="0" bIns="0" rtlCol="0" vert="horz">
            <a:spAutoFit/>
          </a:bodyPr>
          <a:lstStyle/>
          <a:p>
            <a:pPr marL="12700">
              <a:lnSpc>
                <a:spcPct val="100000"/>
              </a:lnSpc>
              <a:spcBef>
                <a:spcPts val="95"/>
              </a:spcBef>
            </a:pP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bases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utilizadas</a:t>
            </a:r>
            <a:r>
              <a:rPr dirty="0" sz="2800" spc="-45">
                <a:solidFill>
                  <a:srgbClr val="4E3629"/>
                </a:solidFill>
                <a:latin typeface="Calibri"/>
                <a:cs typeface="Calibri"/>
              </a:rPr>
              <a:t> </a:t>
            </a:r>
            <a:r>
              <a:rPr dirty="0" sz="2800">
                <a:solidFill>
                  <a:srgbClr val="4E3629"/>
                </a:solidFill>
                <a:latin typeface="Calibri"/>
                <a:cs typeface="Calibri"/>
              </a:rPr>
              <a:t>por</a:t>
            </a:r>
            <a:r>
              <a:rPr dirty="0" sz="2800" spc="-55">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spc="-10">
                <a:solidFill>
                  <a:srgbClr val="4E3629"/>
                </a:solidFill>
                <a:latin typeface="Calibri"/>
                <a:cs typeface="Calibri"/>
              </a:rPr>
              <a:t>compañía</a:t>
            </a:r>
            <a:endParaRPr sz="2800">
              <a:latin typeface="Calibri"/>
              <a:cs typeface="Calibri"/>
            </a:endParaRPr>
          </a:p>
        </p:txBody>
      </p:sp>
      <p:grpSp>
        <p:nvGrpSpPr>
          <p:cNvPr id="9" name="object 9" descr=""/>
          <p:cNvGrpSpPr/>
          <p:nvPr/>
        </p:nvGrpSpPr>
        <p:grpSpPr>
          <a:xfrm>
            <a:off x="6050279" y="1837944"/>
            <a:ext cx="2598420" cy="2030095"/>
            <a:chOff x="6050279" y="1837944"/>
            <a:chExt cx="2598420" cy="2030095"/>
          </a:xfrm>
        </p:grpSpPr>
        <p:sp>
          <p:nvSpPr>
            <p:cNvPr id="10" name="object 10" descr=""/>
            <p:cNvSpPr/>
            <p:nvPr/>
          </p:nvSpPr>
          <p:spPr>
            <a:xfrm>
              <a:off x="6064757" y="2102548"/>
              <a:ext cx="2569845" cy="1751330"/>
            </a:xfrm>
            <a:custGeom>
              <a:avLst/>
              <a:gdLst/>
              <a:ahLst/>
              <a:cxnLst/>
              <a:rect l="l" t="t" r="r" b="b"/>
              <a:pathLst>
                <a:path w="2569845" h="1751329">
                  <a:moveTo>
                    <a:pt x="2569464" y="0"/>
                  </a:moveTo>
                  <a:lnTo>
                    <a:pt x="2550197" y="43395"/>
                  </a:lnTo>
                  <a:lnTo>
                    <a:pt x="2516949" y="71012"/>
                  </a:lnTo>
                  <a:lnTo>
                    <a:pt x="2468503" y="97359"/>
                  </a:lnTo>
                  <a:lnTo>
                    <a:pt x="2405822" y="122248"/>
                  </a:lnTo>
                  <a:lnTo>
                    <a:pt x="2369446" y="134088"/>
                  </a:lnTo>
                  <a:lnTo>
                    <a:pt x="2329872" y="145493"/>
                  </a:lnTo>
                  <a:lnTo>
                    <a:pt x="2287222" y="156440"/>
                  </a:lnTo>
                  <a:lnTo>
                    <a:pt x="2241615" y="166905"/>
                  </a:lnTo>
                  <a:lnTo>
                    <a:pt x="2193174" y="176864"/>
                  </a:lnTo>
                  <a:lnTo>
                    <a:pt x="2142017" y="186296"/>
                  </a:lnTo>
                  <a:lnTo>
                    <a:pt x="2088265" y="195175"/>
                  </a:lnTo>
                  <a:lnTo>
                    <a:pt x="2032040" y="203479"/>
                  </a:lnTo>
                  <a:lnTo>
                    <a:pt x="1973460" y="211184"/>
                  </a:lnTo>
                  <a:lnTo>
                    <a:pt x="1912648" y="218266"/>
                  </a:lnTo>
                  <a:lnTo>
                    <a:pt x="1849723" y="224702"/>
                  </a:lnTo>
                  <a:lnTo>
                    <a:pt x="1784807" y="230469"/>
                  </a:lnTo>
                  <a:lnTo>
                    <a:pt x="1718018" y="235544"/>
                  </a:lnTo>
                  <a:lnTo>
                    <a:pt x="1649478" y="239902"/>
                  </a:lnTo>
                  <a:lnTo>
                    <a:pt x="1579308" y="243520"/>
                  </a:lnTo>
                  <a:lnTo>
                    <a:pt x="1507628" y="246375"/>
                  </a:lnTo>
                  <a:lnTo>
                    <a:pt x="1434558" y="248443"/>
                  </a:lnTo>
                  <a:lnTo>
                    <a:pt x="1360219" y="249701"/>
                  </a:lnTo>
                  <a:lnTo>
                    <a:pt x="1284732" y="250126"/>
                  </a:lnTo>
                  <a:lnTo>
                    <a:pt x="1209244" y="249701"/>
                  </a:lnTo>
                  <a:lnTo>
                    <a:pt x="1134905" y="248443"/>
                  </a:lnTo>
                  <a:lnTo>
                    <a:pt x="1061835" y="246375"/>
                  </a:lnTo>
                  <a:lnTo>
                    <a:pt x="990155" y="243520"/>
                  </a:lnTo>
                  <a:lnTo>
                    <a:pt x="919985" y="239902"/>
                  </a:lnTo>
                  <a:lnTo>
                    <a:pt x="851445" y="235544"/>
                  </a:lnTo>
                  <a:lnTo>
                    <a:pt x="784656" y="230469"/>
                  </a:lnTo>
                  <a:lnTo>
                    <a:pt x="719740" y="224702"/>
                  </a:lnTo>
                  <a:lnTo>
                    <a:pt x="656815" y="218266"/>
                  </a:lnTo>
                  <a:lnTo>
                    <a:pt x="596003" y="211184"/>
                  </a:lnTo>
                  <a:lnTo>
                    <a:pt x="537423" y="203479"/>
                  </a:lnTo>
                  <a:lnTo>
                    <a:pt x="481198" y="195175"/>
                  </a:lnTo>
                  <a:lnTo>
                    <a:pt x="427446" y="186296"/>
                  </a:lnTo>
                  <a:lnTo>
                    <a:pt x="376289" y="176864"/>
                  </a:lnTo>
                  <a:lnTo>
                    <a:pt x="327848" y="166905"/>
                  </a:lnTo>
                  <a:lnTo>
                    <a:pt x="282241" y="156440"/>
                  </a:lnTo>
                  <a:lnTo>
                    <a:pt x="239591" y="145493"/>
                  </a:lnTo>
                  <a:lnTo>
                    <a:pt x="200017" y="134088"/>
                  </a:lnTo>
                  <a:lnTo>
                    <a:pt x="163641" y="122248"/>
                  </a:lnTo>
                  <a:lnTo>
                    <a:pt x="100960" y="97359"/>
                  </a:lnTo>
                  <a:lnTo>
                    <a:pt x="52514" y="71012"/>
                  </a:lnTo>
                  <a:lnTo>
                    <a:pt x="19266" y="43395"/>
                  </a:lnTo>
                  <a:lnTo>
                    <a:pt x="0" y="0"/>
                  </a:lnTo>
                  <a:lnTo>
                    <a:pt x="0" y="1500759"/>
                  </a:lnTo>
                  <a:lnTo>
                    <a:pt x="19266" y="1544154"/>
                  </a:lnTo>
                  <a:lnTo>
                    <a:pt x="52514" y="1571771"/>
                  </a:lnTo>
                  <a:lnTo>
                    <a:pt x="100960" y="1598118"/>
                  </a:lnTo>
                  <a:lnTo>
                    <a:pt x="163641" y="1623007"/>
                  </a:lnTo>
                  <a:lnTo>
                    <a:pt x="200017" y="1634847"/>
                  </a:lnTo>
                  <a:lnTo>
                    <a:pt x="239591" y="1646252"/>
                  </a:lnTo>
                  <a:lnTo>
                    <a:pt x="282241" y="1657199"/>
                  </a:lnTo>
                  <a:lnTo>
                    <a:pt x="327848" y="1667664"/>
                  </a:lnTo>
                  <a:lnTo>
                    <a:pt x="376289" y="1677623"/>
                  </a:lnTo>
                  <a:lnTo>
                    <a:pt x="427446" y="1687055"/>
                  </a:lnTo>
                  <a:lnTo>
                    <a:pt x="481198" y="1695934"/>
                  </a:lnTo>
                  <a:lnTo>
                    <a:pt x="537423" y="1704238"/>
                  </a:lnTo>
                  <a:lnTo>
                    <a:pt x="596003" y="1711943"/>
                  </a:lnTo>
                  <a:lnTo>
                    <a:pt x="656815" y="1719025"/>
                  </a:lnTo>
                  <a:lnTo>
                    <a:pt x="719740" y="1725461"/>
                  </a:lnTo>
                  <a:lnTo>
                    <a:pt x="784656" y="1731228"/>
                  </a:lnTo>
                  <a:lnTo>
                    <a:pt x="851445" y="1736303"/>
                  </a:lnTo>
                  <a:lnTo>
                    <a:pt x="919985" y="1740661"/>
                  </a:lnTo>
                  <a:lnTo>
                    <a:pt x="990155" y="1744279"/>
                  </a:lnTo>
                  <a:lnTo>
                    <a:pt x="1061835" y="1747134"/>
                  </a:lnTo>
                  <a:lnTo>
                    <a:pt x="1134905" y="1749202"/>
                  </a:lnTo>
                  <a:lnTo>
                    <a:pt x="1209244" y="1750460"/>
                  </a:lnTo>
                  <a:lnTo>
                    <a:pt x="1284732" y="1750885"/>
                  </a:lnTo>
                  <a:lnTo>
                    <a:pt x="1360219" y="1750460"/>
                  </a:lnTo>
                  <a:lnTo>
                    <a:pt x="1434558" y="1749202"/>
                  </a:lnTo>
                  <a:lnTo>
                    <a:pt x="1507628" y="1747134"/>
                  </a:lnTo>
                  <a:lnTo>
                    <a:pt x="1579308" y="1744279"/>
                  </a:lnTo>
                  <a:lnTo>
                    <a:pt x="1649478" y="1740661"/>
                  </a:lnTo>
                  <a:lnTo>
                    <a:pt x="1718018" y="1736303"/>
                  </a:lnTo>
                  <a:lnTo>
                    <a:pt x="1784807" y="1731228"/>
                  </a:lnTo>
                  <a:lnTo>
                    <a:pt x="1849723" y="1725461"/>
                  </a:lnTo>
                  <a:lnTo>
                    <a:pt x="1912648" y="1719025"/>
                  </a:lnTo>
                  <a:lnTo>
                    <a:pt x="1973460" y="1711943"/>
                  </a:lnTo>
                  <a:lnTo>
                    <a:pt x="2032040" y="1704238"/>
                  </a:lnTo>
                  <a:lnTo>
                    <a:pt x="2088265" y="1695934"/>
                  </a:lnTo>
                  <a:lnTo>
                    <a:pt x="2142017" y="1687055"/>
                  </a:lnTo>
                  <a:lnTo>
                    <a:pt x="2193174" y="1677623"/>
                  </a:lnTo>
                  <a:lnTo>
                    <a:pt x="2241615" y="1667664"/>
                  </a:lnTo>
                  <a:lnTo>
                    <a:pt x="2287222" y="1657199"/>
                  </a:lnTo>
                  <a:lnTo>
                    <a:pt x="2329872" y="1646252"/>
                  </a:lnTo>
                  <a:lnTo>
                    <a:pt x="2369446" y="1634847"/>
                  </a:lnTo>
                  <a:lnTo>
                    <a:pt x="2405822" y="1623007"/>
                  </a:lnTo>
                  <a:lnTo>
                    <a:pt x="2468503" y="1598118"/>
                  </a:lnTo>
                  <a:lnTo>
                    <a:pt x="2516949" y="1571771"/>
                  </a:lnTo>
                  <a:lnTo>
                    <a:pt x="2550197" y="1544154"/>
                  </a:lnTo>
                  <a:lnTo>
                    <a:pt x="2569464" y="1500759"/>
                  </a:lnTo>
                  <a:lnTo>
                    <a:pt x="2569464" y="0"/>
                  </a:lnTo>
                  <a:close/>
                </a:path>
              </a:pathLst>
            </a:custGeom>
            <a:solidFill>
              <a:srgbClr val="C0C0C0"/>
            </a:solidFill>
          </p:spPr>
          <p:txBody>
            <a:bodyPr wrap="square" lIns="0" tIns="0" rIns="0" bIns="0" rtlCol="0"/>
            <a:lstStyle/>
            <a:p/>
          </p:txBody>
        </p:sp>
        <p:sp>
          <p:nvSpPr>
            <p:cNvPr id="11" name="object 11" descr=""/>
            <p:cNvSpPr/>
            <p:nvPr/>
          </p:nvSpPr>
          <p:spPr>
            <a:xfrm>
              <a:off x="6064757" y="1852422"/>
              <a:ext cx="2569845" cy="500380"/>
            </a:xfrm>
            <a:custGeom>
              <a:avLst/>
              <a:gdLst/>
              <a:ahLst/>
              <a:cxnLst/>
              <a:rect l="l" t="t" r="r" b="b"/>
              <a:pathLst>
                <a:path w="2569845" h="500380">
                  <a:moveTo>
                    <a:pt x="1284732" y="0"/>
                  </a:moveTo>
                  <a:lnTo>
                    <a:pt x="1209244" y="424"/>
                  </a:lnTo>
                  <a:lnTo>
                    <a:pt x="1134905" y="1682"/>
                  </a:lnTo>
                  <a:lnTo>
                    <a:pt x="1061835" y="3751"/>
                  </a:lnTo>
                  <a:lnTo>
                    <a:pt x="990155" y="6606"/>
                  </a:lnTo>
                  <a:lnTo>
                    <a:pt x="919985" y="10224"/>
                  </a:lnTo>
                  <a:lnTo>
                    <a:pt x="851445" y="14582"/>
                  </a:lnTo>
                  <a:lnTo>
                    <a:pt x="784656" y="19656"/>
                  </a:lnTo>
                  <a:lnTo>
                    <a:pt x="719740" y="25423"/>
                  </a:lnTo>
                  <a:lnTo>
                    <a:pt x="656815" y="31860"/>
                  </a:lnTo>
                  <a:lnTo>
                    <a:pt x="596003" y="38942"/>
                  </a:lnTo>
                  <a:lnTo>
                    <a:pt x="537423" y="46647"/>
                  </a:lnTo>
                  <a:lnTo>
                    <a:pt x="481198" y="54950"/>
                  </a:lnTo>
                  <a:lnTo>
                    <a:pt x="427446" y="63830"/>
                  </a:lnTo>
                  <a:lnTo>
                    <a:pt x="376289" y="73261"/>
                  </a:lnTo>
                  <a:lnTo>
                    <a:pt x="327848" y="83221"/>
                  </a:lnTo>
                  <a:lnTo>
                    <a:pt x="282241" y="93686"/>
                  </a:lnTo>
                  <a:lnTo>
                    <a:pt x="239591" y="104633"/>
                  </a:lnTo>
                  <a:lnTo>
                    <a:pt x="200017" y="116038"/>
                  </a:lnTo>
                  <a:lnTo>
                    <a:pt x="163641" y="127877"/>
                  </a:lnTo>
                  <a:lnTo>
                    <a:pt x="100960" y="152767"/>
                  </a:lnTo>
                  <a:lnTo>
                    <a:pt x="52514" y="179114"/>
                  </a:lnTo>
                  <a:lnTo>
                    <a:pt x="19266" y="206731"/>
                  </a:lnTo>
                  <a:lnTo>
                    <a:pt x="0" y="250126"/>
                  </a:lnTo>
                  <a:lnTo>
                    <a:pt x="2180" y="264823"/>
                  </a:lnTo>
                  <a:lnTo>
                    <a:pt x="33930" y="307477"/>
                  </a:lnTo>
                  <a:lnTo>
                    <a:pt x="74898" y="334482"/>
                  </a:lnTo>
                  <a:lnTo>
                    <a:pt x="130581" y="360124"/>
                  </a:lnTo>
                  <a:lnTo>
                    <a:pt x="200017" y="384214"/>
                  </a:lnTo>
                  <a:lnTo>
                    <a:pt x="239591" y="395619"/>
                  </a:lnTo>
                  <a:lnTo>
                    <a:pt x="282241" y="406566"/>
                  </a:lnTo>
                  <a:lnTo>
                    <a:pt x="327848" y="417031"/>
                  </a:lnTo>
                  <a:lnTo>
                    <a:pt x="376289" y="426991"/>
                  </a:lnTo>
                  <a:lnTo>
                    <a:pt x="427446" y="436422"/>
                  </a:lnTo>
                  <a:lnTo>
                    <a:pt x="481198" y="445302"/>
                  </a:lnTo>
                  <a:lnTo>
                    <a:pt x="537423" y="453605"/>
                  </a:lnTo>
                  <a:lnTo>
                    <a:pt x="596003" y="461310"/>
                  </a:lnTo>
                  <a:lnTo>
                    <a:pt x="656815" y="468392"/>
                  </a:lnTo>
                  <a:lnTo>
                    <a:pt x="719740" y="474829"/>
                  </a:lnTo>
                  <a:lnTo>
                    <a:pt x="784656" y="480596"/>
                  </a:lnTo>
                  <a:lnTo>
                    <a:pt x="851445" y="485670"/>
                  </a:lnTo>
                  <a:lnTo>
                    <a:pt x="919985" y="490028"/>
                  </a:lnTo>
                  <a:lnTo>
                    <a:pt x="990155" y="493646"/>
                  </a:lnTo>
                  <a:lnTo>
                    <a:pt x="1061835" y="496501"/>
                  </a:lnTo>
                  <a:lnTo>
                    <a:pt x="1134905" y="498570"/>
                  </a:lnTo>
                  <a:lnTo>
                    <a:pt x="1209244" y="499828"/>
                  </a:lnTo>
                  <a:lnTo>
                    <a:pt x="1284732" y="500252"/>
                  </a:lnTo>
                  <a:lnTo>
                    <a:pt x="1360219" y="499828"/>
                  </a:lnTo>
                  <a:lnTo>
                    <a:pt x="1434558" y="498570"/>
                  </a:lnTo>
                  <a:lnTo>
                    <a:pt x="1507628" y="496501"/>
                  </a:lnTo>
                  <a:lnTo>
                    <a:pt x="1579308" y="493646"/>
                  </a:lnTo>
                  <a:lnTo>
                    <a:pt x="1649478" y="490028"/>
                  </a:lnTo>
                  <a:lnTo>
                    <a:pt x="1718018" y="485670"/>
                  </a:lnTo>
                  <a:lnTo>
                    <a:pt x="1784807" y="480596"/>
                  </a:lnTo>
                  <a:lnTo>
                    <a:pt x="1849723" y="474829"/>
                  </a:lnTo>
                  <a:lnTo>
                    <a:pt x="1912648" y="468392"/>
                  </a:lnTo>
                  <a:lnTo>
                    <a:pt x="1973460" y="461310"/>
                  </a:lnTo>
                  <a:lnTo>
                    <a:pt x="2032040" y="453605"/>
                  </a:lnTo>
                  <a:lnTo>
                    <a:pt x="2088265" y="445302"/>
                  </a:lnTo>
                  <a:lnTo>
                    <a:pt x="2142017" y="436422"/>
                  </a:lnTo>
                  <a:lnTo>
                    <a:pt x="2193174" y="426991"/>
                  </a:lnTo>
                  <a:lnTo>
                    <a:pt x="2241615" y="417031"/>
                  </a:lnTo>
                  <a:lnTo>
                    <a:pt x="2287222" y="406566"/>
                  </a:lnTo>
                  <a:lnTo>
                    <a:pt x="2329872" y="395619"/>
                  </a:lnTo>
                  <a:lnTo>
                    <a:pt x="2369446" y="384214"/>
                  </a:lnTo>
                  <a:lnTo>
                    <a:pt x="2405822" y="372375"/>
                  </a:lnTo>
                  <a:lnTo>
                    <a:pt x="2468503" y="347485"/>
                  </a:lnTo>
                  <a:lnTo>
                    <a:pt x="2516949" y="321138"/>
                  </a:lnTo>
                  <a:lnTo>
                    <a:pt x="2550197" y="293521"/>
                  </a:lnTo>
                  <a:lnTo>
                    <a:pt x="2569464" y="250126"/>
                  </a:lnTo>
                  <a:lnTo>
                    <a:pt x="2567283" y="235429"/>
                  </a:lnTo>
                  <a:lnTo>
                    <a:pt x="2535533" y="192775"/>
                  </a:lnTo>
                  <a:lnTo>
                    <a:pt x="2494565" y="165770"/>
                  </a:lnTo>
                  <a:lnTo>
                    <a:pt x="2438882" y="140128"/>
                  </a:lnTo>
                  <a:lnTo>
                    <a:pt x="2369446" y="116038"/>
                  </a:lnTo>
                  <a:lnTo>
                    <a:pt x="2329872" y="104633"/>
                  </a:lnTo>
                  <a:lnTo>
                    <a:pt x="2287222" y="93686"/>
                  </a:lnTo>
                  <a:lnTo>
                    <a:pt x="2241615" y="83221"/>
                  </a:lnTo>
                  <a:lnTo>
                    <a:pt x="2193174" y="73261"/>
                  </a:lnTo>
                  <a:lnTo>
                    <a:pt x="2142017" y="63830"/>
                  </a:lnTo>
                  <a:lnTo>
                    <a:pt x="2088265" y="54950"/>
                  </a:lnTo>
                  <a:lnTo>
                    <a:pt x="2032040" y="46647"/>
                  </a:lnTo>
                  <a:lnTo>
                    <a:pt x="1973460" y="38942"/>
                  </a:lnTo>
                  <a:lnTo>
                    <a:pt x="1912648" y="31860"/>
                  </a:lnTo>
                  <a:lnTo>
                    <a:pt x="1849723" y="25423"/>
                  </a:lnTo>
                  <a:lnTo>
                    <a:pt x="1784807" y="19656"/>
                  </a:lnTo>
                  <a:lnTo>
                    <a:pt x="1718018" y="14582"/>
                  </a:lnTo>
                  <a:lnTo>
                    <a:pt x="1649478" y="10224"/>
                  </a:lnTo>
                  <a:lnTo>
                    <a:pt x="1579308" y="6606"/>
                  </a:lnTo>
                  <a:lnTo>
                    <a:pt x="1507628" y="3751"/>
                  </a:lnTo>
                  <a:lnTo>
                    <a:pt x="1434558" y="1682"/>
                  </a:lnTo>
                  <a:lnTo>
                    <a:pt x="1360219" y="424"/>
                  </a:lnTo>
                  <a:lnTo>
                    <a:pt x="1284732" y="0"/>
                  </a:lnTo>
                  <a:close/>
                </a:path>
              </a:pathLst>
            </a:custGeom>
            <a:solidFill>
              <a:srgbClr val="DADADA"/>
            </a:solidFill>
          </p:spPr>
          <p:txBody>
            <a:bodyPr wrap="square" lIns="0" tIns="0" rIns="0" bIns="0" rtlCol="0"/>
            <a:lstStyle/>
            <a:p/>
          </p:txBody>
        </p:sp>
        <p:sp>
          <p:nvSpPr>
            <p:cNvPr id="12" name="object 12" descr=""/>
            <p:cNvSpPr/>
            <p:nvPr/>
          </p:nvSpPr>
          <p:spPr>
            <a:xfrm>
              <a:off x="6064757" y="1852422"/>
              <a:ext cx="2569845" cy="2001520"/>
            </a:xfrm>
            <a:custGeom>
              <a:avLst/>
              <a:gdLst/>
              <a:ahLst/>
              <a:cxnLst/>
              <a:rect l="l" t="t" r="r" b="b"/>
              <a:pathLst>
                <a:path w="2569845" h="2001520">
                  <a:moveTo>
                    <a:pt x="2569464" y="250126"/>
                  </a:moveTo>
                  <a:lnTo>
                    <a:pt x="2550197" y="293521"/>
                  </a:lnTo>
                  <a:lnTo>
                    <a:pt x="2516949" y="321138"/>
                  </a:lnTo>
                  <a:lnTo>
                    <a:pt x="2468503" y="347485"/>
                  </a:lnTo>
                  <a:lnTo>
                    <a:pt x="2405822" y="372375"/>
                  </a:lnTo>
                  <a:lnTo>
                    <a:pt x="2369446" y="384214"/>
                  </a:lnTo>
                  <a:lnTo>
                    <a:pt x="2329872" y="395619"/>
                  </a:lnTo>
                  <a:lnTo>
                    <a:pt x="2287222" y="406566"/>
                  </a:lnTo>
                  <a:lnTo>
                    <a:pt x="2241615" y="417031"/>
                  </a:lnTo>
                  <a:lnTo>
                    <a:pt x="2193174" y="426991"/>
                  </a:lnTo>
                  <a:lnTo>
                    <a:pt x="2142017" y="436422"/>
                  </a:lnTo>
                  <a:lnTo>
                    <a:pt x="2088265" y="445302"/>
                  </a:lnTo>
                  <a:lnTo>
                    <a:pt x="2032040" y="453605"/>
                  </a:lnTo>
                  <a:lnTo>
                    <a:pt x="1973460" y="461310"/>
                  </a:lnTo>
                  <a:lnTo>
                    <a:pt x="1912648" y="468392"/>
                  </a:lnTo>
                  <a:lnTo>
                    <a:pt x="1849723" y="474829"/>
                  </a:lnTo>
                  <a:lnTo>
                    <a:pt x="1784807" y="480596"/>
                  </a:lnTo>
                  <a:lnTo>
                    <a:pt x="1718018" y="485670"/>
                  </a:lnTo>
                  <a:lnTo>
                    <a:pt x="1649478" y="490028"/>
                  </a:lnTo>
                  <a:lnTo>
                    <a:pt x="1579308" y="493646"/>
                  </a:lnTo>
                  <a:lnTo>
                    <a:pt x="1507628" y="496501"/>
                  </a:lnTo>
                  <a:lnTo>
                    <a:pt x="1434558" y="498570"/>
                  </a:lnTo>
                  <a:lnTo>
                    <a:pt x="1360219" y="499828"/>
                  </a:lnTo>
                  <a:lnTo>
                    <a:pt x="1284732" y="500252"/>
                  </a:lnTo>
                  <a:lnTo>
                    <a:pt x="1209244" y="499828"/>
                  </a:lnTo>
                  <a:lnTo>
                    <a:pt x="1134905" y="498570"/>
                  </a:lnTo>
                  <a:lnTo>
                    <a:pt x="1061835" y="496501"/>
                  </a:lnTo>
                  <a:lnTo>
                    <a:pt x="990155" y="493646"/>
                  </a:lnTo>
                  <a:lnTo>
                    <a:pt x="919985" y="490028"/>
                  </a:lnTo>
                  <a:lnTo>
                    <a:pt x="851445" y="485670"/>
                  </a:lnTo>
                  <a:lnTo>
                    <a:pt x="784656" y="480596"/>
                  </a:lnTo>
                  <a:lnTo>
                    <a:pt x="719740" y="474829"/>
                  </a:lnTo>
                  <a:lnTo>
                    <a:pt x="656815" y="468392"/>
                  </a:lnTo>
                  <a:lnTo>
                    <a:pt x="596003" y="461310"/>
                  </a:lnTo>
                  <a:lnTo>
                    <a:pt x="537423" y="453605"/>
                  </a:lnTo>
                  <a:lnTo>
                    <a:pt x="481198" y="445302"/>
                  </a:lnTo>
                  <a:lnTo>
                    <a:pt x="427446" y="436422"/>
                  </a:lnTo>
                  <a:lnTo>
                    <a:pt x="376289" y="426991"/>
                  </a:lnTo>
                  <a:lnTo>
                    <a:pt x="327848" y="417031"/>
                  </a:lnTo>
                  <a:lnTo>
                    <a:pt x="282241" y="406566"/>
                  </a:lnTo>
                  <a:lnTo>
                    <a:pt x="239591" y="395619"/>
                  </a:lnTo>
                  <a:lnTo>
                    <a:pt x="200017" y="384214"/>
                  </a:lnTo>
                  <a:lnTo>
                    <a:pt x="163641" y="372375"/>
                  </a:lnTo>
                  <a:lnTo>
                    <a:pt x="100960" y="347485"/>
                  </a:lnTo>
                  <a:lnTo>
                    <a:pt x="52514" y="321138"/>
                  </a:lnTo>
                  <a:lnTo>
                    <a:pt x="19266" y="293521"/>
                  </a:lnTo>
                  <a:lnTo>
                    <a:pt x="0" y="250126"/>
                  </a:lnTo>
                  <a:lnTo>
                    <a:pt x="2180" y="235429"/>
                  </a:lnTo>
                  <a:lnTo>
                    <a:pt x="33930" y="192775"/>
                  </a:lnTo>
                  <a:lnTo>
                    <a:pt x="74898" y="165770"/>
                  </a:lnTo>
                  <a:lnTo>
                    <a:pt x="130581" y="140128"/>
                  </a:lnTo>
                  <a:lnTo>
                    <a:pt x="200017" y="116038"/>
                  </a:lnTo>
                  <a:lnTo>
                    <a:pt x="239591" y="104633"/>
                  </a:lnTo>
                  <a:lnTo>
                    <a:pt x="282241" y="93686"/>
                  </a:lnTo>
                  <a:lnTo>
                    <a:pt x="327848" y="83221"/>
                  </a:lnTo>
                  <a:lnTo>
                    <a:pt x="376289" y="73261"/>
                  </a:lnTo>
                  <a:lnTo>
                    <a:pt x="427446" y="63830"/>
                  </a:lnTo>
                  <a:lnTo>
                    <a:pt x="481198" y="54950"/>
                  </a:lnTo>
                  <a:lnTo>
                    <a:pt x="537423" y="46647"/>
                  </a:lnTo>
                  <a:lnTo>
                    <a:pt x="596003" y="38942"/>
                  </a:lnTo>
                  <a:lnTo>
                    <a:pt x="656815" y="31860"/>
                  </a:lnTo>
                  <a:lnTo>
                    <a:pt x="719740" y="25423"/>
                  </a:lnTo>
                  <a:lnTo>
                    <a:pt x="784656" y="19656"/>
                  </a:lnTo>
                  <a:lnTo>
                    <a:pt x="851445" y="14582"/>
                  </a:lnTo>
                  <a:lnTo>
                    <a:pt x="919985" y="10224"/>
                  </a:lnTo>
                  <a:lnTo>
                    <a:pt x="990155" y="6606"/>
                  </a:lnTo>
                  <a:lnTo>
                    <a:pt x="1061835" y="3751"/>
                  </a:lnTo>
                  <a:lnTo>
                    <a:pt x="1134905" y="1682"/>
                  </a:lnTo>
                  <a:lnTo>
                    <a:pt x="1209244" y="424"/>
                  </a:lnTo>
                  <a:lnTo>
                    <a:pt x="1284732" y="0"/>
                  </a:lnTo>
                  <a:lnTo>
                    <a:pt x="1360219" y="424"/>
                  </a:lnTo>
                  <a:lnTo>
                    <a:pt x="1434558" y="1682"/>
                  </a:lnTo>
                  <a:lnTo>
                    <a:pt x="1507628" y="3751"/>
                  </a:lnTo>
                  <a:lnTo>
                    <a:pt x="1579308" y="6606"/>
                  </a:lnTo>
                  <a:lnTo>
                    <a:pt x="1649478" y="10224"/>
                  </a:lnTo>
                  <a:lnTo>
                    <a:pt x="1718018" y="14582"/>
                  </a:lnTo>
                  <a:lnTo>
                    <a:pt x="1784807" y="19656"/>
                  </a:lnTo>
                  <a:lnTo>
                    <a:pt x="1849723" y="25423"/>
                  </a:lnTo>
                  <a:lnTo>
                    <a:pt x="1912648" y="31860"/>
                  </a:lnTo>
                  <a:lnTo>
                    <a:pt x="1973460" y="38942"/>
                  </a:lnTo>
                  <a:lnTo>
                    <a:pt x="2032040" y="46647"/>
                  </a:lnTo>
                  <a:lnTo>
                    <a:pt x="2088265" y="54950"/>
                  </a:lnTo>
                  <a:lnTo>
                    <a:pt x="2142017" y="63830"/>
                  </a:lnTo>
                  <a:lnTo>
                    <a:pt x="2193174" y="73261"/>
                  </a:lnTo>
                  <a:lnTo>
                    <a:pt x="2241615" y="83221"/>
                  </a:lnTo>
                  <a:lnTo>
                    <a:pt x="2287222" y="93686"/>
                  </a:lnTo>
                  <a:lnTo>
                    <a:pt x="2329872" y="104633"/>
                  </a:lnTo>
                  <a:lnTo>
                    <a:pt x="2369446" y="116038"/>
                  </a:lnTo>
                  <a:lnTo>
                    <a:pt x="2405822" y="127877"/>
                  </a:lnTo>
                  <a:lnTo>
                    <a:pt x="2468503" y="152767"/>
                  </a:lnTo>
                  <a:lnTo>
                    <a:pt x="2516949" y="179114"/>
                  </a:lnTo>
                  <a:lnTo>
                    <a:pt x="2550197" y="206731"/>
                  </a:lnTo>
                  <a:lnTo>
                    <a:pt x="2569464" y="250126"/>
                  </a:lnTo>
                  <a:close/>
                </a:path>
                <a:path w="2569845" h="2001520">
                  <a:moveTo>
                    <a:pt x="2569464" y="250126"/>
                  </a:moveTo>
                  <a:lnTo>
                    <a:pt x="2569464" y="1750885"/>
                  </a:lnTo>
                  <a:lnTo>
                    <a:pt x="2567283" y="1765582"/>
                  </a:lnTo>
                  <a:lnTo>
                    <a:pt x="2535533" y="1808236"/>
                  </a:lnTo>
                  <a:lnTo>
                    <a:pt x="2494565" y="1835241"/>
                  </a:lnTo>
                  <a:lnTo>
                    <a:pt x="2438882" y="1860883"/>
                  </a:lnTo>
                  <a:lnTo>
                    <a:pt x="2369446" y="1884973"/>
                  </a:lnTo>
                  <a:lnTo>
                    <a:pt x="2329872" y="1896378"/>
                  </a:lnTo>
                  <a:lnTo>
                    <a:pt x="2287222" y="1907325"/>
                  </a:lnTo>
                  <a:lnTo>
                    <a:pt x="2241615" y="1917790"/>
                  </a:lnTo>
                  <a:lnTo>
                    <a:pt x="2193174" y="1927750"/>
                  </a:lnTo>
                  <a:lnTo>
                    <a:pt x="2142017" y="1937181"/>
                  </a:lnTo>
                  <a:lnTo>
                    <a:pt x="2088265" y="1946061"/>
                  </a:lnTo>
                  <a:lnTo>
                    <a:pt x="2032040" y="1954364"/>
                  </a:lnTo>
                  <a:lnTo>
                    <a:pt x="1973460" y="1962069"/>
                  </a:lnTo>
                  <a:lnTo>
                    <a:pt x="1912648" y="1969151"/>
                  </a:lnTo>
                  <a:lnTo>
                    <a:pt x="1849723" y="1975588"/>
                  </a:lnTo>
                  <a:lnTo>
                    <a:pt x="1784807" y="1981355"/>
                  </a:lnTo>
                  <a:lnTo>
                    <a:pt x="1718018" y="1986429"/>
                  </a:lnTo>
                  <a:lnTo>
                    <a:pt x="1649478" y="1990787"/>
                  </a:lnTo>
                  <a:lnTo>
                    <a:pt x="1579308" y="1994405"/>
                  </a:lnTo>
                  <a:lnTo>
                    <a:pt x="1507628" y="1997260"/>
                  </a:lnTo>
                  <a:lnTo>
                    <a:pt x="1434558" y="1999329"/>
                  </a:lnTo>
                  <a:lnTo>
                    <a:pt x="1360219" y="2000587"/>
                  </a:lnTo>
                  <a:lnTo>
                    <a:pt x="1284732" y="2001012"/>
                  </a:lnTo>
                  <a:lnTo>
                    <a:pt x="1209244" y="2000587"/>
                  </a:lnTo>
                  <a:lnTo>
                    <a:pt x="1134905" y="1999329"/>
                  </a:lnTo>
                  <a:lnTo>
                    <a:pt x="1061835" y="1997260"/>
                  </a:lnTo>
                  <a:lnTo>
                    <a:pt x="990155" y="1994405"/>
                  </a:lnTo>
                  <a:lnTo>
                    <a:pt x="919985" y="1990787"/>
                  </a:lnTo>
                  <a:lnTo>
                    <a:pt x="851445" y="1986429"/>
                  </a:lnTo>
                  <a:lnTo>
                    <a:pt x="784656" y="1981355"/>
                  </a:lnTo>
                  <a:lnTo>
                    <a:pt x="719740" y="1975588"/>
                  </a:lnTo>
                  <a:lnTo>
                    <a:pt x="656815" y="1969151"/>
                  </a:lnTo>
                  <a:lnTo>
                    <a:pt x="596003" y="1962069"/>
                  </a:lnTo>
                  <a:lnTo>
                    <a:pt x="537423" y="1954364"/>
                  </a:lnTo>
                  <a:lnTo>
                    <a:pt x="481198" y="1946061"/>
                  </a:lnTo>
                  <a:lnTo>
                    <a:pt x="427446" y="1937181"/>
                  </a:lnTo>
                  <a:lnTo>
                    <a:pt x="376289" y="1927750"/>
                  </a:lnTo>
                  <a:lnTo>
                    <a:pt x="327848" y="1917790"/>
                  </a:lnTo>
                  <a:lnTo>
                    <a:pt x="282241" y="1907325"/>
                  </a:lnTo>
                  <a:lnTo>
                    <a:pt x="239591" y="1896378"/>
                  </a:lnTo>
                  <a:lnTo>
                    <a:pt x="200017" y="1884973"/>
                  </a:lnTo>
                  <a:lnTo>
                    <a:pt x="163641" y="1873134"/>
                  </a:lnTo>
                  <a:lnTo>
                    <a:pt x="100960" y="1848244"/>
                  </a:lnTo>
                  <a:lnTo>
                    <a:pt x="52514" y="1821897"/>
                  </a:lnTo>
                  <a:lnTo>
                    <a:pt x="19266" y="1794280"/>
                  </a:lnTo>
                  <a:lnTo>
                    <a:pt x="0" y="1750885"/>
                  </a:lnTo>
                  <a:lnTo>
                    <a:pt x="0" y="250126"/>
                  </a:lnTo>
                </a:path>
              </a:pathLst>
            </a:custGeom>
            <a:ln w="28956">
              <a:solidFill>
                <a:srgbClr val="4E3629"/>
              </a:solidFill>
            </a:ln>
          </p:spPr>
          <p:txBody>
            <a:bodyPr wrap="square" lIns="0" tIns="0" rIns="0" bIns="0" rtlCol="0"/>
            <a:lstStyle/>
            <a:p/>
          </p:txBody>
        </p:sp>
      </p:grpSp>
      <p:sp>
        <p:nvSpPr>
          <p:cNvPr id="13" name="object 13" descr=""/>
          <p:cNvSpPr txBox="1"/>
          <p:nvPr/>
        </p:nvSpPr>
        <p:spPr>
          <a:xfrm>
            <a:off x="6682839" y="1968550"/>
            <a:ext cx="1383665" cy="26924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E3629"/>
                </a:solidFill>
                <a:latin typeface="Calibri"/>
                <a:cs typeface="Calibri"/>
              </a:rPr>
              <a:t>Oracle</a:t>
            </a:r>
            <a:r>
              <a:rPr dirty="0" sz="1600" spc="-60" b="1">
                <a:solidFill>
                  <a:srgbClr val="4E3629"/>
                </a:solidFill>
                <a:latin typeface="Calibri"/>
                <a:cs typeface="Calibri"/>
              </a:rPr>
              <a:t> </a:t>
            </a:r>
            <a:r>
              <a:rPr dirty="0" sz="1600" spc="-10">
                <a:solidFill>
                  <a:srgbClr val="4E3629"/>
                </a:solidFill>
                <a:latin typeface="Calibri"/>
                <a:cs typeface="Calibri"/>
              </a:rPr>
              <a:t>Database</a:t>
            </a:r>
            <a:endParaRPr sz="1600">
              <a:latin typeface="Calibri"/>
              <a:cs typeface="Calibri"/>
            </a:endParaRPr>
          </a:p>
        </p:txBody>
      </p:sp>
      <p:grpSp>
        <p:nvGrpSpPr>
          <p:cNvPr id="14" name="object 14" descr=""/>
          <p:cNvGrpSpPr/>
          <p:nvPr/>
        </p:nvGrpSpPr>
        <p:grpSpPr>
          <a:xfrm>
            <a:off x="7716011" y="4032503"/>
            <a:ext cx="932815" cy="402590"/>
            <a:chOff x="7716011" y="4032503"/>
            <a:chExt cx="932815" cy="402590"/>
          </a:xfrm>
        </p:grpSpPr>
        <p:sp>
          <p:nvSpPr>
            <p:cNvPr id="15" name="object 15" descr=""/>
            <p:cNvSpPr/>
            <p:nvPr/>
          </p:nvSpPr>
          <p:spPr>
            <a:xfrm>
              <a:off x="7730489" y="4046981"/>
              <a:ext cx="904240" cy="373380"/>
            </a:xfrm>
            <a:custGeom>
              <a:avLst/>
              <a:gdLst/>
              <a:ahLst/>
              <a:cxnLst/>
              <a:rect l="l" t="t" r="r" b="b"/>
              <a:pathLst>
                <a:path w="904240" h="373379">
                  <a:moveTo>
                    <a:pt x="903731" y="0"/>
                  </a:moveTo>
                  <a:lnTo>
                    <a:pt x="0" y="0"/>
                  </a:lnTo>
                  <a:lnTo>
                    <a:pt x="0" y="373380"/>
                  </a:lnTo>
                  <a:lnTo>
                    <a:pt x="903731" y="373380"/>
                  </a:lnTo>
                  <a:lnTo>
                    <a:pt x="903731" y="0"/>
                  </a:lnTo>
                  <a:close/>
                </a:path>
              </a:pathLst>
            </a:custGeom>
            <a:solidFill>
              <a:srgbClr val="4E3629"/>
            </a:solidFill>
          </p:spPr>
          <p:txBody>
            <a:bodyPr wrap="square" lIns="0" tIns="0" rIns="0" bIns="0" rtlCol="0"/>
            <a:lstStyle/>
            <a:p/>
          </p:txBody>
        </p:sp>
        <p:sp>
          <p:nvSpPr>
            <p:cNvPr id="16" name="object 16" descr=""/>
            <p:cNvSpPr/>
            <p:nvPr/>
          </p:nvSpPr>
          <p:spPr>
            <a:xfrm>
              <a:off x="7730489" y="4046981"/>
              <a:ext cx="904240" cy="373380"/>
            </a:xfrm>
            <a:custGeom>
              <a:avLst/>
              <a:gdLst/>
              <a:ahLst/>
              <a:cxnLst/>
              <a:rect l="l" t="t" r="r" b="b"/>
              <a:pathLst>
                <a:path w="904240" h="373379">
                  <a:moveTo>
                    <a:pt x="0" y="373380"/>
                  </a:moveTo>
                  <a:lnTo>
                    <a:pt x="903731" y="373380"/>
                  </a:lnTo>
                  <a:lnTo>
                    <a:pt x="903731" y="0"/>
                  </a:lnTo>
                  <a:lnTo>
                    <a:pt x="0" y="0"/>
                  </a:lnTo>
                  <a:lnTo>
                    <a:pt x="0" y="373380"/>
                  </a:lnTo>
                  <a:close/>
                </a:path>
              </a:pathLst>
            </a:custGeom>
            <a:ln w="28956">
              <a:solidFill>
                <a:srgbClr val="4E3629"/>
              </a:solidFill>
            </a:ln>
          </p:spPr>
          <p:txBody>
            <a:bodyPr wrap="square" lIns="0" tIns="0" rIns="0" bIns="0" rtlCol="0"/>
            <a:lstStyle/>
            <a:p/>
          </p:txBody>
        </p:sp>
      </p:grpSp>
      <p:grpSp>
        <p:nvGrpSpPr>
          <p:cNvPr id="17" name="object 17" descr=""/>
          <p:cNvGrpSpPr/>
          <p:nvPr/>
        </p:nvGrpSpPr>
        <p:grpSpPr>
          <a:xfrm>
            <a:off x="5961888" y="4032503"/>
            <a:ext cx="955675" cy="402590"/>
            <a:chOff x="5961888" y="4032503"/>
            <a:chExt cx="955675" cy="402590"/>
          </a:xfrm>
        </p:grpSpPr>
        <p:sp>
          <p:nvSpPr>
            <p:cNvPr id="18" name="object 18" descr=""/>
            <p:cNvSpPr/>
            <p:nvPr/>
          </p:nvSpPr>
          <p:spPr>
            <a:xfrm>
              <a:off x="5976366" y="4046981"/>
              <a:ext cx="927100" cy="373380"/>
            </a:xfrm>
            <a:custGeom>
              <a:avLst/>
              <a:gdLst/>
              <a:ahLst/>
              <a:cxnLst/>
              <a:rect l="l" t="t" r="r" b="b"/>
              <a:pathLst>
                <a:path w="927100" h="373379">
                  <a:moveTo>
                    <a:pt x="926591" y="0"/>
                  </a:moveTo>
                  <a:lnTo>
                    <a:pt x="0" y="0"/>
                  </a:lnTo>
                  <a:lnTo>
                    <a:pt x="0" y="373380"/>
                  </a:lnTo>
                  <a:lnTo>
                    <a:pt x="926591" y="373380"/>
                  </a:lnTo>
                  <a:lnTo>
                    <a:pt x="926591" y="0"/>
                  </a:lnTo>
                  <a:close/>
                </a:path>
              </a:pathLst>
            </a:custGeom>
            <a:solidFill>
              <a:srgbClr val="FFC000"/>
            </a:solidFill>
          </p:spPr>
          <p:txBody>
            <a:bodyPr wrap="square" lIns="0" tIns="0" rIns="0" bIns="0" rtlCol="0"/>
            <a:lstStyle/>
            <a:p/>
          </p:txBody>
        </p:sp>
        <p:sp>
          <p:nvSpPr>
            <p:cNvPr id="19" name="object 19" descr=""/>
            <p:cNvSpPr/>
            <p:nvPr/>
          </p:nvSpPr>
          <p:spPr>
            <a:xfrm>
              <a:off x="5976366" y="4046981"/>
              <a:ext cx="927100" cy="373380"/>
            </a:xfrm>
            <a:custGeom>
              <a:avLst/>
              <a:gdLst/>
              <a:ahLst/>
              <a:cxnLst/>
              <a:rect l="l" t="t" r="r" b="b"/>
              <a:pathLst>
                <a:path w="927100" h="373379">
                  <a:moveTo>
                    <a:pt x="0" y="373380"/>
                  </a:moveTo>
                  <a:lnTo>
                    <a:pt x="926591" y="373380"/>
                  </a:lnTo>
                  <a:lnTo>
                    <a:pt x="926591" y="0"/>
                  </a:lnTo>
                  <a:lnTo>
                    <a:pt x="0" y="0"/>
                  </a:lnTo>
                  <a:lnTo>
                    <a:pt x="0" y="373380"/>
                  </a:lnTo>
                  <a:close/>
                </a:path>
              </a:pathLst>
            </a:custGeom>
            <a:ln w="28956">
              <a:solidFill>
                <a:srgbClr val="4E3629"/>
              </a:solidFill>
            </a:ln>
          </p:spPr>
          <p:txBody>
            <a:bodyPr wrap="square" lIns="0" tIns="0" rIns="0" bIns="0" rtlCol="0"/>
            <a:lstStyle/>
            <a:p/>
          </p:txBody>
        </p:sp>
      </p:grpSp>
      <p:sp>
        <p:nvSpPr>
          <p:cNvPr id="20" name="object 20" descr=""/>
          <p:cNvSpPr txBox="1"/>
          <p:nvPr/>
        </p:nvSpPr>
        <p:spPr>
          <a:xfrm>
            <a:off x="5843047" y="4438001"/>
            <a:ext cx="1159510" cy="848360"/>
          </a:xfrm>
          <a:prstGeom prst="rect">
            <a:avLst/>
          </a:prstGeom>
        </p:spPr>
        <p:txBody>
          <a:bodyPr wrap="square" lIns="0" tIns="12700" rIns="0" bIns="0" rtlCol="0" vert="horz">
            <a:spAutoFit/>
          </a:bodyPr>
          <a:lstStyle/>
          <a:p>
            <a:pPr algn="ctr" marL="12700" marR="5080" indent="2540">
              <a:lnSpc>
                <a:spcPct val="100000"/>
              </a:lnSpc>
              <a:spcBef>
                <a:spcPts val="100"/>
              </a:spcBef>
            </a:pPr>
            <a:r>
              <a:rPr dirty="0" sz="1800" spc="-10" b="1">
                <a:solidFill>
                  <a:srgbClr val="4E3629"/>
                </a:solidFill>
                <a:latin typeface="Calibri"/>
                <a:cs typeface="Calibri"/>
              </a:rPr>
              <a:t>Archivo </a:t>
            </a:r>
            <a:r>
              <a:rPr dirty="0" sz="1800" b="1">
                <a:solidFill>
                  <a:srgbClr val="4E3629"/>
                </a:solidFill>
                <a:latin typeface="Calibri"/>
                <a:cs typeface="Calibri"/>
              </a:rPr>
              <a:t>plano:</a:t>
            </a:r>
            <a:r>
              <a:rPr dirty="0" sz="1800" spc="-30" b="1">
                <a:solidFill>
                  <a:srgbClr val="4E3629"/>
                </a:solidFill>
                <a:latin typeface="Calibri"/>
                <a:cs typeface="Calibri"/>
              </a:rPr>
              <a:t> </a:t>
            </a:r>
            <a:r>
              <a:rPr dirty="0" sz="1800" spc="-10" b="1">
                <a:solidFill>
                  <a:srgbClr val="4E3629"/>
                </a:solidFill>
                <a:latin typeface="Calibri"/>
                <a:cs typeface="Calibri"/>
              </a:rPr>
              <a:t>tabla </a:t>
            </a:r>
            <a:r>
              <a:rPr dirty="0" sz="1800" b="1">
                <a:solidFill>
                  <a:srgbClr val="4E3629"/>
                </a:solidFill>
                <a:latin typeface="Calibri"/>
                <a:cs typeface="Calibri"/>
              </a:rPr>
              <a:t>externa</a:t>
            </a:r>
            <a:r>
              <a:rPr dirty="0" sz="1800" spc="-85" b="1">
                <a:solidFill>
                  <a:srgbClr val="4E3629"/>
                </a:solidFill>
                <a:latin typeface="Calibri"/>
                <a:cs typeface="Calibri"/>
              </a:rPr>
              <a:t> </a:t>
            </a:r>
            <a:r>
              <a:rPr dirty="0" sz="1800" spc="-50" b="1">
                <a:solidFill>
                  <a:srgbClr val="4E3629"/>
                </a:solidFill>
                <a:latin typeface="Calibri"/>
                <a:cs typeface="Calibri"/>
              </a:rPr>
              <a:t>1</a:t>
            </a:r>
            <a:endParaRPr sz="1800">
              <a:latin typeface="Calibri"/>
              <a:cs typeface="Calibri"/>
            </a:endParaRPr>
          </a:p>
        </p:txBody>
      </p:sp>
      <p:sp>
        <p:nvSpPr>
          <p:cNvPr id="22" name="object 22"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23" name="object 23"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21</a:t>
            </a:r>
            <a:endParaRPr sz="1000">
              <a:latin typeface="Calibri"/>
              <a:cs typeface="Calibri"/>
            </a:endParaRPr>
          </a:p>
        </p:txBody>
      </p:sp>
      <p:sp>
        <p:nvSpPr>
          <p:cNvPr id="24" name="object 24"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21" name="object 21" descr=""/>
          <p:cNvSpPr txBox="1"/>
          <p:nvPr/>
        </p:nvSpPr>
        <p:spPr>
          <a:xfrm>
            <a:off x="7595495" y="4446002"/>
            <a:ext cx="1159510" cy="848360"/>
          </a:xfrm>
          <a:prstGeom prst="rect">
            <a:avLst/>
          </a:prstGeom>
        </p:spPr>
        <p:txBody>
          <a:bodyPr wrap="square" lIns="0" tIns="12700" rIns="0" bIns="0" rtlCol="0" vert="horz">
            <a:spAutoFit/>
          </a:bodyPr>
          <a:lstStyle/>
          <a:p>
            <a:pPr algn="ctr" marL="12700" marR="5080" indent="2540">
              <a:lnSpc>
                <a:spcPct val="100000"/>
              </a:lnSpc>
              <a:spcBef>
                <a:spcPts val="100"/>
              </a:spcBef>
            </a:pPr>
            <a:r>
              <a:rPr dirty="0" sz="1800" spc="-10" b="1">
                <a:solidFill>
                  <a:srgbClr val="4E3629"/>
                </a:solidFill>
                <a:latin typeface="Calibri"/>
                <a:cs typeface="Calibri"/>
              </a:rPr>
              <a:t>Archivo </a:t>
            </a:r>
            <a:r>
              <a:rPr dirty="0" sz="1800" b="1">
                <a:solidFill>
                  <a:srgbClr val="4E3629"/>
                </a:solidFill>
                <a:latin typeface="Calibri"/>
                <a:cs typeface="Calibri"/>
              </a:rPr>
              <a:t>plano:</a:t>
            </a:r>
            <a:r>
              <a:rPr dirty="0" sz="1800" spc="-30" b="1">
                <a:solidFill>
                  <a:srgbClr val="4E3629"/>
                </a:solidFill>
                <a:latin typeface="Calibri"/>
                <a:cs typeface="Calibri"/>
              </a:rPr>
              <a:t> </a:t>
            </a:r>
            <a:r>
              <a:rPr dirty="0" sz="1800" spc="-10" b="1">
                <a:solidFill>
                  <a:srgbClr val="4E3629"/>
                </a:solidFill>
                <a:latin typeface="Calibri"/>
                <a:cs typeface="Calibri"/>
              </a:rPr>
              <a:t>tabla </a:t>
            </a:r>
            <a:r>
              <a:rPr dirty="0" sz="1800" b="1">
                <a:solidFill>
                  <a:srgbClr val="4E3629"/>
                </a:solidFill>
                <a:latin typeface="Calibri"/>
                <a:cs typeface="Calibri"/>
              </a:rPr>
              <a:t>externa</a:t>
            </a:r>
            <a:r>
              <a:rPr dirty="0" sz="1800" spc="-85" b="1">
                <a:solidFill>
                  <a:srgbClr val="4E3629"/>
                </a:solidFill>
                <a:latin typeface="Calibri"/>
                <a:cs typeface="Calibri"/>
              </a:rPr>
              <a:t> </a:t>
            </a:r>
            <a:r>
              <a:rPr dirty="0" sz="1800" spc="-50" b="1">
                <a:solidFill>
                  <a:srgbClr val="4E3629"/>
                </a:solidFill>
                <a:latin typeface="Calibri"/>
                <a:cs typeface="Calibri"/>
              </a:rPr>
              <a:t>2</a:t>
            </a:r>
            <a:endParaRPr sz="1800">
              <a:latin typeface="Calibri"/>
              <a:cs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Tablas</a:t>
            </a:r>
            <a:r>
              <a:rPr dirty="0" spc="-145"/>
              <a:t> </a:t>
            </a:r>
            <a:r>
              <a:rPr dirty="0" spc="-10"/>
              <a:t>Externas</a:t>
            </a:r>
          </a:p>
        </p:txBody>
      </p:sp>
      <p:sp>
        <p:nvSpPr>
          <p:cNvPr id="5" name="object 5" descr=""/>
          <p:cNvSpPr txBox="1"/>
          <p:nvPr/>
        </p:nvSpPr>
        <p:spPr>
          <a:xfrm>
            <a:off x="483552" y="1381889"/>
            <a:ext cx="5497195" cy="4309110"/>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Cuando</a:t>
            </a:r>
            <a:r>
              <a:rPr dirty="0" sz="2800" spc="-90">
                <a:solidFill>
                  <a:srgbClr val="4E3629"/>
                </a:solidFill>
                <a:latin typeface="Calibri"/>
                <a:cs typeface="Calibri"/>
              </a:rPr>
              <a:t> </a:t>
            </a:r>
            <a:r>
              <a:rPr dirty="0" sz="2800">
                <a:solidFill>
                  <a:srgbClr val="4E3629"/>
                </a:solidFill>
                <a:latin typeface="Calibri"/>
                <a:cs typeface="Calibri"/>
              </a:rPr>
              <a:t>una</a:t>
            </a:r>
            <a:r>
              <a:rPr dirty="0" sz="2800" spc="-80">
                <a:solidFill>
                  <a:srgbClr val="4E3629"/>
                </a:solidFill>
                <a:latin typeface="Calibri"/>
                <a:cs typeface="Calibri"/>
              </a:rPr>
              <a:t> </a:t>
            </a:r>
            <a:r>
              <a:rPr dirty="0" sz="2800">
                <a:solidFill>
                  <a:srgbClr val="4E3629"/>
                </a:solidFill>
                <a:latin typeface="Calibri"/>
                <a:cs typeface="Calibri"/>
              </a:rPr>
              <a:t>compañía</a:t>
            </a:r>
            <a:r>
              <a:rPr dirty="0" sz="2800" spc="-90">
                <a:solidFill>
                  <a:srgbClr val="4E3629"/>
                </a:solidFill>
                <a:latin typeface="Calibri"/>
                <a:cs typeface="Calibri"/>
              </a:rPr>
              <a:t> </a:t>
            </a:r>
            <a:r>
              <a:rPr dirty="0" sz="2800">
                <a:solidFill>
                  <a:srgbClr val="4E3629"/>
                </a:solidFill>
                <a:latin typeface="Calibri"/>
                <a:cs typeface="Calibri"/>
              </a:rPr>
              <a:t>implanta</a:t>
            </a:r>
            <a:r>
              <a:rPr dirty="0" sz="2800" spc="-8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nueva</a:t>
            </a:r>
            <a:r>
              <a:rPr dirty="0" sz="2800" spc="-55">
                <a:solidFill>
                  <a:srgbClr val="4E3629"/>
                </a:solidFill>
                <a:latin typeface="Calibri"/>
                <a:cs typeface="Calibri"/>
              </a:rPr>
              <a:t> </a:t>
            </a:r>
            <a:r>
              <a:rPr dirty="0" sz="2800">
                <a:solidFill>
                  <a:srgbClr val="4E3629"/>
                </a:solidFill>
                <a:latin typeface="Calibri"/>
                <a:cs typeface="Calibri"/>
              </a:rPr>
              <a:t>aplicación</a:t>
            </a:r>
            <a:r>
              <a:rPr dirty="0" sz="2800" spc="-6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base</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datos, </a:t>
            </a:r>
            <a:r>
              <a:rPr dirty="0" sz="2800" spc="-10">
                <a:solidFill>
                  <a:srgbClr val="4E3629"/>
                </a:solidFill>
                <a:latin typeface="Calibri"/>
                <a:cs typeface="Calibri"/>
              </a:rPr>
              <a:t>	</a:t>
            </a:r>
            <a:r>
              <a:rPr dirty="0" sz="2800">
                <a:solidFill>
                  <a:srgbClr val="4E3629"/>
                </a:solidFill>
                <a:latin typeface="Calibri"/>
                <a:cs typeface="Calibri"/>
              </a:rPr>
              <a:t>suele</a:t>
            </a:r>
            <a:r>
              <a:rPr dirty="0" sz="2800" spc="-55">
                <a:solidFill>
                  <a:srgbClr val="4E3629"/>
                </a:solidFill>
                <a:latin typeface="Calibri"/>
                <a:cs typeface="Calibri"/>
              </a:rPr>
              <a:t> </a:t>
            </a:r>
            <a:r>
              <a:rPr dirty="0" sz="2800">
                <a:solidFill>
                  <a:srgbClr val="4E3629"/>
                </a:solidFill>
                <a:latin typeface="Calibri"/>
                <a:cs typeface="Calibri"/>
              </a:rPr>
              <a:t>tener</a:t>
            </a:r>
            <a:r>
              <a:rPr dirty="0" sz="2800" spc="-6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importar</a:t>
            </a:r>
            <a:r>
              <a:rPr dirty="0" sz="2800" spc="-5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mayoría </a:t>
            </a:r>
            <a:r>
              <a:rPr dirty="0" sz="2800" spc="-1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6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sistemas</a:t>
            </a:r>
            <a:r>
              <a:rPr dirty="0" sz="2800" spc="-50">
                <a:solidFill>
                  <a:srgbClr val="4E3629"/>
                </a:solidFill>
                <a:latin typeface="Calibri"/>
                <a:cs typeface="Calibri"/>
              </a:rPr>
              <a:t> </a:t>
            </a:r>
            <a:r>
              <a:rPr dirty="0" sz="2800" spc="-10">
                <a:solidFill>
                  <a:srgbClr val="4E3629"/>
                </a:solidFill>
                <a:latin typeface="Calibri"/>
                <a:cs typeface="Calibri"/>
              </a:rPr>
              <a:t>antiguos </a:t>
            </a:r>
            <a:r>
              <a:rPr dirty="0" sz="2800" spc="-10">
                <a:solidFill>
                  <a:srgbClr val="4E3629"/>
                </a:solidFill>
                <a:latin typeface="Calibri"/>
                <a:cs typeface="Calibri"/>
              </a:rPr>
              <a:t>	</a:t>
            </a:r>
            <a:r>
              <a:rPr dirty="0" sz="2800">
                <a:solidFill>
                  <a:srgbClr val="4E3629"/>
                </a:solidFill>
                <a:latin typeface="Calibri"/>
                <a:cs typeface="Calibri"/>
              </a:rPr>
              <a:t>al</a:t>
            </a:r>
            <a:r>
              <a:rPr dirty="0" sz="2800" spc="-70">
                <a:solidFill>
                  <a:srgbClr val="4E3629"/>
                </a:solidFill>
                <a:latin typeface="Calibri"/>
                <a:cs typeface="Calibri"/>
              </a:rPr>
              <a:t> </a:t>
            </a:r>
            <a:r>
              <a:rPr dirty="0" sz="2800">
                <a:solidFill>
                  <a:srgbClr val="4E3629"/>
                </a:solidFill>
                <a:latin typeface="Calibri"/>
                <a:cs typeface="Calibri"/>
              </a:rPr>
              <a:t>nuevo</a:t>
            </a:r>
            <a:r>
              <a:rPr dirty="0" sz="2800" spc="-50">
                <a:solidFill>
                  <a:srgbClr val="4E3629"/>
                </a:solidFill>
                <a:latin typeface="Calibri"/>
                <a:cs typeface="Calibri"/>
              </a:rPr>
              <a:t> </a:t>
            </a:r>
            <a:r>
              <a:rPr dirty="0" sz="2800">
                <a:solidFill>
                  <a:srgbClr val="4E3629"/>
                </a:solidFill>
                <a:latin typeface="Calibri"/>
                <a:cs typeface="Calibri"/>
              </a:rPr>
              <a:t>sistema</a:t>
            </a:r>
            <a:r>
              <a:rPr dirty="0" sz="2800" spc="-55">
                <a:solidFill>
                  <a:srgbClr val="4E3629"/>
                </a:solidFill>
                <a:latin typeface="Calibri"/>
                <a:cs typeface="Calibri"/>
              </a:rPr>
              <a:t> </a:t>
            </a:r>
            <a:r>
              <a:rPr dirty="0" sz="2800">
                <a:solidFill>
                  <a:srgbClr val="4E3629"/>
                </a:solidFill>
                <a:latin typeface="Calibri"/>
                <a:cs typeface="Calibri"/>
              </a:rPr>
              <a:t>para</a:t>
            </a:r>
            <a:r>
              <a:rPr dirty="0" sz="2800" spc="-5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acceso</a:t>
            </a:r>
            <a:r>
              <a:rPr dirty="0" sz="2800" spc="-7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lectura</a:t>
            </a:r>
            <a:r>
              <a:rPr dirty="0" sz="2800" spc="-65">
                <a:solidFill>
                  <a:srgbClr val="4E3629"/>
                </a:solidFill>
                <a:latin typeface="Calibri"/>
                <a:cs typeface="Calibri"/>
              </a:rPr>
              <a:t> </a:t>
            </a:r>
            <a:r>
              <a:rPr dirty="0" sz="2800">
                <a:solidFill>
                  <a:srgbClr val="4E3629"/>
                </a:solidFill>
                <a:latin typeface="Calibri"/>
                <a:cs typeface="Calibri"/>
              </a:rPr>
              <a:t>y</a:t>
            </a:r>
            <a:r>
              <a:rPr dirty="0" sz="2800" spc="-90">
                <a:solidFill>
                  <a:srgbClr val="4E3629"/>
                </a:solidFill>
                <a:latin typeface="Calibri"/>
                <a:cs typeface="Calibri"/>
              </a:rPr>
              <a:t> </a:t>
            </a:r>
            <a:r>
              <a:rPr dirty="0" sz="2800">
                <a:solidFill>
                  <a:srgbClr val="4E3629"/>
                </a:solidFill>
                <a:latin typeface="Calibri"/>
                <a:cs typeface="Calibri"/>
              </a:rPr>
              <a:t>escritura</a:t>
            </a:r>
            <a:r>
              <a:rPr dirty="0" sz="2800" spc="-55">
                <a:solidFill>
                  <a:srgbClr val="4E3629"/>
                </a:solidFill>
                <a:latin typeface="Calibri"/>
                <a:cs typeface="Calibri"/>
              </a:rPr>
              <a:t> </a:t>
            </a:r>
            <a:r>
              <a:rPr dirty="0" sz="2800">
                <a:solidFill>
                  <a:srgbClr val="4E3629"/>
                </a:solidFill>
                <a:latin typeface="Calibri"/>
                <a:cs typeface="Calibri"/>
              </a:rPr>
              <a:t>normal,</a:t>
            </a:r>
            <a:r>
              <a:rPr dirty="0" sz="2800" spc="-70">
                <a:solidFill>
                  <a:srgbClr val="4E3629"/>
                </a:solidFill>
                <a:latin typeface="Calibri"/>
                <a:cs typeface="Calibri"/>
              </a:rPr>
              <a:t> </a:t>
            </a:r>
            <a:r>
              <a:rPr dirty="0" sz="2800" spc="-20">
                <a:solidFill>
                  <a:srgbClr val="4E3629"/>
                </a:solidFill>
                <a:latin typeface="Calibri"/>
                <a:cs typeface="Calibri"/>
              </a:rPr>
              <a:t>pero </a:t>
            </a:r>
            <a:r>
              <a:rPr dirty="0" sz="2800" spc="-20">
                <a:solidFill>
                  <a:srgbClr val="4E3629"/>
                </a:solidFill>
                <a:latin typeface="Calibri"/>
                <a:cs typeface="Calibri"/>
              </a:rPr>
              <a:t>	</a:t>
            </a:r>
            <a:r>
              <a:rPr dirty="0" sz="2800">
                <a:solidFill>
                  <a:srgbClr val="4E3629"/>
                </a:solidFill>
                <a:latin typeface="Calibri"/>
                <a:cs typeface="Calibri"/>
              </a:rPr>
              <a:t>puede</a:t>
            </a:r>
            <a:r>
              <a:rPr dirty="0" sz="2800" spc="-60">
                <a:solidFill>
                  <a:srgbClr val="4E3629"/>
                </a:solidFill>
                <a:latin typeface="Calibri"/>
                <a:cs typeface="Calibri"/>
              </a:rPr>
              <a:t> </a:t>
            </a:r>
            <a:r>
              <a:rPr dirty="0" sz="2800">
                <a:solidFill>
                  <a:srgbClr val="4E3629"/>
                </a:solidFill>
                <a:latin typeface="Calibri"/>
                <a:cs typeface="Calibri"/>
              </a:rPr>
              <a:t>haber</a:t>
            </a:r>
            <a:r>
              <a:rPr dirty="0" sz="2800" spc="-70">
                <a:solidFill>
                  <a:srgbClr val="4E3629"/>
                </a:solidFill>
                <a:latin typeface="Calibri"/>
                <a:cs typeface="Calibri"/>
              </a:rPr>
              <a:t> </a:t>
            </a:r>
            <a:r>
              <a:rPr dirty="0" sz="2800">
                <a:solidFill>
                  <a:srgbClr val="4E3629"/>
                </a:solidFill>
                <a:latin typeface="Calibri"/>
                <a:cs typeface="Calibri"/>
              </a:rPr>
              <a:t>algunos</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que</a:t>
            </a:r>
            <a:r>
              <a:rPr dirty="0" sz="2800" spc="-75">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se</a:t>
            </a:r>
            <a:r>
              <a:rPr dirty="0" sz="2800" spc="-95">
                <a:solidFill>
                  <a:srgbClr val="4E3629"/>
                </a:solidFill>
                <a:latin typeface="Calibri"/>
                <a:cs typeface="Calibri"/>
              </a:rPr>
              <a:t> </a:t>
            </a:r>
            <a:r>
              <a:rPr dirty="0" sz="2800">
                <a:solidFill>
                  <a:srgbClr val="4E3629"/>
                </a:solidFill>
                <a:latin typeface="Calibri"/>
                <a:cs typeface="Calibri"/>
              </a:rPr>
              <a:t>utilicen</a:t>
            </a:r>
            <a:r>
              <a:rPr dirty="0" sz="2800" spc="-70">
                <a:solidFill>
                  <a:srgbClr val="4E3629"/>
                </a:solidFill>
                <a:latin typeface="Calibri"/>
                <a:cs typeface="Calibri"/>
              </a:rPr>
              <a:t> </a:t>
            </a:r>
            <a:r>
              <a:rPr dirty="0" sz="2800">
                <a:solidFill>
                  <a:srgbClr val="4E3629"/>
                </a:solidFill>
                <a:latin typeface="Calibri"/>
                <a:cs typeface="Calibri"/>
              </a:rPr>
              <a:t>con</a:t>
            </a:r>
            <a:r>
              <a:rPr dirty="0" sz="2800" spc="-85">
                <a:solidFill>
                  <a:srgbClr val="4E3629"/>
                </a:solidFill>
                <a:latin typeface="Calibri"/>
                <a:cs typeface="Calibri"/>
              </a:rPr>
              <a:t> </a:t>
            </a:r>
            <a:r>
              <a:rPr dirty="0" sz="2800">
                <a:solidFill>
                  <a:srgbClr val="4E3629"/>
                </a:solidFill>
                <a:latin typeface="Calibri"/>
                <a:cs typeface="Calibri"/>
              </a:rPr>
              <a:t>frecuencia</a:t>
            </a:r>
            <a:r>
              <a:rPr dirty="0" sz="2800" spc="-80">
                <a:solidFill>
                  <a:srgbClr val="4E3629"/>
                </a:solidFill>
                <a:latin typeface="Calibri"/>
                <a:cs typeface="Calibri"/>
              </a:rPr>
              <a:t> </a:t>
            </a:r>
            <a:r>
              <a:rPr dirty="0" sz="2800" spc="-50">
                <a:solidFill>
                  <a:srgbClr val="4E3629"/>
                </a:solidFill>
                <a:latin typeface="Calibri"/>
                <a:cs typeface="Calibri"/>
              </a:rPr>
              <a:t>y,</a:t>
            </a:r>
            <a:r>
              <a:rPr dirty="0" sz="2800" spc="-80">
                <a:solidFill>
                  <a:srgbClr val="4E3629"/>
                </a:solidFill>
                <a:latin typeface="Calibri"/>
                <a:cs typeface="Calibri"/>
              </a:rPr>
              <a:t> </a:t>
            </a:r>
            <a:r>
              <a:rPr dirty="0" sz="2800" spc="-25">
                <a:solidFill>
                  <a:srgbClr val="4E3629"/>
                </a:solidFill>
                <a:latin typeface="Calibri"/>
                <a:cs typeface="Calibri"/>
              </a:rPr>
              <a:t>por</a:t>
            </a:r>
            <a:endParaRPr sz="2800">
              <a:latin typeface="Calibri"/>
              <a:cs typeface="Calibri"/>
            </a:endParaRPr>
          </a:p>
          <a:p>
            <a:pPr marL="184785">
              <a:lnSpc>
                <a:spcPts val="2350"/>
              </a:lnSpc>
            </a:pPr>
            <a:r>
              <a:rPr dirty="0" sz="2800">
                <a:solidFill>
                  <a:srgbClr val="4E3629"/>
                </a:solidFill>
                <a:latin typeface="Calibri"/>
                <a:cs typeface="Calibri"/>
              </a:rPr>
              <a:t>lo</a:t>
            </a:r>
            <a:r>
              <a:rPr dirty="0" sz="2800" spc="-60">
                <a:solidFill>
                  <a:srgbClr val="4E3629"/>
                </a:solidFill>
                <a:latin typeface="Calibri"/>
                <a:cs typeface="Calibri"/>
              </a:rPr>
              <a:t> </a:t>
            </a:r>
            <a:r>
              <a:rPr dirty="0" sz="2800" spc="-10">
                <a:solidFill>
                  <a:srgbClr val="4E3629"/>
                </a:solidFill>
                <a:latin typeface="Calibri"/>
                <a:cs typeface="Calibri"/>
              </a:rPr>
              <a:t>tanto,</a:t>
            </a:r>
            <a:r>
              <a:rPr dirty="0" sz="2800" spc="-50">
                <a:solidFill>
                  <a:srgbClr val="4E3629"/>
                </a:solidFill>
                <a:latin typeface="Calibri"/>
                <a:cs typeface="Calibri"/>
              </a:rPr>
              <a:t> </a:t>
            </a:r>
            <a:r>
              <a:rPr dirty="0" sz="2800">
                <a:solidFill>
                  <a:srgbClr val="4E3629"/>
                </a:solidFill>
                <a:latin typeface="Calibri"/>
                <a:cs typeface="Calibri"/>
              </a:rPr>
              <a:t>solo</a:t>
            </a:r>
            <a:r>
              <a:rPr dirty="0" sz="2800" spc="-50">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tenga</a:t>
            </a:r>
            <a:r>
              <a:rPr dirty="0" sz="2800" spc="-6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spc="-10">
                <a:solidFill>
                  <a:srgbClr val="4E3629"/>
                </a:solidFill>
                <a:latin typeface="Calibri"/>
                <a:cs typeface="Calibri"/>
              </a:rPr>
              <a:t>acceder</a:t>
            </a:r>
            <a:endParaRPr sz="2800">
              <a:latin typeface="Calibri"/>
              <a:cs typeface="Calibri"/>
            </a:endParaRPr>
          </a:p>
          <a:p>
            <a:pPr marL="184785">
              <a:lnSpc>
                <a:spcPts val="3025"/>
              </a:lnSpc>
            </a:pPr>
            <a:r>
              <a:rPr dirty="0" sz="2800">
                <a:solidFill>
                  <a:srgbClr val="4E3629"/>
                </a:solidFill>
                <a:latin typeface="Calibri"/>
                <a:cs typeface="Calibri"/>
              </a:rPr>
              <a:t>a</a:t>
            </a:r>
            <a:r>
              <a:rPr dirty="0" sz="2800" spc="-40">
                <a:solidFill>
                  <a:srgbClr val="4E3629"/>
                </a:solidFill>
                <a:latin typeface="Calibri"/>
                <a:cs typeface="Calibri"/>
              </a:rPr>
              <a:t> </a:t>
            </a:r>
            <a:r>
              <a:rPr dirty="0" sz="2800">
                <a:solidFill>
                  <a:srgbClr val="4E3629"/>
                </a:solidFill>
                <a:latin typeface="Calibri"/>
                <a:cs typeface="Calibri"/>
              </a:rPr>
              <a:t>ellos</a:t>
            </a:r>
            <a:r>
              <a:rPr dirty="0" sz="2800" spc="-45">
                <a:solidFill>
                  <a:srgbClr val="4E3629"/>
                </a:solidFill>
                <a:latin typeface="Calibri"/>
                <a:cs typeface="Calibri"/>
              </a:rPr>
              <a:t> </a:t>
            </a:r>
            <a:r>
              <a:rPr dirty="0" sz="2800">
                <a:solidFill>
                  <a:srgbClr val="4E3629"/>
                </a:solidFill>
                <a:latin typeface="Calibri"/>
                <a:cs typeface="Calibri"/>
              </a:rPr>
              <a:t>para</a:t>
            </a:r>
            <a:r>
              <a:rPr dirty="0" sz="2800" spc="-30">
                <a:solidFill>
                  <a:srgbClr val="4E3629"/>
                </a:solidFill>
                <a:latin typeface="Calibri"/>
                <a:cs typeface="Calibri"/>
              </a:rPr>
              <a:t> </a:t>
            </a:r>
            <a:r>
              <a:rPr dirty="0" sz="2800" spc="-10">
                <a:solidFill>
                  <a:srgbClr val="4E3629"/>
                </a:solidFill>
                <a:latin typeface="Calibri"/>
                <a:cs typeface="Calibri"/>
              </a:rPr>
              <a:t>lectura</a:t>
            </a:r>
            <a:endParaRPr sz="2800">
              <a:latin typeface="Calibri"/>
              <a:cs typeface="Calibri"/>
            </a:endParaRPr>
          </a:p>
          <a:p>
            <a:pPr marL="182880" marR="640080" indent="-170815">
              <a:lnSpc>
                <a:spcPct val="80000"/>
              </a:lnSpc>
              <a:spcBef>
                <a:spcPts val="815"/>
              </a:spcBef>
              <a:buClr>
                <a:srgbClr val="D1350F"/>
              </a:buClr>
              <a:buFont typeface="Arial MT"/>
              <a:buChar char="•"/>
              <a:tabLst>
                <a:tab pos="184785" algn="l"/>
              </a:tabLst>
            </a:pPr>
            <a:r>
              <a:rPr dirty="0" sz="2800">
                <a:solidFill>
                  <a:srgbClr val="4E3629"/>
                </a:solidFill>
                <a:latin typeface="Calibri"/>
                <a:cs typeface="Calibri"/>
              </a:rPr>
              <a:t>Este</a:t>
            </a:r>
            <a:r>
              <a:rPr dirty="0" sz="2800" spc="-75">
                <a:solidFill>
                  <a:srgbClr val="4E3629"/>
                </a:solidFill>
                <a:latin typeface="Calibri"/>
                <a:cs typeface="Calibri"/>
              </a:rPr>
              <a:t> </a:t>
            </a:r>
            <a:r>
              <a:rPr dirty="0" sz="2800">
                <a:solidFill>
                  <a:srgbClr val="4E3629"/>
                </a:solidFill>
                <a:latin typeface="Calibri"/>
                <a:cs typeface="Calibri"/>
              </a:rPr>
              <a:t>tipo</a:t>
            </a:r>
            <a:r>
              <a:rPr dirty="0" sz="2800" spc="-6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dato</a:t>
            </a:r>
            <a:r>
              <a:rPr dirty="0" sz="2800" spc="-65">
                <a:solidFill>
                  <a:srgbClr val="4E3629"/>
                </a:solidFill>
                <a:latin typeface="Calibri"/>
                <a:cs typeface="Calibri"/>
              </a:rPr>
              <a:t> </a:t>
            </a:r>
            <a:r>
              <a:rPr dirty="0" sz="2800">
                <a:solidFill>
                  <a:srgbClr val="4E3629"/>
                </a:solidFill>
                <a:latin typeface="Calibri"/>
                <a:cs typeface="Calibri"/>
              </a:rPr>
              <a:t>podría</a:t>
            </a:r>
            <a:r>
              <a:rPr dirty="0" sz="2800" spc="-50">
                <a:solidFill>
                  <a:srgbClr val="4E3629"/>
                </a:solidFill>
                <a:latin typeface="Calibri"/>
                <a:cs typeface="Calibri"/>
              </a:rPr>
              <a:t> </a:t>
            </a:r>
            <a:r>
              <a:rPr dirty="0" sz="2800" spc="-10">
                <a:solidFill>
                  <a:srgbClr val="4E3629"/>
                </a:solidFill>
                <a:latin typeface="Calibri"/>
                <a:cs typeface="Calibri"/>
              </a:rPr>
              <a:t>alojarse </a:t>
            </a:r>
            <a:r>
              <a:rPr dirty="0" sz="2800" spc="-10">
                <a:solidFill>
                  <a:srgbClr val="4E3629"/>
                </a:solidFill>
                <a:latin typeface="Calibri"/>
                <a:cs typeface="Calibri"/>
              </a:rPr>
              <a:t>	</a:t>
            </a:r>
            <a:r>
              <a:rPr dirty="0" sz="2800">
                <a:solidFill>
                  <a:srgbClr val="4E3629"/>
                </a:solidFill>
                <a:latin typeface="Calibri"/>
                <a:cs typeface="Calibri"/>
              </a:rPr>
              <a:t>en</a:t>
            </a:r>
            <a:r>
              <a:rPr dirty="0" sz="2800" spc="-40">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tabla</a:t>
            </a:r>
            <a:r>
              <a:rPr dirty="0" sz="2800" spc="-45">
                <a:solidFill>
                  <a:srgbClr val="4E3629"/>
                </a:solidFill>
                <a:latin typeface="Calibri"/>
                <a:cs typeface="Calibri"/>
              </a:rPr>
              <a:t> </a:t>
            </a:r>
            <a:r>
              <a:rPr dirty="0" sz="2800" spc="-10">
                <a:solidFill>
                  <a:srgbClr val="4E3629"/>
                </a:solidFill>
                <a:latin typeface="Calibri"/>
                <a:cs typeface="Calibri"/>
              </a:rPr>
              <a:t>externa</a:t>
            </a:r>
            <a:endParaRPr sz="2800">
              <a:latin typeface="Calibri"/>
              <a:cs typeface="Calibri"/>
            </a:endParaRPr>
          </a:p>
        </p:txBody>
      </p:sp>
      <p:sp>
        <p:nvSpPr>
          <p:cNvPr id="6" name="object 6" descr=""/>
          <p:cNvSpPr txBox="1"/>
          <p:nvPr/>
        </p:nvSpPr>
        <p:spPr>
          <a:xfrm>
            <a:off x="5983041" y="5462929"/>
            <a:ext cx="2751455" cy="574040"/>
          </a:xfrm>
          <a:prstGeom prst="rect">
            <a:avLst/>
          </a:prstGeom>
        </p:spPr>
        <p:txBody>
          <a:bodyPr wrap="square" lIns="0" tIns="12700" rIns="0" bIns="0" rtlCol="0" vert="horz">
            <a:spAutoFit/>
          </a:bodyPr>
          <a:lstStyle/>
          <a:p>
            <a:pPr marL="132715" marR="5080" indent="-120650">
              <a:lnSpc>
                <a:spcPct val="100000"/>
              </a:lnSpc>
              <a:spcBef>
                <a:spcPts val="100"/>
              </a:spcBef>
            </a:pPr>
            <a:r>
              <a:rPr dirty="0" sz="1800" b="1">
                <a:solidFill>
                  <a:srgbClr val="4E3629"/>
                </a:solidFill>
                <a:latin typeface="Calibri"/>
                <a:cs typeface="Calibri"/>
              </a:rPr>
              <a:t>Una</a:t>
            </a:r>
            <a:r>
              <a:rPr dirty="0" sz="1800" spc="-20" b="1">
                <a:solidFill>
                  <a:srgbClr val="4E3629"/>
                </a:solidFill>
                <a:latin typeface="Calibri"/>
                <a:cs typeface="Calibri"/>
              </a:rPr>
              <a:t> </a:t>
            </a:r>
            <a:r>
              <a:rPr dirty="0" sz="1800" b="1">
                <a:solidFill>
                  <a:srgbClr val="4E3629"/>
                </a:solidFill>
                <a:latin typeface="Calibri"/>
                <a:cs typeface="Calibri"/>
              </a:rPr>
              <a:t>copia</a:t>
            </a:r>
            <a:r>
              <a:rPr dirty="0" sz="1800" spc="-25" b="1">
                <a:solidFill>
                  <a:srgbClr val="4E3629"/>
                </a:solidFill>
                <a:latin typeface="Calibri"/>
                <a:cs typeface="Calibri"/>
              </a:rPr>
              <a:t> </a:t>
            </a:r>
            <a:r>
              <a:rPr dirty="0" sz="1800" b="1">
                <a:solidFill>
                  <a:srgbClr val="4E3629"/>
                </a:solidFill>
                <a:latin typeface="Calibri"/>
                <a:cs typeface="Calibri"/>
              </a:rPr>
              <a:t>de</a:t>
            </a:r>
            <a:r>
              <a:rPr dirty="0" sz="1800" spc="-10" b="1">
                <a:solidFill>
                  <a:srgbClr val="4E3629"/>
                </a:solidFill>
                <a:latin typeface="Calibri"/>
                <a:cs typeface="Calibri"/>
              </a:rPr>
              <a:t> </a:t>
            </a:r>
            <a:r>
              <a:rPr dirty="0" sz="1800" b="1">
                <a:solidFill>
                  <a:srgbClr val="4E3629"/>
                </a:solidFill>
                <a:latin typeface="Calibri"/>
                <a:cs typeface="Calibri"/>
              </a:rPr>
              <a:t>seguridad</a:t>
            </a:r>
            <a:r>
              <a:rPr dirty="0" sz="1800" spc="-10" b="1">
                <a:solidFill>
                  <a:srgbClr val="4E3629"/>
                </a:solidFill>
                <a:latin typeface="Calibri"/>
                <a:cs typeface="Calibri"/>
              </a:rPr>
              <a:t> </a:t>
            </a:r>
            <a:r>
              <a:rPr dirty="0" sz="1800" b="1">
                <a:solidFill>
                  <a:srgbClr val="4E3629"/>
                </a:solidFill>
                <a:latin typeface="Calibri"/>
                <a:cs typeface="Calibri"/>
              </a:rPr>
              <a:t>en</a:t>
            </a:r>
            <a:r>
              <a:rPr dirty="0" sz="1800" spc="-45" b="1">
                <a:solidFill>
                  <a:srgbClr val="4E3629"/>
                </a:solidFill>
                <a:latin typeface="Calibri"/>
                <a:cs typeface="Calibri"/>
              </a:rPr>
              <a:t> </a:t>
            </a:r>
            <a:r>
              <a:rPr dirty="0" sz="1800" spc="-25" b="1">
                <a:solidFill>
                  <a:srgbClr val="4E3629"/>
                </a:solidFill>
                <a:latin typeface="Calibri"/>
                <a:cs typeface="Calibri"/>
              </a:rPr>
              <a:t>el </a:t>
            </a:r>
            <a:r>
              <a:rPr dirty="0" sz="1800" b="1">
                <a:solidFill>
                  <a:srgbClr val="4E3629"/>
                </a:solidFill>
                <a:latin typeface="Calibri"/>
                <a:cs typeface="Calibri"/>
              </a:rPr>
              <a:t>nivel</a:t>
            </a:r>
            <a:r>
              <a:rPr dirty="0" sz="1800" spc="-55" b="1">
                <a:solidFill>
                  <a:srgbClr val="4E3629"/>
                </a:solidFill>
                <a:latin typeface="Calibri"/>
                <a:cs typeface="Calibri"/>
              </a:rPr>
              <a:t> </a:t>
            </a:r>
            <a:r>
              <a:rPr dirty="0" sz="1800" b="1">
                <a:solidFill>
                  <a:srgbClr val="4E3629"/>
                </a:solidFill>
                <a:latin typeface="Calibri"/>
                <a:cs typeface="Calibri"/>
              </a:rPr>
              <a:t>de</a:t>
            </a:r>
            <a:r>
              <a:rPr dirty="0" sz="1800" spc="-25" b="1">
                <a:solidFill>
                  <a:srgbClr val="4E3629"/>
                </a:solidFill>
                <a:latin typeface="Calibri"/>
                <a:cs typeface="Calibri"/>
              </a:rPr>
              <a:t> </a:t>
            </a:r>
            <a:r>
              <a:rPr dirty="0" sz="1800" b="1">
                <a:solidFill>
                  <a:srgbClr val="4E3629"/>
                </a:solidFill>
                <a:latin typeface="Calibri"/>
                <a:cs typeface="Calibri"/>
              </a:rPr>
              <a:t>sistema</a:t>
            </a:r>
            <a:r>
              <a:rPr dirty="0" sz="1800" spc="-40" b="1">
                <a:solidFill>
                  <a:srgbClr val="4E3629"/>
                </a:solidFill>
                <a:latin typeface="Calibri"/>
                <a:cs typeface="Calibri"/>
              </a:rPr>
              <a:t> </a:t>
            </a:r>
            <a:r>
              <a:rPr dirty="0" sz="1800" spc="-10" b="1">
                <a:solidFill>
                  <a:srgbClr val="4E3629"/>
                </a:solidFill>
                <a:latin typeface="Calibri"/>
                <a:cs typeface="Calibri"/>
              </a:rPr>
              <a:t>operativo</a:t>
            </a:r>
            <a:endParaRPr sz="1800">
              <a:latin typeface="Calibri"/>
              <a:cs typeface="Calibri"/>
            </a:endParaRPr>
          </a:p>
        </p:txBody>
      </p:sp>
      <p:grpSp>
        <p:nvGrpSpPr>
          <p:cNvPr id="7" name="object 7" descr=""/>
          <p:cNvGrpSpPr/>
          <p:nvPr/>
        </p:nvGrpSpPr>
        <p:grpSpPr>
          <a:xfrm>
            <a:off x="6949786" y="4978141"/>
            <a:ext cx="262255" cy="544830"/>
            <a:chOff x="6949786" y="4978141"/>
            <a:chExt cx="262255" cy="544830"/>
          </a:xfrm>
        </p:grpSpPr>
        <p:sp>
          <p:nvSpPr>
            <p:cNvPr id="8" name="object 8" descr=""/>
            <p:cNvSpPr/>
            <p:nvPr/>
          </p:nvSpPr>
          <p:spPr>
            <a:xfrm>
              <a:off x="6994016" y="5064937"/>
              <a:ext cx="198755" cy="439420"/>
            </a:xfrm>
            <a:custGeom>
              <a:avLst/>
              <a:gdLst/>
              <a:ahLst/>
              <a:cxnLst/>
              <a:rect l="l" t="t" r="r" b="b"/>
              <a:pathLst>
                <a:path w="198754" h="439420">
                  <a:moveTo>
                    <a:pt x="198500" y="438988"/>
                  </a:moveTo>
                  <a:lnTo>
                    <a:pt x="0" y="0"/>
                  </a:lnTo>
                </a:path>
              </a:pathLst>
            </a:custGeom>
            <a:ln w="38100">
              <a:solidFill>
                <a:srgbClr val="FF3300"/>
              </a:solidFill>
            </a:ln>
          </p:spPr>
          <p:txBody>
            <a:bodyPr wrap="square" lIns="0" tIns="0" rIns="0" bIns="0" rtlCol="0"/>
            <a:lstStyle/>
            <a:p/>
          </p:txBody>
        </p:sp>
        <p:sp>
          <p:nvSpPr>
            <p:cNvPr id="9" name="object 9" descr=""/>
            <p:cNvSpPr/>
            <p:nvPr/>
          </p:nvSpPr>
          <p:spPr>
            <a:xfrm>
              <a:off x="6949786" y="4978141"/>
              <a:ext cx="104775" cy="128270"/>
            </a:xfrm>
            <a:custGeom>
              <a:avLst/>
              <a:gdLst/>
              <a:ahLst/>
              <a:cxnLst/>
              <a:rect l="l" t="t" r="r" b="b"/>
              <a:pathLst>
                <a:path w="104775" h="128270">
                  <a:moveTo>
                    <a:pt x="4991" y="0"/>
                  </a:moveTo>
                  <a:lnTo>
                    <a:pt x="0" y="127698"/>
                  </a:lnTo>
                  <a:lnTo>
                    <a:pt x="104152" y="80606"/>
                  </a:lnTo>
                  <a:lnTo>
                    <a:pt x="4991" y="0"/>
                  </a:lnTo>
                  <a:close/>
                </a:path>
              </a:pathLst>
            </a:custGeom>
            <a:solidFill>
              <a:srgbClr val="FF3300"/>
            </a:solidFill>
          </p:spPr>
          <p:txBody>
            <a:bodyPr wrap="square" lIns="0" tIns="0" rIns="0" bIns="0" rtlCol="0"/>
            <a:lstStyle/>
            <a:p/>
          </p:txBody>
        </p:sp>
      </p:grpSp>
      <p:grpSp>
        <p:nvGrpSpPr>
          <p:cNvPr id="10" name="object 10" descr=""/>
          <p:cNvGrpSpPr/>
          <p:nvPr/>
        </p:nvGrpSpPr>
        <p:grpSpPr>
          <a:xfrm>
            <a:off x="6106667" y="1594103"/>
            <a:ext cx="2453640" cy="1952625"/>
            <a:chOff x="6106667" y="1594103"/>
            <a:chExt cx="2453640" cy="1952625"/>
          </a:xfrm>
        </p:grpSpPr>
        <p:sp>
          <p:nvSpPr>
            <p:cNvPr id="11" name="object 11" descr=""/>
            <p:cNvSpPr/>
            <p:nvPr/>
          </p:nvSpPr>
          <p:spPr>
            <a:xfrm>
              <a:off x="6121145" y="1848992"/>
              <a:ext cx="2425065" cy="1683385"/>
            </a:xfrm>
            <a:custGeom>
              <a:avLst/>
              <a:gdLst/>
              <a:ahLst/>
              <a:cxnLst/>
              <a:rect l="l" t="t" r="r" b="b"/>
              <a:pathLst>
                <a:path w="2425065" h="1683385">
                  <a:moveTo>
                    <a:pt x="2424683" y="0"/>
                  </a:moveTo>
                  <a:lnTo>
                    <a:pt x="2405151" y="43215"/>
                  </a:lnTo>
                  <a:lnTo>
                    <a:pt x="2371483" y="70654"/>
                  </a:lnTo>
                  <a:lnTo>
                    <a:pt x="2322483" y="96764"/>
                  </a:lnTo>
                  <a:lnTo>
                    <a:pt x="2259163" y="121341"/>
                  </a:lnTo>
                  <a:lnTo>
                    <a:pt x="2222451" y="132992"/>
                  </a:lnTo>
                  <a:lnTo>
                    <a:pt x="2182539" y="144185"/>
                  </a:lnTo>
                  <a:lnTo>
                    <a:pt x="2139555" y="154895"/>
                  </a:lnTo>
                  <a:lnTo>
                    <a:pt x="2093626" y="165095"/>
                  </a:lnTo>
                  <a:lnTo>
                    <a:pt x="2044878" y="174762"/>
                  </a:lnTo>
                  <a:lnTo>
                    <a:pt x="1993437" y="183870"/>
                  </a:lnTo>
                  <a:lnTo>
                    <a:pt x="1939432" y="192394"/>
                  </a:lnTo>
                  <a:lnTo>
                    <a:pt x="1882988" y="200308"/>
                  </a:lnTo>
                  <a:lnTo>
                    <a:pt x="1824233" y="207588"/>
                  </a:lnTo>
                  <a:lnTo>
                    <a:pt x="1763293" y="214209"/>
                  </a:lnTo>
                  <a:lnTo>
                    <a:pt x="1700295" y="220144"/>
                  </a:lnTo>
                  <a:lnTo>
                    <a:pt x="1635366" y="225370"/>
                  </a:lnTo>
                  <a:lnTo>
                    <a:pt x="1568633" y="229861"/>
                  </a:lnTo>
                  <a:lnTo>
                    <a:pt x="1500222" y="233592"/>
                  </a:lnTo>
                  <a:lnTo>
                    <a:pt x="1430261" y="236537"/>
                  </a:lnTo>
                  <a:lnTo>
                    <a:pt x="1358876" y="238672"/>
                  </a:lnTo>
                  <a:lnTo>
                    <a:pt x="1286194" y="239972"/>
                  </a:lnTo>
                  <a:lnTo>
                    <a:pt x="1212342" y="240411"/>
                  </a:lnTo>
                  <a:lnTo>
                    <a:pt x="1138489" y="239972"/>
                  </a:lnTo>
                  <a:lnTo>
                    <a:pt x="1065807" y="238672"/>
                  </a:lnTo>
                  <a:lnTo>
                    <a:pt x="994422" y="236537"/>
                  </a:lnTo>
                  <a:lnTo>
                    <a:pt x="924461" y="233592"/>
                  </a:lnTo>
                  <a:lnTo>
                    <a:pt x="856050" y="229861"/>
                  </a:lnTo>
                  <a:lnTo>
                    <a:pt x="789317" y="225370"/>
                  </a:lnTo>
                  <a:lnTo>
                    <a:pt x="724388" y="220144"/>
                  </a:lnTo>
                  <a:lnTo>
                    <a:pt x="661390" y="214209"/>
                  </a:lnTo>
                  <a:lnTo>
                    <a:pt x="600450" y="207588"/>
                  </a:lnTo>
                  <a:lnTo>
                    <a:pt x="541695" y="200308"/>
                  </a:lnTo>
                  <a:lnTo>
                    <a:pt x="485251" y="192394"/>
                  </a:lnTo>
                  <a:lnTo>
                    <a:pt x="431246" y="183870"/>
                  </a:lnTo>
                  <a:lnTo>
                    <a:pt x="379805" y="174762"/>
                  </a:lnTo>
                  <a:lnTo>
                    <a:pt x="331057" y="165095"/>
                  </a:lnTo>
                  <a:lnTo>
                    <a:pt x="285128" y="154895"/>
                  </a:lnTo>
                  <a:lnTo>
                    <a:pt x="242144" y="144185"/>
                  </a:lnTo>
                  <a:lnTo>
                    <a:pt x="202232" y="132992"/>
                  </a:lnTo>
                  <a:lnTo>
                    <a:pt x="165520" y="121341"/>
                  </a:lnTo>
                  <a:lnTo>
                    <a:pt x="102200" y="96764"/>
                  </a:lnTo>
                  <a:lnTo>
                    <a:pt x="53200" y="70654"/>
                  </a:lnTo>
                  <a:lnTo>
                    <a:pt x="19532" y="43215"/>
                  </a:lnTo>
                  <a:lnTo>
                    <a:pt x="0" y="0"/>
                  </a:lnTo>
                  <a:lnTo>
                    <a:pt x="0" y="1442466"/>
                  </a:lnTo>
                  <a:lnTo>
                    <a:pt x="19532" y="1485681"/>
                  </a:lnTo>
                  <a:lnTo>
                    <a:pt x="53200" y="1513120"/>
                  </a:lnTo>
                  <a:lnTo>
                    <a:pt x="102200" y="1539230"/>
                  </a:lnTo>
                  <a:lnTo>
                    <a:pt x="165520" y="1563807"/>
                  </a:lnTo>
                  <a:lnTo>
                    <a:pt x="202232" y="1575458"/>
                  </a:lnTo>
                  <a:lnTo>
                    <a:pt x="242144" y="1586651"/>
                  </a:lnTo>
                  <a:lnTo>
                    <a:pt x="285128" y="1597361"/>
                  </a:lnTo>
                  <a:lnTo>
                    <a:pt x="331057" y="1607561"/>
                  </a:lnTo>
                  <a:lnTo>
                    <a:pt x="379805" y="1617228"/>
                  </a:lnTo>
                  <a:lnTo>
                    <a:pt x="431246" y="1626336"/>
                  </a:lnTo>
                  <a:lnTo>
                    <a:pt x="485251" y="1634860"/>
                  </a:lnTo>
                  <a:lnTo>
                    <a:pt x="541695" y="1642774"/>
                  </a:lnTo>
                  <a:lnTo>
                    <a:pt x="600450" y="1650054"/>
                  </a:lnTo>
                  <a:lnTo>
                    <a:pt x="661390" y="1656675"/>
                  </a:lnTo>
                  <a:lnTo>
                    <a:pt x="724388" y="1662610"/>
                  </a:lnTo>
                  <a:lnTo>
                    <a:pt x="789317" y="1667836"/>
                  </a:lnTo>
                  <a:lnTo>
                    <a:pt x="856050" y="1672327"/>
                  </a:lnTo>
                  <a:lnTo>
                    <a:pt x="924461" y="1676058"/>
                  </a:lnTo>
                  <a:lnTo>
                    <a:pt x="994422" y="1679003"/>
                  </a:lnTo>
                  <a:lnTo>
                    <a:pt x="1065807" y="1681138"/>
                  </a:lnTo>
                  <a:lnTo>
                    <a:pt x="1138489" y="1682438"/>
                  </a:lnTo>
                  <a:lnTo>
                    <a:pt x="1212342" y="1682877"/>
                  </a:lnTo>
                  <a:lnTo>
                    <a:pt x="1286194" y="1682438"/>
                  </a:lnTo>
                  <a:lnTo>
                    <a:pt x="1358876" y="1681138"/>
                  </a:lnTo>
                  <a:lnTo>
                    <a:pt x="1430261" y="1679003"/>
                  </a:lnTo>
                  <a:lnTo>
                    <a:pt x="1500222" y="1676058"/>
                  </a:lnTo>
                  <a:lnTo>
                    <a:pt x="1568633" y="1672327"/>
                  </a:lnTo>
                  <a:lnTo>
                    <a:pt x="1635366" y="1667836"/>
                  </a:lnTo>
                  <a:lnTo>
                    <a:pt x="1700295" y="1662610"/>
                  </a:lnTo>
                  <a:lnTo>
                    <a:pt x="1763293" y="1656675"/>
                  </a:lnTo>
                  <a:lnTo>
                    <a:pt x="1824233" y="1650054"/>
                  </a:lnTo>
                  <a:lnTo>
                    <a:pt x="1882988" y="1642774"/>
                  </a:lnTo>
                  <a:lnTo>
                    <a:pt x="1939432" y="1634860"/>
                  </a:lnTo>
                  <a:lnTo>
                    <a:pt x="1993437" y="1626336"/>
                  </a:lnTo>
                  <a:lnTo>
                    <a:pt x="2044878" y="1617228"/>
                  </a:lnTo>
                  <a:lnTo>
                    <a:pt x="2093626" y="1607561"/>
                  </a:lnTo>
                  <a:lnTo>
                    <a:pt x="2139555" y="1597361"/>
                  </a:lnTo>
                  <a:lnTo>
                    <a:pt x="2182539" y="1586651"/>
                  </a:lnTo>
                  <a:lnTo>
                    <a:pt x="2222451" y="1575458"/>
                  </a:lnTo>
                  <a:lnTo>
                    <a:pt x="2259163" y="1563807"/>
                  </a:lnTo>
                  <a:lnTo>
                    <a:pt x="2322483" y="1539230"/>
                  </a:lnTo>
                  <a:lnTo>
                    <a:pt x="2371483" y="1513120"/>
                  </a:lnTo>
                  <a:lnTo>
                    <a:pt x="2405151" y="1485681"/>
                  </a:lnTo>
                  <a:lnTo>
                    <a:pt x="2424683" y="1442466"/>
                  </a:lnTo>
                  <a:lnTo>
                    <a:pt x="2424683" y="0"/>
                  </a:lnTo>
                  <a:close/>
                </a:path>
              </a:pathLst>
            </a:custGeom>
            <a:solidFill>
              <a:srgbClr val="C0C0C0"/>
            </a:solidFill>
          </p:spPr>
          <p:txBody>
            <a:bodyPr wrap="square" lIns="0" tIns="0" rIns="0" bIns="0" rtlCol="0"/>
            <a:lstStyle/>
            <a:p/>
          </p:txBody>
        </p:sp>
        <p:sp>
          <p:nvSpPr>
            <p:cNvPr id="12" name="object 12" descr=""/>
            <p:cNvSpPr/>
            <p:nvPr/>
          </p:nvSpPr>
          <p:spPr>
            <a:xfrm>
              <a:off x="6121145" y="1608581"/>
              <a:ext cx="2425065" cy="481330"/>
            </a:xfrm>
            <a:custGeom>
              <a:avLst/>
              <a:gdLst/>
              <a:ahLst/>
              <a:cxnLst/>
              <a:rect l="l" t="t" r="r" b="b"/>
              <a:pathLst>
                <a:path w="2425065" h="481330">
                  <a:moveTo>
                    <a:pt x="1212342" y="0"/>
                  </a:moveTo>
                  <a:lnTo>
                    <a:pt x="1138489" y="438"/>
                  </a:lnTo>
                  <a:lnTo>
                    <a:pt x="1065807" y="1738"/>
                  </a:lnTo>
                  <a:lnTo>
                    <a:pt x="994422" y="3873"/>
                  </a:lnTo>
                  <a:lnTo>
                    <a:pt x="924461" y="6818"/>
                  </a:lnTo>
                  <a:lnTo>
                    <a:pt x="856050" y="10549"/>
                  </a:lnTo>
                  <a:lnTo>
                    <a:pt x="789317" y="15040"/>
                  </a:lnTo>
                  <a:lnTo>
                    <a:pt x="724388" y="20266"/>
                  </a:lnTo>
                  <a:lnTo>
                    <a:pt x="661390" y="26201"/>
                  </a:lnTo>
                  <a:lnTo>
                    <a:pt x="600450" y="32822"/>
                  </a:lnTo>
                  <a:lnTo>
                    <a:pt x="541695" y="40102"/>
                  </a:lnTo>
                  <a:lnTo>
                    <a:pt x="485251" y="48016"/>
                  </a:lnTo>
                  <a:lnTo>
                    <a:pt x="431246" y="56540"/>
                  </a:lnTo>
                  <a:lnTo>
                    <a:pt x="379805" y="65648"/>
                  </a:lnTo>
                  <a:lnTo>
                    <a:pt x="331057" y="75315"/>
                  </a:lnTo>
                  <a:lnTo>
                    <a:pt x="285128" y="85515"/>
                  </a:lnTo>
                  <a:lnTo>
                    <a:pt x="242144" y="96225"/>
                  </a:lnTo>
                  <a:lnTo>
                    <a:pt x="202232" y="107418"/>
                  </a:lnTo>
                  <a:lnTo>
                    <a:pt x="165520" y="119069"/>
                  </a:lnTo>
                  <a:lnTo>
                    <a:pt x="102200" y="143646"/>
                  </a:lnTo>
                  <a:lnTo>
                    <a:pt x="53200" y="169756"/>
                  </a:lnTo>
                  <a:lnTo>
                    <a:pt x="19532" y="197195"/>
                  </a:lnTo>
                  <a:lnTo>
                    <a:pt x="0" y="240410"/>
                  </a:lnTo>
                  <a:lnTo>
                    <a:pt x="2212" y="255056"/>
                  </a:lnTo>
                  <a:lnTo>
                    <a:pt x="34386" y="297499"/>
                  </a:lnTo>
                  <a:lnTo>
                    <a:pt x="75847" y="324299"/>
                  </a:lnTo>
                  <a:lnTo>
                    <a:pt x="132134" y="349667"/>
                  </a:lnTo>
                  <a:lnTo>
                    <a:pt x="202232" y="373403"/>
                  </a:lnTo>
                  <a:lnTo>
                    <a:pt x="242144" y="384596"/>
                  </a:lnTo>
                  <a:lnTo>
                    <a:pt x="285128" y="395306"/>
                  </a:lnTo>
                  <a:lnTo>
                    <a:pt x="331057" y="405506"/>
                  </a:lnTo>
                  <a:lnTo>
                    <a:pt x="379805" y="415173"/>
                  </a:lnTo>
                  <a:lnTo>
                    <a:pt x="431246" y="424281"/>
                  </a:lnTo>
                  <a:lnTo>
                    <a:pt x="485251" y="432805"/>
                  </a:lnTo>
                  <a:lnTo>
                    <a:pt x="541695" y="440719"/>
                  </a:lnTo>
                  <a:lnTo>
                    <a:pt x="600450" y="447999"/>
                  </a:lnTo>
                  <a:lnTo>
                    <a:pt x="661390" y="454620"/>
                  </a:lnTo>
                  <a:lnTo>
                    <a:pt x="724388" y="460555"/>
                  </a:lnTo>
                  <a:lnTo>
                    <a:pt x="789317" y="465781"/>
                  </a:lnTo>
                  <a:lnTo>
                    <a:pt x="856050" y="470272"/>
                  </a:lnTo>
                  <a:lnTo>
                    <a:pt x="924461" y="474003"/>
                  </a:lnTo>
                  <a:lnTo>
                    <a:pt x="994422" y="476948"/>
                  </a:lnTo>
                  <a:lnTo>
                    <a:pt x="1065807" y="479083"/>
                  </a:lnTo>
                  <a:lnTo>
                    <a:pt x="1138489" y="480383"/>
                  </a:lnTo>
                  <a:lnTo>
                    <a:pt x="1212342" y="480821"/>
                  </a:lnTo>
                  <a:lnTo>
                    <a:pt x="1286194" y="480383"/>
                  </a:lnTo>
                  <a:lnTo>
                    <a:pt x="1358876" y="479083"/>
                  </a:lnTo>
                  <a:lnTo>
                    <a:pt x="1430261" y="476948"/>
                  </a:lnTo>
                  <a:lnTo>
                    <a:pt x="1500222" y="474003"/>
                  </a:lnTo>
                  <a:lnTo>
                    <a:pt x="1568633" y="470272"/>
                  </a:lnTo>
                  <a:lnTo>
                    <a:pt x="1635366" y="465781"/>
                  </a:lnTo>
                  <a:lnTo>
                    <a:pt x="1700295" y="460555"/>
                  </a:lnTo>
                  <a:lnTo>
                    <a:pt x="1763293" y="454620"/>
                  </a:lnTo>
                  <a:lnTo>
                    <a:pt x="1824233" y="447999"/>
                  </a:lnTo>
                  <a:lnTo>
                    <a:pt x="1882988" y="440719"/>
                  </a:lnTo>
                  <a:lnTo>
                    <a:pt x="1939432" y="432805"/>
                  </a:lnTo>
                  <a:lnTo>
                    <a:pt x="1993437" y="424281"/>
                  </a:lnTo>
                  <a:lnTo>
                    <a:pt x="2044878" y="415173"/>
                  </a:lnTo>
                  <a:lnTo>
                    <a:pt x="2093626" y="405506"/>
                  </a:lnTo>
                  <a:lnTo>
                    <a:pt x="2139555" y="395306"/>
                  </a:lnTo>
                  <a:lnTo>
                    <a:pt x="2182539" y="384596"/>
                  </a:lnTo>
                  <a:lnTo>
                    <a:pt x="2222451" y="373403"/>
                  </a:lnTo>
                  <a:lnTo>
                    <a:pt x="2259163" y="361752"/>
                  </a:lnTo>
                  <a:lnTo>
                    <a:pt x="2322483" y="337175"/>
                  </a:lnTo>
                  <a:lnTo>
                    <a:pt x="2371483" y="311065"/>
                  </a:lnTo>
                  <a:lnTo>
                    <a:pt x="2405151" y="283626"/>
                  </a:lnTo>
                  <a:lnTo>
                    <a:pt x="2424683" y="240410"/>
                  </a:lnTo>
                  <a:lnTo>
                    <a:pt x="2422471" y="225765"/>
                  </a:lnTo>
                  <a:lnTo>
                    <a:pt x="2390297" y="183322"/>
                  </a:lnTo>
                  <a:lnTo>
                    <a:pt x="2348836" y="156522"/>
                  </a:lnTo>
                  <a:lnTo>
                    <a:pt x="2292549" y="131154"/>
                  </a:lnTo>
                  <a:lnTo>
                    <a:pt x="2222451" y="107418"/>
                  </a:lnTo>
                  <a:lnTo>
                    <a:pt x="2182539" y="96225"/>
                  </a:lnTo>
                  <a:lnTo>
                    <a:pt x="2139555" y="85515"/>
                  </a:lnTo>
                  <a:lnTo>
                    <a:pt x="2093626" y="75315"/>
                  </a:lnTo>
                  <a:lnTo>
                    <a:pt x="2044878" y="65648"/>
                  </a:lnTo>
                  <a:lnTo>
                    <a:pt x="1993437" y="56540"/>
                  </a:lnTo>
                  <a:lnTo>
                    <a:pt x="1939432" y="48016"/>
                  </a:lnTo>
                  <a:lnTo>
                    <a:pt x="1882988" y="40102"/>
                  </a:lnTo>
                  <a:lnTo>
                    <a:pt x="1824233" y="32822"/>
                  </a:lnTo>
                  <a:lnTo>
                    <a:pt x="1763293" y="26201"/>
                  </a:lnTo>
                  <a:lnTo>
                    <a:pt x="1700295" y="20266"/>
                  </a:lnTo>
                  <a:lnTo>
                    <a:pt x="1635366" y="15040"/>
                  </a:lnTo>
                  <a:lnTo>
                    <a:pt x="1568633" y="10549"/>
                  </a:lnTo>
                  <a:lnTo>
                    <a:pt x="1500222" y="6818"/>
                  </a:lnTo>
                  <a:lnTo>
                    <a:pt x="1430261" y="3873"/>
                  </a:lnTo>
                  <a:lnTo>
                    <a:pt x="1358876" y="1738"/>
                  </a:lnTo>
                  <a:lnTo>
                    <a:pt x="1286194" y="438"/>
                  </a:lnTo>
                  <a:lnTo>
                    <a:pt x="1212342" y="0"/>
                  </a:lnTo>
                  <a:close/>
                </a:path>
              </a:pathLst>
            </a:custGeom>
            <a:solidFill>
              <a:srgbClr val="DADADA"/>
            </a:solidFill>
          </p:spPr>
          <p:txBody>
            <a:bodyPr wrap="square" lIns="0" tIns="0" rIns="0" bIns="0" rtlCol="0"/>
            <a:lstStyle/>
            <a:p/>
          </p:txBody>
        </p:sp>
        <p:sp>
          <p:nvSpPr>
            <p:cNvPr id="13" name="object 13" descr=""/>
            <p:cNvSpPr/>
            <p:nvPr/>
          </p:nvSpPr>
          <p:spPr>
            <a:xfrm>
              <a:off x="6121145" y="1608581"/>
              <a:ext cx="2425065" cy="1923414"/>
            </a:xfrm>
            <a:custGeom>
              <a:avLst/>
              <a:gdLst/>
              <a:ahLst/>
              <a:cxnLst/>
              <a:rect l="l" t="t" r="r" b="b"/>
              <a:pathLst>
                <a:path w="2425065" h="1923414">
                  <a:moveTo>
                    <a:pt x="2424683" y="240411"/>
                  </a:moveTo>
                  <a:lnTo>
                    <a:pt x="2405151" y="283626"/>
                  </a:lnTo>
                  <a:lnTo>
                    <a:pt x="2371483" y="311065"/>
                  </a:lnTo>
                  <a:lnTo>
                    <a:pt x="2322483" y="337175"/>
                  </a:lnTo>
                  <a:lnTo>
                    <a:pt x="2259163" y="361752"/>
                  </a:lnTo>
                  <a:lnTo>
                    <a:pt x="2222451" y="373403"/>
                  </a:lnTo>
                  <a:lnTo>
                    <a:pt x="2182539" y="384596"/>
                  </a:lnTo>
                  <a:lnTo>
                    <a:pt x="2139555" y="395306"/>
                  </a:lnTo>
                  <a:lnTo>
                    <a:pt x="2093626" y="405506"/>
                  </a:lnTo>
                  <a:lnTo>
                    <a:pt x="2044878" y="415173"/>
                  </a:lnTo>
                  <a:lnTo>
                    <a:pt x="1993437" y="424281"/>
                  </a:lnTo>
                  <a:lnTo>
                    <a:pt x="1939432" y="432805"/>
                  </a:lnTo>
                  <a:lnTo>
                    <a:pt x="1882988" y="440719"/>
                  </a:lnTo>
                  <a:lnTo>
                    <a:pt x="1824233" y="447999"/>
                  </a:lnTo>
                  <a:lnTo>
                    <a:pt x="1763293" y="454620"/>
                  </a:lnTo>
                  <a:lnTo>
                    <a:pt x="1700295" y="460555"/>
                  </a:lnTo>
                  <a:lnTo>
                    <a:pt x="1635366" y="465781"/>
                  </a:lnTo>
                  <a:lnTo>
                    <a:pt x="1568633" y="470272"/>
                  </a:lnTo>
                  <a:lnTo>
                    <a:pt x="1500222" y="474003"/>
                  </a:lnTo>
                  <a:lnTo>
                    <a:pt x="1430261" y="476948"/>
                  </a:lnTo>
                  <a:lnTo>
                    <a:pt x="1358876" y="479083"/>
                  </a:lnTo>
                  <a:lnTo>
                    <a:pt x="1286194" y="480383"/>
                  </a:lnTo>
                  <a:lnTo>
                    <a:pt x="1212341" y="480822"/>
                  </a:lnTo>
                  <a:lnTo>
                    <a:pt x="1138489" y="480383"/>
                  </a:lnTo>
                  <a:lnTo>
                    <a:pt x="1065807" y="479083"/>
                  </a:lnTo>
                  <a:lnTo>
                    <a:pt x="994422" y="476948"/>
                  </a:lnTo>
                  <a:lnTo>
                    <a:pt x="924461" y="474003"/>
                  </a:lnTo>
                  <a:lnTo>
                    <a:pt x="856050" y="470272"/>
                  </a:lnTo>
                  <a:lnTo>
                    <a:pt x="789317" y="465781"/>
                  </a:lnTo>
                  <a:lnTo>
                    <a:pt x="724388" y="460555"/>
                  </a:lnTo>
                  <a:lnTo>
                    <a:pt x="661390" y="454620"/>
                  </a:lnTo>
                  <a:lnTo>
                    <a:pt x="600450" y="447999"/>
                  </a:lnTo>
                  <a:lnTo>
                    <a:pt x="541695" y="440719"/>
                  </a:lnTo>
                  <a:lnTo>
                    <a:pt x="485251" y="432805"/>
                  </a:lnTo>
                  <a:lnTo>
                    <a:pt x="431246" y="424281"/>
                  </a:lnTo>
                  <a:lnTo>
                    <a:pt x="379805" y="415173"/>
                  </a:lnTo>
                  <a:lnTo>
                    <a:pt x="331057" y="405506"/>
                  </a:lnTo>
                  <a:lnTo>
                    <a:pt x="285128" y="395306"/>
                  </a:lnTo>
                  <a:lnTo>
                    <a:pt x="242144" y="384596"/>
                  </a:lnTo>
                  <a:lnTo>
                    <a:pt x="202232" y="373403"/>
                  </a:lnTo>
                  <a:lnTo>
                    <a:pt x="165520" y="361752"/>
                  </a:lnTo>
                  <a:lnTo>
                    <a:pt x="102200" y="337175"/>
                  </a:lnTo>
                  <a:lnTo>
                    <a:pt x="53200" y="311065"/>
                  </a:lnTo>
                  <a:lnTo>
                    <a:pt x="19532" y="283626"/>
                  </a:lnTo>
                  <a:lnTo>
                    <a:pt x="0" y="240411"/>
                  </a:lnTo>
                  <a:lnTo>
                    <a:pt x="2212" y="225765"/>
                  </a:lnTo>
                  <a:lnTo>
                    <a:pt x="34386" y="183322"/>
                  </a:lnTo>
                  <a:lnTo>
                    <a:pt x="75847" y="156522"/>
                  </a:lnTo>
                  <a:lnTo>
                    <a:pt x="132134" y="131154"/>
                  </a:lnTo>
                  <a:lnTo>
                    <a:pt x="202232" y="107418"/>
                  </a:lnTo>
                  <a:lnTo>
                    <a:pt x="242144" y="96225"/>
                  </a:lnTo>
                  <a:lnTo>
                    <a:pt x="285128" y="85515"/>
                  </a:lnTo>
                  <a:lnTo>
                    <a:pt x="331057" y="75315"/>
                  </a:lnTo>
                  <a:lnTo>
                    <a:pt x="379805" y="65648"/>
                  </a:lnTo>
                  <a:lnTo>
                    <a:pt x="431246" y="56540"/>
                  </a:lnTo>
                  <a:lnTo>
                    <a:pt x="485251" y="48016"/>
                  </a:lnTo>
                  <a:lnTo>
                    <a:pt x="541695" y="40102"/>
                  </a:lnTo>
                  <a:lnTo>
                    <a:pt x="600450" y="32822"/>
                  </a:lnTo>
                  <a:lnTo>
                    <a:pt x="661390" y="26201"/>
                  </a:lnTo>
                  <a:lnTo>
                    <a:pt x="724388" y="20266"/>
                  </a:lnTo>
                  <a:lnTo>
                    <a:pt x="789317" y="15040"/>
                  </a:lnTo>
                  <a:lnTo>
                    <a:pt x="856050" y="10549"/>
                  </a:lnTo>
                  <a:lnTo>
                    <a:pt x="924461" y="6818"/>
                  </a:lnTo>
                  <a:lnTo>
                    <a:pt x="994422" y="3873"/>
                  </a:lnTo>
                  <a:lnTo>
                    <a:pt x="1065807" y="1738"/>
                  </a:lnTo>
                  <a:lnTo>
                    <a:pt x="1138489" y="438"/>
                  </a:lnTo>
                  <a:lnTo>
                    <a:pt x="1212341" y="0"/>
                  </a:lnTo>
                  <a:lnTo>
                    <a:pt x="1286194" y="438"/>
                  </a:lnTo>
                  <a:lnTo>
                    <a:pt x="1358876" y="1738"/>
                  </a:lnTo>
                  <a:lnTo>
                    <a:pt x="1430261" y="3873"/>
                  </a:lnTo>
                  <a:lnTo>
                    <a:pt x="1500222" y="6818"/>
                  </a:lnTo>
                  <a:lnTo>
                    <a:pt x="1568633" y="10549"/>
                  </a:lnTo>
                  <a:lnTo>
                    <a:pt x="1635366" y="15040"/>
                  </a:lnTo>
                  <a:lnTo>
                    <a:pt x="1700295" y="20266"/>
                  </a:lnTo>
                  <a:lnTo>
                    <a:pt x="1763293" y="26201"/>
                  </a:lnTo>
                  <a:lnTo>
                    <a:pt x="1824233" y="32822"/>
                  </a:lnTo>
                  <a:lnTo>
                    <a:pt x="1882988" y="40102"/>
                  </a:lnTo>
                  <a:lnTo>
                    <a:pt x="1939432" y="48016"/>
                  </a:lnTo>
                  <a:lnTo>
                    <a:pt x="1993437" y="56540"/>
                  </a:lnTo>
                  <a:lnTo>
                    <a:pt x="2044878" y="65648"/>
                  </a:lnTo>
                  <a:lnTo>
                    <a:pt x="2093626" y="75315"/>
                  </a:lnTo>
                  <a:lnTo>
                    <a:pt x="2139555" y="85515"/>
                  </a:lnTo>
                  <a:lnTo>
                    <a:pt x="2182539" y="96225"/>
                  </a:lnTo>
                  <a:lnTo>
                    <a:pt x="2222451" y="107418"/>
                  </a:lnTo>
                  <a:lnTo>
                    <a:pt x="2259163" y="119069"/>
                  </a:lnTo>
                  <a:lnTo>
                    <a:pt x="2322483" y="143646"/>
                  </a:lnTo>
                  <a:lnTo>
                    <a:pt x="2371483" y="169756"/>
                  </a:lnTo>
                  <a:lnTo>
                    <a:pt x="2405151" y="197195"/>
                  </a:lnTo>
                  <a:lnTo>
                    <a:pt x="2424683" y="240411"/>
                  </a:lnTo>
                  <a:close/>
                </a:path>
                <a:path w="2425065" h="1923414">
                  <a:moveTo>
                    <a:pt x="2424683" y="240411"/>
                  </a:moveTo>
                  <a:lnTo>
                    <a:pt x="2424683" y="1682877"/>
                  </a:lnTo>
                  <a:lnTo>
                    <a:pt x="2422471" y="1697522"/>
                  </a:lnTo>
                  <a:lnTo>
                    <a:pt x="2390297" y="1739965"/>
                  </a:lnTo>
                  <a:lnTo>
                    <a:pt x="2348836" y="1766765"/>
                  </a:lnTo>
                  <a:lnTo>
                    <a:pt x="2292549" y="1792133"/>
                  </a:lnTo>
                  <a:lnTo>
                    <a:pt x="2222451" y="1815869"/>
                  </a:lnTo>
                  <a:lnTo>
                    <a:pt x="2182539" y="1827062"/>
                  </a:lnTo>
                  <a:lnTo>
                    <a:pt x="2139555" y="1837772"/>
                  </a:lnTo>
                  <a:lnTo>
                    <a:pt x="2093626" y="1847972"/>
                  </a:lnTo>
                  <a:lnTo>
                    <a:pt x="2044878" y="1857639"/>
                  </a:lnTo>
                  <a:lnTo>
                    <a:pt x="1993437" y="1866747"/>
                  </a:lnTo>
                  <a:lnTo>
                    <a:pt x="1939432" y="1875271"/>
                  </a:lnTo>
                  <a:lnTo>
                    <a:pt x="1882988" y="1883185"/>
                  </a:lnTo>
                  <a:lnTo>
                    <a:pt x="1824233" y="1890465"/>
                  </a:lnTo>
                  <a:lnTo>
                    <a:pt x="1763293" y="1897086"/>
                  </a:lnTo>
                  <a:lnTo>
                    <a:pt x="1700295" y="1903021"/>
                  </a:lnTo>
                  <a:lnTo>
                    <a:pt x="1635366" y="1908247"/>
                  </a:lnTo>
                  <a:lnTo>
                    <a:pt x="1568633" y="1912738"/>
                  </a:lnTo>
                  <a:lnTo>
                    <a:pt x="1500222" y="1916469"/>
                  </a:lnTo>
                  <a:lnTo>
                    <a:pt x="1430261" y="1919414"/>
                  </a:lnTo>
                  <a:lnTo>
                    <a:pt x="1358876" y="1921549"/>
                  </a:lnTo>
                  <a:lnTo>
                    <a:pt x="1286194" y="1922849"/>
                  </a:lnTo>
                  <a:lnTo>
                    <a:pt x="1212341" y="1923288"/>
                  </a:lnTo>
                  <a:lnTo>
                    <a:pt x="1138489" y="1922849"/>
                  </a:lnTo>
                  <a:lnTo>
                    <a:pt x="1065807" y="1921549"/>
                  </a:lnTo>
                  <a:lnTo>
                    <a:pt x="994422" y="1919414"/>
                  </a:lnTo>
                  <a:lnTo>
                    <a:pt x="924461" y="1916469"/>
                  </a:lnTo>
                  <a:lnTo>
                    <a:pt x="856050" y="1912738"/>
                  </a:lnTo>
                  <a:lnTo>
                    <a:pt x="789317" y="1908247"/>
                  </a:lnTo>
                  <a:lnTo>
                    <a:pt x="724388" y="1903021"/>
                  </a:lnTo>
                  <a:lnTo>
                    <a:pt x="661390" y="1897086"/>
                  </a:lnTo>
                  <a:lnTo>
                    <a:pt x="600450" y="1890465"/>
                  </a:lnTo>
                  <a:lnTo>
                    <a:pt x="541695" y="1883185"/>
                  </a:lnTo>
                  <a:lnTo>
                    <a:pt x="485251" y="1875271"/>
                  </a:lnTo>
                  <a:lnTo>
                    <a:pt x="431246" y="1866747"/>
                  </a:lnTo>
                  <a:lnTo>
                    <a:pt x="379805" y="1857639"/>
                  </a:lnTo>
                  <a:lnTo>
                    <a:pt x="331057" y="1847972"/>
                  </a:lnTo>
                  <a:lnTo>
                    <a:pt x="285128" y="1837772"/>
                  </a:lnTo>
                  <a:lnTo>
                    <a:pt x="242144" y="1827062"/>
                  </a:lnTo>
                  <a:lnTo>
                    <a:pt x="202232" y="1815869"/>
                  </a:lnTo>
                  <a:lnTo>
                    <a:pt x="165520" y="1804218"/>
                  </a:lnTo>
                  <a:lnTo>
                    <a:pt x="102200" y="1779641"/>
                  </a:lnTo>
                  <a:lnTo>
                    <a:pt x="53200" y="1753531"/>
                  </a:lnTo>
                  <a:lnTo>
                    <a:pt x="19532" y="1726092"/>
                  </a:lnTo>
                  <a:lnTo>
                    <a:pt x="0" y="1682877"/>
                  </a:lnTo>
                  <a:lnTo>
                    <a:pt x="0" y="240411"/>
                  </a:lnTo>
                </a:path>
              </a:pathLst>
            </a:custGeom>
            <a:ln w="28956">
              <a:solidFill>
                <a:srgbClr val="4E3629"/>
              </a:solidFill>
            </a:ln>
          </p:spPr>
          <p:txBody>
            <a:bodyPr wrap="square" lIns="0" tIns="0" rIns="0" bIns="0" rtlCol="0"/>
            <a:lstStyle/>
            <a:p/>
          </p:txBody>
        </p:sp>
      </p:grpSp>
      <p:sp>
        <p:nvSpPr>
          <p:cNvPr id="14" name="object 14" descr=""/>
          <p:cNvSpPr txBox="1"/>
          <p:nvPr/>
        </p:nvSpPr>
        <p:spPr>
          <a:xfrm>
            <a:off x="6709629" y="1721128"/>
            <a:ext cx="1403350" cy="26924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E3629"/>
                </a:solidFill>
                <a:latin typeface="Calibri"/>
                <a:cs typeface="Calibri"/>
              </a:rPr>
              <a:t>Oracle</a:t>
            </a:r>
            <a:r>
              <a:rPr dirty="0" sz="1600" spc="-60" b="1">
                <a:solidFill>
                  <a:srgbClr val="4E3629"/>
                </a:solidFill>
                <a:latin typeface="Calibri"/>
                <a:cs typeface="Calibri"/>
              </a:rPr>
              <a:t> </a:t>
            </a:r>
            <a:r>
              <a:rPr dirty="0" sz="1600" spc="-10" b="1">
                <a:solidFill>
                  <a:srgbClr val="4E3629"/>
                </a:solidFill>
                <a:latin typeface="Calibri"/>
                <a:cs typeface="Calibri"/>
              </a:rPr>
              <a:t>Database</a:t>
            </a:r>
            <a:endParaRPr sz="1600">
              <a:latin typeface="Calibri"/>
              <a:cs typeface="Calibri"/>
            </a:endParaRPr>
          </a:p>
        </p:txBody>
      </p:sp>
      <p:grpSp>
        <p:nvGrpSpPr>
          <p:cNvPr id="15" name="object 15" descr=""/>
          <p:cNvGrpSpPr/>
          <p:nvPr/>
        </p:nvGrpSpPr>
        <p:grpSpPr>
          <a:xfrm>
            <a:off x="7679435" y="3703320"/>
            <a:ext cx="881380" cy="388620"/>
            <a:chOff x="7679435" y="3703320"/>
            <a:chExt cx="881380" cy="388620"/>
          </a:xfrm>
        </p:grpSpPr>
        <p:sp>
          <p:nvSpPr>
            <p:cNvPr id="16" name="object 16" descr=""/>
            <p:cNvSpPr/>
            <p:nvPr/>
          </p:nvSpPr>
          <p:spPr>
            <a:xfrm>
              <a:off x="7693913" y="3717798"/>
              <a:ext cx="852169" cy="360045"/>
            </a:xfrm>
            <a:custGeom>
              <a:avLst/>
              <a:gdLst/>
              <a:ahLst/>
              <a:cxnLst/>
              <a:rect l="l" t="t" r="r" b="b"/>
              <a:pathLst>
                <a:path w="852170" h="360045">
                  <a:moveTo>
                    <a:pt x="851916" y="0"/>
                  </a:moveTo>
                  <a:lnTo>
                    <a:pt x="0" y="0"/>
                  </a:lnTo>
                  <a:lnTo>
                    <a:pt x="0" y="359663"/>
                  </a:lnTo>
                  <a:lnTo>
                    <a:pt x="851916" y="359663"/>
                  </a:lnTo>
                  <a:lnTo>
                    <a:pt x="851916" y="0"/>
                  </a:lnTo>
                  <a:close/>
                </a:path>
              </a:pathLst>
            </a:custGeom>
            <a:solidFill>
              <a:srgbClr val="4E3629"/>
            </a:solidFill>
          </p:spPr>
          <p:txBody>
            <a:bodyPr wrap="square" lIns="0" tIns="0" rIns="0" bIns="0" rtlCol="0"/>
            <a:lstStyle/>
            <a:p/>
          </p:txBody>
        </p:sp>
        <p:sp>
          <p:nvSpPr>
            <p:cNvPr id="17" name="object 17" descr=""/>
            <p:cNvSpPr/>
            <p:nvPr/>
          </p:nvSpPr>
          <p:spPr>
            <a:xfrm>
              <a:off x="7693913" y="3717798"/>
              <a:ext cx="852169" cy="360045"/>
            </a:xfrm>
            <a:custGeom>
              <a:avLst/>
              <a:gdLst/>
              <a:ahLst/>
              <a:cxnLst/>
              <a:rect l="l" t="t" r="r" b="b"/>
              <a:pathLst>
                <a:path w="852170" h="360045">
                  <a:moveTo>
                    <a:pt x="0" y="359663"/>
                  </a:moveTo>
                  <a:lnTo>
                    <a:pt x="851916" y="359663"/>
                  </a:lnTo>
                  <a:lnTo>
                    <a:pt x="851916" y="0"/>
                  </a:lnTo>
                  <a:lnTo>
                    <a:pt x="0" y="0"/>
                  </a:lnTo>
                  <a:lnTo>
                    <a:pt x="0" y="359663"/>
                  </a:lnTo>
                  <a:close/>
                </a:path>
              </a:pathLst>
            </a:custGeom>
            <a:ln w="28956">
              <a:solidFill>
                <a:srgbClr val="4E3629"/>
              </a:solidFill>
            </a:ln>
          </p:spPr>
          <p:txBody>
            <a:bodyPr wrap="square" lIns="0" tIns="0" rIns="0" bIns="0" rtlCol="0"/>
            <a:lstStyle/>
            <a:p/>
          </p:txBody>
        </p:sp>
      </p:grpSp>
      <p:grpSp>
        <p:nvGrpSpPr>
          <p:cNvPr id="18" name="object 18" descr=""/>
          <p:cNvGrpSpPr/>
          <p:nvPr/>
        </p:nvGrpSpPr>
        <p:grpSpPr>
          <a:xfrm>
            <a:off x="6024371" y="3703320"/>
            <a:ext cx="902335" cy="388620"/>
            <a:chOff x="6024371" y="3703320"/>
            <a:chExt cx="902335" cy="388620"/>
          </a:xfrm>
        </p:grpSpPr>
        <p:sp>
          <p:nvSpPr>
            <p:cNvPr id="19" name="object 19" descr=""/>
            <p:cNvSpPr/>
            <p:nvPr/>
          </p:nvSpPr>
          <p:spPr>
            <a:xfrm>
              <a:off x="6038849" y="3717798"/>
              <a:ext cx="873760" cy="360045"/>
            </a:xfrm>
            <a:custGeom>
              <a:avLst/>
              <a:gdLst/>
              <a:ahLst/>
              <a:cxnLst/>
              <a:rect l="l" t="t" r="r" b="b"/>
              <a:pathLst>
                <a:path w="873759" h="360045">
                  <a:moveTo>
                    <a:pt x="873251" y="0"/>
                  </a:moveTo>
                  <a:lnTo>
                    <a:pt x="0" y="0"/>
                  </a:lnTo>
                  <a:lnTo>
                    <a:pt x="0" y="359663"/>
                  </a:lnTo>
                  <a:lnTo>
                    <a:pt x="873251" y="359663"/>
                  </a:lnTo>
                  <a:lnTo>
                    <a:pt x="873251" y="0"/>
                  </a:lnTo>
                  <a:close/>
                </a:path>
              </a:pathLst>
            </a:custGeom>
            <a:solidFill>
              <a:srgbClr val="FFC000"/>
            </a:solidFill>
          </p:spPr>
          <p:txBody>
            <a:bodyPr wrap="square" lIns="0" tIns="0" rIns="0" bIns="0" rtlCol="0"/>
            <a:lstStyle/>
            <a:p/>
          </p:txBody>
        </p:sp>
        <p:sp>
          <p:nvSpPr>
            <p:cNvPr id="20" name="object 20" descr=""/>
            <p:cNvSpPr/>
            <p:nvPr/>
          </p:nvSpPr>
          <p:spPr>
            <a:xfrm>
              <a:off x="6038849" y="3717798"/>
              <a:ext cx="873760" cy="360045"/>
            </a:xfrm>
            <a:custGeom>
              <a:avLst/>
              <a:gdLst/>
              <a:ahLst/>
              <a:cxnLst/>
              <a:rect l="l" t="t" r="r" b="b"/>
              <a:pathLst>
                <a:path w="873759" h="360045">
                  <a:moveTo>
                    <a:pt x="0" y="359663"/>
                  </a:moveTo>
                  <a:lnTo>
                    <a:pt x="873251" y="359663"/>
                  </a:lnTo>
                  <a:lnTo>
                    <a:pt x="873251" y="0"/>
                  </a:lnTo>
                  <a:lnTo>
                    <a:pt x="0" y="0"/>
                  </a:lnTo>
                  <a:lnTo>
                    <a:pt x="0" y="359663"/>
                  </a:lnTo>
                  <a:close/>
                </a:path>
              </a:pathLst>
            </a:custGeom>
            <a:ln w="28956">
              <a:solidFill>
                <a:srgbClr val="4E3629"/>
              </a:solidFill>
            </a:ln>
          </p:spPr>
          <p:txBody>
            <a:bodyPr wrap="square" lIns="0" tIns="0" rIns="0" bIns="0" rtlCol="0"/>
            <a:lstStyle/>
            <a:p/>
          </p:txBody>
        </p:sp>
      </p:grpSp>
      <p:sp>
        <p:nvSpPr>
          <p:cNvPr id="21" name="object 21" descr=""/>
          <p:cNvSpPr txBox="1"/>
          <p:nvPr/>
        </p:nvSpPr>
        <p:spPr>
          <a:xfrm>
            <a:off x="6002742" y="4094548"/>
            <a:ext cx="915669" cy="1122680"/>
          </a:xfrm>
          <a:prstGeom prst="rect">
            <a:avLst/>
          </a:prstGeom>
        </p:spPr>
        <p:txBody>
          <a:bodyPr wrap="square" lIns="0" tIns="12700" rIns="0" bIns="0" rtlCol="0" vert="horz">
            <a:spAutoFit/>
          </a:bodyPr>
          <a:lstStyle/>
          <a:p>
            <a:pPr algn="ctr" marL="12065" marR="5080" indent="-635">
              <a:lnSpc>
                <a:spcPct val="100000"/>
              </a:lnSpc>
              <a:spcBef>
                <a:spcPts val="100"/>
              </a:spcBef>
            </a:pPr>
            <a:r>
              <a:rPr dirty="0" sz="1800" spc="-10" b="1">
                <a:solidFill>
                  <a:srgbClr val="4E3629"/>
                </a:solidFill>
                <a:latin typeface="Calibri"/>
                <a:cs typeface="Calibri"/>
              </a:rPr>
              <a:t>Archivo plano: tabla </a:t>
            </a:r>
            <a:r>
              <a:rPr dirty="0" sz="1800" b="1">
                <a:solidFill>
                  <a:srgbClr val="4E3629"/>
                </a:solidFill>
                <a:latin typeface="Calibri"/>
                <a:cs typeface="Calibri"/>
              </a:rPr>
              <a:t>externa</a:t>
            </a:r>
            <a:r>
              <a:rPr dirty="0" sz="1800" spc="-85" b="1">
                <a:solidFill>
                  <a:srgbClr val="4E3629"/>
                </a:solidFill>
                <a:latin typeface="Calibri"/>
                <a:cs typeface="Calibri"/>
              </a:rPr>
              <a:t> </a:t>
            </a:r>
            <a:r>
              <a:rPr dirty="0" sz="1800" spc="-50" b="1">
                <a:solidFill>
                  <a:srgbClr val="4E3629"/>
                </a:solidFill>
                <a:latin typeface="Calibri"/>
                <a:cs typeface="Calibri"/>
              </a:rPr>
              <a:t>1</a:t>
            </a:r>
            <a:endParaRPr sz="1800">
              <a:latin typeface="Calibri"/>
              <a:cs typeface="Calibri"/>
            </a:endParaRPr>
          </a:p>
        </p:txBody>
      </p:sp>
      <p:sp>
        <p:nvSpPr>
          <p:cNvPr id="22" name="object 22" descr=""/>
          <p:cNvSpPr txBox="1"/>
          <p:nvPr/>
        </p:nvSpPr>
        <p:spPr>
          <a:xfrm>
            <a:off x="7655977" y="4102092"/>
            <a:ext cx="915669" cy="1122680"/>
          </a:xfrm>
          <a:prstGeom prst="rect">
            <a:avLst/>
          </a:prstGeom>
        </p:spPr>
        <p:txBody>
          <a:bodyPr wrap="square" lIns="0" tIns="12700" rIns="0" bIns="0" rtlCol="0" vert="horz">
            <a:spAutoFit/>
          </a:bodyPr>
          <a:lstStyle/>
          <a:p>
            <a:pPr algn="ctr" marL="12065" marR="5080" indent="-635">
              <a:lnSpc>
                <a:spcPct val="100000"/>
              </a:lnSpc>
              <a:spcBef>
                <a:spcPts val="100"/>
              </a:spcBef>
            </a:pPr>
            <a:r>
              <a:rPr dirty="0" sz="1800" spc="-10" b="1">
                <a:solidFill>
                  <a:srgbClr val="4E3629"/>
                </a:solidFill>
                <a:latin typeface="Calibri"/>
                <a:cs typeface="Calibri"/>
              </a:rPr>
              <a:t>Archivo plano: tabla </a:t>
            </a:r>
            <a:r>
              <a:rPr dirty="0" sz="1800" b="1">
                <a:solidFill>
                  <a:srgbClr val="4E3629"/>
                </a:solidFill>
                <a:latin typeface="Calibri"/>
                <a:cs typeface="Calibri"/>
              </a:rPr>
              <a:t>externa</a:t>
            </a:r>
            <a:r>
              <a:rPr dirty="0" sz="1800" spc="-85" b="1">
                <a:solidFill>
                  <a:srgbClr val="4E3629"/>
                </a:solidFill>
                <a:latin typeface="Calibri"/>
                <a:cs typeface="Calibri"/>
              </a:rPr>
              <a:t> </a:t>
            </a:r>
            <a:r>
              <a:rPr dirty="0" sz="1800" spc="-50" b="1">
                <a:solidFill>
                  <a:srgbClr val="4E3629"/>
                </a:solidFill>
                <a:latin typeface="Calibri"/>
                <a:cs typeface="Calibri"/>
              </a:rPr>
              <a:t>2</a:t>
            </a:r>
            <a:endParaRPr sz="1800">
              <a:latin typeface="Calibri"/>
              <a:cs typeface="Calibri"/>
            </a:endParaRPr>
          </a:p>
        </p:txBody>
      </p:sp>
      <p:grpSp>
        <p:nvGrpSpPr>
          <p:cNvPr id="23" name="object 23" descr=""/>
          <p:cNvGrpSpPr/>
          <p:nvPr/>
        </p:nvGrpSpPr>
        <p:grpSpPr>
          <a:xfrm>
            <a:off x="7315200" y="4978141"/>
            <a:ext cx="262255" cy="544830"/>
            <a:chOff x="7315200" y="4978141"/>
            <a:chExt cx="262255" cy="544830"/>
          </a:xfrm>
        </p:grpSpPr>
        <p:sp>
          <p:nvSpPr>
            <p:cNvPr id="24" name="object 24" descr=""/>
            <p:cNvSpPr/>
            <p:nvPr/>
          </p:nvSpPr>
          <p:spPr>
            <a:xfrm>
              <a:off x="7334250" y="5064937"/>
              <a:ext cx="198755" cy="439420"/>
            </a:xfrm>
            <a:custGeom>
              <a:avLst/>
              <a:gdLst/>
              <a:ahLst/>
              <a:cxnLst/>
              <a:rect l="l" t="t" r="r" b="b"/>
              <a:pathLst>
                <a:path w="198754" h="439420">
                  <a:moveTo>
                    <a:pt x="0" y="438988"/>
                  </a:moveTo>
                  <a:lnTo>
                    <a:pt x="198501" y="0"/>
                  </a:lnTo>
                </a:path>
              </a:pathLst>
            </a:custGeom>
            <a:ln w="38100">
              <a:solidFill>
                <a:srgbClr val="FF3300"/>
              </a:solidFill>
            </a:ln>
          </p:spPr>
          <p:txBody>
            <a:bodyPr wrap="square" lIns="0" tIns="0" rIns="0" bIns="0" rtlCol="0"/>
            <a:lstStyle/>
            <a:p/>
          </p:txBody>
        </p:sp>
        <p:sp>
          <p:nvSpPr>
            <p:cNvPr id="25" name="object 25" descr=""/>
            <p:cNvSpPr/>
            <p:nvPr/>
          </p:nvSpPr>
          <p:spPr>
            <a:xfrm>
              <a:off x="7472828" y="4978141"/>
              <a:ext cx="104775" cy="128270"/>
            </a:xfrm>
            <a:custGeom>
              <a:avLst/>
              <a:gdLst/>
              <a:ahLst/>
              <a:cxnLst/>
              <a:rect l="l" t="t" r="r" b="b"/>
              <a:pathLst>
                <a:path w="104775" h="128270">
                  <a:moveTo>
                    <a:pt x="99161" y="0"/>
                  </a:moveTo>
                  <a:lnTo>
                    <a:pt x="0" y="80606"/>
                  </a:lnTo>
                  <a:lnTo>
                    <a:pt x="104152" y="127698"/>
                  </a:lnTo>
                  <a:lnTo>
                    <a:pt x="99161" y="0"/>
                  </a:lnTo>
                  <a:close/>
                </a:path>
              </a:pathLst>
            </a:custGeom>
            <a:solidFill>
              <a:srgbClr val="FF3300"/>
            </a:solidFill>
          </p:spPr>
          <p:txBody>
            <a:bodyPr wrap="square" lIns="0" tIns="0" rIns="0" bIns="0" rtlCol="0"/>
            <a:lstStyle/>
            <a:p/>
          </p:txBody>
        </p:sp>
      </p:grpSp>
      <p:sp>
        <p:nvSpPr>
          <p:cNvPr id="26" name="object 26"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27" name="object 27"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22</a:t>
            </a:r>
            <a:endParaRPr sz="1000">
              <a:latin typeface="Calibri"/>
              <a:cs typeface="Calibri"/>
            </a:endParaRPr>
          </a:p>
        </p:txBody>
      </p:sp>
      <p:sp>
        <p:nvSpPr>
          <p:cNvPr id="28" name="object 2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Tablas</a:t>
            </a:r>
            <a:r>
              <a:rPr dirty="0" spc="-145"/>
              <a:t> </a:t>
            </a:r>
            <a:r>
              <a:rPr dirty="0" spc="-10"/>
              <a:t>Externas</a:t>
            </a:r>
          </a:p>
        </p:txBody>
      </p:sp>
      <p:sp>
        <p:nvSpPr>
          <p:cNvPr id="5" name="object 5" descr=""/>
          <p:cNvSpPr txBox="1"/>
          <p:nvPr/>
        </p:nvSpPr>
        <p:spPr>
          <a:xfrm>
            <a:off x="483552" y="1381889"/>
            <a:ext cx="5156835" cy="4308475"/>
          </a:xfrm>
          <a:prstGeom prst="rect">
            <a:avLst/>
          </a:prstGeom>
        </p:spPr>
        <p:txBody>
          <a:bodyPr wrap="square" lIns="0" tIns="97155" rIns="0" bIns="0" rtlCol="0" vert="horz">
            <a:spAutoFit/>
          </a:bodyPr>
          <a:lstStyle/>
          <a:p>
            <a:pPr marL="182880" marR="5080" indent="-170815">
              <a:lnSpc>
                <a:spcPct val="80000"/>
              </a:lnSpc>
              <a:spcBef>
                <a:spcPts val="765"/>
              </a:spcBef>
              <a:buClr>
                <a:srgbClr val="D1350F"/>
              </a:buClr>
              <a:buFont typeface="Arial MT"/>
              <a:buChar char="•"/>
              <a:tabLst>
                <a:tab pos="184785" algn="l"/>
              </a:tabLst>
            </a:pP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las</a:t>
            </a:r>
            <a:r>
              <a:rPr dirty="0" sz="2800" spc="-55">
                <a:solidFill>
                  <a:srgbClr val="4E3629"/>
                </a:solidFill>
                <a:latin typeface="Calibri"/>
                <a:cs typeface="Calibri"/>
              </a:rPr>
              <a:t> </a:t>
            </a:r>
            <a:r>
              <a:rPr dirty="0" sz="2800">
                <a:solidFill>
                  <a:srgbClr val="4E3629"/>
                </a:solidFill>
                <a:latin typeface="Calibri"/>
                <a:cs typeface="Calibri"/>
              </a:rPr>
              <a:t>principales</a:t>
            </a:r>
            <a:r>
              <a:rPr dirty="0" sz="2800" spc="-30">
                <a:solidFill>
                  <a:srgbClr val="4E3629"/>
                </a:solidFill>
                <a:latin typeface="Calibri"/>
                <a:cs typeface="Calibri"/>
              </a:rPr>
              <a:t> </a:t>
            </a:r>
            <a:r>
              <a:rPr dirty="0" sz="2800" spc="-10">
                <a:solidFill>
                  <a:srgbClr val="4E3629"/>
                </a:solidFill>
                <a:latin typeface="Calibri"/>
                <a:cs typeface="Calibri"/>
              </a:rPr>
              <a:t>ventajas</a:t>
            </a:r>
            <a:r>
              <a:rPr dirty="0" sz="2800" spc="-6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Oracle</a:t>
            </a:r>
            <a:r>
              <a:rPr dirty="0" sz="2800" spc="-50">
                <a:solidFill>
                  <a:srgbClr val="4E3629"/>
                </a:solidFill>
                <a:latin typeface="Calibri"/>
                <a:cs typeface="Calibri"/>
              </a:rPr>
              <a:t> </a:t>
            </a:r>
            <a:r>
              <a:rPr dirty="0" sz="2800">
                <a:solidFill>
                  <a:srgbClr val="4E3629"/>
                </a:solidFill>
                <a:latin typeface="Calibri"/>
                <a:cs typeface="Calibri"/>
              </a:rPr>
              <a:t>es</a:t>
            </a:r>
            <a:r>
              <a:rPr dirty="0" sz="2800" spc="-45">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a:solidFill>
                  <a:srgbClr val="4E3629"/>
                </a:solidFill>
                <a:latin typeface="Calibri"/>
                <a:cs typeface="Calibri"/>
              </a:rPr>
              <a:t>solo</a:t>
            </a:r>
            <a:r>
              <a:rPr dirty="0" sz="2800" spc="-30">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tiene</a:t>
            </a:r>
            <a:r>
              <a:rPr dirty="0" sz="2800" spc="-35">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hacer</a:t>
            </a:r>
            <a:r>
              <a:rPr dirty="0" sz="2800" spc="-75">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copia</a:t>
            </a:r>
            <a:r>
              <a:rPr dirty="0" sz="2800" spc="-6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seguridad</a:t>
            </a:r>
            <a:r>
              <a:rPr dirty="0" sz="2800" spc="-5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vez</a:t>
            </a:r>
            <a:r>
              <a:rPr dirty="0" sz="2800" spc="-6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los</a:t>
            </a:r>
            <a:r>
              <a:rPr dirty="0" sz="2800" spc="-35">
                <a:solidFill>
                  <a:srgbClr val="4E3629"/>
                </a:solidFill>
                <a:latin typeface="Calibri"/>
                <a:cs typeface="Calibri"/>
              </a:rPr>
              <a:t> </a:t>
            </a:r>
            <a:r>
              <a:rPr dirty="0" sz="2800">
                <a:solidFill>
                  <a:srgbClr val="4E3629"/>
                </a:solidFill>
                <a:latin typeface="Calibri"/>
                <a:cs typeface="Calibri"/>
              </a:rPr>
              <a:t>datos</a:t>
            </a:r>
            <a:r>
              <a:rPr dirty="0" sz="2800" spc="-45">
                <a:solidFill>
                  <a:srgbClr val="4E3629"/>
                </a:solidFill>
                <a:latin typeface="Calibri"/>
                <a:cs typeface="Calibri"/>
              </a:rPr>
              <a:t> </a:t>
            </a:r>
            <a:r>
              <a:rPr dirty="0" sz="2800">
                <a:solidFill>
                  <a:srgbClr val="4E3629"/>
                </a:solidFill>
                <a:latin typeface="Calibri"/>
                <a:cs typeface="Calibri"/>
              </a:rPr>
              <a:t>alojados</a:t>
            </a:r>
            <a:r>
              <a:rPr dirty="0" sz="2800" spc="-35">
                <a:solidFill>
                  <a:srgbClr val="4E3629"/>
                </a:solidFill>
                <a:latin typeface="Calibri"/>
                <a:cs typeface="Calibri"/>
              </a:rPr>
              <a:t> </a:t>
            </a:r>
            <a:r>
              <a:rPr dirty="0" sz="2800">
                <a:solidFill>
                  <a:srgbClr val="4E3629"/>
                </a:solidFill>
                <a:latin typeface="Calibri"/>
                <a:cs typeface="Calibri"/>
              </a:rPr>
              <a:t>en</a:t>
            </a:r>
            <a:r>
              <a:rPr dirty="0" sz="2800" spc="-40">
                <a:solidFill>
                  <a:srgbClr val="4E3629"/>
                </a:solidFill>
                <a:latin typeface="Calibri"/>
                <a:cs typeface="Calibri"/>
              </a:rPr>
              <a:t> </a:t>
            </a:r>
            <a:r>
              <a:rPr dirty="0" sz="2800" spc="-10">
                <a:solidFill>
                  <a:srgbClr val="4E3629"/>
                </a:solidFill>
                <a:latin typeface="Calibri"/>
                <a:cs typeface="Calibri"/>
              </a:rPr>
              <a:t>tablas </a:t>
            </a:r>
            <a:r>
              <a:rPr dirty="0" sz="2800" spc="-10">
                <a:solidFill>
                  <a:srgbClr val="4E3629"/>
                </a:solidFill>
                <a:latin typeface="Calibri"/>
                <a:cs typeface="Calibri"/>
              </a:rPr>
              <a:t>	</a:t>
            </a:r>
            <a:r>
              <a:rPr dirty="0" sz="2800">
                <a:solidFill>
                  <a:srgbClr val="4E3629"/>
                </a:solidFill>
                <a:latin typeface="Calibri"/>
                <a:cs typeface="Calibri"/>
              </a:rPr>
              <a:t>externas</a:t>
            </a:r>
            <a:r>
              <a:rPr dirty="0" sz="2800" spc="-85">
                <a:solidFill>
                  <a:srgbClr val="4E3629"/>
                </a:solidFill>
                <a:latin typeface="Calibri"/>
                <a:cs typeface="Calibri"/>
              </a:rPr>
              <a:t> </a:t>
            </a:r>
            <a:r>
              <a:rPr dirty="0" sz="2800" spc="-45">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a</a:t>
            </a:r>
            <a:r>
              <a:rPr dirty="0" sz="2800" spc="-90">
                <a:solidFill>
                  <a:srgbClr val="4E3629"/>
                </a:solidFill>
                <a:latin typeface="Calibri"/>
                <a:cs typeface="Calibri"/>
              </a:rPr>
              <a:t> </a:t>
            </a:r>
            <a:r>
              <a:rPr dirty="0" sz="2800" spc="-10">
                <a:solidFill>
                  <a:srgbClr val="4E3629"/>
                </a:solidFill>
                <a:latin typeface="Calibri"/>
                <a:cs typeface="Calibri"/>
              </a:rPr>
              <a:t>continuación,</a:t>
            </a:r>
            <a:r>
              <a:rPr dirty="0" sz="2800" spc="-45">
                <a:solidFill>
                  <a:srgbClr val="4E3629"/>
                </a:solidFill>
                <a:latin typeface="Calibri"/>
                <a:cs typeface="Calibri"/>
              </a:rPr>
              <a:t> </a:t>
            </a:r>
            <a:r>
              <a:rPr dirty="0" sz="2800" spc="-10">
                <a:solidFill>
                  <a:srgbClr val="4E3629"/>
                </a:solidFill>
                <a:latin typeface="Calibri"/>
                <a:cs typeface="Calibri"/>
              </a:rPr>
              <a:t>nunca </a:t>
            </a:r>
            <a:r>
              <a:rPr dirty="0" sz="2800" spc="-10">
                <a:solidFill>
                  <a:srgbClr val="4E3629"/>
                </a:solidFill>
                <a:latin typeface="Calibri"/>
                <a:cs typeface="Calibri"/>
              </a:rPr>
              <a:t>	</a:t>
            </a:r>
            <a:r>
              <a:rPr dirty="0" sz="2800">
                <a:solidFill>
                  <a:srgbClr val="4E3629"/>
                </a:solidFill>
                <a:latin typeface="Calibri"/>
                <a:cs typeface="Calibri"/>
              </a:rPr>
              <a:t>más</a:t>
            </a:r>
            <a:r>
              <a:rPr dirty="0" sz="2800" spc="-25">
                <a:solidFill>
                  <a:srgbClr val="4E3629"/>
                </a:solidFill>
                <a:latin typeface="Calibri"/>
                <a:cs typeface="Calibri"/>
              </a:rPr>
              <a:t> </a:t>
            </a:r>
            <a:r>
              <a:rPr dirty="0" sz="2800">
                <a:solidFill>
                  <a:srgbClr val="4E3629"/>
                </a:solidFill>
                <a:latin typeface="Calibri"/>
                <a:cs typeface="Calibri"/>
              </a:rPr>
              <a:t>a</a:t>
            </a:r>
            <a:r>
              <a:rPr dirty="0" sz="2800" spc="-35">
                <a:solidFill>
                  <a:srgbClr val="4E3629"/>
                </a:solidFill>
                <a:latin typeface="Calibri"/>
                <a:cs typeface="Calibri"/>
              </a:rPr>
              <a:t> </a:t>
            </a:r>
            <a:r>
              <a:rPr dirty="0" sz="2800">
                <a:solidFill>
                  <a:srgbClr val="4E3629"/>
                </a:solidFill>
                <a:latin typeface="Calibri"/>
                <a:cs typeface="Calibri"/>
              </a:rPr>
              <a:t>menos</a:t>
            </a:r>
            <a:r>
              <a:rPr dirty="0" sz="2800" spc="-5">
                <a:solidFill>
                  <a:srgbClr val="4E3629"/>
                </a:solidFill>
                <a:latin typeface="Calibri"/>
                <a:cs typeface="Calibri"/>
              </a:rPr>
              <a:t> </a:t>
            </a:r>
            <a:r>
              <a:rPr dirty="0" sz="2800">
                <a:solidFill>
                  <a:srgbClr val="4E3629"/>
                </a:solidFill>
                <a:latin typeface="Calibri"/>
                <a:cs typeface="Calibri"/>
              </a:rPr>
              <a:t>que</a:t>
            </a:r>
            <a:r>
              <a:rPr dirty="0" sz="2800" spc="-10">
                <a:solidFill>
                  <a:srgbClr val="4E3629"/>
                </a:solidFill>
                <a:latin typeface="Calibri"/>
                <a:cs typeface="Calibri"/>
              </a:rPr>
              <a:t> </a:t>
            </a:r>
            <a:r>
              <a:rPr dirty="0" sz="2800">
                <a:solidFill>
                  <a:srgbClr val="4E3629"/>
                </a:solidFill>
                <a:latin typeface="Calibri"/>
                <a:cs typeface="Calibri"/>
              </a:rPr>
              <a:t>el</a:t>
            </a:r>
            <a:r>
              <a:rPr dirty="0" sz="2800" spc="-45">
                <a:solidFill>
                  <a:srgbClr val="4E3629"/>
                </a:solidFill>
                <a:latin typeface="Calibri"/>
                <a:cs typeface="Calibri"/>
              </a:rPr>
              <a:t> </a:t>
            </a:r>
            <a:r>
              <a:rPr dirty="0" sz="2800" spc="-10">
                <a:solidFill>
                  <a:srgbClr val="4E3629"/>
                </a:solidFill>
                <a:latin typeface="Calibri"/>
                <a:cs typeface="Calibri"/>
              </a:rPr>
              <a:t>contenido</a:t>
            </a:r>
            <a:endParaRPr sz="2800">
              <a:latin typeface="Calibri"/>
              <a:cs typeface="Calibri"/>
            </a:endParaRPr>
          </a:p>
          <a:p>
            <a:pPr marL="184785">
              <a:lnSpc>
                <a:spcPts val="2685"/>
              </a:lnSpc>
            </a:pPr>
            <a:r>
              <a:rPr dirty="0" sz="2800">
                <a:solidFill>
                  <a:srgbClr val="4E3629"/>
                </a:solidFill>
                <a:latin typeface="Calibri"/>
                <a:cs typeface="Calibri"/>
              </a:rPr>
              <a:t>del</a:t>
            </a:r>
            <a:r>
              <a:rPr dirty="0" sz="2800" spc="-90">
                <a:solidFill>
                  <a:srgbClr val="4E3629"/>
                </a:solidFill>
                <a:latin typeface="Calibri"/>
                <a:cs typeface="Calibri"/>
              </a:rPr>
              <a:t> </a:t>
            </a:r>
            <a:r>
              <a:rPr dirty="0" sz="2800">
                <a:solidFill>
                  <a:srgbClr val="4E3629"/>
                </a:solidFill>
                <a:latin typeface="Calibri"/>
                <a:cs typeface="Calibri"/>
              </a:rPr>
              <a:t>archivo</a:t>
            </a:r>
            <a:r>
              <a:rPr dirty="0" sz="2800" spc="-90">
                <a:solidFill>
                  <a:srgbClr val="4E3629"/>
                </a:solidFill>
                <a:latin typeface="Calibri"/>
                <a:cs typeface="Calibri"/>
              </a:rPr>
              <a:t> </a:t>
            </a:r>
            <a:r>
              <a:rPr dirty="0" sz="2800" spc="-10">
                <a:solidFill>
                  <a:srgbClr val="4E3629"/>
                </a:solidFill>
                <a:latin typeface="Calibri"/>
                <a:cs typeface="Calibri"/>
              </a:rPr>
              <a:t>cambie</a:t>
            </a:r>
            <a:endParaRPr sz="2800">
              <a:latin typeface="Calibri"/>
              <a:cs typeface="Calibri"/>
            </a:endParaRPr>
          </a:p>
          <a:p>
            <a:pPr marL="182880" marR="123189" indent="-170815">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sintaxis</a:t>
            </a:r>
            <a:r>
              <a:rPr dirty="0" sz="2800" spc="-45">
                <a:solidFill>
                  <a:srgbClr val="4E3629"/>
                </a:solidFill>
                <a:latin typeface="Calibri"/>
                <a:cs typeface="Calibri"/>
              </a:rPr>
              <a:t> </a:t>
            </a:r>
            <a:r>
              <a:rPr dirty="0" sz="280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crear</a:t>
            </a:r>
            <a:r>
              <a:rPr dirty="0" sz="2800" spc="-8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externa</a:t>
            </a:r>
            <a:r>
              <a:rPr dirty="0" sz="2800" spc="-40">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muy</a:t>
            </a:r>
            <a:r>
              <a:rPr dirty="0" sz="2800" spc="-25">
                <a:solidFill>
                  <a:srgbClr val="4E3629"/>
                </a:solidFill>
                <a:latin typeface="Calibri"/>
                <a:cs typeface="Calibri"/>
              </a:rPr>
              <a:t> </a:t>
            </a:r>
            <a:r>
              <a:rPr dirty="0" sz="2800">
                <a:solidFill>
                  <a:srgbClr val="4E3629"/>
                </a:solidFill>
                <a:latin typeface="Calibri"/>
                <a:cs typeface="Calibri"/>
              </a:rPr>
              <a:t>similar</a:t>
            </a:r>
            <a:r>
              <a:rPr dirty="0" sz="2800" spc="-35">
                <a:solidFill>
                  <a:srgbClr val="4E3629"/>
                </a:solidFill>
                <a:latin typeface="Calibri"/>
                <a:cs typeface="Calibri"/>
              </a:rPr>
              <a:t> </a:t>
            </a:r>
            <a:r>
              <a:rPr dirty="0" sz="2800">
                <a:solidFill>
                  <a:srgbClr val="4E3629"/>
                </a:solidFill>
                <a:latin typeface="Calibri"/>
                <a:cs typeface="Calibri"/>
              </a:rPr>
              <a:t>a</a:t>
            </a:r>
            <a:r>
              <a:rPr dirty="0" sz="2800" spc="-40">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crear</a:t>
            </a:r>
            <a:r>
              <a:rPr dirty="0" sz="2800" spc="-8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spc="-30">
                <a:solidFill>
                  <a:srgbClr val="4E3629"/>
                </a:solidFill>
                <a:latin typeface="Calibri"/>
                <a:cs typeface="Calibri"/>
              </a:rPr>
              <a:t>estándar,</a:t>
            </a:r>
            <a:r>
              <a:rPr dirty="0" sz="2800" spc="-45">
                <a:solidFill>
                  <a:srgbClr val="4E3629"/>
                </a:solidFill>
                <a:latin typeface="Calibri"/>
                <a:cs typeface="Calibri"/>
              </a:rPr>
              <a:t> </a:t>
            </a:r>
            <a:r>
              <a:rPr dirty="0" sz="2800" spc="-10">
                <a:solidFill>
                  <a:srgbClr val="4E3629"/>
                </a:solidFill>
                <a:latin typeface="Calibri"/>
                <a:cs typeface="Calibri"/>
              </a:rPr>
              <a:t>excepto </a:t>
            </a:r>
            <a:r>
              <a:rPr dirty="0" sz="2800" spc="-10">
                <a:solidFill>
                  <a:srgbClr val="4E3629"/>
                </a:solidFill>
                <a:latin typeface="Calibri"/>
                <a:cs typeface="Calibri"/>
              </a:rPr>
              <a:t>	</a:t>
            </a:r>
            <a:r>
              <a:rPr dirty="0" sz="2800">
                <a:solidFill>
                  <a:srgbClr val="4E3629"/>
                </a:solidFill>
                <a:latin typeface="Calibri"/>
                <a:cs typeface="Calibri"/>
              </a:rPr>
              <a:t>por</a:t>
            </a:r>
            <a:r>
              <a:rPr dirty="0" sz="2800" spc="-3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hecho</a:t>
            </a:r>
            <a:r>
              <a:rPr dirty="0" sz="2800" spc="-2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a:solidFill>
                  <a:srgbClr val="4E3629"/>
                </a:solidFill>
                <a:latin typeface="Calibri"/>
                <a:cs typeface="Calibri"/>
              </a:rPr>
              <a:t>tiene</a:t>
            </a:r>
            <a:r>
              <a:rPr dirty="0" sz="2800" spc="-45">
                <a:solidFill>
                  <a:srgbClr val="4E3629"/>
                </a:solidFill>
                <a:latin typeface="Calibri"/>
                <a:cs typeface="Calibri"/>
              </a:rPr>
              <a:t> </a:t>
            </a:r>
            <a:r>
              <a:rPr dirty="0" sz="2800" spc="-10">
                <a:solidFill>
                  <a:srgbClr val="4E3629"/>
                </a:solidFill>
                <a:latin typeface="Calibri"/>
                <a:cs typeface="Calibri"/>
              </a:rPr>
              <a:t>sintaxis </a:t>
            </a:r>
            <a:r>
              <a:rPr dirty="0" sz="2800" spc="-10">
                <a:solidFill>
                  <a:srgbClr val="4E3629"/>
                </a:solidFill>
                <a:latin typeface="Calibri"/>
                <a:cs typeface="Calibri"/>
              </a:rPr>
              <a:t>	</a:t>
            </a:r>
            <a:r>
              <a:rPr dirty="0" sz="2800">
                <a:solidFill>
                  <a:srgbClr val="4E3629"/>
                </a:solidFill>
                <a:latin typeface="Calibri"/>
                <a:cs typeface="Calibri"/>
              </a:rPr>
              <a:t>adicional</a:t>
            </a:r>
            <a:r>
              <a:rPr dirty="0" sz="2800" spc="-50">
                <a:solidFill>
                  <a:srgbClr val="4E3629"/>
                </a:solidFill>
                <a:latin typeface="Calibri"/>
                <a:cs typeface="Calibri"/>
              </a:rPr>
              <a:t> </a:t>
            </a:r>
            <a:r>
              <a:rPr dirty="0" sz="2800">
                <a:solidFill>
                  <a:srgbClr val="4E3629"/>
                </a:solidFill>
                <a:latin typeface="Calibri"/>
                <a:cs typeface="Calibri"/>
              </a:rPr>
              <a:t>al</a:t>
            </a:r>
            <a:r>
              <a:rPr dirty="0" sz="2800" spc="-65">
                <a:solidFill>
                  <a:srgbClr val="4E3629"/>
                </a:solidFill>
                <a:latin typeface="Calibri"/>
                <a:cs typeface="Calibri"/>
              </a:rPr>
              <a:t> </a:t>
            </a:r>
            <a:r>
              <a:rPr dirty="0" sz="2800" spc="-20">
                <a:solidFill>
                  <a:srgbClr val="4E3629"/>
                </a:solidFill>
                <a:latin typeface="Calibri"/>
                <a:cs typeface="Calibri"/>
              </a:rPr>
              <a:t>final</a:t>
            </a:r>
            <a:endParaRPr sz="2800">
              <a:latin typeface="Calibri"/>
              <a:cs typeface="Calibri"/>
            </a:endParaRPr>
          </a:p>
        </p:txBody>
      </p:sp>
      <p:sp>
        <p:nvSpPr>
          <p:cNvPr id="6" name="object 6" descr=""/>
          <p:cNvSpPr txBox="1"/>
          <p:nvPr/>
        </p:nvSpPr>
        <p:spPr>
          <a:xfrm>
            <a:off x="5890392" y="5151396"/>
            <a:ext cx="2751455" cy="574040"/>
          </a:xfrm>
          <a:prstGeom prst="rect">
            <a:avLst/>
          </a:prstGeom>
        </p:spPr>
        <p:txBody>
          <a:bodyPr wrap="square" lIns="0" tIns="12700" rIns="0" bIns="0" rtlCol="0" vert="horz">
            <a:spAutoFit/>
          </a:bodyPr>
          <a:lstStyle/>
          <a:p>
            <a:pPr marL="132715" marR="5080" indent="-120650">
              <a:lnSpc>
                <a:spcPct val="100000"/>
              </a:lnSpc>
              <a:spcBef>
                <a:spcPts val="100"/>
              </a:spcBef>
            </a:pPr>
            <a:r>
              <a:rPr dirty="0" sz="1800" b="1">
                <a:solidFill>
                  <a:srgbClr val="4E3629"/>
                </a:solidFill>
                <a:latin typeface="Calibri"/>
                <a:cs typeface="Calibri"/>
              </a:rPr>
              <a:t>Una</a:t>
            </a:r>
            <a:r>
              <a:rPr dirty="0" sz="1800" spc="-20" b="1">
                <a:solidFill>
                  <a:srgbClr val="4E3629"/>
                </a:solidFill>
                <a:latin typeface="Calibri"/>
                <a:cs typeface="Calibri"/>
              </a:rPr>
              <a:t> </a:t>
            </a:r>
            <a:r>
              <a:rPr dirty="0" sz="1800" b="1">
                <a:solidFill>
                  <a:srgbClr val="4E3629"/>
                </a:solidFill>
                <a:latin typeface="Calibri"/>
                <a:cs typeface="Calibri"/>
              </a:rPr>
              <a:t>copia</a:t>
            </a:r>
            <a:r>
              <a:rPr dirty="0" sz="1800" spc="-25" b="1">
                <a:solidFill>
                  <a:srgbClr val="4E3629"/>
                </a:solidFill>
                <a:latin typeface="Calibri"/>
                <a:cs typeface="Calibri"/>
              </a:rPr>
              <a:t> </a:t>
            </a:r>
            <a:r>
              <a:rPr dirty="0" sz="1800" b="1">
                <a:solidFill>
                  <a:srgbClr val="4E3629"/>
                </a:solidFill>
                <a:latin typeface="Calibri"/>
                <a:cs typeface="Calibri"/>
              </a:rPr>
              <a:t>de</a:t>
            </a:r>
            <a:r>
              <a:rPr dirty="0" sz="1800" spc="-10" b="1">
                <a:solidFill>
                  <a:srgbClr val="4E3629"/>
                </a:solidFill>
                <a:latin typeface="Calibri"/>
                <a:cs typeface="Calibri"/>
              </a:rPr>
              <a:t> </a:t>
            </a:r>
            <a:r>
              <a:rPr dirty="0" sz="1800" b="1">
                <a:solidFill>
                  <a:srgbClr val="4E3629"/>
                </a:solidFill>
                <a:latin typeface="Calibri"/>
                <a:cs typeface="Calibri"/>
              </a:rPr>
              <a:t>seguridad</a:t>
            </a:r>
            <a:r>
              <a:rPr dirty="0" sz="1800" spc="-10" b="1">
                <a:solidFill>
                  <a:srgbClr val="4E3629"/>
                </a:solidFill>
                <a:latin typeface="Calibri"/>
                <a:cs typeface="Calibri"/>
              </a:rPr>
              <a:t> </a:t>
            </a:r>
            <a:r>
              <a:rPr dirty="0" sz="1800" b="1">
                <a:solidFill>
                  <a:srgbClr val="4E3629"/>
                </a:solidFill>
                <a:latin typeface="Calibri"/>
                <a:cs typeface="Calibri"/>
              </a:rPr>
              <a:t>en</a:t>
            </a:r>
            <a:r>
              <a:rPr dirty="0" sz="1800" spc="-45" b="1">
                <a:solidFill>
                  <a:srgbClr val="4E3629"/>
                </a:solidFill>
                <a:latin typeface="Calibri"/>
                <a:cs typeface="Calibri"/>
              </a:rPr>
              <a:t> </a:t>
            </a:r>
            <a:r>
              <a:rPr dirty="0" sz="1800" spc="-25" b="1">
                <a:solidFill>
                  <a:srgbClr val="4E3629"/>
                </a:solidFill>
                <a:latin typeface="Calibri"/>
                <a:cs typeface="Calibri"/>
              </a:rPr>
              <a:t>el </a:t>
            </a:r>
            <a:r>
              <a:rPr dirty="0" sz="1800" b="1">
                <a:solidFill>
                  <a:srgbClr val="4E3629"/>
                </a:solidFill>
                <a:latin typeface="Calibri"/>
                <a:cs typeface="Calibri"/>
              </a:rPr>
              <a:t>nivel</a:t>
            </a:r>
            <a:r>
              <a:rPr dirty="0" sz="1800" spc="-55" b="1">
                <a:solidFill>
                  <a:srgbClr val="4E3629"/>
                </a:solidFill>
                <a:latin typeface="Calibri"/>
                <a:cs typeface="Calibri"/>
              </a:rPr>
              <a:t> </a:t>
            </a:r>
            <a:r>
              <a:rPr dirty="0" sz="1800" b="1">
                <a:solidFill>
                  <a:srgbClr val="4E3629"/>
                </a:solidFill>
                <a:latin typeface="Calibri"/>
                <a:cs typeface="Calibri"/>
              </a:rPr>
              <a:t>de</a:t>
            </a:r>
            <a:r>
              <a:rPr dirty="0" sz="1800" spc="-25" b="1">
                <a:solidFill>
                  <a:srgbClr val="4E3629"/>
                </a:solidFill>
                <a:latin typeface="Calibri"/>
                <a:cs typeface="Calibri"/>
              </a:rPr>
              <a:t> </a:t>
            </a:r>
            <a:r>
              <a:rPr dirty="0" sz="1800" b="1">
                <a:solidFill>
                  <a:srgbClr val="4E3629"/>
                </a:solidFill>
                <a:latin typeface="Calibri"/>
                <a:cs typeface="Calibri"/>
              </a:rPr>
              <a:t>sistema</a:t>
            </a:r>
            <a:r>
              <a:rPr dirty="0" sz="1800" spc="-40" b="1">
                <a:solidFill>
                  <a:srgbClr val="4E3629"/>
                </a:solidFill>
                <a:latin typeface="Calibri"/>
                <a:cs typeface="Calibri"/>
              </a:rPr>
              <a:t> </a:t>
            </a:r>
            <a:r>
              <a:rPr dirty="0" sz="1800" spc="-10" b="1">
                <a:solidFill>
                  <a:srgbClr val="4E3629"/>
                </a:solidFill>
                <a:latin typeface="Calibri"/>
                <a:cs typeface="Calibri"/>
              </a:rPr>
              <a:t>operativo</a:t>
            </a:r>
            <a:endParaRPr sz="1800">
              <a:latin typeface="Calibri"/>
              <a:cs typeface="Calibri"/>
            </a:endParaRPr>
          </a:p>
        </p:txBody>
      </p:sp>
      <p:grpSp>
        <p:nvGrpSpPr>
          <p:cNvPr id="7" name="object 7" descr=""/>
          <p:cNvGrpSpPr/>
          <p:nvPr/>
        </p:nvGrpSpPr>
        <p:grpSpPr>
          <a:xfrm>
            <a:off x="6833654" y="4648960"/>
            <a:ext cx="276225" cy="565150"/>
            <a:chOff x="6833654" y="4648960"/>
            <a:chExt cx="276225" cy="565150"/>
          </a:xfrm>
        </p:grpSpPr>
        <p:sp>
          <p:nvSpPr>
            <p:cNvPr id="8" name="object 8" descr=""/>
            <p:cNvSpPr/>
            <p:nvPr/>
          </p:nvSpPr>
          <p:spPr>
            <a:xfrm>
              <a:off x="6877494" y="4735372"/>
              <a:ext cx="213360" cy="459740"/>
            </a:xfrm>
            <a:custGeom>
              <a:avLst/>
              <a:gdLst/>
              <a:ahLst/>
              <a:cxnLst/>
              <a:rect l="l" t="t" r="r" b="b"/>
              <a:pathLst>
                <a:path w="213359" h="459739">
                  <a:moveTo>
                    <a:pt x="212915" y="459181"/>
                  </a:moveTo>
                  <a:lnTo>
                    <a:pt x="0" y="0"/>
                  </a:lnTo>
                </a:path>
              </a:pathLst>
            </a:custGeom>
            <a:ln w="38100">
              <a:solidFill>
                <a:srgbClr val="FF3300"/>
              </a:solidFill>
            </a:ln>
          </p:spPr>
          <p:txBody>
            <a:bodyPr wrap="square" lIns="0" tIns="0" rIns="0" bIns="0" rtlCol="0"/>
            <a:lstStyle/>
            <a:p/>
          </p:txBody>
        </p:sp>
        <p:sp>
          <p:nvSpPr>
            <p:cNvPr id="9" name="object 9" descr=""/>
            <p:cNvSpPr/>
            <p:nvPr/>
          </p:nvSpPr>
          <p:spPr>
            <a:xfrm>
              <a:off x="6833654" y="4648960"/>
              <a:ext cx="104139" cy="128270"/>
            </a:xfrm>
            <a:custGeom>
              <a:avLst/>
              <a:gdLst/>
              <a:ahLst/>
              <a:cxnLst/>
              <a:rect l="l" t="t" r="r" b="b"/>
              <a:pathLst>
                <a:path w="104140" h="128270">
                  <a:moveTo>
                    <a:pt x="3771" y="0"/>
                  </a:moveTo>
                  <a:lnTo>
                    <a:pt x="0" y="127736"/>
                  </a:lnTo>
                  <a:lnTo>
                    <a:pt x="103695" y="79654"/>
                  </a:lnTo>
                  <a:lnTo>
                    <a:pt x="3771" y="0"/>
                  </a:lnTo>
                  <a:close/>
                </a:path>
              </a:pathLst>
            </a:custGeom>
            <a:solidFill>
              <a:srgbClr val="FF3300"/>
            </a:solidFill>
          </p:spPr>
          <p:txBody>
            <a:bodyPr wrap="square" lIns="0" tIns="0" rIns="0" bIns="0" rtlCol="0"/>
            <a:lstStyle/>
            <a:p/>
          </p:txBody>
        </p:sp>
      </p:grpSp>
      <p:grpSp>
        <p:nvGrpSpPr>
          <p:cNvPr id="10" name="object 10" descr=""/>
          <p:cNvGrpSpPr/>
          <p:nvPr/>
        </p:nvGrpSpPr>
        <p:grpSpPr>
          <a:xfrm>
            <a:off x="5940552" y="1385316"/>
            <a:ext cx="2598420" cy="2030095"/>
            <a:chOff x="5940552" y="1385316"/>
            <a:chExt cx="2598420" cy="2030095"/>
          </a:xfrm>
        </p:grpSpPr>
        <p:sp>
          <p:nvSpPr>
            <p:cNvPr id="11" name="object 11" descr=""/>
            <p:cNvSpPr/>
            <p:nvPr/>
          </p:nvSpPr>
          <p:spPr>
            <a:xfrm>
              <a:off x="5955030" y="1649920"/>
              <a:ext cx="2569845" cy="1751330"/>
            </a:xfrm>
            <a:custGeom>
              <a:avLst/>
              <a:gdLst/>
              <a:ahLst/>
              <a:cxnLst/>
              <a:rect l="l" t="t" r="r" b="b"/>
              <a:pathLst>
                <a:path w="2569845" h="1751329">
                  <a:moveTo>
                    <a:pt x="2569464" y="0"/>
                  </a:moveTo>
                  <a:lnTo>
                    <a:pt x="2550197" y="43395"/>
                  </a:lnTo>
                  <a:lnTo>
                    <a:pt x="2516949" y="71012"/>
                  </a:lnTo>
                  <a:lnTo>
                    <a:pt x="2468503" y="97359"/>
                  </a:lnTo>
                  <a:lnTo>
                    <a:pt x="2405822" y="122248"/>
                  </a:lnTo>
                  <a:lnTo>
                    <a:pt x="2369446" y="134088"/>
                  </a:lnTo>
                  <a:lnTo>
                    <a:pt x="2329872" y="145493"/>
                  </a:lnTo>
                  <a:lnTo>
                    <a:pt x="2287222" y="156440"/>
                  </a:lnTo>
                  <a:lnTo>
                    <a:pt x="2241615" y="166905"/>
                  </a:lnTo>
                  <a:lnTo>
                    <a:pt x="2193174" y="176864"/>
                  </a:lnTo>
                  <a:lnTo>
                    <a:pt x="2142017" y="186296"/>
                  </a:lnTo>
                  <a:lnTo>
                    <a:pt x="2088265" y="195175"/>
                  </a:lnTo>
                  <a:lnTo>
                    <a:pt x="2032040" y="203479"/>
                  </a:lnTo>
                  <a:lnTo>
                    <a:pt x="1973460" y="211184"/>
                  </a:lnTo>
                  <a:lnTo>
                    <a:pt x="1912648" y="218266"/>
                  </a:lnTo>
                  <a:lnTo>
                    <a:pt x="1849723" y="224702"/>
                  </a:lnTo>
                  <a:lnTo>
                    <a:pt x="1784807" y="230469"/>
                  </a:lnTo>
                  <a:lnTo>
                    <a:pt x="1718018" y="235544"/>
                  </a:lnTo>
                  <a:lnTo>
                    <a:pt x="1649478" y="239902"/>
                  </a:lnTo>
                  <a:lnTo>
                    <a:pt x="1579308" y="243520"/>
                  </a:lnTo>
                  <a:lnTo>
                    <a:pt x="1507628" y="246375"/>
                  </a:lnTo>
                  <a:lnTo>
                    <a:pt x="1434558" y="248443"/>
                  </a:lnTo>
                  <a:lnTo>
                    <a:pt x="1360219" y="249701"/>
                  </a:lnTo>
                  <a:lnTo>
                    <a:pt x="1284731" y="250126"/>
                  </a:lnTo>
                  <a:lnTo>
                    <a:pt x="1209244" y="249701"/>
                  </a:lnTo>
                  <a:lnTo>
                    <a:pt x="1134905" y="248443"/>
                  </a:lnTo>
                  <a:lnTo>
                    <a:pt x="1061835" y="246375"/>
                  </a:lnTo>
                  <a:lnTo>
                    <a:pt x="990155" y="243520"/>
                  </a:lnTo>
                  <a:lnTo>
                    <a:pt x="919985" y="239902"/>
                  </a:lnTo>
                  <a:lnTo>
                    <a:pt x="851445" y="235544"/>
                  </a:lnTo>
                  <a:lnTo>
                    <a:pt x="784656" y="230469"/>
                  </a:lnTo>
                  <a:lnTo>
                    <a:pt x="719740" y="224702"/>
                  </a:lnTo>
                  <a:lnTo>
                    <a:pt x="656815" y="218266"/>
                  </a:lnTo>
                  <a:lnTo>
                    <a:pt x="596003" y="211184"/>
                  </a:lnTo>
                  <a:lnTo>
                    <a:pt x="537423" y="203479"/>
                  </a:lnTo>
                  <a:lnTo>
                    <a:pt x="481198" y="195175"/>
                  </a:lnTo>
                  <a:lnTo>
                    <a:pt x="427446" y="186296"/>
                  </a:lnTo>
                  <a:lnTo>
                    <a:pt x="376289" y="176864"/>
                  </a:lnTo>
                  <a:lnTo>
                    <a:pt x="327848" y="166905"/>
                  </a:lnTo>
                  <a:lnTo>
                    <a:pt x="282241" y="156440"/>
                  </a:lnTo>
                  <a:lnTo>
                    <a:pt x="239591" y="145493"/>
                  </a:lnTo>
                  <a:lnTo>
                    <a:pt x="200017" y="134088"/>
                  </a:lnTo>
                  <a:lnTo>
                    <a:pt x="163641" y="122248"/>
                  </a:lnTo>
                  <a:lnTo>
                    <a:pt x="100960" y="97359"/>
                  </a:lnTo>
                  <a:lnTo>
                    <a:pt x="52514" y="71012"/>
                  </a:lnTo>
                  <a:lnTo>
                    <a:pt x="19266" y="43395"/>
                  </a:lnTo>
                  <a:lnTo>
                    <a:pt x="0" y="0"/>
                  </a:lnTo>
                  <a:lnTo>
                    <a:pt x="0" y="1500758"/>
                  </a:lnTo>
                  <a:lnTo>
                    <a:pt x="19266" y="1544154"/>
                  </a:lnTo>
                  <a:lnTo>
                    <a:pt x="52514" y="1571771"/>
                  </a:lnTo>
                  <a:lnTo>
                    <a:pt x="100960" y="1598118"/>
                  </a:lnTo>
                  <a:lnTo>
                    <a:pt x="163641" y="1623007"/>
                  </a:lnTo>
                  <a:lnTo>
                    <a:pt x="200017" y="1634847"/>
                  </a:lnTo>
                  <a:lnTo>
                    <a:pt x="239591" y="1646252"/>
                  </a:lnTo>
                  <a:lnTo>
                    <a:pt x="282241" y="1657199"/>
                  </a:lnTo>
                  <a:lnTo>
                    <a:pt x="327848" y="1667664"/>
                  </a:lnTo>
                  <a:lnTo>
                    <a:pt x="376289" y="1677623"/>
                  </a:lnTo>
                  <a:lnTo>
                    <a:pt x="427446" y="1687055"/>
                  </a:lnTo>
                  <a:lnTo>
                    <a:pt x="481198" y="1695934"/>
                  </a:lnTo>
                  <a:lnTo>
                    <a:pt x="537423" y="1704238"/>
                  </a:lnTo>
                  <a:lnTo>
                    <a:pt x="596003" y="1711943"/>
                  </a:lnTo>
                  <a:lnTo>
                    <a:pt x="656815" y="1719025"/>
                  </a:lnTo>
                  <a:lnTo>
                    <a:pt x="719740" y="1725461"/>
                  </a:lnTo>
                  <a:lnTo>
                    <a:pt x="784656" y="1731228"/>
                  </a:lnTo>
                  <a:lnTo>
                    <a:pt x="851445" y="1736303"/>
                  </a:lnTo>
                  <a:lnTo>
                    <a:pt x="919985" y="1740661"/>
                  </a:lnTo>
                  <a:lnTo>
                    <a:pt x="990155" y="1744279"/>
                  </a:lnTo>
                  <a:lnTo>
                    <a:pt x="1061835" y="1747134"/>
                  </a:lnTo>
                  <a:lnTo>
                    <a:pt x="1134905" y="1749202"/>
                  </a:lnTo>
                  <a:lnTo>
                    <a:pt x="1209244" y="1750460"/>
                  </a:lnTo>
                  <a:lnTo>
                    <a:pt x="1284731" y="1750885"/>
                  </a:lnTo>
                  <a:lnTo>
                    <a:pt x="1360219" y="1750460"/>
                  </a:lnTo>
                  <a:lnTo>
                    <a:pt x="1434558" y="1749202"/>
                  </a:lnTo>
                  <a:lnTo>
                    <a:pt x="1507628" y="1747134"/>
                  </a:lnTo>
                  <a:lnTo>
                    <a:pt x="1579308" y="1744279"/>
                  </a:lnTo>
                  <a:lnTo>
                    <a:pt x="1649478" y="1740661"/>
                  </a:lnTo>
                  <a:lnTo>
                    <a:pt x="1718018" y="1736303"/>
                  </a:lnTo>
                  <a:lnTo>
                    <a:pt x="1784807" y="1731228"/>
                  </a:lnTo>
                  <a:lnTo>
                    <a:pt x="1849723" y="1725461"/>
                  </a:lnTo>
                  <a:lnTo>
                    <a:pt x="1912648" y="1719025"/>
                  </a:lnTo>
                  <a:lnTo>
                    <a:pt x="1973460" y="1711943"/>
                  </a:lnTo>
                  <a:lnTo>
                    <a:pt x="2032040" y="1704238"/>
                  </a:lnTo>
                  <a:lnTo>
                    <a:pt x="2088265" y="1695934"/>
                  </a:lnTo>
                  <a:lnTo>
                    <a:pt x="2142017" y="1687055"/>
                  </a:lnTo>
                  <a:lnTo>
                    <a:pt x="2193174" y="1677623"/>
                  </a:lnTo>
                  <a:lnTo>
                    <a:pt x="2241615" y="1667664"/>
                  </a:lnTo>
                  <a:lnTo>
                    <a:pt x="2287222" y="1657199"/>
                  </a:lnTo>
                  <a:lnTo>
                    <a:pt x="2329872" y="1646252"/>
                  </a:lnTo>
                  <a:lnTo>
                    <a:pt x="2369446" y="1634847"/>
                  </a:lnTo>
                  <a:lnTo>
                    <a:pt x="2405822" y="1623007"/>
                  </a:lnTo>
                  <a:lnTo>
                    <a:pt x="2468503" y="1598118"/>
                  </a:lnTo>
                  <a:lnTo>
                    <a:pt x="2516949" y="1571771"/>
                  </a:lnTo>
                  <a:lnTo>
                    <a:pt x="2550197" y="1544154"/>
                  </a:lnTo>
                  <a:lnTo>
                    <a:pt x="2569464" y="1500758"/>
                  </a:lnTo>
                  <a:lnTo>
                    <a:pt x="2569464" y="0"/>
                  </a:lnTo>
                  <a:close/>
                </a:path>
              </a:pathLst>
            </a:custGeom>
            <a:solidFill>
              <a:srgbClr val="C0C0C0"/>
            </a:solidFill>
          </p:spPr>
          <p:txBody>
            <a:bodyPr wrap="square" lIns="0" tIns="0" rIns="0" bIns="0" rtlCol="0"/>
            <a:lstStyle/>
            <a:p/>
          </p:txBody>
        </p:sp>
        <p:sp>
          <p:nvSpPr>
            <p:cNvPr id="12" name="object 12" descr=""/>
            <p:cNvSpPr/>
            <p:nvPr/>
          </p:nvSpPr>
          <p:spPr>
            <a:xfrm>
              <a:off x="5955030" y="1399794"/>
              <a:ext cx="2569845" cy="500380"/>
            </a:xfrm>
            <a:custGeom>
              <a:avLst/>
              <a:gdLst/>
              <a:ahLst/>
              <a:cxnLst/>
              <a:rect l="l" t="t" r="r" b="b"/>
              <a:pathLst>
                <a:path w="2569845" h="500380">
                  <a:moveTo>
                    <a:pt x="1284731" y="0"/>
                  </a:moveTo>
                  <a:lnTo>
                    <a:pt x="1209244" y="424"/>
                  </a:lnTo>
                  <a:lnTo>
                    <a:pt x="1134905" y="1682"/>
                  </a:lnTo>
                  <a:lnTo>
                    <a:pt x="1061835" y="3751"/>
                  </a:lnTo>
                  <a:lnTo>
                    <a:pt x="990155" y="6606"/>
                  </a:lnTo>
                  <a:lnTo>
                    <a:pt x="919985" y="10224"/>
                  </a:lnTo>
                  <a:lnTo>
                    <a:pt x="851445" y="14582"/>
                  </a:lnTo>
                  <a:lnTo>
                    <a:pt x="784656" y="19656"/>
                  </a:lnTo>
                  <a:lnTo>
                    <a:pt x="719740" y="25423"/>
                  </a:lnTo>
                  <a:lnTo>
                    <a:pt x="656815" y="31860"/>
                  </a:lnTo>
                  <a:lnTo>
                    <a:pt x="596003" y="38942"/>
                  </a:lnTo>
                  <a:lnTo>
                    <a:pt x="537423" y="46647"/>
                  </a:lnTo>
                  <a:lnTo>
                    <a:pt x="481198" y="54950"/>
                  </a:lnTo>
                  <a:lnTo>
                    <a:pt x="427446" y="63830"/>
                  </a:lnTo>
                  <a:lnTo>
                    <a:pt x="376289" y="73261"/>
                  </a:lnTo>
                  <a:lnTo>
                    <a:pt x="327848" y="83221"/>
                  </a:lnTo>
                  <a:lnTo>
                    <a:pt x="282241" y="93686"/>
                  </a:lnTo>
                  <a:lnTo>
                    <a:pt x="239591" y="104633"/>
                  </a:lnTo>
                  <a:lnTo>
                    <a:pt x="200017" y="116038"/>
                  </a:lnTo>
                  <a:lnTo>
                    <a:pt x="163641" y="127877"/>
                  </a:lnTo>
                  <a:lnTo>
                    <a:pt x="100960" y="152767"/>
                  </a:lnTo>
                  <a:lnTo>
                    <a:pt x="52514" y="179114"/>
                  </a:lnTo>
                  <a:lnTo>
                    <a:pt x="19266" y="206731"/>
                  </a:lnTo>
                  <a:lnTo>
                    <a:pt x="0" y="250126"/>
                  </a:lnTo>
                  <a:lnTo>
                    <a:pt x="2180" y="264823"/>
                  </a:lnTo>
                  <a:lnTo>
                    <a:pt x="33930" y="307477"/>
                  </a:lnTo>
                  <a:lnTo>
                    <a:pt x="74898" y="334482"/>
                  </a:lnTo>
                  <a:lnTo>
                    <a:pt x="130581" y="360124"/>
                  </a:lnTo>
                  <a:lnTo>
                    <a:pt x="200017" y="384214"/>
                  </a:lnTo>
                  <a:lnTo>
                    <a:pt x="239591" y="395619"/>
                  </a:lnTo>
                  <a:lnTo>
                    <a:pt x="282241" y="406566"/>
                  </a:lnTo>
                  <a:lnTo>
                    <a:pt x="327848" y="417031"/>
                  </a:lnTo>
                  <a:lnTo>
                    <a:pt x="376289" y="426991"/>
                  </a:lnTo>
                  <a:lnTo>
                    <a:pt x="427446" y="436422"/>
                  </a:lnTo>
                  <a:lnTo>
                    <a:pt x="481198" y="445302"/>
                  </a:lnTo>
                  <a:lnTo>
                    <a:pt x="537423" y="453605"/>
                  </a:lnTo>
                  <a:lnTo>
                    <a:pt x="596003" y="461310"/>
                  </a:lnTo>
                  <a:lnTo>
                    <a:pt x="656815" y="468392"/>
                  </a:lnTo>
                  <a:lnTo>
                    <a:pt x="719740" y="474829"/>
                  </a:lnTo>
                  <a:lnTo>
                    <a:pt x="784656" y="480596"/>
                  </a:lnTo>
                  <a:lnTo>
                    <a:pt x="851445" y="485670"/>
                  </a:lnTo>
                  <a:lnTo>
                    <a:pt x="919985" y="490028"/>
                  </a:lnTo>
                  <a:lnTo>
                    <a:pt x="990155" y="493646"/>
                  </a:lnTo>
                  <a:lnTo>
                    <a:pt x="1061835" y="496501"/>
                  </a:lnTo>
                  <a:lnTo>
                    <a:pt x="1134905" y="498570"/>
                  </a:lnTo>
                  <a:lnTo>
                    <a:pt x="1209244" y="499828"/>
                  </a:lnTo>
                  <a:lnTo>
                    <a:pt x="1284731" y="500252"/>
                  </a:lnTo>
                  <a:lnTo>
                    <a:pt x="1360219" y="499828"/>
                  </a:lnTo>
                  <a:lnTo>
                    <a:pt x="1434558" y="498570"/>
                  </a:lnTo>
                  <a:lnTo>
                    <a:pt x="1507628" y="496501"/>
                  </a:lnTo>
                  <a:lnTo>
                    <a:pt x="1579308" y="493646"/>
                  </a:lnTo>
                  <a:lnTo>
                    <a:pt x="1649478" y="490028"/>
                  </a:lnTo>
                  <a:lnTo>
                    <a:pt x="1718018" y="485670"/>
                  </a:lnTo>
                  <a:lnTo>
                    <a:pt x="1784807" y="480596"/>
                  </a:lnTo>
                  <a:lnTo>
                    <a:pt x="1849723" y="474829"/>
                  </a:lnTo>
                  <a:lnTo>
                    <a:pt x="1912648" y="468392"/>
                  </a:lnTo>
                  <a:lnTo>
                    <a:pt x="1973460" y="461310"/>
                  </a:lnTo>
                  <a:lnTo>
                    <a:pt x="2032040" y="453605"/>
                  </a:lnTo>
                  <a:lnTo>
                    <a:pt x="2088265" y="445302"/>
                  </a:lnTo>
                  <a:lnTo>
                    <a:pt x="2142017" y="436422"/>
                  </a:lnTo>
                  <a:lnTo>
                    <a:pt x="2193174" y="426991"/>
                  </a:lnTo>
                  <a:lnTo>
                    <a:pt x="2241615" y="417031"/>
                  </a:lnTo>
                  <a:lnTo>
                    <a:pt x="2287222" y="406566"/>
                  </a:lnTo>
                  <a:lnTo>
                    <a:pt x="2329872" y="395619"/>
                  </a:lnTo>
                  <a:lnTo>
                    <a:pt x="2369446" y="384214"/>
                  </a:lnTo>
                  <a:lnTo>
                    <a:pt x="2405822" y="372375"/>
                  </a:lnTo>
                  <a:lnTo>
                    <a:pt x="2468503" y="347485"/>
                  </a:lnTo>
                  <a:lnTo>
                    <a:pt x="2516949" y="321138"/>
                  </a:lnTo>
                  <a:lnTo>
                    <a:pt x="2550197" y="293521"/>
                  </a:lnTo>
                  <a:lnTo>
                    <a:pt x="2569464" y="250126"/>
                  </a:lnTo>
                  <a:lnTo>
                    <a:pt x="2567283" y="235429"/>
                  </a:lnTo>
                  <a:lnTo>
                    <a:pt x="2535533" y="192775"/>
                  </a:lnTo>
                  <a:lnTo>
                    <a:pt x="2494565" y="165770"/>
                  </a:lnTo>
                  <a:lnTo>
                    <a:pt x="2438882" y="140128"/>
                  </a:lnTo>
                  <a:lnTo>
                    <a:pt x="2369446" y="116038"/>
                  </a:lnTo>
                  <a:lnTo>
                    <a:pt x="2329872" y="104633"/>
                  </a:lnTo>
                  <a:lnTo>
                    <a:pt x="2287222" y="93686"/>
                  </a:lnTo>
                  <a:lnTo>
                    <a:pt x="2241615" y="83221"/>
                  </a:lnTo>
                  <a:lnTo>
                    <a:pt x="2193174" y="73261"/>
                  </a:lnTo>
                  <a:lnTo>
                    <a:pt x="2142017" y="63830"/>
                  </a:lnTo>
                  <a:lnTo>
                    <a:pt x="2088265" y="54950"/>
                  </a:lnTo>
                  <a:lnTo>
                    <a:pt x="2032040" y="46647"/>
                  </a:lnTo>
                  <a:lnTo>
                    <a:pt x="1973460" y="38942"/>
                  </a:lnTo>
                  <a:lnTo>
                    <a:pt x="1912648" y="31860"/>
                  </a:lnTo>
                  <a:lnTo>
                    <a:pt x="1849723" y="25423"/>
                  </a:lnTo>
                  <a:lnTo>
                    <a:pt x="1784807" y="19656"/>
                  </a:lnTo>
                  <a:lnTo>
                    <a:pt x="1718018" y="14582"/>
                  </a:lnTo>
                  <a:lnTo>
                    <a:pt x="1649478" y="10224"/>
                  </a:lnTo>
                  <a:lnTo>
                    <a:pt x="1579308" y="6606"/>
                  </a:lnTo>
                  <a:lnTo>
                    <a:pt x="1507628" y="3751"/>
                  </a:lnTo>
                  <a:lnTo>
                    <a:pt x="1434558" y="1682"/>
                  </a:lnTo>
                  <a:lnTo>
                    <a:pt x="1360219" y="424"/>
                  </a:lnTo>
                  <a:lnTo>
                    <a:pt x="1284731" y="0"/>
                  </a:lnTo>
                  <a:close/>
                </a:path>
              </a:pathLst>
            </a:custGeom>
            <a:solidFill>
              <a:srgbClr val="DADADA"/>
            </a:solidFill>
          </p:spPr>
          <p:txBody>
            <a:bodyPr wrap="square" lIns="0" tIns="0" rIns="0" bIns="0" rtlCol="0"/>
            <a:lstStyle/>
            <a:p/>
          </p:txBody>
        </p:sp>
        <p:sp>
          <p:nvSpPr>
            <p:cNvPr id="13" name="object 13" descr=""/>
            <p:cNvSpPr/>
            <p:nvPr/>
          </p:nvSpPr>
          <p:spPr>
            <a:xfrm>
              <a:off x="5955030" y="1399794"/>
              <a:ext cx="2569845" cy="2001520"/>
            </a:xfrm>
            <a:custGeom>
              <a:avLst/>
              <a:gdLst/>
              <a:ahLst/>
              <a:cxnLst/>
              <a:rect l="l" t="t" r="r" b="b"/>
              <a:pathLst>
                <a:path w="2569845" h="2001520">
                  <a:moveTo>
                    <a:pt x="2569464" y="250126"/>
                  </a:moveTo>
                  <a:lnTo>
                    <a:pt x="2550197" y="293521"/>
                  </a:lnTo>
                  <a:lnTo>
                    <a:pt x="2516949" y="321138"/>
                  </a:lnTo>
                  <a:lnTo>
                    <a:pt x="2468503" y="347485"/>
                  </a:lnTo>
                  <a:lnTo>
                    <a:pt x="2405822" y="372375"/>
                  </a:lnTo>
                  <a:lnTo>
                    <a:pt x="2369446" y="384214"/>
                  </a:lnTo>
                  <a:lnTo>
                    <a:pt x="2329872" y="395619"/>
                  </a:lnTo>
                  <a:lnTo>
                    <a:pt x="2287222" y="406566"/>
                  </a:lnTo>
                  <a:lnTo>
                    <a:pt x="2241615" y="417031"/>
                  </a:lnTo>
                  <a:lnTo>
                    <a:pt x="2193174" y="426991"/>
                  </a:lnTo>
                  <a:lnTo>
                    <a:pt x="2142017" y="436422"/>
                  </a:lnTo>
                  <a:lnTo>
                    <a:pt x="2088265" y="445302"/>
                  </a:lnTo>
                  <a:lnTo>
                    <a:pt x="2032040" y="453605"/>
                  </a:lnTo>
                  <a:lnTo>
                    <a:pt x="1973460" y="461310"/>
                  </a:lnTo>
                  <a:lnTo>
                    <a:pt x="1912648" y="468392"/>
                  </a:lnTo>
                  <a:lnTo>
                    <a:pt x="1849723" y="474829"/>
                  </a:lnTo>
                  <a:lnTo>
                    <a:pt x="1784807" y="480596"/>
                  </a:lnTo>
                  <a:lnTo>
                    <a:pt x="1718018" y="485670"/>
                  </a:lnTo>
                  <a:lnTo>
                    <a:pt x="1649478" y="490028"/>
                  </a:lnTo>
                  <a:lnTo>
                    <a:pt x="1579308" y="493646"/>
                  </a:lnTo>
                  <a:lnTo>
                    <a:pt x="1507628" y="496501"/>
                  </a:lnTo>
                  <a:lnTo>
                    <a:pt x="1434558" y="498570"/>
                  </a:lnTo>
                  <a:lnTo>
                    <a:pt x="1360219" y="499828"/>
                  </a:lnTo>
                  <a:lnTo>
                    <a:pt x="1284732" y="500252"/>
                  </a:lnTo>
                  <a:lnTo>
                    <a:pt x="1209244" y="499828"/>
                  </a:lnTo>
                  <a:lnTo>
                    <a:pt x="1134905" y="498570"/>
                  </a:lnTo>
                  <a:lnTo>
                    <a:pt x="1061835" y="496501"/>
                  </a:lnTo>
                  <a:lnTo>
                    <a:pt x="990155" y="493646"/>
                  </a:lnTo>
                  <a:lnTo>
                    <a:pt x="919985" y="490028"/>
                  </a:lnTo>
                  <a:lnTo>
                    <a:pt x="851445" y="485670"/>
                  </a:lnTo>
                  <a:lnTo>
                    <a:pt x="784656" y="480596"/>
                  </a:lnTo>
                  <a:lnTo>
                    <a:pt x="719740" y="474829"/>
                  </a:lnTo>
                  <a:lnTo>
                    <a:pt x="656815" y="468392"/>
                  </a:lnTo>
                  <a:lnTo>
                    <a:pt x="596003" y="461310"/>
                  </a:lnTo>
                  <a:lnTo>
                    <a:pt x="537423" y="453605"/>
                  </a:lnTo>
                  <a:lnTo>
                    <a:pt x="481198" y="445302"/>
                  </a:lnTo>
                  <a:lnTo>
                    <a:pt x="427446" y="436422"/>
                  </a:lnTo>
                  <a:lnTo>
                    <a:pt x="376289" y="426991"/>
                  </a:lnTo>
                  <a:lnTo>
                    <a:pt x="327848" y="417031"/>
                  </a:lnTo>
                  <a:lnTo>
                    <a:pt x="282241" y="406566"/>
                  </a:lnTo>
                  <a:lnTo>
                    <a:pt x="239591" y="395619"/>
                  </a:lnTo>
                  <a:lnTo>
                    <a:pt x="200017" y="384214"/>
                  </a:lnTo>
                  <a:lnTo>
                    <a:pt x="163641" y="372375"/>
                  </a:lnTo>
                  <a:lnTo>
                    <a:pt x="100960" y="347485"/>
                  </a:lnTo>
                  <a:lnTo>
                    <a:pt x="52514" y="321138"/>
                  </a:lnTo>
                  <a:lnTo>
                    <a:pt x="19266" y="293521"/>
                  </a:lnTo>
                  <a:lnTo>
                    <a:pt x="0" y="250126"/>
                  </a:lnTo>
                  <a:lnTo>
                    <a:pt x="2180" y="235429"/>
                  </a:lnTo>
                  <a:lnTo>
                    <a:pt x="33930" y="192775"/>
                  </a:lnTo>
                  <a:lnTo>
                    <a:pt x="74898" y="165770"/>
                  </a:lnTo>
                  <a:lnTo>
                    <a:pt x="130581" y="140128"/>
                  </a:lnTo>
                  <a:lnTo>
                    <a:pt x="200017" y="116038"/>
                  </a:lnTo>
                  <a:lnTo>
                    <a:pt x="239591" y="104633"/>
                  </a:lnTo>
                  <a:lnTo>
                    <a:pt x="282241" y="93686"/>
                  </a:lnTo>
                  <a:lnTo>
                    <a:pt x="327848" y="83221"/>
                  </a:lnTo>
                  <a:lnTo>
                    <a:pt x="376289" y="73261"/>
                  </a:lnTo>
                  <a:lnTo>
                    <a:pt x="427446" y="63830"/>
                  </a:lnTo>
                  <a:lnTo>
                    <a:pt x="481198" y="54950"/>
                  </a:lnTo>
                  <a:lnTo>
                    <a:pt x="537423" y="46647"/>
                  </a:lnTo>
                  <a:lnTo>
                    <a:pt x="596003" y="38942"/>
                  </a:lnTo>
                  <a:lnTo>
                    <a:pt x="656815" y="31860"/>
                  </a:lnTo>
                  <a:lnTo>
                    <a:pt x="719740" y="25423"/>
                  </a:lnTo>
                  <a:lnTo>
                    <a:pt x="784656" y="19656"/>
                  </a:lnTo>
                  <a:lnTo>
                    <a:pt x="851445" y="14582"/>
                  </a:lnTo>
                  <a:lnTo>
                    <a:pt x="919985" y="10224"/>
                  </a:lnTo>
                  <a:lnTo>
                    <a:pt x="990155" y="6606"/>
                  </a:lnTo>
                  <a:lnTo>
                    <a:pt x="1061835" y="3751"/>
                  </a:lnTo>
                  <a:lnTo>
                    <a:pt x="1134905" y="1682"/>
                  </a:lnTo>
                  <a:lnTo>
                    <a:pt x="1209244" y="424"/>
                  </a:lnTo>
                  <a:lnTo>
                    <a:pt x="1284732" y="0"/>
                  </a:lnTo>
                  <a:lnTo>
                    <a:pt x="1360219" y="424"/>
                  </a:lnTo>
                  <a:lnTo>
                    <a:pt x="1434558" y="1682"/>
                  </a:lnTo>
                  <a:lnTo>
                    <a:pt x="1507628" y="3751"/>
                  </a:lnTo>
                  <a:lnTo>
                    <a:pt x="1579308" y="6606"/>
                  </a:lnTo>
                  <a:lnTo>
                    <a:pt x="1649478" y="10224"/>
                  </a:lnTo>
                  <a:lnTo>
                    <a:pt x="1718018" y="14582"/>
                  </a:lnTo>
                  <a:lnTo>
                    <a:pt x="1784807" y="19656"/>
                  </a:lnTo>
                  <a:lnTo>
                    <a:pt x="1849723" y="25423"/>
                  </a:lnTo>
                  <a:lnTo>
                    <a:pt x="1912648" y="31860"/>
                  </a:lnTo>
                  <a:lnTo>
                    <a:pt x="1973460" y="38942"/>
                  </a:lnTo>
                  <a:lnTo>
                    <a:pt x="2032040" y="46647"/>
                  </a:lnTo>
                  <a:lnTo>
                    <a:pt x="2088265" y="54950"/>
                  </a:lnTo>
                  <a:lnTo>
                    <a:pt x="2142017" y="63830"/>
                  </a:lnTo>
                  <a:lnTo>
                    <a:pt x="2193174" y="73261"/>
                  </a:lnTo>
                  <a:lnTo>
                    <a:pt x="2241615" y="83221"/>
                  </a:lnTo>
                  <a:lnTo>
                    <a:pt x="2287222" y="93686"/>
                  </a:lnTo>
                  <a:lnTo>
                    <a:pt x="2329872" y="104633"/>
                  </a:lnTo>
                  <a:lnTo>
                    <a:pt x="2369446" y="116038"/>
                  </a:lnTo>
                  <a:lnTo>
                    <a:pt x="2405822" y="127877"/>
                  </a:lnTo>
                  <a:lnTo>
                    <a:pt x="2468503" y="152767"/>
                  </a:lnTo>
                  <a:lnTo>
                    <a:pt x="2516949" y="179114"/>
                  </a:lnTo>
                  <a:lnTo>
                    <a:pt x="2550197" y="206731"/>
                  </a:lnTo>
                  <a:lnTo>
                    <a:pt x="2569464" y="250126"/>
                  </a:lnTo>
                  <a:close/>
                </a:path>
                <a:path w="2569845" h="2001520">
                  <a:moveTo>
                    <a:pt x="2569464" y="250126"/>
                  </a:moveTo>
                  <a:lnTo>
                    <a:pt x="2569464" y="1750885"/>
                  </a:lnTo>
                  <a:lnTo>
                    <a:pt x="2567283" y="1765582"/>
                  </a:lnTo>
                  <a:lnTo>
                    <a:pt x="2535533" y="1808236"/>
                  </a:lnTo>
                  <a:lnTo>
                    <a:pt x="2494565" y="1835241"/>
                  </a:lnTo>
                  <a:lnTo>
                    <a:pt x="2438882" y="1860883"/>
                  </a:lnTo>
                  <a:lnTo>
                    <a:pt x="2369446" y="1884973"/>
                  </a:lnTo>
                  <a:lnTo>
                    <a:pt x="2329872" y="1896378"/>
                  </a:lnTo>
                  <a:lnTo>
                    <a:pt x="2287222" y="1907325"/>
                  </a:lnTo>
                  <a:lnTo>
                    <a:pt x="2241615" y="1917790"/>
                  </a:lnTo>
                  <a:lnTo>
                    <a:pt x="2193174" y="1927750"/>
                  </a:lnTo>
                  <a:lnTo>
                    <a:pt x="2142017" y="1937181"/>
                  </a:lnTo>
                  <a:lnTo>
                    <a:pt x="2088265" y="1946061"/>
                  </a:lnTo>
                  <a:lnTo>
                    <a:pt x="2032040" y="1954364"/>
                  </a:lnTo>
                  <a:lnTo>
                    <a:pt x="1973460" y="1962069"/>
                  </a:lnTo>
                  <a:lnTo>
                    <a:pt x="1912648" y="1969151"/>
                  </a:lnTo>
                  <a:lnTo>
                    <a:pt x="1849723" y="1975588"/>
                  </a:lnTo>
                  <a:lnTo>
                    <a:pt x="1784807" y="1981355"/>
                  </a:lnTo>
                  <a:lnTo>
                    <a:pt x="1718018" y="1986429"/>
                  </a:lnTo>
                  <a:lnTo>
                    <a:pt x="1649478" y="1990787"/>
                  </a:lnTo>
                  <a:lnTo>
                    <a:pt x="1579308" y="1994405"/>
                  </a:lnTo>
                  <a:lnTo>
                    <a:pt x="1507628" y="1997260"/>
                  </a:lnTo>
                  <a:lnTo>
                    <a:pt x="1434558" y="1999329"/>
                  </a:lnTo>
                  <a:lnTo>
                    <a:pt x="1360219" y="2000587"/>
                  </a:lnTo>
                  <a:lnTo>
                    <a:pt x="1284732" y="2001012"/>
                  </a:lnTo>
                  <a:lnTo>
                    <a:pt x="1209244" y="2000587"/>
                  </a:lnTo>
                  <a:lnTo>
                    <a:pt x="1134905" y="1999329"/>
                  </a:lnTo>
                  <a:lnTo>
                    <a:pt x="1061835" y="1997260"/>
                  </a:lnTo>
                  <a:lnTo>
                    <a:pt x="990155" y="1994405"/>
                  </a:lnTo>
                  <a:lnTo>
                    <a:pt x="919985" y="1990787"/>
                  </a:lnTo>
                  <a:lnTo>
                    <a:pt x="851445" y="1986429"/>
                  </a:lnTo>
                  <a:lnTo>
                    <a:pt x="784656" y="1981355"/>
                  </a:lnTo>
                  <a:lnTo>
                    <a:pt x="719740" y="1975588"/>
                  </a:lnTo>
                  <a:lnTo>
                    <a:pt x="656815" y="1969151"/>
                  </a:lnTo>
                  <a:lnTo>
                    <a:pt x="596003" y="1962069"/>
                  </a:lnTo>
                  <a:lnTo>
                    <a:pt x="537423" y="1954364"/>
                  </a:lnTo>
                  <a:lnTo>
                    <a:pt x="481198" y="1946061"/>
                  </a:lnTo>
                  <a:lnTo>
                    <a:pt x="427446" y="1937181"/>
                  </a:lnTo>
                  <a:lnTo>
                    <a:pt x="376289" y="1927750"/>
                  </a:lnTo>
                  <a:lnTo>
                    <a:pt x="327848" y="1917790"/>
                  </a:lnTo>
                  <a:lnTo>
                    <a:pt x="282241" y="1907325"/>
                  </a:lnTo>
                  <a:lnTo>
                    <a:pt x="239591" y="1896378"/>
                  </a:lnTo>
                  <a:lnTo>
                    <a:pt x="200017" y="1884973"/>
                  </a:lnTo>
                  <a:lnTo>
                    <a:pt x="163641" y="1873134"/>
                  </a:lnTo>
                  <a:lnTo>
                    <a:pt x="100960" y="1848244"/>
                  </a:lnTo>
                  <a:lnTo>
                    <a:pt x="52514" y="1821897"/>
                  </a:lnTo>
                  <a:lnTo>
                    <a:pt x="19266" y="1794280"/>
                  </a:lnTo>
                  <a:lnTo>
                    <a:pt x="0" y="1750885"/>
                  </a:lnTo>
                  <a:lnTo>
                    <a:pt x="0" y="250126"/>
                  </a:lnTo>
                </a:path>
              </a:pathLst>
            </a:custGeom>
            <a:ln w="28956">
              <a:solidFill>
                <a:srgbClr val="4E3629"/>
              </a:solidFill>
            </a:ln>
          </p:spPr>
          <p:txBody>
            <a:bodyPr wrap="square" lIns="0" tIns="0" rIns="0" bIns="0" rtlCol="0"/>
            <a:lstStyle/>
            <a:p/>
          </p:txBody>
        </p:sp>
      </p:grpSp>
      <p:sp>
        <p:nvSpPr>
          <p:cNvPr id="14" name="object 14" descr=""/>
          <p:cNvSpPr txBox="1"/>
          <p:nvPr/>
        </p:nvSpPr>
        <p:spPr>
          <a:xfrm>
            <a:off x="6573133" y="1516163"/>
            <a:ext cx="1403350" cy="26924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E3629"/>
                </a:solidFill>
                <a:latin typeface="Calibri"/>
                <a:cs typeface="Calibri"/>
              </a:rPr>
              <a:t>Oracle</a:t>
            </a:r>
            <a:r>
              <a:rPr dirty="0" sz="1600" spc="-60" b="1">
                <a:solidFill>
                  <a:srgbClr val="4E3629"/>
                </a:solidFill>
                <a:latin typeface="Calibri"/>
                <a:cs typeface="Calibri"/>
              </a:rPr>
              <a:t> </a:t>
            </a:r>
            <a:r>
              <a:rPr dirty="0" sz="1600" spc="-10" b="1">
                <a:solidFill>
                  <a:srgbClr val="4E3629"/>
                </a:solidFill>
                <a:latin typeface="Calibri"/>
                <a:cs typeface="Calibri"/>
              </a:rPr>
              <a:t>Database</a:t>
            </a:r>
            <a:endParaRPr sz="1600">
              <a:latin typeface="Calibri"/>
              <a:cs typeface="Calibri"/>
            </a:endParaRPr>
          </a:p>
        </p:txBody>
      </p:sp>
      <p:grpSp>
        <p:nvGrpSpPr>
          <p:cNvPr id="15" name="object 15" descr=""/>
          <p:cNvGrpSpPr/>
          <p:nvPr/>
        </p:nvGrpSpPr>
        <p:grpSpPr>
          <a:xfrm>
            <a:off x="7606283" y="3579876"/>
            <a:ext cx="932815" cy="403860"/>
            <a:chOff x="7606283" y="3579876"/>
            <a:chExt cx="932815" cy="403860"/>
          </a:xfrm>
        </p:grpSpPr>
        <p:sp>
          <p:nvSpPr>
            <p:cNvPr id="16" name="object 16" descr=""/>
            <p:cNvSpPr/>
            <p:nvPr/>
          </p:nvSpPr>
          <p:spPr>
            <a:xfrm>
              <a:off x="7620761" y="3594354"/>
              <a:ext cx="904240" cy="375285"/>
            </a:xfrm>
            <a:custGeom>
              <a:avLst/>
              <a:gdLst/>
              <a:ahLst/>
              <a:cxnLst/>
              <a:rect l="l" t="t" r="r" b="b"/>
              <a:pathLst>
                <a:path w="904240" h="375285">
                  <a:moveTo>
                    <a:pt x="903731" y="0"/>
                  </a:moveTo>
                  <a:lnTo>
                    <a:pt x="0" y="0"/>
                  </a:lnTo>
                  <a:lnTo>
                    <a:pt x="0" y="374904"/>
                  </a:lnTo>
                  <a:lnTo>
                    <a:pt x="903731" y="374904"/>
                  </a:lnTo>
                  <a:lnTo>
                    <a:pt x="903731" y="0"/>
                  </a:lnTo>
                  <a:close/>
                </a:path>
              </a:pathLst>
            </a:custGeom>
            <a:solidFill>
              <a:srgbClr val="4E3629"/>
            </a:solidFill>
          </p:spPr>
          <p:txBody>
            <a:bodyPr wrap="square" lIns="0" tIns="0" rIns="0" bIns="0" rtlCol="0"/>
            <a:lstStyle/>
            <a:p/>
          </p:txBody>
        </p:sp>
        <p:sp>
          <p:nvSpPr>
            <p:cNvPr id="17" name="object 17" descr=""/>
            <p:cNvSpPr/>
            <p:nvPr/>
          </p:nvSpPr>
          <p:spPr>
            <a:xfrm>
              <a:off x="7620761" y="3594354"/>
              <a:ext cx="904240" cy="375285"/>
            </a:xfrm>
            <a:custGeom>
              <a:avLst/>
              <a:gdLst/>
              <a:ahLst/>
              <a:cxnLst/>
              <a:rect l="l" t="t" r="r" b="b"/>
              <a:pathLst>
                <a:path w="904240" h="375285">
                  <a:moveTo>
                    <a:pt x="0" y="374904"/>
                  </a:moveTo>
                  <a:lnTo>
                    <a:pt x="903731" y="374904"/>
                  </a:lnTo>
                  <a:lnTo>
                    <a:pt x="903731" y="0"/>
                  </a:lnTo>
                  <a:lnTo>
                    <a:pt x="0" y="0"/>
                  </a:lnTo>
                  <a:lnTo>
                    <a:pt x="0" y="374904"/>
                  </a:lnTo>
                  <a:close/>
                </a:path>
              </a:pathLst>
            </a:custGeom>
            <a:ln w="28956">
              <a:solidFill>
                <a:srgbClr val="4E3629"/>
              </a:solidFill>
            </a:ln>
          </p:spPr>
          <p:txBody>
            <a:bodyPr wrap="square" lIns="0" tIns="0" rIns="0" bIns="0" rtlCol="0"/>
            <a:lstStyle/>
            <a:p/>
          </p:txBody>
        </p:sp>
      </p:grpSp>
      <p:grpSp>
        <p:nvGrpSpPr>
          <p:cNvPr id="18" name="object 18" descr=""/>
          <p:cNvGrpSpPr/>
          <p:nvPr/>
        </p:nvGrpSpPr>
        <p:grpSpPr>
          <a:xfrm>
            <a:off x="5852159" y="3579876"/>
            <a:ext cx="955675" cy="403860"/>
            <a:chOff x="5852159" y="3579876"/>
            <a:chExt cx="955675" cy="403860"/>
          </a:xfrm>
        </p:grpSpPr>
        <p:sp>
          <p:nvSpPr>
            <p:cNvPr id="19" name="object 19" descr=""/>
            <p:cNvSpPr/>
            <p:nvPr/>
          </p:nvSpPr>
          <p:spPr>
            <a:xfrm>
              <a:off x="5866637" y="3594354"/>
              <a:ext cx="927100" cy="375285"/>
            </a:xfrm>
            <a:custGeom>
              <a:avLst/>
              <a:gdLst/>
              <a:ahLst/>
              <a:cxnLst/>
              <a:rect l="l" t="t" r="r" b="b"/>
              <a:pathLst>
                <a:path w="927100" h="375285">
                  <a:moveTo>
                    <a:pt x="926591" y="0"/>
                  </a:moveTo>
                  <a:lnTo>
                    <a:pt x="0" y="0"/>
                  </a:lnTo>
                  <a:lnTo>
                    <a:pt x="0" y="374904"/>
                  </a:lnTo>
                  <a:lnTo>
                    <a:pt x="926591" y="374904"/>
                  </a:lnTo>
                  <a:lnTo>
                    <a:pt x="926591" y="0"/>
                  </a:lnTo>
                  <a:close/>
                </a:path>
              </a:pathLst>
            </a:custGeom>
            <a:solidFill>
              <a:srgbClr val="FFC000"/>
            </a:solidFill>
          </p:spPr>
          <p:txBody>
            <a:bodyPr wrap="square" lIns="0" tIns="0" rIns="0" bIns="0" rtlCol="0"/>
            <a:lstStyle/>
            <a:p/>
          </p:txBody>
        </p:sp>
        <p:sp>
          <p:nvSpPr>
            <p:cNvPr id="20" name="object 20" descr=""/>
            <p:cNvSpPr/>
            <p:nvPr/>
          </p:nvSpPr>
          <p:spPr>
            <a:xfrm>
              <a:off x="5866637" y="3594354"/>
              <a:ext cx="927100" cy="375285"/>
            </a:xfrm>
            <a:custGeom>
              <a:avLst/>
              <a:gdLst/>
              <a:ahLst/>
              <a:cxnLst/>
              <a:rect l="l" t="t" r="r" b="b"/>
              <a:pathLst>
                <a:path w="927100" h="375285">
                  <a:moveTo>
                    <a:pt x="0" y="374904"/>
                  </a:moveTo>
                  <a:lnTo>
                    <a:pt x="926591" y="374904"/>
                  </a:lnTo>
                  <a:lnTo>
                    <a:pt x="926591" y="0"/>
                  </a:lnTo>
                  <a:lnTo>
                    <a:pt x="0" y="0"/>
                  </a:lnTo>
                  <a:lnTo>
                    <a:pt x="0" y="374904"/>
                  </a:lnTo>
                  <a:close/>
                </a:path>
              </a:pathLst>
            </a:custGeom>
            <a:ln w="28956">
              <a:solidFill>
                <a:srgbClr val="4E3629"/>
              </a:solidFill>
            </a:ln>
          </p:spPr>
          <p:txBody>
            <a:bodyPr wrap="square" lIns="0" tIns="0" rIns="0" bIns="0" rtlCol="0"/>
            <a:lstStyle/>
            <a:p/>
          </p:txBody>
        </p:sp>
      </p:grpSp>
      <p:sp>
        <p:nvSpPr>
          <p:cNvPr id="21" name="object 21" descr=""/>
          <p:cNvSpPr txBox="1"/>
          <p:nvPr/>
        </p:nvSpPr>
        <p:spPr>
          <a:xfrm>
            <a:off x="5733343" y="3985614"/>
            <a:ext cx="1159510" cy="848360"/>
          </a:xfrm>
          <a:prstGeom prst="rect">
            <a:avLst/>
          </a:prstGeom>
        </p:spPr>
        <p:txBody>
          <a:bodyPr wrap="square" lIns="0" tIns="12700" rIns="0" bIns="0" rtlCol="0" vert="horz">
            <a:spAutoFit/>
          </a:bodyPr>
          <a:lstStyle/>
          <a:p>
            <a:pPr algn="ctr" marL="12700" marR="5080" indent="2540">
              <a:lnSpc>
                <a:spcPct val="100000"/>
              </a:lnSpc>
              <a:spcBef>
                <a:spcPts val="100"/>
              </a:spcBef>
            </a:pPr>
            <a:r>
              <a:rPr dirty="0" sz="1800" spc="-10" b="1">
                <a:solidFill>
                  <a:srgbClr val="4E3629"/>
                </a:solidFill>
                <a:latin typeface="Calibri"/>
                <a:cs typeface="Calibri"/>
              </a:rPr>
              <a:t>Archivo </a:t>
            </a:r>
            <a:r>
              <a:rPr dirty="0" sz="1800" b="1">
                <a:solidFill>
                  <a:srgbClr val="4E3629"/>
                </a:solidFill>
                <a:latin typeface="Calibri"/>
                <a:cs typeface="Calibri"/>
              </a:rPr>
              <a:t>plano:</a:t>
            </a:r>
            <a:r>
              <a:rPr dirty="0" sz="1800" spc="-30" b="1">
                <a:solidFill>
                  <a:srgbClr val="4E3629"/>
                </a:solidFill>
                <a:latin typeface="Calibri"/>
                <a:cs typeface="Calibri"/>
              </a:rPr>
              <a:t> </a:t>
            </a:r>
            <a:r>
              <a:rPr dirty="0" sz="1800" spc="-10" b="1">
                <a:solidFill>
                  <a:srgbClr val="4E3629"/>
                </a:solidFill>
                <a:latin typeface="Calibri"/>
                <a:cs typeface="Calibri"/>
              </a:rPr>
              <a:t>tabla </a:t>
            </a:r>
            <a:r>
              <a:rPr dirty="0" sz="1800" b="1">
                <a:solidFill>
                  <a:srgbClr val="4E3629"/>
                </a:solidFill>
                <a:latin typeface="Calibri"/>
                <a:cs typeface="Calibri"/>
              </a:rPr>
              <a:t>externa</a:t>
            </a:r>
            <a:r>
              <a:rPr dirty="0" sz="1800" spc="-85" b="1">
                <a:solidFill>
                  <a:srgbClr val="4E3629"/>
                </a:solidFill>
                <a:latin typeface="Calibri"/>
                <a:cs typeface="Calibri"/>
              </a:rPr>
              <a:t> </a:t>
            </a:r>
            <a:r>
              <a:rPr dirty="0" sz="1800" spc="-50" b="1">
                <a:solidFill>
                  <a:srgbClr val="4E3629"/>
                </a:solidFill>
                <a:latin typeface="Calibri"/>
                <a:cs typeface="Calibri"/>
              </a:rPr>
              <a:t>1</a:t>
            </a:r>
            <a:endParaRPr sz="1800">
              <a:latin typeface="Calibri"/>
              <a:cs typeface="Calibri"/>
            </a:endParaRPr>
          </a:p>
        </p:txBody>
      </p:sp>
      <p:sp>
        <p:nvSpPr>
          <p:cNvPr id="22" name="object 22" descr=""/>
          <p:cNvSpPr txBox="1"/>
          <p:nvPr/>
        </p:nvSpPr>
        <p:spPr>
          <a:xfrm>
            <a:off x="7485791" y="3993615"/>
            <a:ext cx="1159510" cy="848360"/>
          </a:xfrm>
          <a:prstGeom prst="rect">
            <a:avLst/>
          </a:prstGeom>
        </p:spPr>
        <p:txBody>
          <a:bodyPr wrap="square" lIns="0" tIns="12700" rIns="0" bIns="0" rtlCol="0" vert="horz">
            <a:spAutoFit/>
          </a:bodyPr>
          <a:lstStyle/>
          <a:p>
            <a:pPr algn="ctr" marL="12700" marR="5080" indent="2540">
              <a:lnSpc>
                <a:spcPct val="100000"/>
              </a:lnSpc>
              <a:spcBef>
                <a:spcPts val="100"/>
              </a:spcBef>
            </a:pPr>
            <a:r>
              <a:rPr dirty="0" sz="1800" spc="-10" b="1">
                <a:solidFill>
                  <a:srgbClr val="4E3629"/>
                </a:solidFill>
                <a:latin typeface="Calibri"/>
                <a:cs typeface="Calibri"/>
              </a:rPr>
              <a:t>Archivo </a:t>
            </a:r>
            <a:r>
              <a:rPr dirty="0" sz="1800" b="1">
                <a:solidFill>
                  <a:srgbClr val="4E3629"/>
                </a:solidFill>
                <a:latin typeface="Calibri"/>
                <a:cs typeface="Calibri"/>
              </a:rPr>
              <a:t>plano:</a:t>
            </a:r>
            <a:r>
              <a:rPr dirty="0" sz="1800" spc="-30" b="1">
                <a:solidFill>
                  <a:srgbClr val="4E3629"/>
                </a:solidFill>
                <a:latin typeface="Calibri"/>
                <a:cs typeface="Calibri"/>
              </a:rPr>
              <a:t> </a:t>
            </a:r>
            <a:r>
              <a:rPr dirty="0" sz="1800" spc="-10" b="1">
                <a:solidFill>
                  <a:srgbClr val="4E3629"/>
                </a:solidFill>
                <a:latin typeface="Calibri"/>
                <a:cs typeface="Calibri"/>
              </a:rPr>
              <a:t>tabla </a:t>
            </a:r>
            <a:r>
              <a:rPr dirty="0" sz="1800" b="1">
                <a:solidFill>
                  <a:srgbClr val="4E3629"/>
                </a:solidFill>
                <a:latin typeface="Calibri"/>
                <a:cs typeface="Calibri"/>
              </a:rPr>
              <a:t>externa</a:t>
            </a:r>
            <a:r>
              <a:rPr dirty="0" sz="1800" spc="-85" b="1">
                <a:solidFill>
                  <a:srgbClr val="4E3629"/>
                </a:solidFill>
                <a:latin typeface="Calibri"/>
                <a:cs typeface="Calibri"/>
              </a:rPr>
              <a:t> </a:t>
            </a:r>
            <a:r>
              <a:rPr dirty="0" sz="1800" spc="-50" b="1">
                <a:solidFill>
                  <a:srgbClr val="4E3629"/>
                </a:solidFill>
                <a:latin typeface="Calibri"/>
                <a:cs typeface="Calibri"/>
              </a:rPr>
              <a:t>2</a:t>
            </a:r>
            <a:endParaRPr sz="1800">
              <a:latin typeface="Calibri"/>
              <a:cs typeface="Calibri"/>
            </a:endParaRPr>
          </a:p>
        </p:txBody>
      </p:sp>
      <p:grpSp>
        <p:nvGrpSpPr>
          <p:cNvPr id="23" name="object 23" descr=""/>
          <p:cNvGrpSpPr/>
          <p:nvPr/>
        </p:nvGrpSpPr>
        <p:grpSpPr>
          <a:xfrm>
            <a:off x="7220711" y="4648960"/>
            <a:ext cx="276225" cy="565150"/>
            <a:chOff x="7220711" y="4648960"/>
            <a:chExt cx="276225" cy="565150"/>
          </a:xfrm>
        </p:grpSpPr>
        <p:sp>
          <p:nvSpPr>
            <p:cNvPr id="24" name="object 24" descr=""/>
            <p:cNvSpPr/>
            <p:nvPr/>
          </p:nvSpPr>
          <p:spPr>
            <a:xfrm>
              <a:off x="7239761" y="4735372"/>
              <a:ext cx="213360" cy="459740"/>
            </a:xfrm>
            <a:custGeom>
              <a:avLst/>
              <a:gdLst/>
              <a:ahLst/>
              <a:cxnLst/>
              <a:rect l="l" t="t" r="r" b="b"/>
              <a:pathLst>
                <a:path w="213359" h="459739">
                  <a:moveTo>
                    <a:pt x="0" y="459181"/>
                  </a:moveTo>
                  <a:lnTo>
                    <a:pt x="212915" y="0"/>
                  </a:lnTo>
                </a:path>
              </a:pathLst>
            </a:custGeom>
            <a:ln w="38100">
              <a:solidFill>
                <a:srgbClr val="FF3300"/>
              </a:solidFill>
            </a:ln>
          </p:spPr>
          <p:txBody>
            <a:bodyPr wrap="square" lIns="0" tIns="0" rIns="0" bIns="0" rtlCol="0"/>
            <a:lstStyle/>
            <a:p/>
          </p:txBody>
        </p:sp>
        <p:sp>
          <p:nvSpPr>
            <p:cNvPr id="25" name="object 25" descr=""/>
            <p:cNvSpPr/>
            <p:nvPr/>
          </p:nvSpPr>
          <p:spPr>
            <a:xfrm>
              <a:off x="7392822" y="4648960"/>
              <a:ext cx="104139" cy="128270"/>
            </a:xfrm>
            <a:custGeom>
              <a:avLst/>
              <a:gdLst/>
              <a:ahLst/>
              <a:cxnLst/>
              <a:rect l="l" t="t" r="r" b="b"/>
              <a:pathLst>
                <a:path w="104140" h="128270">
                  <a:moveTo>
                    <a:pt x="99923" y="0"/>
                  </a:moveTo>
                  <a:lnTo>
                    <a:pt x="0" y="79654"/>
                  </a:lnTo>
                  <a:lnTo>
                    <a:pt x="103695" y="127736"/>
                  </a:lnTo>
                  <a:lnTo>
                    <a:pt x="99923" y="0"/>
                  </a:lnTo>
                  <a:close/>
                </a:path>
              </a:pathLst>
            </a:custGeom>
            <a:solidFill>
              <a:srgbClr val="FF3300"/>
            </a:solidFill>
          </p:spPr>
          <p:txBody>
            <a:bodyPr wrap="square" lIns="0" tIns="0" rIns="0" bIns="0" rtlCol="0"/>
            <a:lstStyle/>
            <a:p/>
          </p:txBody>
        </p:sp>
      </p:grpSp>
      <p:sp>
        <p:nvSpPr>
          <p:cNvPr id="26" name="object 26"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27" name="object 27"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23</a:t>
            </a:r>
            <a:endParaRPr sz="1000">
              <a:latin typeface="Calibri"/>
              <a:cs typeface="Calibri"/>
            </a:endParaRPr>
          </a:p>
        </p:txBody>
      </p:sp>
      <p:sp>
        <p:nvSpPr>
          <p:cNvPr id="28" name="object 2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Tablas</a:t>
            </a:r>
            <a:r>
              <a:rPr dirty="0" spc="-145"/>
              <a:t> </a:t>
            </a:r>
            <a:r>
              <a:rPr dirty="0" spc="-10"/>
              <a:t>Externas</a:t>
            </a:r>
          </a:p>
        </p:txBody>
      </p:sp>
      <p:sp>
        <p:nvSpPr>
          <p:cNvPr id="6" name="object 6"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24</a:t>
            </a:r>
            <a:endParaRPr sz="100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415417"/>
            <a:ext cx="7881620" cy="382905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nueva</a:t>
            </a:r>
            <a:r>
              <a:rPr dirty="0" sz="2800" spc="-50">
                <a:solidFill>
                  <a:srgbClr val="4E3629"/>
                </a:solidFill>
                <a:latin typeface="Calibri"/>
                <a:cs typeface="Calibri"/>
              </a:rPr>
              <a:t> </a:t>
            </a:r>
            <a:r>
              <a:rPr dirty="0" sz="2800">
                <a:solidFill>
                  <a:srgbClr val="4E3629"/>
                </a:solidFill>
                <a:latin typeface="Calibri"/>
                <a:cs typeface="Calibri"/>
              </a:rPr>
              <a:t>sintaxis</a:t>
            </a:r>
            <a:r>
              <a:rPr dirty="0" sz="2800" spc="-5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aparece</a:t>
            </a:r>
            <a:r>
              <a:rPr dirty="0" sz="2800" spc="-75">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rojo)</a:t>
            </a:r>
            <a:r>
              <a:rPr dirty="0" sz="2800" spc="-6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spc="-10">
                <a:solidFill>
                  <a:srgbClr val="4E3629"/>
                </a:solidFill>
                <a:latin typeface="Calibri"/>
                <a:cs typeface="Calibri"/>
              </a:rPr>
              <a:t>siguientes</a:t>
            </a:r>
            <a:r>
              <a:rPr dirty="0" sz="2800" spc="-60">
                <a:solidFill>
                  <a:srgbClr val="4E3629"/>
                </a:solidFill>
                <a:latin typeface="Calibri"/>
                <a:cs typeface="Calibri"/>
              </a:rPr>
              <a:t> </a:t>
            </a:r>
            <a:r>
              <a:rPr dirty="0" sz="2800">
                <a:solidFill>
                  <a:srgbClr val="4E3629"/>
                </a:solidFill>
                <a:latin typeface="Calibri"/>
                <a:cs typeface="Calibri"/>
              </a:rPr>
              <a:t>diapositivas</a:t>
            </a:r>
            <a:r>
              <a:rPr dirty="0" sz="2800" spc="-55">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a:solidFill>
                  <a:srgbClr val="4E3629"/>
                </a:solidFill>
                <a:latin typeface="Calibri"/>
                <a:cs typeface="Calibri"/>
              </a:rPr>
              <a:t>utiliza</a:t>
            </a:r>
            <a:r>
              <a:rPr dirty="0" sz="2800" spc="-6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spc="-10">
                <a:solidFill>
                  <a:srgbClr val="4E3629"/>
                </a:solidFill>
                <a:latin typeface="Calibri"/>
                <a:cs typeface="Calibri"/>
              </a:rPr>
              <a:t>sentencias</a:t>
            </a:r>
            <a:r>
              <a:rPr dirty="0" sz="2800" spc="-70">
                <a:solidFill>
                  <a:srgbClr val="4E3629"/>
                </a:solidFill>
                <a:latin typeface="Calibri"/>
                <a:cs typeface="Calibri"/>
              </a:rPr>
              <a:t> </a:t>
            </a:r>
            <a:r>
              <a:rPr dirty="0" sz="2800" spc="-25">
                <a:solidFill>
                  <a:srgbClr val="4E3629"/>
                </a:solidFill>
                <a:latin typeface="Calibri"/>
                <a:cs typeface="Calibri"/>
              </a:rPr>
              <a:t>SQL </a:t>
            </a:r>
            <a:r>
              <a:rPr dirty="0" sz="2800" spc="-25">
                <a:solidFill>
                  <a:srgbClr val="4E3629"/>
                </a:solidFill>
                <a:latin typeface="Calibri"/>
                <a:cs typeface="Calibri"/>
              </a:rPr>
              <a:t>	</a:t>
            </a:r>
            <a:r>
              <a:rPr dirty="0" sz="2800">
                <a:solidFill>
                  <a:srgbClr val="4E3629"/>
                </a:solidFill>
                <a:latin typeface="Calibri"/>
                <a:cs typeface="Calibri"/>
              </a:rPr>
              <a:t>estándar</a:t>
            </a:r>
            <a:r>
              <a:rPr dirty="0" sz="2800" spc="-60">
                <a:solidFill>
                  <a:srgbClr val="4E3629"/>
                </a:solidFill>
                <a:latin typeface="Calibri"/>
                <a:cs typeface="Calibri"/>
              </a:rPr>
              <a:t> </a:t>
            </a: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creación</a:t>
            </a:r>
            <a:r>
              <a:rPr dirty="0" sz="2800" spc="-8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tablas</a:t>
            </a:r>
            <a:endParaRPr sz="2800">
              <a:latin typeface="Calibri"/>
              <a:cs typeface="Calibri"/>
            </a:endParaRPr>
          </a:p>
          <a:p>
            <a:pPr marL="182880" marR="250825" indent="-170815">
              <a:lnSpc>
                <a:spcPts val="3030"/>
              </a:lnSpc>
              <a:spcBef>
                <a:spcPts val="785"/>
              </a:spcBef>
              <a:buClr>
                <a:srgbClr val="D1350F"/>
              </a:buClr>
              <a:buFont typeface="Arial MT"/>
              <a:buChar char="•"/>
              <a:tabLst>
                <a:tab pos="184785" algn="l"/>
              </a:tabLst>
            </a:pPr>
            <a:r>
              <a:rPr dirty="0" sz="2800" spc="-25">
                <a:solidFill>
                  <a:srgbClr val="4E3629"/>
                </a:solidFill>
                <a:latin typeface="Calibri"/>
                <a:cs typeface="Calibri"/>
              </a:rPr>
              <a:t>ORGANIZATION</a:t>
            </a:r>
            <a:r>
              <a:rPr dirty="0" sz="2800" spc="-60">
                <a:solidFill>
                  <a:srgbClr val="4E3629"/>
                </a:solidFill>
                <a:latin typeface="Calibri"/>
                <a:cs typeface="Calibri"/>
              </a:rPr>
              <a:t> </a:t>
            </a:r>
            <a:r>
              <a:rPr dirty="0" sz="2800">
                <a:solidFill>
                  <a:srgbClr val="4E3629"/>
                </a:solidFill>
                <a:latin typeface="Calibri"/>
                <a:cs typeface="Calibri"/>
              </a:rPr>
              <a:t>EXTERNAL:</a:t>
            </a:r>
            <a:r>
              <a:rPr dirty="0" sz="2800" spc="-55">
                <a:solidFill>
                  <a:srgbClr val="4E3629"/>
                </a:solidFill>
                <a:latin typeface="Calibri"/>
                <a:cs typeface="Calibri"/>
              </a:rPr>
              <a:t> </a:t>
            </a:r>
            <a:r>
              <a:rPr dirty="0" sz="2800">
                <a:solidFill>
                  <a:srgbClr val="4E3629"/>
                </a:solidFill>
                <a:latin typeface="Calibri"/>
                <a:cs typeface="Calibri"/>
              </a:rPr>
              <a:t>indica</a:t>
            </a:r>
            <a:r>
              <a:rPr dirty="0" sz="2800" spc="-35">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Oracle</a:t>
            </a:r>
            <a:r>
              <a:rPr dirty="0" sz="2800" spc="-6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spc="-20">
                <a:solidFill>
                  <a:srgbClr val="4E3629"/>
                </a:solidFill>
                <a:latin typeface="Calibri"/>
                <a:cs typeface="Calibri"/>
              </a:rPr>
              <a:t>cree </a:t>
            </a:r>
            <a:r>
              <a:rPr dirty="0" sz="2800" spc="-2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spc="-10">
                <a:solidFill>
                  <a:srgbClr val="4E3629"/>
                </a:solidFill>
                <a:latin typeface="Calibri"/>
                <a:cs typeface="Calibri"/>
              </a:rPr>
              <a:t>externa</a:t>
            </a:r>
            <a:endParaRPr sz="2800">
              <a:latin typeface="Calibri"/>
              <a:cs typeface="Calibri"/>
            </a:endParaRPr>
          </a:p>
          <a:p>
            <a:pPr marL="182880" marR="113792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TYPE</a:t>
            </a:r>
            <a:r>
              <a:rPr dirty="0" sz="2800" spc="-60">
                <a:solidFill>
                  <a:srgbClr val="4E3629"/>
                </a:solidFill>
                <a:latin typeface="Calibri"/>
                <a:cs typeface="Calibri"/>
              </a:rPr>
              <a:t> </a:t>
            </a:r>
            <a:r>
              <a:rPr dirty="0" sz="2800" spc="-10">
                <a:solidFill>
                  <a:srgbClr val="4E3629"/>
                </a:solidFill>
                <a:latin typeface="Calibri"/>
                <a:cs typeface="Calibri"/>
              </a:rPr>
              <a:t>ORACLE_LOADER:</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a:solidFill>
                  <a:srgbClr val="4E3629"/>
                </a:solidFill>
                <a:latin typeface="Calibri"/>
                <a:cs typeface="Calibri"/>
              </a:rPr>
              <a:t>Oracle</a:t>
            </a:r>
            <a:r>
              <a:rPr dirty="0" sz="2800" spc="-60">
                <a:solidFill>
                  <a:srgbClr val="4E3629"/>
                </a:solidFill>
                <a:latin typeface="Calibri"/>
                <a:cs typeface="Calibri"/>
              </a:rPr>
              <a:t> </a:t>
            </a:r>
            <a:r>
              <a:rPr dirty="0" sz="2800" spc="-10">
                <a:solidFill>
                  <a:srgbClr val="4E3629"/>
                </a:solidFill>
                <a:latin typeface="Calibri"/>
                <a:cs typeface="Calibri"/>
              </a:rPr>
              <a:t>Loader 	(producto</a:t>
            </a:r>
            <a:r>
              <a:rPr dirty="0" sz="2800" spc="-4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Oracle)</a:t>
            </a:r>
            <a:endParaRPr sz="2800">
              <a:latin typeface="Calibri"/>
              <a:cs typeface="Calibri"/>
            </a:endParaRPr>
          </a:p>
          <a:p>
            <a:pPr marL="182880" marR="93345" indent="-170815">
              <a:lnSpc>
                <a:spcPts val="3030"/>
              </a:lnSpc>
              <a:spcBef>
                <a:spcPts val="780"/>
              </a:spcBef>
              <a:buClr>
                <a:srgbClr val="D1350F"/>
              </a:buClr>
              <a:buFont typeface="Arial MT"/>
              <a:buChar char="•"/>
              <a:tabLst>
                <a:tab pos="184785" algn="l"/>
              </a:tabLst>
            </a:pPr>
            <a:r>
              <a:rPr dirty="0" sz="2800" spc="-60">
                <a:solidFill>
                  <a:srgbClr val="4E3629"/>
                </a:solidFill>
                <a:latin typeface="Calibri"/>
                <a:cs typeface="Calibri"/>
              </a:rPr>
              <a:t>DEFAULT</a:t>
            </a:r>
            <a:r>
              <a:rPr dirty="0" sz="2800" spc="-90">
                <a:solidFill>
                  <a:srgbClr val="4E3629"/>
                </a:solidFill>
                <a:latin typeface="Calibri"/>
                <a:cs typeface="Calibri"/>
              </a:rPr>
              <a:t> </a:t>
            </a:r>
            <a:r>
              <a:rPr dirty="0" sz="2800" spc="-10">
                <a:solidFill>
                  <a:srgbClr val="4E3629"/>
                </a:solidFill>
                <a:latin typeface="Calibri"/>
                <a:cs typeface="Calibri"/>
              </a:rPr>
              <a:t>DIRECTORY</a:t>
            </a:r>
            <a:r>
              <a:rPr dirty="0" sz="2800" spc="-105">
                <a:solidFill>
                  <a:srgbClr val="4E3629"/>
                </a:solidFill>
                <a:latin typeface="Calibri"/>
                <a:cs typeface="Calibri"/>
              </a:rPr>
              <a:t> </a:t>
            </a:r>
            <a:r>
              <a:rPr dirty="0" sz="2800">
                <a:solidFill>
                  <a:srgbClr val="4E3629"/>
                </a:solidFill>
                <a:latin typeface="Calibri"/>
                <a:cs typeface="Calibri"/>
              </a:rPr>
              <a:t>def_dir1:</a:t>
            </a:r>
            <a:r>
              <a:rPr dirty="0" sz="2800" spc="-65">
                <a:solidFill>
                  <a:srgbClr val="4E3629"/>
                </a:solidFill>
                <a:latin typeface="Calibri"/>
                <a:cs typeface="Calibri"/>
              </a:rPr>
              <a:t> </a:t>
            </a:r>
            <a:r>
              <a:rPr dirty="0" sz="2800">
                <a:solidFill>
                  <a:srgbClr val="4E3629"/>
                </a:solidFill>
                <a:latin typeface="Calibri"/>
                <a:cs typeface="Calibri"/>
              </a:rPr>
              <a:t>nombre</a:t>
            </a:r>
            <a:r>
              <a:rPr dirty="0" sz="2800" spc="-85">
                <a:solidFill>
                  <a:srgbClr val="4E3629"/>
                </a:solidFill>
                <a:latin typeface="Calibri"/>
                <a:cs typeface="Calibri"/>
              </a:rPr>
              <a:t> </a:t>
            </a:r>
            <a:r>
              <a:rPr dirty="0" sz="2800">
                <a:solidFill>
                  <a:srgbClr val="4E3629"/>
                </a:solidFill>
                <a:latin typeface="Calibri"/>
                <a:cs typeface="Calibri"/>
              </a:rPr>
              <a:t>del</a:t>
            </a:r>
            <a:r>
              <a:rPr dirty="0" sz="2800" spc="-100">
                <a:solidFill>
                  <a:srgbClr val="4E3629"/>
                </a:solidFill>
                <a:latin typeface="Calibri"/>
                <a:cs typeface="Calibri"/>
              </a:rPr>
              <a:t> </a:t>
            </a:r>
            <a:r>
              <a:rPr dirty="0" sz="2800" spc="-10">
                <a:solidFill>
                  <a:srgbClr val="4E3629"/>
                </a:solidFill>
                <a:latin typeface="Calibri"/>
                <a:cs typeface="Calibri"/>
              </a:rPr>
              <a:t>directorio </a:t>
            </a:r>
            <a:r>
              <a:rPr dirty="0" sz="2800" spc="-10">
                <a:solidFill>
                  <a:srgbClr val="4E3629"/>
                </a:solidFill>
                <a:latin typeface="Calibri"/>
                <a:cs typeface="Calibri"/>
              </a:rPr>
              <a:t>	</a:t>
            </a:r>
            <a:r>
              <a:rPr dirty="0" sz="2800">
                <a:solidFill>
                  <a:srgbClr val="4E3629"/>
                </a:solidFill>
                <a:latin typeface="Calibri"/>
                <a:cs typeface="Calibri"/>
              </a:rPr>
              <a:t>para</a:t>
            </a:r>
            <a:r>
              <a:rPr dirty="0" sz="2800" spc="-5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spc="-10">
                <a:solidFill>
                  <a:srgbClr val="4E3629"/>
                </a:solidFill>
                <a:latin typeface="Calibri"/>
                <a:cs typeface="Calibri"/>
              </a:rPr>
              <a:t>archivo</a:t>
            </a:r>
            <a:endParaRPr sz="28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Tablas</a:t>
            </a:r>
            <a:r>
              <a:rPr dirty="0" spc="-145"/>
              <a:t> </a:t>
            </a:r>
            <a:r>
              <a:rPr dirty="0" spc="-10"/>
              <a:t>Externas</a:t>
            </a:r>
          </a:p>
        </p:txBody>
      </p:sp>
      <p:sp>
        <p:nvSpPr>
          <p:cNvPr id="6" name="object 6"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25</a:t>
            </a:r>
            <a:endParaRPr sz="100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355371"/>
            <a:ext cx="8180705" cy="3991610"/>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sz="2800">
                <a:solidFill>
                  <a:srgbClr val="4E3629"/>
                </a:solidFill>
                <a:latin typeface="Calibri"/>
                <a:cs typeface="Calibri"/>
              </a:rPr>
              <a:t>ACCESS</a:t>
            </a:r>
            <a:r>
              <a:rPr dirty="0" sz="2800" spc="-55">
                <a:solidFill>
                  <a:srgbClr val="4E3629"/>
                </a:solidFill>
                <a:latin typeface="Calibri"/>
                <a:cs typeface="Calibri"/>
              </a:rPr>
              <a:t> </a:t>
            </a:r>
            <a:r>
              <a:rPr dirty="0" sz="2800" spc="-25">
                <a:solidFill>
                  <a:srgbClr val="4E3629"/>
                </a:solidFill>
                <a:latin typeface="Calibri"/>
                <a:cs typeface="Calibri"/>
              </a:rPr>
              <a:t>PARAMETERS:</a:t>
            </a:r>
            <a:r>
              <a:rPr dirty="0" sz="2800" spc="-40">
                <a:solidFill>
                  <a:srgbClr val="4E3629"/>
                </a:solidFill>
                <a:latin typeface="Calibri"/>
                <a:cs typeface="Calibri"/>
              </a:rPr>
              <a:t> </a:t>
            </a:r>
            <a:r>
              <a:rPr dirty="0" sz="2800">
                <a:solidFill>
                  <a:srgbClr val="4E3629"/>
                </a:solidFill>
                <a:latin typeface="Calibri"/>
                <a:cs typeface="Calibri"/>
              </a:rPr>
              <a:t>cómo</a:t>
            </a:r>
            <a:r>
              <a:rPr dirty="0" sz="2800" spc="-60">
                <a:solidFill>
                  <a:srgbClr val="4E3629"/>
                </a:solidFill>
                <a:latin typeface="Calibri"/>
                <a:cs typeface="Calibri"/>
              </a:rPr>
              <a:t> </a:t>
            </a:r>
            <a:r>
              <a:rPr dirty="0" sz="2800">
                <a:solidFill>
                  <a:srgbClr val="4E3629"/>
                </a:solidFill>
                <a:latin typeface="Calibri"/>
                <a:cs typeface="Calibri"/>
              </a:rPr>
              <a:t>leer</a:t>
            </a:r>
            <a:r>
              <a:rPr dirty="0" sz="2800" spc="-60">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spc="-10">
                <a:solidFill>
                  <a:srgbClr val="4E3629"/>
                </a:solidFill>
                <a:latin typeface="Calibri"/>
                <a:cs typeface="Calibri"/>
              </a:rPr>
              <a:t>archivo</a:t>
            </a:r>
            <a:endParaRPr sz="2800">
              <a:latin typeface="Calibri"/>
              <a:cs typeface="Calibri"/>
            </a:endParaRPr>
          </a:p>
          <a:p>
            <a:pPr marL="182880" marR="21717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RECORDS</a:t>
            </a:r>
            <a:r>
              <a:rPr dirty="0" sz="2800" spc="-95">
                <a:solidFill>
                  <a:srgbClr val="4E3629"/>
                </a:solidFill>
                <a:latin typeface="Calibri"/>
                <a:cs typeface="Calibri"/>
              </a:rPr>
              <a:t> </a:t>
            </a:r>
            <a:r>
              <a:rPr dirty="0" sz="2800">
                <a:solidFill>
                  <a:srgbClr val="4E3629"/>
                </a:solidFill>
                <a:latin typeface="Calibri"/>
                <a:cs typeface="Calibri"/>
              </a:rPr>
              <a:t>DELIMITED</a:t>
            </a:r>
            <a:r>
              <a:rPr dirty="0" sz="2800" spc="-105">
                <a:solidFill>
                  <a:srgbClr val="4E3629"/>
                </a:solidFill>
                <a:latin typeface="Calibri"/>
                <a:cs typeface="Calibri"/>
              </a:rPr>
              <a:t> </a:t>
            </a:r>
            <a:r>
              <a:rPr dirty="0" sz="2800">
                <a:solidFill>
                  <a:srgbClr val="4E3629"/>
                </a:solidFill>
                <a:latin typeface="Calibri"/>
                <a:cs typeface="Calibri"/>
              </a:rPr>
              <a:t>BY</a:t>
            </a:r>
            <a:r>
              <a:rPr dirty="0" sz="2800" spc="-105">
                <a:solidFill>
                  <a:srgbClr val="4E3629"/>
                </a:solidFill>
                <a:latin typeface="Calibri"/>
                <a:cs typeface="Calibri"/>
              </a:rPr>
              <a:t> </a:t>
            </a:r>
            <a:r>
              <a:rPr dirty="0" sz="2800">
                <a:solidFill>
                  <a:srgbClr val="4E3629"/>
                </a:solidFill>
                <a:latin typeface="Calibri"/>
                <a:cs typeface="Calibri"/>
              </a:rPr>
              <a:t>NEWLINE:</a:t>
            </a:r>
            <a:r>
              <a:rPr dirty="0" sz="2800" spc="-85">
                <a:solidFill>
                  <a:srgbClr val="4E3629"/>
                </a:solidFill>
                <a:latin typeface="Calibri"/>
                <a:cs typeface="Calibri"/>
              </a:rPr>
              <a:t> </a:t>
            </a:r>
            <a:r>
              <a:rPr dirty="0" sz="2800">
                <a:solidFill>
                  <a:srgbClr val="4E3629"/>
                </a:solidFill>
                <a:latin typeface="Calibri"/>
                <a:cs typeface="Calibri"/>
              </a:rPr>
              <a:t>cómo</a:t>
            </a:r>
            <a:r>
              <a:rPr dirty="0" sz="2800" spc="-100">
                <a:solidFill>
                  <a:srgbClr val="4E3629"/>
                </a:solidFill>
                <a:latin typeface="Calibri"/>
                <a:cs typeface="Calibri"/>
              </a:rPr>
              <a:t> </a:t>
            </a:r>
            <a:r>
              <a:rPr dirty="0" sz="2800">
                <a:solidFill>
                  <a:srgbClr val="4E3629"/>
                </a:solidFill>
                <a:latin typeface="Calibri"/>
                <a:cs typeface="Calibri"/>
              </a:rPr>
              <a:t>identificar</a:t>
            </a:r>
            <a:r>
              <a:rPr dirty="0" sz="2800" spc="-8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principio</a:t>
            </a:r>
            <a:r>
              <a:rPr dirty="0" sz="2800" spc="-5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nueva</a:t>
            </a:r>
            <a:r>
              <a:rPr dirty="0" sz="2800" spc="-70">
                <a:solidFill>
                  <a:srgbClr val="4E3629"/>
                </a:solidFill>
                <a:latin typeface="Calibri"/>
                <a:cs typeface="Calibri"/>
              </a:rPr>
              <a:t> </a:t>
            </a:r>
            <a:r>
              <a:rPr dirty="0" sz="2800" spc="-20">
                <a:solidFill>
                  <a:srgbClr val="4E3629"/>
                </a:solidFill>
                <a:latin typeface="Calibri"/>
                <a:cs typeface="Calibri"/>
              </a:rPr>
              <a:t>fila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FIELDS:</a:t>
            </a:r>
            <a:r>
              <a:rPr dirty="0" sz="2800" spc="-50">
                <a:solidFill>
                  <a:srgbClr val="4E3629"/>
                </a:solidFill>
                <a:latin typeface="Calibri"/>
                <a:cs typeface="Calibri"/>
              </a:rPr>
              <a:t> </a:t>
            </a:r>
            <a:r>
              <a:rPr dirty="0" sz="2800" spc="-10">
                <a:solidFill>
                  <a:srgbClr val="4E3629"/>
                </a:solidFill>
                <a:latin typeface="Calibri"/>
                <a:cs typeface="Calibri"/>
              </a:rPr>
              <a:t>especificaciones</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nombre</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campo</a:t>
            </a:r>
            <a:r>
              <a:rPr dirty="0" sz="2800" spc="-40">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tipo</a:t>
            </a:r>
            <a:r>
              <a:rPr dirty="0" sz="2800" spc="-4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20">
                <a:solidFill>
                  <a:srgbClr val="4E3629"/>
                </a:solidFill>
                <a:latin typeface="Calibri"/>
                <a:cs typeface="Calibri"/>
              </a:rPr>
              <a:t>dato</a:t>
            </a:r>
            <a:endParaRPr sz="2800">
              <a:latin typeface="Calibri"/>
              <a:cs typeface="Calibri"/>
            </a:endParaRPr>
          </a:p>
          <a:p>
            <a:pPr marL="182880" marR="452120" indent="-170815">
              <a:lnSpc>
                <a:spcPts val="3030"/>
              </a:lnSpc>
              <a:spcBef>
                <a:spcPts val="780"/>
              </a:spcBef>
              <a:buClr>
                <a:srgbClr val="D1350F"/>
              </a:buClr>
              <a:buFont typeface="Arial MT"/>
              <a:buChar char="•"/>
              <a:tabLst>
                <a:tab pos="184785" algn="l"/>
              </a:tabLst>
            </a:pPr>
            <a:r>
              <a:rPr dirty="0" sz="2800" spc="-25">
                <a:solidFill>
                  <a:srgbClr val="4E3629"/>
                </a:solidFill>
                <a:latin typeface="Calibri"/>
                <a:cs typeface="Calibri"/>
              </a:rPr>
              <a:t>LOCATION:</a:t>
            </a:r>
            <a:r>
              <a:rPr dirty="0" sz="2800" spc="-80">
                <a:solidFill>
                  <a:srgbClr val="4E3629"/>
                </a:solidFill>
                <a:latin typeface="Calibri"/>
                <a:cs typeface="Calibri"/>
              </a:rPr>
              <a:t> </a:t>
            </a:r>
            <a:r>
              <a:rPr dirty="0" sz="2800">
                <a:solidFill>
                  <a:srgbClr val="4E3629"/>
                </a:solidFill>
                <a:latin typeface="Calibri"/>
                <a:cs typeface="Calibri"/>
              </a:rPr>
              <a:t>nombre</a:t>
            </a:r>
            <a:r>
              <a:rPr dirty="0" sz="2800" spc="-60">
                <a:solidFill>
                  <a:srgbClr val="4E3629"/>
                </a:solidFill>
                <a:latin typeface="Calibri"/>
                <a:cs typeface="Calibri"/>
              </a:rPr>
              <a:t> </a:t>
            </a:r>
            <a:r>
              <a:rPr dirty="0" sz="2800">
                <a:solidFill>
                  <a:srgbClr val="4E3629"/>
                </a:solidFill>
                <a:latin typeface="Calibri"/>
                <a:cs typeface="Calibri"/>
              </a:rPr>
              <a:t>del</a:t>
            </a:r>
            <a:r>
              <a:rPr dirty="0" sz="2800" spc="-80">
                <a:solidFill>
                  <a:srgbClr val="4E3629"/>
                </a:solidFill>
                <a:latin typeface="Calibri"/>
                <a:cs typeface="Calibri"/>
              </a:rPr>
              <a:t> </a:t>
            </a:r>
            <a:r>
              <a:rPr dirty="0" sz="2800">
                <a:solidFill>
                  <a:srgbClr val="4E3629"/>
                </a:solidFill>
                <a:latin typeface="Calibri"/>
                <a:cs typeface="Calibri"/>
              </a:rPr>
              <a:t>archivo</a:t>
            </a:r>
            <a:r>
              <a:rPr dirty="0" sz="2800" spc="-85">
                <a:solidFill>
                  <a:srgbClr val="4E3629"/>
                </a:solidFill>
                <a:latin typeface="Calibri"/>
                <a:cs typeface="Calibri"/>
              </a:rPr>
              <a:t> </a:t>
            </a:r>
            <a:r>
              <a:rPr dirty="0" sz="2800">
                <a:solidFill>
                  <a:srgbClr val="4E3629"/>
                </a:solidFill>
                <a:latin typeface="Calibri"/>
                <a:cs typeface="Calibri"/>
              </a:rPr>
              <a:t>real</a:t>
            </a:r>
            <a:r>
              <a:rPr dirty="0" sz="2800" spc="-90">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contiene</a:t>
            </a:r>
            <a:r>
              <a:rPr dirty="0" sz="2800" spc="-7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182880" marR="226695" indent="-170815">
              <a:lnSpc>
                <a:spcPts val="3030"/>
              </a:lnSpc>
              <a:spcBef>
                <a:spcPts val="790"/>
              </a:spcBef>
              <a:buClr>
                <a:srgbClr val="D1350F"/>
              </a:buClr>
              <a:buFont typeface="Arial MT"/>
              <a:buChar char="•"/>
              <a:tabLst>
                <a:tab pos="184785" algn="l"/>
              </a:tabLst>
            </a:pPr>
            <a:r>
              <a:rPr dirty="0" sz="2800">
                <a:solidFill>
                  <a:srgbClr val="4E3629"/>
                </a:solidFill>
                <a:latin typeface="Calibri"/>
                <a:cs typeface="Calibri"/>
              </a:rPr>
              <a:t>Un</a:t>
            </a:r>
            <a:r>
              <a:rPr dirty="0" sz="2800" spc="-65">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nueva</a:t>
            </a:r>
            <a:r>
              <a:rPr dirty="0" sz="2800" spc="-55">
                <a:solidFill>
                  <a:srgbClr val="4E3629"/>
                </a:solidFill>
                <a:latin typeface="Calibri"/>
                <a:cs typeface="Calibri"/>
              </a:rPr>
              <a:t> </a:t>
            </a:r>
            <a:r>
              <a:rPr dirty="0" sz="2800">
                <a:solidFill>
                  <a:srgbClr val="4E3629"/>
                </a:solidFill>
                <a:latin typeface="Calibri"/>
                <a:cs typeface="Calibri"/>
              </a:rPr>
              <a:t>sintaxis</a:t>
            </a:r>
            <a:r>
              <a:rPr dirty="0" sz="2800" spc="-5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muestra</a:t>
            </a:r>
            <a:r>
              <a:rPr dirty="0" sz="2800" spc="-45">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rojo</a:t>
            </a:r>
            <a:r>
              <a:rPr dirty="0" sz="2800" spc="-65">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siguiente</a:t>
            </a:r>
            <a:r>
              <a:rPr dirty="0" sz="2800" spc="-55">
                <a:solidFill>
                  <a:srgbClr val="4E3629"/>
                </a:solidFill>
                <a:latin typeface="Calibri"/>
                <a:cs typeface="Calibri"/>
              </a:rPr>
              <a:t> </a:t>
            </a:r>
            <a:r>
              <a:rPr dirty="0" sz="2800" spc="-10">
                <a:solidFill>
                  <a:srgbClr val="4E3629"/>
                </a:solidFill>
                <a:latin typeface="Calibri"/>
                <a:cs typeface="Calibri"/>
              </a:rPr>
              <a:t>diapositiva</a:t>
            </a:r>
            <a:endParaRPr sz="2800">
              <a:latin typeface="Calibri"/>
              <a:cs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xfrm>
            <a:off x="392112" y="748031"/>
            <a:ext cx="4641215" cy="528320"/>
          </a:xfrm>
          <a:prstGeom prst="rect"/>
        </p:spPr>
        <p:txBody>
          <a:bodyPr wrap="square" lIns="0" tIns="12700" rIns="0" bIns="0" rtlCol="0" vert="horz">
            <a:spAutoFit/>
          </a:bodyPr>
          <a:lstStyle/>
          <a:p>
            <a:pPr marL="12700">
              <a:lnSpc>
                <a:spcPct val="100000"/>
              </a:lnSpc>
              <a:spcBef>
                <a:spcPts val="100"/>
              </a:spcBef>
            </a:pPr>
            <a:r>
              <a:rPr dirty="0"/>
              <a:t>Ejemplo</a:t>
            </a:r>
            <a:r>
              <a:rPr dirty="0" spc="-85"/>
              <a:t> </a:t>
            </a:r>
            <a:r>
              <a:rPr dirty="0"/>
              <a:t>de</a:t>
            </a:r>
            <a:r>
              <a:rPr dirty="0" spc="-80"/>
              <a:t> </a:t>
            </a:r>
            <a:r>
              <a:rPr dirty="0" spc="-30"/>
              <a:t>Tablas</a:t>
            </a:r>
            <a:r>
              <a:rPr dirty="0" spc="-95"/>
              <a:t> </a:t>
            </a:r>
            <a:r>
              <a:rPr dirty="0" spc="-10"/>
              <a:t>Externas</a:t>
            </a:r>
          </a:p>
        </p:txBody>
      </p:sp>
      <p:sp>
        <p:nvSpPr>
          <p:cNvPr id="5" name="object 5" descr=""/>
          <p:cNvSpPr/>
          <p:nvPr/>
        </p:nvSpPr>
        <p:spPr>
          <a:xfrm>
            <a:off x="393191" y="1251203"/>
            <a:ext cx="8345805" cy="4887595"/>
          </a:xfrm>
          <a:custGeom>
            <a:avLst/>
            <a:gdLst/>
            <a:ahLst/>
            <a:cxnLst/>
            <a:rect l="l" t="t" r="r" b="b"/>
            <a:pathLst>
              <a:path w="8345805" h="4887595">
                <a:moveTo>
                  <a:pt x="8345424" y="0"/>
                </a:moveTo>
                <a:lnTo>
                  <a:pt x="0" y="0"/>
                </a:lnTo>
                <a:lnTo>
                  <a:pt x="0" y="4887468"/>
                </a:lnTo>
                <a:lnTo>
                  <a:pt x="8345424" y="4887468"/>
                </a:lnTo>
                <a:lnTo>
                  <a:pt x="8345424" y="0"/>
                </a:lnTo>
                <a:close/>
              </a:path>
            </a:pathLst>
          </a:custGeom>
          <a:solidFill>
            <a:srgbClr val="9DBEC4">
              <a:alpha val="50199"/>
            </a:srgbClr>
          </a:solidFill>
        </p:spPr>
        <p:txBody>
          <a:bodyPr wrap="square" lIns="0" tIns="0" rIns="0" bIns="0" rtlCol="0"/>
          <a:lstStyle/>
          <a:p/>
        </p:txBody>
      </p:sp>
      <p:sp>
        <p:nvSpPr>
          <p:cNvPr id="6" name="object 6" descr=""/>
          <p:cNvSpPr txBox="1"/>
          <p:nvPr/>
        </p:nvSpPr>
        <p:spPr>
          <a:xfrm>
            <a:off x="380289" y="1220862"/>
            <a:ext cx="8333740" cy="4901565"/>
          </a:xfrm>
          <a:prstGeom prst="rect">
            <a:avLst/>
          </a:prstGeom>
        </p:spPr>
        <p:txBody>
          <a:bodyPr wrap="square" lIns="0" tIns="12065" rIns="0" bIns="0" rtlCol="0" vert="horz">
            <a:spAutoFit/>
          </a:bodyPr>
          <a:lstStyle/>
          <a:p>
            <a:pPr marL="256540" marR="4283075" indent="-243840">
              <a:lnSpc>
                <a:spcPct val="100000"/>
              </a:lnSpc>
              <a:spcBef>
                <a:spcPts val="95"/>
              </a:spcBef>
            </a:pPr>
            <a:r>
              <a:rPr dirty="0" sz="1600" b="1">
                <a:solidFill>
                  <a:srgbClr val="4E3629"/>
                </a:solidFill>
                <a:latin typeface="Courier New"/>
                <a:cs typeface="Courier New"/>
              </a:rPr>
              <a:t>CREATE</a:t>
            </a:r>
            <a:r>
              <a:rPr dirty="0" sz="1600" spc="-45" b="1">
                <a:solidFill>
                  <a:srgbClr val="4E3629"/>
                </a:solidFill>
                <a:latin typeface="Courier New"/>
                <a:cs typeface="Courier New"/>
              </a:rPr>
              <a:t> </a:t>
            </a:r>
            <a:r>
              <a:rPr dirty="0" sz="1600" b="1">
                <a:solidFill>
                  <a:srgbClr val="4E3629"/>
                </a:solidFill>
                <a:latin typeface="Courier New"/>
                <a:cs typeface="Courier New"/>
              </a:rPr>
              <a:t>TABLE</a:t>
            </a:r>
            <a:r>
              <a:rPr dirty="0" sz="1600" spc="-35" b="1">
                <a:solidFill>
                  <a:srgbClr val="4E3629"/>
                </a:solidFill>
                <a:latin typeface="Courier New"/>
                <a:cs typeface="Courier New"/>
              </a:rPr>
              <a:t> </a:t>
            </a:r>
            <a:r>
              <a:rPr dirty="0" sz="1600" spc="-10" b="1">
                <a:solidFill>
                  <a:srgbClr val="4E3629"/>
                </a:solidFill>
                <a:latin typeface="Courier New"/>
                <a:cs typeface="Courier New"/>
              </a:rPr>
              <a:t>emp_load </a:t>
            </a:r>
            <a:r>
              <a:rPr dirty="0" sz="1600" b="1">
                <a:solidFill>
                  <a:srgbClr val="4E3629"/>
                </a:solidFill>
                <a:latin typeface="Courier New"/>
                <a:cs typeface="Courier New"/>
              </a:rPr>
              <a:t>(employee_number</a:t>
            </a:r>
            <a:r>
              <a:rPr dirty="0" sz="1600" spc="-114" b="1">
                <a:solidFill>
                  <a:srgbClr val="4E3629"/>
                </a:solidFill>
                <a:latin typeface="Courier New"/>
                <a:cs typeface="Courier New"/>
              </a:rPr>
              <a:t> </a:t>
            </a:r>
            <a:r>
              <a:rPr dirty="0" sz="1600" spc="-10" b="1">
                <a:solidFill>
                  <a:srgbClr val="4E3629"/>
                </a:solidFill>
                <a:latin typeface="Courier New"/>
                <a:cs typeface="Courier New"/>
              </a:rPr>
              <a:t>CHAR(5), </a:t>
            </a:r>
            <a:r>
              <a:rPr dirty="0" sz="1600" b="1">
                <a:solidFill>
                  <a:srgbClr val="4E3629"/>
                </a:solidFill>
                <a:latin typeface="Courier New"/>
                <a:cs typeface="Courier New"/>
              </a:rPr>
              <a:t>employee_dob</a:t>
            </a:r>
            <a:r>
              <a:rPr dirty="0" sz="1600" spc="-90" b="1">
                <a:solidFill>
                  <a:srgbClr val="4E3629"/>
                </a:solidFill>
                <a:latin typeface="Courier New"/>
                <a:cs typeface="Courier New"/>
              </a:rPr>
              <a:t> </a:t>
            </a:r>
            <a:r>
              <a:rPr dirty="0" sz="1600" spc="-10" b="1">
                <a:solidFill>
                  <a:srgbClr val="4E3629"/>
                </a:solidFill>
                <a:latin typeface="Courier New"/>
                <a:cs typeface="Courier New"/>
              </a:rPr>
              <a:t>CHAR(20), </a:t>
            </a:r>
            <a:r>
              <a:rPr dirty="0" sz="1600" b="1">
                <a:solidFill>
                  <a:srgbClr val="4E3629"/>
                </a:solidFill>
                <a:latin typeface="Courier New"/>
                <a:cs typeface="Courier New"/>
              </a:rPr>
              <a:t>employee_last_name</a:t>
            </a:r>
            <a:r>
              <a:rPr dirty="0" sz="1600" spc="-135" b="1">
                <a:solidFill>
                  <a:srgbClr val="4E3629"/>
                </a:solidFill>
                <a:latin typeface="Courier New"/>
                <a:cs typeface="Courier New"/>
              </a:rPr>
              <a:t> </a:t>
            </a:r>
            <a:r>
              <a:rPr dirty="0" sz="1600" spc="-10" b="1">
                <a:solidFill>
                  <a:srgbClr val="4E3629"/>
                </a:solidFill>
                <a:latin typeface="Courier New"/>
                <a:cs typeface="Courier New"/>
              </a:rPr>
              <a:t>CHAR(20), </a:t>
            </a:r>
            <a:r>
              <a:rPr dirty="0" sz="1600" b="1">
                <a:solidFill>
                  <a:srgbClr val="4E3629"/>
                </a:solidFill>
                <a:latin typeface="Courier New"/>
                <a:cs typeface="Courier New"/>
              </a:rPr>
              <a:t>employee_first_name</a:t>
            </a:r>
            <a:r>
              <a:rPr dirty="0" sz="1600" spc="-145" b="1">
                <a:solidFill>
                  <a:srgbClr val="4E3629"/>
                </a:solidFill>
                <a:latin typeface="Courier New"/>
                <a:cs typeface="Courier New"/>
              </a:rPr>
              <a:t> </a:t>
            </a:r>
            <a:r>
              <a:rPr dirty="0" sz="1600" spc="-10" b="1">
                <a:solidFill>
                  <a:srgbClr val="4E3629"/>
                </a:solidFill>
                <a:latin typeface="Courier New"/>
                <a:cs typeface="Courier New"/>
              </a:rPr>
              <a:t>CHAR(15), </a:t>
            </a:r>
            <a:r>
              <a:rPr dirty="0" sz="1600" b="1">
                <a:solidFill>
                  <a:srgbClr val="4E3629"/>
                </a:solidFill>
                <a:latin typeface="Courier New"/>
                <a:cs typeface="Courier New"/>
              </a:rPr>
              <a:t>employee_middle_name</a:t>
            </a:r>
            <a:r>
              <a:rPr dirty="0" sz="1600" spc="-140" b="1">
                <a:solidFill>
                  <a:srgbClr val="4E3629"/>
                </a:solidFill>
                <a:latin typeface="Courier New"/>
                <a:cs typeface="Courier New"/>
              </a:rPr>
              <a:t> </a:t>
            </a:r>
            <a:r>
              <a:rPr dirty="0" sz="1600" spc="-10" b="1">
                <a:solidFill>
                  <a:srgbClr val="4E3629"/>
                </a:solidFill>
                <a:latin typeface="Courier New"/>
                <a:cs typeface="Courier New"/>
              </a:rPr>
              <a:t>CHAR(15), </a:t>
            </a:r>
            <a:r>
              <a:rPr dirty="0" sz="1600" b="1">
                <a:solidFill>
                  <a:srgbClr val="4E3629"/>
                </a:solidFill>
                <a:latin typeface="Courier New"/>
                <a:cs typeface="Courier New"/>
              </a:rPr>
              <a:t>employee_hire_date</a:t>
            </a:r>
            <a:r>
              <a:rPr dirty="0" sz="1600" spc="-135" b="1">
                <a:solidFill>
                  <a:srgbClr val="4E3629"/>
                </a:solidFill>
                <a:latin typeface="Courier New"/>
                <a:cs typeface="Courier New"/>
              </a:rPr>
              <a:t> </a:t>
            </a:r>
            <a:r>
              <a:rPr dirty="0" sz="1600" spc="-10" b="1">
                <a:solidFill>
                  <a:srgbClr val="4E3629"/>
                </a:solidFill>
                <a:latin typeface="Courier New"/>
                <a:cs typeface="Courier New"/>
              </a:rPr>
              <a:t>DATE)</a:t>
            </a:r>
            <a:endParaRPr sz="1600">
              <a:latin typeface="Courier New"/>
              <a:cs typeface="Courier New"/>
            </a:endParaRPr>
          </a:p>
          <a:p>
            <a:pPr marL="378460" marR="5628005" indent="-366395">
              <a:lnSpc>
                <a:spcPct val="100000"/>
              </a:lnSpc>
            </a:pPr>
            <a:r>
              <a:rPr dirty="0" sz="1600" b="1">
                <a:solidFill>
                  <a:srgbClr val="D1350F"/>
                </a:solidFill>
                <a:latin typeface="Courier New"/>
                <a:cs typeface="Courier New"/>
              </a:rPr>
              <a:t>ORGANIZATION</a:t>
            </a:r>
            <a:r>
              <a:rPr dirty="0" sz="1600" spc="-100" b="1">
                <a:solidFill>
                  <a:srgbClr val="D1350F"/>
                </a:solidFill>
                <a:latin typeface="Courier New"/>
                <a:cs typeface="Courier New"/>
              </a:rPr>
              <a:t> </a:t>
            </a:r>
            <a:r>
              <a:rPr dirty="0" sz="1600" spc="-10" b="1">
                <a:solidFill>
                  <a:srgbClr val="D1350F"/>
                </a:solidFill>
                <a:latin typeface="Courier New"/>
                <a:cs typeface="Courier New"/>
              </a:rPr>
              <a:t>EXTERNAL </a:t>
            </a:r>
            <a:r>
              <a:rPr dirty="0" sz="1600" b="1">
                <a:solidFill>
                  <a:srgbClr val="D1350F"/>
                </a:solidFill>
                <a:latin typeface="Courier New"/>
                <a:cs typeface="Courier New"/>
              </a:rPr>
              <a:t>(TYPE</a:t>
            </a:r>
            <a:r>
              <a:rPr dirty="0" sz="1600" spc="-40" b="1">
                <a:solidFill>
                  <a:srgbClr val="D1350F"/>
                </a:solidFill>
                <a:latin typeface="Courier New"/>
                <a:cs typeface="Courier New"/>
              </a:rPr>
              <a:t> </a:t>
            </a:r>
            <a:r>
              <a:rPr dirty="0" sz="1600" spc="-10" b="1">
                <a:solidFill>
                  <a:srgbClr val="D1350F"/>
                </a:solidFill>
                <a:latin typeface="Courier New"/>
                <a:cs typeface="Courier New"/>
              </a:rPr>
              <a:t>ORACLE_LOADER</a:t>
            </a:r>
            <a:endParaRPr sz="1600">
              <a:latin typeface="Courier New"/>
              <a:cs typeface="Courier New"/>
            </a:endParaRPr>
          </a:p>
          <a:p>
            <a:pPr marL="500380" marR="4651375">
              <a:lnSpc>
                <a:spcPct val="100000"/>
              </a:lnSpc>
            </a:pPr>
            <a:r>
              <a:rPr dirty="0" sz="1600" b="1">
                <a:solidFill>
                  <a:srgbClr val="D1350F"/>
                </a:solidFill>
                <a:latin typeface="Courier New"/>
                <a:cs typeface="Courier New"/>
              </a:rPr>
              <a:t>DEFAULT</a:t>
            </a:r>
            <a:r>
              <a:rPr dirty="0" sz="1600" spc="-60" b="1">
                <a:solidFill>
                  <a:srgbClr val="D1350F"/>
                </a:solidFill>
                <a:latin typeface="Courier New"/>
                <a:cs typeface="Courier New"/>
              </a:rPr>
              <a:t> </a:t>
            </a:r>
            <a:r>
              <a:rPr dirty="0" sz="1600" b="1">
                <a:solidFill>
                  <a:srgbClr val="D1350F"/>
                </a:solidFill>
                <a:latin typeface="Courier New"/>
                <a:cs typeface="Courier New"/>
              </a:rPr>
              <a:t>DIRECTORY</a:t>
            </a:r>
            <a:r>
              <a:rPr dirty="0" sz="1600" spc="-65" b="1">
                <a:solidFill>
                  <a:srgbClr val="D1350F"/>
                </a:solidFill>
                <a:latin typeface="Courier New"/>
                <a:cs typeface="Courier New"/>
              </a:rPr>
              <a:t> </a:t>
            </a:r>
            <a:r>
              <a:rPr dirty="0" sz="1600" spc="-10" b="1">
                <a:solidFill>
                  <a:srgbClr val="D1350F"/>
                </a:solidFill>
                <a:latin typeface="Courier New"/>
                <a:cs typeface="Courier New"/>
              </a:rPr>
              <a:t>def_dir1 </a:t>
            </a:r>
            <a:r>
              <a:rPr dirty="0" sz="1600" b="1">
                <a:solidFill>
                  <a:srgbClr val="D1350F"/>
                </a:solidFill>
                <a:latin typeface="Courier New"/>
                <a:cs typeface="Courier New"/>
              </a:rPr>
              <a:t>ACCESS</a:t>
            </a:r>
            <a:r>
              <a:rPr dirty="0" sz="1600" spc="-50" b="1">
                <a:solidFill>
                  <a:srgbClr val="D1350F"/>
                </a:solidFill>
                <a:latin typeface="Courier New"/>
                <a:cs typeface="Courier New"/>
              </a:rPr>
              <a:t> </a:t>
            </a:r>
            <a:r>
              <a:rPr dirty="0" sz="1600" spc="-10" b="1">
                <a:solidFill>
                  <a:srgbClr val="D1350F"/>
                </a:solidFill>
                <a:latin typeface="Courier New"/>
                <a:cs typeface="Courier New"/>
              </a:rPr>
              <a:t>PARAMETERS</a:t>
            </a:r>
            <a:endParaRPr sz="1600">
              <a:latin typeface="Courier New"/>
              <a:cs typeface="Courier New"/>
            </a:endParaRPr>
          </a:p>
          <a:p>
            <a:pPr marL="378460">
              <a:lnSpc>
                <a:spcPct val="100000"/>
              </a:lnSpc>
            </a:pPr>
            <a:r>
              <a:rPr dirty="0" sz="1600" b="1">
                <a:solidFill>
                  <a:srgbClr val="D1350F"/>
                </a:solidFill>
                <a:latin typeface="Courier New"/>
                <a:cs typeface="Courier New"/>
              </a:rPr>
              <a:t>(RECORDS</a:t>
            </a:r>
            <a:r>
              <a:rPr dirty="0" sz="1600" spc="-45" b="1">
                <a:solidFill>
                  <a:srgbClr val="D1350F"/>
                </a:solidFill>
                <a:latin typeface="Courier New"/>
                <a:cs typeface="Courier New"/>
              </a:rPr>
              <a:t> </a:t>
            </a:r>
            <a:r>
              <a:rPr dirty="0" sz="1600" b="1">
                <a:solidFill>
                  <a:srgbClr val="D1350F"/>
                </a:solidFill>
                <a:latin typeface="Courier New"/>
                <a:cs typeface="Courier New"/>
              </a:rPr>
              <a:t>DELIMITED</a:t>
            </a:r>
            <a:r>
              <a:rPr dirty="0" sz="1600" spc="-55" b="1">
                <a:solidFill>
                  <a:srgbClr val="D1350F"/>
                </a:solidFill>
                <a:latin typeface="Courier New"/>
                <a:cs typeface="Courier New"/>
              </a:rPr>
              <a:t> </a:t>
            </a:r>
            <a:r>
              <a:rPr dirty="0" sz="1600" b="1">
                <a:solidFill>
                  <a:srgbClr val="D1350F"/>
                </a:solidFill>
                <a:latin typeface="Courier New"/>
                <a:cs typeface="Courier New"/>
              </a:rPr>
              <a:t>BY</a:t>
            </a:r>
            <a:r>
              <a:rPr dirty="0" sz="1600" spc="-45" b="1">
                <a:solidFill>
                  <a:srgbClr val="D1350F"/>
                </a:solidFill>
                <a:latin typeface="Courier New"/>
                <a:cs typeface="Courier New"/>
              </a:rPr>
              <a:t> </a:t>
            </a:r>
            <a:r>
              <a:rPr dirty="0" sz="1600" spc="-10" b="1">
                <a:solidFill>
                  <a:srgbClr val="D1350F"/>
                </a:solidFill>
                <a:latin typeface="Courier New"/>
                <a:cs typeface="Courier New"/>
              </a:rPr>
              <a:t>NEWLINE</a:t>
            </a:r>
            <a:endParaRPr sz="1600">
              <a:latin typeface="Courier New"/>
              <a:cs typeface="Courier New"/>
            </a:endParaRPr>
          </a:p>
          <a:p>
            <a:pPr marL="500380">
              <a:lnSpc>
                <a:spcPct val="100000"/>
              </a:lnSpc>
            </a:pPr>
            <a:r>
              <a:rPr dirty="0" sz="1600" b="1">
                <a:solidFill>
                  <a:srgbClr val="D1350F"/>
                </a:solidFill>
                <a:latin typeface="Courier New"/>
                <a:cs typeface="Courier New"/>
              </a:rPr>
              <a:t>FIELDS</a:t>
            </a:r>
            <a:r>
              <a:rPr dirty="0" sz="1600" spc="-85" b="1">
                <a:solidFill>
                  <a:srgbClr val="D1350F"/>
                </a:solidFill>
                <a:latin typeface="Courier New"/>
                <a:cs typeface="Courier New"/>
              </a:rPr>
              <a:t> </a:t>
            </a:r>
            <a:r>
              <a:rPr dirty="0" sz="1600" b="1">
                <a:solidFill>
                  <a:srgbClr val="4E3629"/>
                </a:solidFill>
                <a:latin typeface="Courier New"/>
                <a:cs typeface="Courier New"/>
              </a:rPr>
              <a:t>(employee_number</a:t>
            </a:r>
            <a:r>
              <a:rPr dirty="0" sz="1600" spc="-75" b="1">
                <a:solidFill>
                  <a:srgbClr val="4E3629"/>
                </a:solidFill>
                <a:latin typeface="Courier New"/>
                <a:cs typeface="Courier New"/>
              </a:rPr>
              <a:t> </a:t>
            </a:r>
            <a:r>
              <a:rPr dirty="0" sz="1600" spc="-10" b="1">
                <a:solidFill>
                  <a:srgbClr val="4E3629"/>
                </a:solidFill>
                <a:latin typeface="Courier New"/>
                <a:cs typeface="Courier New"/>
              </a:rPr>
              <a:t>CHAR(2),</a:t>
            </a:r>
            <a:endParaRPr sz="1600">
              <a:latin typeface="Courier New"/>
              <a:cs typeface="Courier New"/>
            </a:endParaRPr>
          </a:p>
          <a:p>
            <a:pPr marL="2333625" marR="2327910">
              <a:lnSpc>
                <a:spcPct val="100000"/>
              </a:lnSpc>
            </a:pPr>
            <a:r>
              <a:rPr dirty="0" sz="1600" b="1">
                <a:solidFill>
                  <a:srgbClr val="4E3629"/>
                </a:solidFill>
                <a:latin typeface="Courier New"/>
                <a:cs typeface="Courier New"/>
              </a:rPr>
              <a:t>employee_dob</a:t>
            </a:r>
            <a:r>
              <a:rPr dirty="0" sz="1600" spc="-90" b="1">
                <a:solidFill>
                  <a:srgbClr val="4E3629"/>
                </a:solidFill>
                <a:latin typeface="Courier New"/>
                <a:cs typeface="Courier New"/>
              </a:rPr>
              <a:t> </a:t>
            </a:r>
            <a:r>
              <a:rPr dirty="0" sz="1600" spc="-10" b="1">
                <a:solidFill>
                  <a:srgbClr val="4E3629"/>
                </a:solidFill>
                <a:latin typeface="Courier New"/>
                <a:cs typeface="Courier New"/>
              </a:rPr>
              <a:t>CHAR(20), </a:t>
            </a:r>
            <a:r>
              <a:rPr dirty="0" sz="1600" b="1">
                <a:solidFill>
                  <a:srgbClr val="4E3629"/>
                </a:solidFill>
                <a:latin typeface="Courier New"/>
                <a:cs typeface="Courier New"/>
              </a:rPr>
              <a:t>employee_last_name</a:t>
            </a:r>
            <a:r>
              <a:rPr dirty="0" sz="1600" spc="-135" b="1">
                <a:solidFill>
                  <a:srgbClr val="4E3629"/>
                </a:solidFill>
                <a:latin typeface="Courier New"/>
                <a:cs typeface="Courier New"/>
              </a:rPr>
              <a:t> </a:t>
            </a:r>
            <a:r>
              <a:rPr dirty="0" sz="1600" spc="-10" b="1">
                <a:solidFill>
                  <a:srgbClr val="4E3629"/>
                </a:solidFill>
                <a:latin typeface="Courier New"/>
                <a:cs typeface="Courier New"/>
              </a:rPr>
              <a:t>CHAR(18), </a:t>
            </a:r>
            <a:r>
              <a:rPr dirty="0" sz="1600" b="1">
                <a:solidFill>
                  <a:srgbClr val="4E3629"/>
                </a:solidFill>
                <a:latin typeface="Courier New"/>
                <a:cs typeface="Courier New"/>
              </a:rPr>
              <a:t>employee_first_name</a:t>
            </a:r>
            <a:r>
              <a:rPr dirty="0" sz="1600" spc="-145" b="1">
                <a:solidFill>
                  <a:srgbClr val="4E3629"/>
                </a:solidFill>
                <a:latin typeface="Courier New"/>
                <a:cs typeface="Courier New"/>
              </a:rPr>
              <a:t> </a:t>
            </a:r>
            <a:r>
              <a:rPr dirty="0" sz="1600" spc="-10" b="1">
                <a:solidFill>
                  <a:srgbClr val="4E3629"/>
                </a:solidFill>
                <a:latin typeface="Courier New"/>
                <a:cs typeface="Courier New"/>
              </a:rPr>
              <a:t>CHAR(11), </a:t>
            </a:r>
            <a:r>
              <a:rPr dirty="0" sz="1600" b="1">
                <a:solidFill>
                  <a:srgbClr val="4E3629"/>
                </a:solidFill>
                <a:latin typeface="Courier New"/>
                <a:cs typeface="Courier New"/>
              </a:rPr>
              <a:t>employee_middle_name</a:t>
            </a:r>
            <a:r>
              <a:rPr dirty="0" sz="1600" spc="-155" b="1">
                <a:solidFill>
                  <a:srgbClr val="4E3629"/>
                </a:solidFill>
                <a:latin typeface="Courier New"/>
                <a:cs typeface="Courier New"/>
              </a:rPr>
              <a:t> </a:t>
            </a:r>
            <a:r>
              <a:rPr dirty="0" sz="1600" spc="-10" b="1">
                <a:solidFill>
                  <a:srgbClr val="4E3629"/>
                </a:solidFill>
                <a:latin typeface="Courier New"/>
                <a:cs typeface="Courier New"/>
              </a:rPr>
              <a:t>CHAR(11),</a:t>
            </a:r>
            <a:endParaRPr sz="1600">
              <a:latin typeface="Courier New"/>
              <a:cs typeface="Courier New"/>
            </a:endParaRPr>
          </a:p>
          <a:p>
            <a:pPr marL="2333625">
              <a:lnSpc>
                <a:spcPct val="100000"/>
              </a:lnSpc>
            </a:pPr>
            <a:r>
              <a:rPr dirty="0" sz="1600" b="1">
                <a:solidFill>
                  <a:srgbClr val="4E3629"/>
                </a:solidFill>
                <a:latin typeface="Courier New"/>
                <a:cs typeface="Courier New"/>
              </a:rPr>
              <a:t>employee_hire_date</a:t>
            </a:r>
            <a:r>
              <a:rPr dirty="0" sz="1600" spc="-75" b="1">
                <a:solidFill>
                  <a:srgbClr val="4E3629"/>
                </a:solidFill>
                <a:latin typeface="Courier New"/>
                <a:cs typeface="Courier New"/>
              </a:rPr>
              <a:t> </a:t>
            </a:r>
            <a:r>
              <a:rPr dirty="0" sz="1600" b="1">
                <a:solidFill>
                  <a:srgbClr val="4E3629"/>
                </a:solidFill>
                <a:latin typeface="Courier New"/>
                <a:cs typeface="Courier New"/>
              </a:rPr>
              <a:t>CHAR(10)</a:t>
            </a:r>
            <a:r>
              <a:rPr dirty="0" sz="1600" spc="-75" b="1">
                <a:solidFill>
                  <a:srgbClr val="4E3629"/>
                </a:solidFill>
                <a:latin typeface="Courier New"/>
                <a:cs typeface="Courier New"/>
              </a:rPr>
              <a:t> </a:t>
            </a:r>
            <a:r>
              <a:rPr dirty="0" sz="1600" b="1">
                <a:solidFill>
                  <a:srgbClr val="4E3629"/>
                </a:solidFill>
                <a:latin typeface="Courier New"/>
                <a:cs typeface="Courier New"/>
              </a:rPr>
              <a:t>date_format</a:t>
            </a:r>
            <a:r>
              <a:rPr dirty="0" sz="1600" spc="-75" b="1">
                <a:solidFill>
                  <a:srgbClr val="4E3629"/>
                </a:solidFill>
                <a:latin typeface="Courier New"/>
                <a:cs typeface="Courier New"/>
              </a:rPr>
              <a:t> </a:t>
            </a:r>
            <a:r>
              <a:rPr dirty="0" sz="1600" b="1">
                <a:solidFill>
                  <a:srgbClr val="4E3629"/>
                </a:solidFill>
                <a:latin typeface="Courier New"/>
                <a:cs typeface="Courier New"/>
              </a:rPr>
              <a:t>DATE</a:t>
            </a:r>
            <a:r>
              <a:rPr dirty="0" sz="1600" spc="-80" b="1">
                <a:solidFill>
                  <a:srgbClr val="4E3629"/>
                </a:solidFill>
                <a:latin typeface="Courier New"/>
                <a:cs typeface="Courier New"/>
              </a:rPr>
              <a:t> </a:t>
            </a:r>
            <a:r>
              <a:rPr dirty="0" sz="1600" spc="-20" b="1">
                <a:solidFill>
                  <a:srgbClr val="4E3629"/>
                </a:solidFill>
                <a:latin typeface="Courier New"/>
                <a:cs typeface="Courier New"/>
              </a:rPr>
              <a:t>mask</a:t>
            </a:r>
            <a:endParaRPr sz="1600">
              <a:latin typeface="Courier New"/>
              <a:cs typeface="Courier New"/>
            </a:endParaRPr>
          </a:p>
          <a:p>
            <a:pPr marL="12700">
              <a:lnSpc>
                <a:spcPct val="100000"/>
              </a:lnSpc>
            </a:pPr>
            <a:r>
              <a:rPr dirty="0" sz="1600" spc="-10" b="1">
                <a:solidFill>
                  <a:srgbClr val="4E3629"/>
                </a:solidFill>
                <a:latin typeface="Courier New"/>
                <a:cs typeface="Courier New"/>
              </a:rPr>
              <a:t>"mm/dd/yyyy"))</a:t>
            </a:r>
            <a:endParaRPr sz="1600">
              <a:latin typeface="Courier New"/>
              <a:cs typeface="Courier New"/>
            </a:endParaRPr>
          </a:p>
          <a:p>
            <a:pPr marL="378460">
              <a:lnSpc>
                <a:spcPct val="100000"/>
              </a:lnSpc>
            </a:pPr>
            <a:r>
              <a:rPr dirty="0" sz="1600" b="1">
                <a:solidFill>
                  <a:srgbClr val="D1350F"/>
                </a:solidFill>
                <a:latin typeface="Courier New"/>
                <a:cs typeface="Courier New"/>
              </a:rPr>
              <a:t>LOCATION</a:t>
            </a:r>
            <a:r>
              <a:rPr dirty="0" sz="1600" spc="-60" b="1">
                <a:solidFill>
                  <a:srgbClr val="D1350F"/>
                </a:solidFill>
                <a:latin typeface="Courier New"/>
                <a:cs typeface="Courier New"/>
              </a:rPr>
              <a:t> </a:t>
            </a:r>
            <a:r>
              <a:rPr dirty="0" sz="1600" spc="-10" b="1">
                <a:solidFill>
                  <a:srgbClr val="D1350F"/>
                </a:solidFill>
                <a:latin typeface="Courier New"/>
                <a:cs typeface="Courier New"/>
              </a:rPr>
              <a:t>('info.dat'));</a:t>
            </a:r>
            <a:endParaRPr sz="1600">
              <a:latin typeface="Courier New"/>
              <a:cs typeface="Courier New"/>
            </a:endParaRPr>
          </a:p>
        </p:txBody>
      </p:sp>
      <p:sp>
        <p:nvSpPr>
          <p:cNvPr id="7" name="object 7"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26</a:t>
            </a:r>
            <a:endParaRPr sz="100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Data</a:t>
            </a:r>
            <a:r>
              <a:rPr dirty="0" spc="-100"/>
              <a:t> </a:t>
            </a:r>
            <a:r>
              <a:rPr dirty="0" spc="-10"/>
              <a:t>Dictionary</a:t>
            </a:r>
          </a:p>
        </p:txBody>
      </p:sp>
      <p:grpSp>
        <p:nvGrpSpPr>
          <p:cNvPr id="5" name="object 5" descr=""/>
          <p:cNvGrpSpPr/>
          <p:nvPr/>
        </p:nvGrpSpPr>
        <p:grpSpPr>
          <a:xfrm>
            <a:off x="3326765" y="4270122"/>
            <a:ext cx="2492375" cy="2266950"/>
            <a:chOff x="3326765" y="4270122"/>
            <a:chExt cx="2492375" cy="2266950"/>
          </a:xfrm>
        </p:grpSpPr>
        <p:sp>
          <p:nvSpPr>
            <p:cNvPr id="6" name="object 6" descr=""/>
            <p:cNvSpPr/>
            <p:nvPr/>
          </p:nvSpPr>
          <p:spPr>
            <a:xfrm>
              <a:off x="3341370" y="4564380"/>
              <a:ext cx="2463165" cy="1957705"/>
            </a:xfrm>
            <a:custGeom>
              <a:avLst/>
              <a:gdLst/>
              <a:ahLst/>
              <a:cxnLst/>
              <a:rect l="l" t="t" r="r" b="b"/>
              <a:pathLst>
                <a:path w="2463165" h="1957704">
                  <a:moveTo>
                    <a:pt x="2462783" y="0"/>
                  </a:moveTo>
                  <a:lnTo>
                    <a:pt x="2444317" y="48518"/>
                  </a:lnTo>
                  <a:lnTo>
                    <a:pt x="2412450" y="79394"/>
                  </a:lnTo>
                  <a:lnTo>
                    <a:pt x="2366015" y="108852"/>
                  </a:lnTo>
                  <a:lnTo>
                    <a:pt x="2305938" y="136680"/>
                  </a:lnTo>
                  <a:lnTo>
                    <a:pt x="2233142" y="162668"/>
                  </a:lnTo>
                  <a:lnTo>
                    <a:pt x="2192262" y="174907"/>
                  </a:lnTo>
                  <a:lnTo>
                    <a:pt x="2148550" y="186608"/>
                  </a:lnTo>
                  <a:lnTo>
                    <a:pt x="2102119" y="197743"/>
                  </a:lnTo>
                  <a:lnTo>
                    <a:pt x="2053087" y="208288"/>
                  </a:lnTo>
                  <a:lnTo>
                    <a:pt x="2001567" y="218215"/>
                  </a:lnTo>
                  <a:lnTo>
                    <a:pt x="1947676" y="227499"/>
                  </a:lnTo>
                  <a:lnTo>
                    <a:pt x="1891529" y="236114"/>
                  </a:lnTo>
                  <a:lnTo>
                    <a:pt x="1833241" y="244032"/>
                  </a:lnTo>
                  <a:lnTo>
                    <a:pt x="1772929" y="251228"/>
                  </a:lnTo>
                  <a:lnTo>
                    <a:pt x="1710707" y="257676"/>
                  </a:lnTo>
                  <a:lnTo>
                    <a:pt x="1646692" y="263350"/>
                  </a:lnTo>
                  <a:lnTo>
                    <a:pt x="1580997" y="268222"/>
                  </a:lnTo>
                  <a:lnTo>
                    <a:pt x="1513740" y="272267"/>
                  </a:lnTo>
                  <a:lnTo>
                    <a:pt x="1445036" y="275459"/>
                  </a:lnTo>
                  <a:lnTo>
                    <a:pt x="1374999" y="277772"/>
                  </a:lnTo>
                  <a:lnTo>
                    <a:pt x="1303746" y="279179"/>
                  </a:lnTo>
                  <a:lnTo>
                    <a:pt x="1231391" y="279654"/>
                  </a:lnTo>
                  <a:lnTo>
                    <a:pt x="1159037" y="279179"/>
                  </a:lnTo>
                  <a:lnTo>
                    <a:pt x="1087784" y="277772"/>
                  </a:lnTo>
                  <a:lnTo>
                    <a:pt x="1017747" y="275459"/>
                  </a:lnTo>
                  <a:lnTo>
                    <a:pt x="949043" y="272267"/>
                  </a:lnTo>
                  <a:lnTo>
                    <a:pt x="881786" y="268222"/>
                  </a:lnTo>
                  <a:lnTo>
                    <a:pt x="816091" y="263350"/>
                  </a:lnTo>
                  <a:lnTo>
                    <a:pt x="752076" y="257676"/>
                  </a:lnTo>
                  <a:lnTo>
                    <a:pt x="689854" y="251228"/>
                  </a:lnTo>
                  <a:lnTo>
                    <a:pt x="629542" y="244032"/>
                  </a:lnTo>
                  <a:lnTo>
                    <a:pt x="571254" y="236114"/>
                  </a:lnTo>
                  <a:lnTo>
                    <a:pt x="515107" y="227499"/>
                  </a:lnTo>
                  <a:lnTo>
                    <a:pt x="461216" y="218215"/>
                  </a:lnTo>
                  <a:lnTo>
                    <a:pt x="409696" y="208288"/>
                  </a:lnTo>
                  <a:lnTo>
                    <a:pt x="360664" y="197743"/>
                  </a:lnTo>
                  <a:lnTo>
                    <a:pt x="314233" y="186608"/>
                  </a:lnTo>
                  <a:lnTo>
                    <a:pt x="270521" y="174907"/>
                  </a:lnTo>
                  <a:lnTo>
                    <a:pt x="229641" y="162668"/>
                  </a:lnTo>
                  <a:lnTo>
                    <a:pt x="191711" y="149917"/>
                  </a:lnTo>
                  <a:lnTo>
                    <a:pt x="125159" y="122983"/>
                  </a:lnTo>
                  <a:lnTo>
                    <a:pt x="71787" y="94314"/>
                  </a:lnTo>
                  <a:lnTo>
                    <a:pt x="32521" y="64120"/>
                  </a:lnTo>
                  <a:lnTo>
                    <a:pt x="8284" y="32612"/>
                  </a:lnTo>
                  <a:lnTo>
                    <a:pt x="0" y="0"/>
                  </a:lnTo>
                  <a:lnTo>
                    <a:pt x="0" y="1677924"/>
                  </a:lnTo>
                  <a:lnTo>
                    <a:pt x="18466" y="1726442"/>
                  </a:lnTo>
                  <a:lnTo>
                    <a:pt x="50333" y="1757318"/>
                  </a:lnTo>
                  <a:lnTo>
                    <a:pt x="96768" y="1786776"/>
                  </a:lnTo>
                  <a:lnTo>
                    <a:pt x="156845" y="1814604"/>
                  </a:lnTo>
                  <a:lnTo>
                    <a:pt x="229641" y="1840592"/>
                  </a:lnTo>
                  <a:lnTo>
                    <a:pt x="270521" y="1852831"/>
                  </a:lnTo>
                  <a:lnTo>
                    <a:pt x="314233" y="1864532"/>
                  </a:lnTo>
                  <a:lnTo>
                    <a:pt x="360664" y="1875667"/>
                  </a:lnTo>
                  <a:lnTo>
                    <a:pt x="409696" y="1886212"/>
                  </a:lnTo>
                  <a:lnTo>
                    <a:pt x="461216" y="1896139"/>
                  </a:lnTo>
                  <a:lnTo>
                    <a:pt x="515107" y="1905423"/>
                  </a:lnTo>
                  <a:lnTo>
                    <a:pt x="571254" y="1914038"/>
                  </a:lnTo>
                  <a:lnTo>
                    <a:pt x="629542" y="1921956"/>
                  </a:lnTo>
                  <a:lnTo>
                    <a:pt x="689854" y="1929152"/>
                  </a:lnTo>
                  <a:lnTo>
                    <a:pt x="752076" y="1935600"/>
                  </a:lnTo>
                  <a:lnTo>
                    <a:pt x="816091" y="1941274"/>
                  </a:lnTo>
                  <a:lnTo>
                    <a:pt x="881786" y="1946146"/>
                  </a:lnTo>
                  <a:lnTo>
                    <a:pt x="949043" y="1950191"/>
                  </a:lnTo>
                  <a:lnTo>
                    <a:pt x="1017747" y="1953383"/>
                  </a:lnTo>
                  <a:lnTo>
                    <a:pt x="1087784" y="1955696"/>
                  </a:lnTo>
                  <a:lnTo>
                    <a:pt x="1159037" y="1957103"/>
                  </a:lnTo>
                  <a:lnTo>
                    <a:pt x="1231391" y="1957578"/>
                  </a:lnTo>
                  <a:lnTo>
                    <a:pt x="1303746" y="1957103"/>
                  </a:lnTo>
                  <a:lnTo>
                    <a:pt x="1374999" y="1955696"/>
                  </a:lnTo>
                  <a:lnTo>
                    <a:pt x="1445036" y="1953383"/>
                  </a:lnTo>
                  <a:lnTo>
                    <a:pt x="1513740" y="1950191"/>
                  </a:lnTo>
                  <a:lnTo>
                    <a:pt x="1580997" y="1946146"/>
                  </a:lnTo>
                  <a:lnTo>
                    <a:pt x="1646692" y="1941274"/>
                  </a:lnTo>
                  <a:lnTo>
                    <a:pt x="1710707" y="1935600"/>
                  </a:lnTo>
                  <a:lnTo>
                    <a:pt x="1772929" y="1929152"/>
                  </a:lnTo>
                  <a:lnTo>
                    <a:pt x="1833241" y="1921956"/>
                  </a:lnTo>
                  <a:lnTo>
                    <a:pt x="1891529" y="1914038"/>
                  </a:lnTo>
                  <a:lnTo>
                    <a:pt x="1947676" y="1905423"/>
                  </a:lnTo>
                  <a:lnTo>
                    <a:pt x="2001567" y="1896139"/>
                  </a:lnTo>
                  <a:lnTo>
                    <a:pt x="2053087" y="1886212"/>
                  </a:lnTo>
                  <a:lnTo>
                    <a:pt x="2102119" y="1875667"/>
                  </a:lnTo>
                  <a:lnTo>
                    <a:pt x="2148550" y="1864532"/>
                  </a:lnTo>
                  <a:lnTo>
                    <a:pt x="2192262" y="1852831"/>
                  </a:lnTo>
                  <a:lnTo>
                    <a:pt x="2233142" y="1840592"/>
                  </a:lnTo>
                  <a:lnTo>
                    <a:pt x="2271072" y="1827841"/>
                  </a:lnTo>
                  <a:lnTo>
                    <a:pt x="2337624" y="1800907"/>
                  </a:lnTo>
                  <a:lnTo>
                    <a:pt x="2390996" y="1772238"/>
                  </a:lnTo>
                  <a:lnTo>
                    <a:pt x="2430262" y="1742044"/>
                  </a:lnTo>
                  <a:lnTo>
                    <a:pt x="2454499" y="1710536"/>
                  </a:lnTo>
                  <a:lnTo>
                    <a:pt x="2462783" y="1677924"/>
                  </a:lnTo>
                  <a:lnTo>
                    <a:pt x="2462783" y="0"/>
                  </a:lnTo>
                  <a:close/>
                </a:path>
              </a:pathLst>
            </a:custGeom>
            <a:solidFill>
              <a:srgbClr val="C0C0C0"/>
            </a:solidFill>
          </p:spPr>
          <p:txBody>
            <a:bodyPr wrap="square" lIns="0" tIns="0" rIns="0" bIns="0" rtlCol="0"/>
            <a:lstStyle/>
            <a:p/>
          </p:txBody>
        </p:sp>
        <p:sp>
          <p:nvSpPr>
            <p:cNvPr id="7" name="object 7" descr=""/>
            <p:cNvSpPr/>
            <p:nvPr/>
          </p:nvSpPr>
          <p:spPr>
            <a:xfrm>
              <a:off x="3341370" y="4284727"/>
              <a:ext cx="2463165" cy="559435"/>
            </a:xfrm>
            <a:custGeom>
              <a:avLst/>
              <a:gdLst/>
              <a:ahLst/>
              <a:cxnLst/>
              <a:rect l="l" t="t" r="r" b="b"/>
              <a:pathLst>
                <a:path w="2463165" h="559435">
                  <a:moveTo>
                    <a:pt x="1231391" y="0"/>
                  </a:moveTo>
                  <a:lnTo>
                    <a:pt x="1159037" y="474"/>
                  </a:lnTo>
                  <a:lnTo>
                    <a:pt x="1087784" y="1881"/>
                  </a:lnTo>
                  <a:lnTo>
                    <a:pt x="1017747" y="4194"/>
                  </a:lnTo>
                  <a:lnTo>
                    <a:pt x="949043" y="7386"/>
                  </a:lnTo>
                  <a:lnTo>
                    <a:pt x="881786" y="11431"/>
                  </a:lnTo>
                  <a:lnTo>
                    <a:pt x="816091" y="16303"/>
                  </a:lnTo>
                  <a:lnTo>
                    <a:pt x="752076" y="21977"/>
                  </a:lnTo>
                  <a:lnTo>
                    <a:pt x="689854" y="28425"/>
                  </a:lnTo>
                  <a:lnTo>
                    <a:pt x="629542" y="35621"/>
                  </a:lnTo>
                  <a:lnTo>
                    <a:pt x="571254" y="43539"/>
                  </a:lnTo>
                  <a:lnTo>
                    <a:pt x="515107" y="52154"/>
                  </a:lnTo>
                  <a:lnTo>
                    <a:pt x="461216" y="61438"/>
                  </a:lnTo>
                  <a:lnTo>
                    <a:pt x="409696" y="71365"/>
                  </a:lnTo>
                  <a:lnTo>
                    <a:pt x="360664" y="81910"/>
                  </a:lnTo>
                  <a:lnTo>
                    <a:pt x="314233" y="93045"/>
                  </a:lnTo>
                  <a:lnTo>
                    <a:pt x="270521" y="104746"/>
                  </a:lnTo>
                  <a:lnTo>
                    <a:pt x="229641" y="116985"/>
                  </a:lnTo>
                  <a:lnTo>
                    <a:pt x="191711" y="129736"/>
                  </a:lnTo>
                  <a:lnTo>
                    <a:pt x="125159" y="156670"/>
                  </a:lnTo>
                  <a:lnTo>
                    <a:pt x="71787" y="185339"/>
                  </a:lnTo>
                  <a:lnTo>
                    <a:pt x="32521" y="215533"/>
                  </a:lnTo>
                  <a:lnTo>
                    <a:pt x="8284" y="247041"/>
                  </a:lnTo>
                  <a:lnTo>
                    <a:pt x="0" y="279654"/>
                  </a:lnTo>
                  <a:lnTo>
                    <a:pt x="2090" y="296085"/>
                  </a:lnTo>
                  <a:lnTo>
                    <a:pt x="32521" y="343774"/>
                  </a:lnTo>
                  <a:lnTo>
                    <a:pt x="71787" y="373968"/>
                  </a:lnTo>
                  <a:lnTo>
                    <a:pt x="125159" y="402637"/>
                  </a:lnTo>
                  <a:lnTo>
                    <a:pt x="191711" y="429571"/>
                  </a:lnTo>
                  <a:lnTo>
                    <a:pt x="229641" y="442322"/>
                  </a:lnTo>
                  <a:lnTo>
                    <a:pt x="270521" y="454561"/>
                  </a:lnTo>
                  <a:lnTo>
                    <a:pt x="314233" y="466262"/>
                  </a:lnTo>
                  <a:lnTo>
                    <a:pt x="360664" y="477397"/>
                  </a:lnTo>
                  <a:lnTo>
                    <a:pt x="409696" y="487942"/>
                  </a:lnTo>
                  <a:lnTo>
                    <a:pt x="461216" y="497869"/>
                  </a:lnTo>
                  <a:lnTo>
                    <a:pt x="515107" y="507153"/>
                  </a:lnTo>
                  <a:lnTo>
                    <a:pt x="571254" y="515768"/>
                  </a:lnTo>
                  <a:lnTo>
                    <a:pt x="629542" y="523686"/>
                  </a:lnTo>
                  <a:lnTo>
                    <a:pt x="689854" y="530882"/>
                  </a:lnTo>
                  <a:lnTo>
                    <a:pt x="752076" y="537330"/>
                  </a:lnTo>
                  <a:lnTo>
                    <a:pt x="816091" y="543004"/>
                  </a:lnTo>
                  <a:lnTo>
                    <a:pt x="881786" y="547876"/>
                  </a:lnTo>
                  <a:lnTo>
                    <a:pt x="949043" y="551921"/>
                  </a:lnTo>
                  <a:lnTo>
                    <a:pt x="1017747" y="555113"/>
                  </a:lnTo>
                  <a:lnTo>
                    <a:pt x="1087784" y="557426"/>
                  </a:lnTo>
                  <a:lnTo>
                    <a:pt x="1159037" y="558833"/>
                  </a:lnTo>
                  <a:lnTo>
                    <a:pt x="1231391" y="559308"/>
                  </a:lnTo>
                  <a:lnTo>
                    <a:pt x="1303746" y="558833"/>
                  </a:lnTo>
                  <a:lnTo>
                    <a:pt x="1374999" y="557426"/>
                  </a:lnTo>
                  <a:lnTo>
                    <a:pt x="1445036" y="555113"/>
                  </a:lnTo>
                  <a:lnTo>
                    <a:pt x="1513740" y="551921"/>
                  </a:lnTo>
                  <a:lnTo>
                    <a:pt x="1580997" y="547876"/>
                  </a:lnTo>
                  <a:lnTo>
                    <a:pt x="1646692" y="543004"/>
                  </a:lnTo>
                  <a:lnTo>
                    <a:pt x="1710707" y="537330"/>
                  </a:lnTo>
                  <a:lnTo>
                    <a:pt x="1772929" y="530882"/>
                  </a:lnTo>
                  <a:lnTo>
                    <a:pt x="1833241" y="523686"/>
                  </a:lnTo>
                  <a:lnTo>
                    <a:pt x="1891529" y="515768"/>
                  </a:lnTo>
                  <a:lnTo>
                    <a:pt x="1947676" y="507153"/>
                  </a:lnTo>
                  <a:lnTo>
                    <a:pt x="2001567" y="497869"/>
                  </a:lnTo>
                  <a:lnTo>
                    <a:pt x="2053087" y="487942"/>
                  </a:lnTo>
                  <a:lnTo>
                    <a:pt x="2102119" y="477397"/>
                  </a:lnTo>
                  <a:lnTo>
                    <a:pt x="2148550" y="466262"/>
                  </a:lnTo>
                  <a:lnTo>
                    <a:pt x="2192262" y="454561"/>
                  </a:lnTo>
                  <a:lnTo>
                    <a:pt x="2233142" y="442322"/>
                  </a:lnTo>
                  <a:lnTo>
                    <a:pt x="2271072" y="429571"/>
                  </a:lnTo>
                  <a:lnTo>
                    <a:pt x="2337624" y="402637"/>
                  </a:lnTo>
                  <a:lnTo>
                    <a:pt x="2390996" y="373968"/>
                  </a:lnTo>
                  <a:lnTo>
                    <a:pt x="2430262" y="343774"/>
                  </a:lnTo>
                  <a:lnTo>
                    <a:pt x="2454499" y="312266"/>
                  </a:lnTo>
                  <a:lnTo>
                    <a:pt x="2462783" y="279654"/>
                  </a:lnTo>
                  <a:lnTo>
                    <a:pt x="2460693" y="263222"/>
                  </a:lnTo>
                  <a:lnTo>
                    <a:pt x="2430262" y="215533"/>
                  </a:lnTo>
                  <a:lnTo>
                    <a:pt x="2390996" y="185339"/>
                  </a:lnTo>
                  <a:lnTo>
                    <a:pt x="2337624" y="156670"/>
                  </a:lnTo>
                  <a:lnTo>
                    <a:pt x="2271072" y="129736"/>
                  </a:lnTo>
                  <a:lnTo>
                    <a:pt x="2233142" y="116985"/>
                  </a:lnTo>
                  <a:lnTo>
                    <a:pt x="2192262" y="104746"/>
                  </a:lnTo>
                  <a:lnTo>
                    <a:pt x="2148550" y="93045"/>
                  </a:lnTo>
                  <a:lnTo>
                    <a:pt x="2102119" y="81910"/>
                  </a:lnTo>
                  <a:lnTo>
                    <a:pt x="2053087" y="71365"/>
                  </a:lnTo>
                  <a:lnTo>
                    <a:pt x="2001567" y="61438"/>
                  </a:lnTo>
                  <a:lnTo>
                    <a:pt x="1947676" y="52154"/>
                  </a:lnTo>
                  <a:lnTo>
                    <a:pt x="1891529" y="43539"/>
                  </a:lnTo>
                  <a:lnTo>
                    <a:pt x="1833241" y="35621"/>
                  </a:lnTo>
                  <a:lnTo>
                    <a:pt x="1772929" y="28425"/>
                  </a:lnTo>
                  <a:lnTo>
                    <a:pt x="1710707" y="21977"/>
                  </a:lnTo>
                  <a:lnTo>
                    <a:pt x="1646692" y="16303"/>
                  </a:lnTo>
                  <a:lnTo>
                    <a:pt x="1580997" y="11431"/>
                  </a:lnTo>
                  <a:lnTo>
                    <a:pt x="1513740" y="7386"/>
                  </a:lnTo>
                  <a:lnTo>
                    <a:pt x="1445036" y="4194"/>
                  </a:lnTo>
                  <a:lnTo>
                    <a:pt x="1374999" y="1881"/>
                  </a:lnTo>
                  <a:lnTo>
                    <a:pt x="1303746" y="474"/>
                  </a:lnTo>
                  <a:lnTo>
                    <a:pt x="1231391" y="0"/>
                  </a:lnTo>
                  <a:close/>
                </a:path>
              </a:pathLst>
            </a:custGeom>
            <a:solidFill>
              <a:srgbClr val="DADADA"/>
            </a:solidFill>
          </p:spPr>
          <p:txBody>
            <a:bodyPr wrap="square" lIns="0" tIns="0" rIns="0" bIns="0" rtlCol="0"/>
            <a:lstStyle/>
            <a:p/>
          </p:txBody>
        </p:sp>
        <p:sp>
          <p:nvSpPr>
            <p:cNvPr id="8" name="object 8" descr=""/>
            <p:cNvSpPr/>
            <p:nvPr/>
          </p:nvSpPr>
          <p:spPr>
            <a:xfrm>
              <a:off x="3341370" y="4284727"/>
              <a:ext cx="2463165" cy="2237740"/>
            </a:xfrm>
            <a:custGeom>
              <a:avLst/>
              <a:gdLst/>
              <a:ahLst/>
              <a:cxnLst/>
              <a:rect l="l" t="t" r="r" b="b"/>
              <a:pathLst>
                <a:path w="2463165" h="2237740">
                  <a:moveTo>
                    <a:pt x="2462783" y="279654"/>
                  </a:moveTo>
                  <a:lnTo>
                    <a:pt x="2444317" y="328172"/>
                  </a:lnTo>
                  <a:lnTo>
                    <a:pt x="2412450" y="359048"/>
                  </a:lnTo>
                  <a:lnTo>
                    <a:pt x="2366015" y="388506"/>
                  </a:lnTo>
                  <a:lnTo>
                    <a:pt x="2305938" y="416334"/>
                  </a:lnTo>
                  <a:lnTo>
                    <a:pt x="2233142" y="442322"/>
                  </a:lnTo>
                  <a:lnTo>
                    <a:pt x="2192262" y="454561"/>
                  </a:lnTo>
                  <a:lnTo>
                    <a:pt x="2148550" y="466262"/>
                  </a:lnTo>
                  <a:lnTo>
                    <a:pt x="2102119" y="477397"/>
                  </a:lnTo>
                  <a:lnTo>
                    <a:pt x="2053087" y="487942"/>
                  </a:lnTo>
                  <a:lnTo>
                    <a:pt x="2001567" y="497869"/>
                  </a:lnTo>
                  <a:lnTo>
                    <a:pt x="1947676" y="507153"/>
                  </a:lnTo>
                  <a:lnTo>
                    <a:pt x="1891529" y="515768"/>
                  </a:lnTo>
                  <a:lnTo>
                    <a:pt x="1833241" y="523686"/>
                  </a:lnTo>
                  <a:lnTo>
                    <a:pt x="1772929" y="530882"/>
                  </a:lnTo>
                  <a:lnTo>
                    <a:pt x="1710707" y="537330"/>
                  </a:lnTo>
                  <a:lnTo>
                    <a:pt x="1646692" y="543004"/>
                  </a:lnTo>
                  <a:lnTo>
                    <a:pt x="1580997" y="547876"/>
                  </a:lnTo>
                  <a:lnTo>
                    <a:pt x="1513740" y="551921"/>
                  </a:lnTo>
                  <a:lnTo>
                    <a:pt x="1445036" y="555113"/>
                  </a:lnTo>
                  <a:lnTo>
                    <a:pt x="1374999" y="557426"/>
                  </a:lnTo>
                  <a:lnTo>
                    <a:pt x="1303746" y="558833"/>
                  </a:lnTo>
                  <a:lnTo>
                    <a:pt x="1231391" y="559308"/>
                  </a:lnTo>
                  <a:lnTo>
                    <a:pt x="1159037" y="558833"/>
                  </a:lnTo>
                  <a:lnTo>
                    <a:pt x="1087784" y="557426"/>
                  </a:lnTo>
                  <a:lnTo>
                    <a:pt x="1017747" y="555113"/>
                  </a:lnTo>
                  <a:lnTo>
                    <a:pt x="949043" y="551921"/>
                  </a:lnTo>
                  <a:lnTo>
                    <a:pt x="881786" y="547876"/>
                  </a:lnTo>
                  <a:lnTo>
                    <a:pt x="816091" y="543004"/>
                  </a:lnTo>
                  <a:lnTo>
                    <a:pt x="752076" y="537330"/>
                  </a:lnTo>
                  <a:lnTo>
                    <a:pt x="689854" y="530882"/>
                  </a:lnTo>
                  <a:lnTo>
                    <a:pt x="629542" y="523686"/>
                  </a:lnTo>
                  <a:lnTo>
                    <a:pt x="571254" y="515768"/>
                  </a:lnTo>
                  <a:lnTo>
                    <a:pt x="515107" y="507153"/>
                  </a:lnTo>
                  <a:lnTo>
                    <a:pt x="461216" y="497869"/>
                  </a:lnTo>
                  <a:lnTo>
                    <a:pt x="409696" y="487942"/>
                  </a:lnTo>
                  <a:lnTo>
                    <a:pt x="360664" y="477397"/>
                  </a:lnTo>
                  <a:lnTo>
                    <a:pt x="314233" y="466262"/>
                  </a:lnTo>
                  <a:lnTo>
                    <a:pt x="270521" y="454561"/>
                  </a:lnTo>
                  <a:lnTo>
                    <a:pt x="229641" y="442322"/>
                  </a:lnTo>
                  <a:lnTo>
                    <a:pt x="191711" y="429571"/>
                  </a:lnTo>
                  <a:lnTo>
                    <a:pt x="125159" y="402637"/>
                  </a:lnTo>
                  <a:lnTo>
                    <a:pt x="71787" y="373968"/>
                  </a:lnTo>
                  <a:lnTo>
                    <a:pt x="32521" y="343774"/>
                  </a:lnTo>
                  <a:lnTo>
                    <a:pt x="8284" y="312266"/>
                  </a:lnTo>
                  <a:lnTo>
                    <a:pt x="0" y="279654"/>
                  </a:lnTo>
                  <a:lnTo>
                    <a:pt x="2090" y="263222"/>
                  </a:lnTo>
                  <a:lnTo>
                    <a:pt x="32521" y="215533"/>
                  </a:lnTo>
                  <a:lnTo>
                    <a:pt x="71787" y="185339"/>
                  </a:lnTo>
                  <a:lnTo>
                    <a:pt x="125159" y="156670"/>
                  </a:lnTo>
                  <a:lnTo>
                    <a:pt x="191711" y="129736"/>
                  </a:lnTo>
                  <a:lnTo>
                    <a:pt x="229641" y="116985"/>
                  </a:lnTo>
                  <a:lnTo>
                    <a:pt x="270521" y="104746"/>
                  </a:lnTo>
                  <a:lnTo>
                    <a:pt x="314233" y="93045"/>
                  </a:lnTo>
                  <a:lnTo>
                    <a:pt x="360664" y="81910"/>
                  </a:lnTo>
                  <a:lnTo>
                    <a:pt x="409696" y="71365"/>
                  </a:lnTo>
                  <a:lnTo>
                    <a:pt x="461216" y="61438"/>
                  </a:lnTo>
                  <a:lnTo>
                    <a:pt x="515107" y="52154"/>
                  </a:lnTo>
                  <a:lnTo>
                    <a:pt x="571254" y="43539"/>
                  </a:lnTo>
                  <a:lnTo>
                    <a:pt x="629542" y="35621"/>
                  </a:lnTo>
                  <a:lnTo>
                    <a:pt x="689854" y="28425"/>
                  </a:lnTo>
                  <a:lnTo>
                    <a:pt x="752076" y="21977"/>
                  </a:lnTo>
                  <a:lnTo>
                    <a:pt x="816091" y="16303"/>
                  </a:lnTo>
                  <a:lnTo>
                    <a:pt x="881786" y="11431"/>
                  </a:lnTo>
                  <a:lnTo>
                    <a:pt x="949043" y="7386"/>
                  </a:lnTo>
                  <a:lnTo>
                    <a:pt x="1017747" y="4194"/>
                  </a:lnTo>
                  <a:lnTo>
                    <a:pt x="1087784" y="1881"/>
                  </a:lnTo>
                  <a:lnTo>
                    <a:pt x="1159037" y="474"/>
                  </a:lnTo>
                  <a:lnTo>
                    <a:pt x="1231391" y="0"/>
                  </a:lnTo>
                  <a:lnTo>
                    <a:pt x="1303746" y="474"/>
                  </a:lnTo>
                  <a:lnTo>
                    <a:pt x="1374999" y="1881"/>
                  </a:lnTo>
                  <a:lnTo>
                    <a:pt x="1445036" y="4194"/>
                  </a:lnTo>
                  <a:lnTo>
                    <a:pt x="1513740" y="7386"/>
                  </a:lnTo>
                  <a:lnTo>
                    <a:pt x="1580997" y="11431"/>
                  </a:lnTo>
                  <a:lnTo>
                    <a:pt x="1646692" y="16303"/>
                  </a:lnTo>
                  <a:lnTo>
                    <a:pt x="1710707" y="21977"/>
                  </a:lnTo>
                  <a:lnTo>
                    <a:pt x="1772929" y="28425"/>
                  </a:lnTo>
                  <a:lnTo>
                    <a:pt x="1833241" y="35621"/>
                  </a:lnTo>
                  <a:lnTo>
                    <a:pt x="1891529" y="43539"/>
                  </a:lnTo>
                  <a:lnTo>
                    <a:pt x="1947676" y="52154"/>
                  </a:lnTo>
                  <a:lnTo>
                    <a:pt x="2001567" y="61438"/>
                  </a:lnTo>
                  <a:lnTo>
                    <a:pt x="2053087" y="71365"/>
                  </a:lnTo>
                  <a:lnTo>
                    <a:pt x="2102119" y="81910"/>
                  </a:lnTo>
                  <a:lnTo>
                    <a:pt x="2148550" y="93045"/>
                  </a:lnTo>
                  <a:lnTo>
                    <a:pt x="2192262" y="104746"/>
                  </a:lnTo>
                  <a:lnTo>
                    <a:pt x="2233142" y="116985"/>
                  </a:lnTo>
                  <a:lnTo>
                    <a:pt x="2271072" y="129736"/>
                  </a:lnTo>
                  <a:lnTo>
                    <a:pt x="2337624" y="156670"/>
                  </a:lnTo>
                  <a:lnTo>
                    <a:pt x="2390996" y="185339"/>
                  </a:lnTo>
                  <a:lnTo>
                    <a:pt x="2430262" y="215533"/>
                  </a:lnTo>
                  <a:lnTo>
                    <a:pt x="2454499" y="247041"/>
                  </a:lnTo>
                  <a:lnTo>
                    <a:pt x="2462783" y="279654"/>
                  </a:lnTo>
                  <a:close/>
                </a:path>
                <a:path w="2463165" h="2237740">
                  <a:moveTo>
                    <a:pt x="2462783" y="279654"/>
                  </a:moveTo>
                  <a:lnTo>
                    <a:pt x="2462783" y="1957578"/>
                  </a:lnTo>
                  <a:lnTo>
                    <a:pt x="2460693" y="1974009"/>
                  </a:lnTo>
                  <a:lnTo>
                    <a:pt x="2430262" y="2021698"/>
                  </a:lnTo>
                  <a:lnTo>
                    <a:pt x="2390996" y="2051892"/>
                  </a:lnTo>
                  <a:lnTo>
                    <a:pt x="2337624" y="2080561"/>
                  </a:lnTo>
                  <a:lnTo>
                    <a:pt x="2271072" y="2107495"/>
                  </a:lnTo>
                  <a:lnTo>
                    <a:pt x="2233142" y="2120246"/>
                  </a:lnTo>
                  <a:lnTo>
                    <a:pt x="2192262" y="2132485"/>
                  </a:lnTo>
                  <a:lnTo>
                    <a:pt x="2148550" y="2144186"/>
                  </a:lnTo>
                  <a:lnTo>
                    <a:pt x="2102119" y="2155321"/>
                  </a:lnTo>
                  <a:lnTo>
                    <a:pt x="2053087" y="2165866"/>
                  </a:lnTo>
                  <a:lnTo>
                    <a:pt x="2001567" y="2175793"/>
                  </a:lnTo>
                  <a:lnTo>
                    <a:pt x="1947676" y="2185077"/>
                  </a:lnTo>
                  <a:lnTo>
                    <a:pt x="1891529" y="2193692"/>
                  </a:lnTo>
                  <a:lnTo>
                    <a:pt x="1833241" y="2201610"/>
                  </a:lnTo>
                  <a:lnTo>
                    <a:pt x="1772929" y="2208806"/>
                  </a:lnTo>
                  <a:lnTo>
                    <a:pt x="1710707" y="2215254"/>
                  </a:lnTo>
                  <a:lnTo>
                    <a:pt x="1646692" y="2220928"/>
                  </a:lnTo>
                  <a:lnTo>
                    <a:pt x="1580997" y="2225800"/>
                  </a:lnTo>
                  <a:lnTo>
                    <a:pt x="1513740" y="2229845"/>
                  </a:lnTo>
                  <a:lnTo>
                    <a:pt x="1445036" y="2233037"/>
                  </a:lnTo>
                  <a:lnTo>
                    <a:pt x="1374999" y="2235350"/>
                  </a:lnTo>
                  <a:lnTo>
                    <a:pt x="1303746" y="2236757"/>
                  </a:lnTo>
                  <a:lnTo>
                    <a:pt x="1231391" y="2237232"/>
                  </a:lnTo>
                  <a:lnTo>
                    <a:pt x="1159037" y="2236757"/>
                  </a:lnTo>
                  <a:lnTo>
                    <a:pt x="1087784" y="2235350"/>
                  </a:lnTo>
                  <a:lnTo>
                    <a:pt x="1017747" y="2233037"/>
                  </a:lnTo>
                  <a:lnTo>
                    <a:pt x="949043" y="2229845"/>
                  </a:lnTo>
                  <a:lnTo>
                    <a:pt x="881786" y="2225800"/>
                  </a:lnTo>
                  <a:lnTo>
                    <a:pt x="816091" y="2220928"/>
                  </a:lnTo>
                  <a:lnTo>
                    <a:pt x="752076" y="2215254"/>
                  </a:lnTo>
                  <a:lnTo>
                    <a:pt x="689854" y="2208806"/>
                  </a:lnTo>
                  <a:lnTo>
                    <a:pt x="629542" y="2201610"/>
                  </a:lnTo>
                  <a:lnTo>
                    <a:pt x="571254" y="2193692"/>
                  </a:lnTo>
                  <a:lnTo>
                    <a:pt x="515107" y="2185077"/>
                  </a:lnTo>
                  <a:lnTo>
                    <a:pt x="461216" y="2175793"/>
                  </a:lnTo>
                  <a:lnTo>
                    <a:pt x="409696" y="2165866"/>
                  </a:lnTo>
                  <a:lnTo>
                    <a:pt x="360664" y="2155321"/>
                  </a:lnTo>
                  <a:lnTo>
                    <a:pt x="314233" y="2144186"/>
                  </a:lnTo>
                  <a:lnTo>
                    <a:pt x="270521" y="2132485"/>
                  </a:lnTo>
                  <a:lnTo>
                    <a:pt x="229641" y="2120246"/>
                  </a:lnTo>
                  <a:lnTo>
                    <a:pt x="191711" y="2107495"/>
                  </a:lnTo>
                  <a:lnTo>
                    <a:pt x="125159" y="2080561"/>
                  </a:lnTo>
                  <a:lnTo>
                    <a:pt x="71787" y="2051892"/>
                  </a:lnTo>
                  <a:lnTo>
                    <a:pt x="32521" y="2021698"/>
                  </a:lnTo>
                  <a:lnTo>
                    <a:pt x="8284" y="1990190"/>
                  </a:lnTo>
                  <a:lnTo>
                    <a:pt x="0" y="1957578"/>
                  </a:lnTo>
                  <a:lnTo>
                    <a:pt x="0" y="279654"/>
                  </a:lnTo>
                </a:path>
              </a:pathLst>
            </a:custGeom>
            <a:ln w="28956">
              <a:solidFill>
                <a:srgbClr val="4E3629"/>
              </a:solidFill>
            </a:ln>
          </p:spPr>
          <p:txBody>
            <a:bodyPr wrap="square" lIns="0" tIns="0" rIns="0" bIns="0" rtlCol="0"/>
            <a:lstStyle/>
            <a:p/>
          </p:txBody>
        </p:sp>
      </p:grpSp>
      <p:sp>
        <p:nvSpPr>
          <p:cNvPr id="9" name="object 9" descr=""/>
          <p:cNvSpPr txBox="1"/>
          <p:nvPr/>
        </p:nvSpPr>
        <p:spPr>
          <a:xfrm>
            <a:off x="483552" y="1415417"/>
            <a:ext cx="8139430" cy="3292475"/>
          </a:xfrm>
          <a:prstGeom prst="rect">
            <a:avLst/>
          </a:prstGeom>
        </p:spPr>
        <p:txBody>
          <a:bodyPr wrap="square" lIns="0" tIns="59690" rIns="0" bIns="0" rtlCol="0" vert="horz">
            <a:spAutoFit/>
          </a:bodyPr>
          <a:lstStyle/>
          <a:p>
            <a:pPr marL="182880" marR="63373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Existen</a:t>
            </a:r>
            <a:r>
              <a:rPr dirty="0" sz="2800" spc="-50">
                <a:solidFill>
                  <a:srgbClr val="4E3629"/>
                </a:solidFill>
                <a:latin typeface="Calibri"/>
                <a:cs typeface="Calibri"/>
              </a:rPr>
              <a:t> </a:t>
            </a:r>
            <a:r>
              <a:rPr dirty="0" sz="2800">
                <a:solidFill>
                  <a:srgbClr val="4E3629"/>
                </a:solidFill>
                <a:latin typeface="Calibri"/>
                <a:cs typeface="Calibri"/>
              </a:rPr>
              <a:t>dos</a:t>
            </a:r>
            <a:r>
              <a:rPr dirty="0" sz="2800" spc="-35">
                <a:solidFill>
                  <a:srgbClr val="4E3629"/>
                </a:solidFill>
                <a:latin typeface="Calibri"/>
                <a:cs typeface="Calibri"/>
              </a:rPr>
              <a:t> </a:t>
            </a:r>
            <a:r>
              <a:rPr dirty="0" sz="2800">
                <a:solidFill>
                  <a:srgbClr val="4E3629"/>
                </a:solidFill>
                <a:latin typeface="Calibri"/>
                <a:cs typeface="Calibri"/>
              </a:rPr>
              <a:t>tipos</a:t>
            </a:r>
            <a:r>
              <a:rPr dirty="0" sz="2800" spc="-3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tablas</a:t>
            </a:r>
            <a:r>
              <a:rPr dirty="0" sz="2800" spc="-45">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base</a:t>
            </a:r>
            <a:r>
              <a:rPr dirty="0" sz="2800" spc="-4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datos </a:t>
            </a:r>
            <a:r>
              <a:rPr dirty="0" sz="2800" spc="-10">
                <a:solidFill>
                  <a:srgbClr val="4E3629"/>
                </a:solidFill>
                <a:latin typeface="Calibri"/>
                <a:cs typeface="Calibri"/>
              </a:rPr>
              <a:t>	</a:t>
            </a:r>
            <a:r>
              <a:rPr dirty="0" sz="2800">
                <a:solidFill>
                  <a:srgbClr val="4E3629"/>
                </a:solidFill>
                <a:latin typeface="Calibri"/>
                <a:cs typeface="Calibri"/>
              </a:rPr>
              <a:t>Oracle:</a:t>
            </a:r>
            <a:r>
              <a:rPr dirty="0" sz="2800" spc="-75">
                <a:solidFill>
                  <a:srgbClr val="4E3629"/>
                </a:solidFill>
                <a:latin typeface="Calibri"/>
                <a:cs typeface="Calibri"/>
              </a:rPr>
              <a:t> </a:t>
            </a:r>
            <a:r>
              <a:rPr dirty="0" sz="2800">
                <a:solidFill>
                  <a:srgbClr val="4E3629"/>
                </a:solidFill>
                <a:latin typeface="Calibri"/>
                <a:cs typeface="Calibri"/>
              </a:rPr>
              <a:t>tablas</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usuario</a:t>
            </a:r>
            <a:r>
              <a:rPr dirty="0" sz="2800" spc="-30">
                <a:solidFill>
                  <a:srgbClr val="4E3629"/>
                </a:solidFill>
                <a:latin typeface="Calibri"/>
                <a:cs typeface="Calibri"/>
              </a:rPr>
              <a:t> </a:t>
            </a:r>
            <a:r>
              <a:rPr dirty="0" sz="2800">
                <a:solidFill>
                  <a:srgbClr val="4E3629"/>
                </a:solidFill>
                <a:latin typeface="Calibri"/>
                <a:cs typeface="Calibri"/>
              </a:rPr>
              <a:t>y</a:t>
            </a:r>
            <a:r>
              <a:rPr dirty="0" sz="2800" spc="-75">
                <a:solidFill>
                  <a:srgbClr val="4E3629"/>
                </a:solidFill>
                <a:latin typeface="Calibri"/>
                <a:cs typeface="Calibri"/>
              </a:rPr>
              <a:t> </a:t>
            </a:r>
            <a:r>
              <a:rPr dirty="0" sz="2800">
                <a:solidFill>
                  <a:srgbClr val="4E3629"/>
                </a:solidFill>
                <a:latin typeface="Calibri"/>
                <a:cs typeface="Calibri"/>
              </a:rPr>
              <a:t>tablas</a:t>
            </a:r>
            <a:r>
              <a:rPr dirty="0" sz="2800" spc="-6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diccionario</a:t>
            </a:r>
            <a:r>
              <a:rPr dirty="0" sz="2800" spc="-5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pueden</a:t>
            </a:r>
            <a:r>
              <a:rPr dirty="0" sz="2800" spc="-20">
                <a:solidFill>
                  <a:srgbClr val="4E3629"/>
                </a:solidFill>
                <a:latin typeface="Calibri"/>
                <a:cs typeface="Calibri"/>
              </a:rPr>
              <a:t> </a:t>
            </a:r>
            <a:r>
              <a:rPr dirty="0" sz="2800">
                <a:solidFill>
                  <a:srgbClr val="4E3629"/>
                </a:solidFill>
                <a:latin typeface="Calibri"/>
                <a:cs typeface="Calibri"/>
              </a:rPr>
              <a:t>emitir</a:t>
            </a:r>
            <a:r>
              <a:rPr dirty="0" sz="2800" spc="-40">
                <a:solidFill>
                  <a:srgbClr val="4E3629"/>
                </a:solidFill>
                <a:latin typeface="Calibri"/>
                <a:cs typeface="Calibri"/>
              </a:rPr>
              <a:t> </a:t>
            </a:r>
            <a:r>
              <a:rPr dirty="0" sz="2800" spc="-10">
                <a:solidFill>
                  <a:srgbClr val="4E3629"/>
                </a:solidFill>
                <a:latin typeface="Calibri"/>
                <a:cs typeface="Calibri"/>
              </a:rPr>
              <a:t>sentencias</a:t>
            </a:r>
            <a:r>
              <a:rPr dirty="0" sz="2800" spc="-40">
                <a:solidFill>
                  <a:srgbClr val="4E3629"/>
                </a:solidFill>
                <a:latin typeface="Calibri"/>
                <a:cs typeface="Calibri"/>
              </a:rPr>
              <a:t> </a:t>
            </a:r>
            <a:r>
              <a:rPr dirty="0" sz="2800">
                <a:solidFill>
                  <a:srgbClr val="4E3629"/>
                </a:solidFill>
                <a:latin typeface="Calibri"/>
                <a:cs typeface="Calibri"/>
              </a:rPr>
              <a:t>SQL</a:t>
            </a:r>
            <a:r>
              <a:rPr dirty="0" sz="2800" spc="-35">
                <a:solidFill>
                  <a:srgbClr val="4E3629"/>
                </a:solidFill>
                <a:latin typeface="Calibri"/>
                <a:cs typeface="Calibri"/>
              </a:rPr>
              <a:t> </a:t>
            </a:r>
            <a:r>
              <a:rPr dirty="0" sz="2800">
                <a:solidFill>
                  <a:srgbClr val="4E3629"/>
                </a:solidFill>
                <a:latin typeface="Calibri"/>
                <a:cs typeface="Calibri"/>
              </a:rPr>
              <a:t>para</a:t>
            </a:r>
            <a:r>
              <a:rPr dirty="0" sz="2800" spc="-35">
                <a:solidFill>
                  <a:srgbClr val="4E3629"/>
                </a:solidFill>
                <a:latin typeface="Calibri"/>
                <a:cs typeface="Calibri"/>
              </a:rPr>
              <a:t> </a:t>
            </a:r>
            <a:r>
              <a:rPr dirty="0" sz="2800">
                <a:solidFill>
                  <a:srgbClr val="4E3629"/>
                </a:solidFill>
                <a:latin typeface="Calibri"/>
                <a:cs typeface="Calibri"/>
              </a:rPr>
              <a:t>acceder</a:t>
            </a:r>
            <a:r>
              <a:rPr dirty="0" sz="2800" spc="-60">
                <a:solidFill>
                  <a:srgbClr val="4E3629"/>
                </a:solidFill>
                <a:latin typeface="Calibri"/>
                <a:cs typeface="Calibri"/>
              </a:rPr>
              <a:t> </a:t>
            </a:r>
            <a:r>
              <a:rPr dirty="0" sz="2800">
                <a:solidFill>
                  <a:srgbClr val="4E3629"/>
                </a:solidFill>
                <a:latin typeface="Calibri"/>
                <a:cs typeface="Calibri"/>
              </a:rPr>
              <a:t>a</a:t>
            </a:r>
            <a:r>
              <a:rPr dirty="0" sz="2800" spc="-50">
                <a:solidFill>
                  <a:srgbClr val="4E3629"/>
                </a:solidFill>
                <a:latin typeface="Calibri"/>
                <a:cs typeface="Calibri"/>
              </a:rPr>
              <a:t> </a:t>
            </a:r>
            <a:r>
              <a:rPr dirty="0" sz="2800" spc="-10">
                <a:solidFill>
                  <a:srgbClr val="4E3629"/>
                </a:solidFill>
                <a:latin typeface="Calibri"/>
                <a:cs typeface="Calibri"/>
              </a:rPr>
              <a:t>ambos </a:t>
            </a:r>
            <a:r>
              <a:rPr dirty="0" sz="2800" spc="-10">
                <a:solidFill>
                  <a:srgbClr val="4E3629"/>
                </a:solidFill>
                <a:latin typeface="Calibri"/>
                <a:cs typeface="Calibri"/>
              </a:rPr>
              <a:t>	</a:t>
            </a:r>
            <a:r>
              <a:rPr dirty="0" sz="2800">
                <a:solidFill>
                  <a:srgbClr val="4E3629"/>
                </a:solidFill>
                <a:latin typeface="Calibri"/>
                <a:cs typeface="Calibri"/>
              </a:rPr>
              <a:t>tipos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tablas:</a:t>
            </a:r>
            <a:r>
              <a:rPr dirty="0" sz="2800" spc="-60">
                <a:solidFill>
                  <a:srgbClr val="4E3629"/>
                </a:solidFill>
                <a:latin typeface="Calibri"/>
                <a:cs typeface="Calibri"/>
              </a:rPr>
              <a:t> </a:t>
            </a:r>
            <a:r>
              <a:rPr dirty="0" sz="2800">
                <a:solidFill>
                  <a:srgbClr val="4E3629"/>
                </a:solidFill>
                <a:latin typeface="Calibri"/>
                <a:cs typeface="Calibri"/>
              </a:rPr>
              <a:t>puede</a:t>
            </a:r>
            <a:r>
              <a:rPr dirty="0" sz="2800" spc="-50">
                <a:solidFill>
                  <a:srgbClr val="4E3629"/>
                </a:solidFill>
                <a:latin typeface="Calibri"/>
                <a:cs typeface="Calibri"/>
              </a:rPr>
              <a:t> </a:t>
            </a:r>
            <a:r>
              <a:rPr dirty="0" sz="2800" spc="-25">
                <a:solidFill>
                  <a:srgbClr val="4E3629"/>
                </a:solidFill>
                <a:latin typeface="Calibri"/>
                <a:cs typeface="Calibri"/>
              </a:rPr>
              <a:t>seleccionar,</a:t>
            </a:r>
            <a:r>
              <a:rPr dirty="0" sz="2800" spc="-65">
                <a:solidFill>
                  <a:srgbClr val="4E3629"/>
                </a:solidFill>
                <a:latin typeface="Calibri"/>
                <a:cs typeface="Calibri"/>
              </a:rPr>
              <a:t> </a:t>
            </a:r>
            <a:r>
              <a:rPr dirty="0" sz="2800" spc="-30">
                <a:solidFill>
                  <a:srgbClr val="4E3629"/>
                </a:solidFill>
                <a:latin typeface="Calibri"/>
                <a:cs typeface="Calibri"/>
              </a:rPr>
              <a:t>insertar,</a:t>
            </a:r>
            <a:r>
              <a:rPr dirty="0" sz="2800" spc="-50">
                <a:solidFill>
                  <a:srgbClr val="4E3629"/>
                </a:solidFill>
                <a:latin typeface="Calibri"/>
                <a:cs typeface="Calibri"/>
              </a:rPr>
              <a:t> </a:t>
            </a:r>
            <a:r>
              <a:rPr dirty="0" sz="2800">
                <a:solidFill>
                  <a:srgbClr val="4E3629"/>
                </a:solidFill>
                <a:latin typeface="Calibri"/>
                <a:cs typeface="Calibri"/>
              </a:rPr>
              <a:t>actualizar</a:t>
            </a:r>
            <a:r>
              <a:rPr dirty="0" sz="2800" spc="-75">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suprimir</a:t>
            </a:r>
            <a:r>
              <a:rPr dirty="0" sz="2800" spc="-15">
                <a:solidFill>
                  <a:srgbClr val="4E3629"/>
                </a:solidFill>
                <a:latin typeface="Calibri"/>
                <a:cs typeface="Calibri"/>
              </a:rPr>
              <a:t> </a:t>
            </a:r>
            <a:r>
              <a:rPr dirty="0" sz="2800">
                <a:solidFill>
                  <a:srgbClr val="4E3629"/>
                </a:solidFill>
                <a:latin typeface="Calibri"/>
                <a:cs typeface="Calibri"/>
              </a:rPr>
              <a:t>datos</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las</a:t>
            </a:r>
            <a:r>
              <a:rPr dirty="0" sz="2800" spc="-45">
                <a:solidFill>
                  <a:srgbClr val="4E3629"/>
                </a:solidFill>
                <a:latin typeface="Calibri"/>
                <a:cs typeface="Calibri"/>
              </a:rPr>
              <a:t> </a:t>
            </a:r>
            <a:r>
              <a:rPr dirty="0" sz="2800">
                <a:solidFill>
                  <a:srgbClr val="4E3629"/>
                </a:solidFill>
                <a:latin typeface="Calibri"/>
                <a:cs typeface="Calibri"/>
              </a:rPr>
              <a:t>tablas</a:t>
            </a:r>
            <a:r>
              <a:rPr dirty="0" sz="2800" spc="-5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usuario</a:t>
            </a:r>
            <a:r>
              <a:rPr dirty="0" sz="2800" spc="-20">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spc="-10">
                <a:solidFill>
                  <a:srgbClr val="4E3629"/>
                </a:solidFill>
                <a:latin typeface="Calibri"/>
                <a:cs typeface="Calibri"/>
              </a:rPr>
              <a:t>puede </a:t>
            </a:r>
            <a:r>
              <a:rPr dirty="0" sz="2800" spc="-10">
                <a:solidFill>
                  <a:srgbClr val="4E3629"/>
                </a:solidFill>
                <a:latin typeface="Calibri"/>
                <a:cs typeface="Calibri"/>
              </a:rPr>
              <a:t>	</a:t>
            </a:r>
            <a:r>
              <a:rPr dirty="0" sz="2800">
                <a:solidFill>
                  <a:srgbClr val="4E3629"/>
                </a:solidFill>
                <a:latin typeface="Calibri"/>
                <a:cs typeface="Calibri"/>
              </a:rPr>
              <a:t>seleccionar</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diccionario</a:t>
            </a:r>
            <a:r>
              <a:rPr dirty="0" sz="2800" spc="-4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algn="ctr" marL="197485">
              <a:lnSpc>
                <a:spcPct val="100000"/>
              </a:lnSpc>
              <a:spcBef>
                <a:spcPts val="1435"/>
              </a:spcBef>
            </a:pPr>
            <a:r>
              <a:rPr dirty="0" sz="1600" b="1">
                <a:solidFill>
                  <a:srgbClr val="4E3629"/>
                </a:solidFill>
                <a:latin typeface="Calibri"/>
                <a:cs typeface="Calibri"/>
              </a:rPr>
              <a:t>Oracle</a:t>
            </a:r>
            <a:r>
              <a:rPr dirty="0" sz="1600" spc="-60" b="1">
                <a:solidFill>
                  <a:srgbClr val="4E3629"/>
                </a:solidFill>
                <a:latin typeface="Calibri"/>
                <a:cs typeface="Calibri"/>
              </a:rPr>
              <a:t> </a:t>
            </a:r>
            <a:r>
              <a:rPr dirty="0" sz="1600" spc="-10" b="1">
                <a:solidFill>
                  <a:srgbClr val="4E3629"/>
                </a:solidFill>
                <a:latin typeface="Calibri"/>
                <a:cs typeface="Calibri"/>
              </a:rPr>
              <a:t>Database</a:t>
            </a:r>
            <a:endParaRPr sz="1600">
              <a:latin typeface="Calibri"/>
              <a:cs typeface="Calibri"/>
            </a:endParaRPr>
          </a:p>
        </p:txBody>
      </p:sp>
      <p:grpSp>
        <p:nvGrpSpPr>
          <p:cNvPr id="10" name="object 10" descr=""/>
          <p:cNvGrpSpPr/>
          <p:nvPr/>
        </p:nvGrpSpPr>
        <p:grpSpPr>
          <a:xfrm>
            <a:off x="3787140" y="5023103"/>
            <a:ext cx="1610995" cy="1186180"/>
            <a:chOff x="3787140" y="5023103"/>
            <a:chExt cx="1610995" cy="1186180"/>
          </a:xfrm>
        </p:grpSpPr>
        <p:sp>
          <p:nvSpPr>
            <p:cNvPr id="11" name="object 11" descr=""/>
            <p:cNvSpPr/>
            <p:nvPr/>
          </p:nvSpPr>
          <p:spPr>
            <a:xfrm>
              <a:off x="3801618" y="5037581"/>
              <a:ext cx="462280" cy="285115"/>
            </a:xfrm>
            <a:custGeom>
              <a:avLst/>
              <a:gdLst/>
              <a:ahLst/>
              <a:cxnLst/>
              <a:rect l="l" t="t" r="r" b="b"/>
              <a:pathLst>
                <a:path w="462279" h="285114">
                  <a:moveTo>
                    <a:pt x="461772" y="0"/>
                  </a:moveTo>
                  <a:lnTo>
                    <a:pt x="0" y="0"/>
                  </a:lnTo>
                  <a:lnTo>
                    <a:pt x="0" y="284988"/>
                  </a:lnTo>
                  <a:lnTo>
                    <a:pt x="461772" y="284988"/>
                  </a:lnTo>
                  <a:lnTo>
                    <a:pt x="461772" y="0"/>
                  </a:lnTo>
                  <a:close/>
                </a:path>
              </a:pathLst>
            </a:custGeom>
            <a:solidFill>
              <a:srgbClr val="FFC000"/>
            </a:solidFill>
          </p:spPr>
          <p:txBody>
            <a:bodyPr wrap="square" lIns="0" tIns="0" rIns="0" bIns="0" rtlCol="0"/>
            <a:lstStyle/>
            <a:p/>
          </p:txBody>
        </p:sp>
        <p:sp>
          <p:nvSpPr>
            <p:cNvPr id="12" name="object 12" descr=""/>
            <p:cNvSpPr/>
            <p:nvPr/>
          </p:nvSpPr>
          <p:spPr>
            <a:xfrm>
              <a:off x="3801618" y="5037581"/>
              <a:ext cx="462280" cy="285115"/>
            </a:xfrm>
            <a:custGeom>
              <a:avLst/>
              <a:gdLst/>
              <a:ahLst/>
              <a:cxnLst/>
              <a:rect l="l" t="t" r="r" b="b"/>
              <a:pathLst>
                <a:path w="462279" h="285114">
                  <a:moveTo>
                    <a:pt x="0" y="284988"/>
                  </a:moveTo>
                  <a:lnTo>
                    <a:pt x="461772" y="284988"/>
                  </a:lnTo>
                  <a:lnTo>
                    <a:pt x="461772" y="0"/>
                  </a:lnTo>
                  <a:lnTo>
                    <a:pt x="0" y="0"/>
                  </a:lnTo>
                  <a:lnTo>
                    <a:pt x="0" y="284988"/>
                  </a:lnTo>
                  <a:close/>
                </a:path>
              </a:pathLst>
            </a:custGeom>
            <a:ln w="28956">
              <a:solidFill>
                <a:srgbClr val="4E3629"/>
              </a:solidFill>
            </a:ln>
          </p:spPr>
          <p:txBody>
            <a:bodyPr wrap="square" lIns="0" tIns="0" rIns="0" bIns="0" rtlCol="0"/>
            <a:lstStyle/>
            <a:p/>
          </p:txBody>
        </p:sp>
        <p:sp>
          <p:nvSpPr>
            <p:cNvPr id="13" name="object 13" descr=""/>
            <p:cNvSpPr/>
            <p:nvPr/>
          </p:nvSpPr>
          <p:spPr>
            <a:xfrm>
              <a:off x="3801618" y="5909309"/>
              <a:ext cx="462280" cy="285115"/>
            </a:xfrm>
            <a:custGeom>
              <a:avLst/>
              <a:gdLst/>
              <a:ahLst/>
              <a:cxnLst/>
              <a:rect l="l" t="t" r="r" b="b"/>
              <a:pathLst>
                <a:path w="462279" h="285114">
                  <a:moveTo>
                    <a:pt x="461772" y="0"/>
                  </a:moveTo>
                  <a:lnTo>
                    <a:pt x="0" y="0"/>
                  </a:lnTo>
                  <a:lnTo>
                    <a:pt x="0" y="284987"/>
                  </a:lnTo>
                  <a:lnTo>
                    <a:pt x="461772" y="284987"/>
                  </a:lnTo>
                  <a:lnTo>
                    <a:pt x="461772" y="0"/>
                  </a:lnTo>
                  <a:close/>
                </a:path>
              </a:pathLst>
            </a:custGeom>
            <a:solidFill>
              <a:srgbClr val="FFC000"/>
            </a:solidFill>
          </p:spPr>
          <p:txBody>
            <a:bodyPr wrap="square" lIns="0" tIns="0" rIns="0" bIns="0" rtlCol="0"/>
            <a:lstStyle/>
            <a:p/>
          </p:txBody>
        </p:sp>
        <p:sp>
          <p:nvSpPr>
            <p:cNvPr id="14" name="object 14" descr=""/>
            <p:cNvSpPr/>
            <p:nvPr/>
          </p:nvSpPr>
          <p:spPr>
            <a:xfrm>
              <a:off x="3801618" y="5909309"/>
              <a:ext cx="462280" cy="285115"/>
            </a:xfrm>
            <a:custGeom>
              <a:avLst/>
              <a:gdLst/>
              <a:ahLst/>
              <a:cxnLst/>
              <a:rect l="l" t="t" r="r" b="b"/>
              <a:pathLst>
                <a:path w="462279" h="285114">
                  <a:moveTo>
                    <a:pt x="0" y="284987"/>
                  </a:moveTo>
                  <a:lnTo>
                    <a:pt x="461772" y="284987"/>
                  </a:lnTo>
                  <a:lnTo>
                    <a:pt x="461772" y="0"/>
                  </a:lnTo>
                  <a:lnTo>
                    <a:pt x="0" y="0"/>
                  </a:lnTo>
                  <a:lnTo>
                    <a:pt x="0" y="284987"/>
                  </a:lnTo>
                  <a:close/>
                </a:path>
              </a:pathLst>
            </a:custGeom>
            <a:ln w="28956">
              <a:solidFill>
                <a:srgbClr val="4E3629"/>
              </a:solidFill>
            </a:ln>
          </p:spPr>
          <p:txBody>
            <a:bodyPr wrap="square" lIns="0" tIns="0" rIns="0" bIns="0" rtlCol="0"/>
            <a:lstStyle/>
            <a:p/>
          </p:txBody>
        </p:sp>
        <p:sp>
          <p:nvSpPr>
            <p:cNvPr id="15" name="object 15" descr=""/>
            <p:cNvSpPr/>
            <p:nvPr/>
          </p:nvSpPr>
          <p:spPr>
            <a:xfrm>
              <a:off x="3801618" y="5478017"/>
              <a:ext cx="462280" cy="285115"/>
            </a:xfrm>
            <a:custGeom>
              <a:avLst/>
              <a:gdLst/>
              <a:ahLst/>
              <a:cxnLst/>
              <a:rect l="l" t="t" r="r" b="b"/>
              <a:pathLst>
                <a:path w="462279" h="285114">
                  <a:moveTo>
                    <a:pt x="461772" y="0"/>
                  </a:moveTo>
                  <a:lnTo>
                    <a:pt x="0" y="0"/>
                  </a:lnTo>
                  <a:lnTo>
                    <a:pt x="0" y="284987"/>
                  </a:lnTo>
                  <a:lnTo>
                    <a:pt x="461772" y="284987"/>
                  </a:lnTo>
                  <a:lnTo>
                    <a:pt x="461772" y="0"/>
                  </a:lnTo>
                  <a:close/>
                </a:path>
              </a:pathLst>
            </a:custGeom>
            <a:solidFill>
              <a:srgbClr val="FFC000"/>
            </a:solidFill>
          </p:spPr>
          <p:txBody>
            <a:bodyPr wrap="square" lIns="0" tIns="0" rIns="0" bIns="0" rtlCol="0"/>
            <a:lstStyle/>
            <a:p/>
          </p:txBody>
        </p:sp>
        <p:sp>
          <p:nvSpPr>
            <p:cNvPr id="16" name="object 16" descr=""/>
            <p:cNvSpPr/>
            <p:nvPr/>
          </p:nvSpPr>
          <p:spPr>
            <a:xfrm>
              <a:off x="3801618" y="5478017"/>
              <a:ext cx="462280" cy="285115"/>
            </a:xfrm>
            <a:custGeom>
              <a:avLst/>
              <a:gdLst/>
              <a:ahLst/>
              <a:cxnLst/>
              <a:rect l="l" t="t" r="r" b="b"/>
              <a:pathLst>
                <a:path w="462279" h="285114">
                  <a:moveTo>
                    <a:pt x="0" y="284987"/>
                  </a:moveTo>
                  <a:lnTo>
                    <a:pt x="461772" y="284987"/>
                  </a:lnTo>
                  <a:lnTo>
                    <a:pt x="461772" y="0"/>
                  </a:lnTo>
                  <a:lnTo>
                    <a:pt x="0" y="0"/>
                  </a:lnTo>
                  <a:lnTo>
                    <a:pt x="0" y="284987"/>
                  </a:lnTo>
                  <a:close/>
                </a:path>
              </a:pathLst>
            </a:custGeom>
            <a:ln w="28956">
              <a:solidFill>
                <a:srgbClr val="4E3629"/>
              </a:solidFill>
            </a:ln>
          </p:spPr>
          <p:txBody>
            <a:bodyPr wrap="square" lIns="0" tIns="0" rIns="0" bIns="0" rtlCol="0"/>
            <a:lstStyle/>
            <a:p/>
          </p:txBody>
        </p:sp>
        <p:sp>
          <p:nvSpPr>
            <p:cNvPr id="17" name="object 17" descr=""/>
            <p:cNvSpPr/>
            <p:nvPr/>
          </p:nvSpPr>
          <p:spPr>
            <a:xfrm>
              <a:off x="4921758" y="5037581"/>
              <a:ext cx="462280" cy="285115"/>
            </a:xfrm>
            <a:custGeom>
              <a:avLst/>
              <a:gdLst/>
              <a:ahLst/>
              <a:cxnLst/>
              <a:rect l="l" t="t" r="r" b="b"/>
              <a:pathLst>
                <a:path w="462279" h="285114">
                  <a:moveTo>
                    <a:pt x="461772" y="0"/>
                  </a:moveTo>
                  <a:lnTo>
                    <a:pt x="0" y="0"/>
                  </a:lnTo>
                  <a:lnTo>
                    <a:pt x="0" y="284988"/>
                  </a:lnTo>
                  <a:lnTo>
                    <a:pt x="461772" y="284988"/>
                  </a:lnTo>
                  <a:lnTo>
                    <a:pt x="461772" y="0"/>
                  </a:lnTo>
                  <a:close/>
                </a:path>
              </a:pathLst>
            </a:custGeom>
            <a:solidFill>
              <a:srgbClr val="4E3629"/>
            </a:solidFill>
          </p:spPr>
          <p:txBody>
            <a:bodyPr wrap="square" lIns="0" tIns="0" rIns="0" bIns="0" rtlCol="0"/>
            <a:lstStyle/>
            <a:p/>
          </p:txBody>
        </p:sp>
        <p:sp>
          <p:nvSpPr>
            <p:cNvPr id="18" name="object 18" descr=""/>
            <p:cNvSpPr/>
            <p:nvPr/>
          </p:nvSpPr>
          <p:spPr>
            <a:xfrm>
              <a:off x="4921758" y="5037581"/>
              <a:ext cx="462280" cy="285115"/>
            </a:xfrm>
            <a:custGeom>
              <a:avLst/>
              <a:gdLst/>
              <a:ahLst/>
              <a:cxnLst/>
              <a:rect l="l" t="t" r="r" b="b"/>
              <a:pathLst>
                <a:path w="462279" h="285114">
                  <a:moveTo>
                    <a:pt x="0" y="284988"/>
                  </a:moveTo>
                  <a:lnTo>
                    <a:pt x="461772" y="284988"/>
                  </a:lnTo>
                  <a:lnTo>
                    <a:pt x="461772" y="0"/>
                  </a:lnTo>
                  <a:lnTo>
                    <a:pt x="0" y="0"/>
                  </a:lnTo>
                  <a:lnTo>
                    <a:pt x="0" y="284988"/>
                  </a:lnTo>
                  <a:close/>
                </a:path>
              </a:pathLst>
            </a:custGeom>
            <a:ln w="28956">
              <a:solidFill>
                <a:srgbClr val="4E3629"/>
              </a:solidFill>
            </a:ln>
          </p:spPr>
          <p:txBody>
            <a:bodyPr wrap="square" lIns="0" tIns="0" rIns="0" bIns="0" rtlCol="0"/>
            <a:lstStyle/>
            <a:p/>
          </p:txBody>
        </p:sp>
        <p:sp>
          <p:nvSpPr>
            <p:cNvPr id="19" name="object 19" descr=""/>
            <p:cNvSpPr/>
            <p:nvPr/>
          </p:nvSpPr>
          <p:spPr>
            <a:xfrm>
              <a:off x="4921758" y="5468873"/>
              <a:ext cx="462280" cy="285115"/>
            </a:xfrm>
            <a:custGeom>
              <a:avLst/>
              <a:gdLst/>
              <a:ahLst/>
              <a:cxnLst/>
              <a:rect l="l" t="t" r="r" b="b"/>
              <a:pathLst>
                <a:path w="462279" h="285114">
                  <a:moveTo>
                    <a:pt x="461772" y="0"/>
                  </a:moveTo>
                  <a:lnTo>
                    <a:pt x="0" y="0"/>
                  </a:lnTo>
                  <a:lnTo>
                    <a:pt x="0" y="284988"/>
                  </a:lnTo>
                  <a:lnTo>
                    <a:pt x="461772" y="284988"/>
                  </a:lnTo>
                  <a:lnTo>
                    <a:pt x="461772" y="0"/>
                  </a:lnTo>
                  <a:close/>
                </a:path>
              </a:pathLst>
            </a:custGeom>
            <a:solidFill>
              <a:srgbClr val="4E3629"/>
            </a:solidFill>
          </p:spPr>
          <p:txBody>
            <a:bodyPr wrap="square" lIns="0" tIns="0" rIns="0" bIns="0" rtlCol="0"/>
            <a:lstStyle/>
            <a:p/>
          </p:txBody>
        </p:sp>
        <p:sp>
          <p:nvSpPr>
            <p:cNvPr id="20" name="object 20" descr=""/>
            <p:cNvSpPr/>
            <p:nvPr/>
          </p:nvSpPr>
          <p:spPr>
            <a:xfrm>
              <a:off x="4921758" y="5468873"/>
              <a:ext cx="462280" cy="285115"/>
            </a:xfrm>
            <a:custGeom>
              <a:avLst/>
              <a:gdLst/>
              <a:ahLst/>
              <a:cxnLst/>
              <a:rect l="l" t="t" r="r" b="b"/>
              <a:pathLst>
                <a:path w="462279" h="285114">
                  <a:moveTo>
                    <a:pt x="0" y="284988"/>
                  </a:moveTo>
                  <a:lnTo>
                    <a:pt x="461772" y="284988"/>
                  </a:lnTo>
                  <a:lnTo>
                    <a:pt x="461772" y="0"/>
                  </a:lnTo>
                  <a:lnTo>
                    <a:pt x="0" y="0"/>
                  </a:lnTo>
                  <a:lnTo>
                    <a:pt x="0" y="284988"/>
                  </a:lnTo>
                  <a:close/>
                </a:path>
              </a:pathLst>
            </a:custGeom>
            <a:ln w="28956">
              <a:solidFill>
                <a:srgbClr val="4E3629"/>
              </a:solidFill>
            </a:ln>
          </p:spPr>
          <p:txBody>
            <a:bodyPr wrap="square" lIns="0" tIns="0" rIns="0" bIns="0" rtlCol="0"/>
            <a:lstStyle/>
            <a:p/>
          </p:txBody>
        </p:sp>
        <p:sp>
          <p:nvSpPr>
            <p:cNvPr id="21" name="object 21" descr=""/>
            <p:cNvSpPr/>
            <p:nvPr/>
          </p:nvSpPr>
          <p:spPr>
            <a:xfrm>
              <a:off x="4921758" y="5889497"/>
              <a:ext cx="462280" cy="287020"/>
            </a:xfrm>
            <a:custGeom>
              <a:avLst/>
              <a:gdLst/>
              <a:ahLst/>
              <a:cxnLst/>
              <a:rect l="l" t="t" r="r" b="b"/>
              <a:pathLst>
                <a:path w="462279" h="287020">
                  <a:moveTo>
                    <a:pt x="461772" y="0"/>
                  </a:moveTo>
                  <a:lnTo>
                    <a:pt x="0" y="0"/>
                  </a:lnTo>
                  <a:lnTo>
                    <a:pt x="0" y="286511"/>
                  </a:lnTo>
                  <a:lnTo>
                    <a:pt x="461772" y="286511"/>
                  </a:lnTo>
                  <a:lnTo>
                    <a:pt x="461772" y="0"/>
                  </a:lnTo>
                  <a:close/>
                </a:path>
              </a:pathLst>
            </a:custGeom>
            <a:solidFill>
              <a:srgbClr val="4E3629"/>
            </a:solidFill>
          </p:spPr>
          <p:txBody>
            <a:bodyPr wrap="square" lIns="0" tIns="0" rIns="0" bIns="0" rtlCol="0"/>
            <a:lstStyle/>
            <a:p/>
          </p:txBody>
        </p:sp>
        <p:sp>
          <p:nvSpPr>
            <p:cNvPr id="22" name="object 22" descr=""/>
            <p:cNvSpPr/>
            <p:nvPr/>
          </p:nvSpPr>
          <p:spPr>
            <a:xfrm>
              <a:off x="4921758" y="5889497"/>
              <a:ext cx="462280" cy="287020"/>
            </a:xfrm>
            <a:custGeom>
              <a:avLst/>
              <a:gdLst/>
              <a:ahLst/>
              <a:cxnLst/>
              <a:rect l="l" t="t" r="r" b="b"/>
              <a:pathLst>
                <a:path w="462279" h="287020">
                  <a:moveTo>
                    <a:pt x="0" y="286511"/>
                  </a:moveTo>
                  <a:lnTo>
                    <a:pt x="461772" y="286511"/>
                  </a:lnTo>
                  <a:lnTo>
                    <a:pt x="461772" y="0"/>
                  </a:lnTo>
                  <a:lnTo>
                    <a:pt x="0" y="0"/>
                  </a:lnTo>
                  <a:lnTo>
                    <a:pt x="0" y="286511"/>
                  </a:lnTo>
                  <a:close/>
                </a:path>
              </a:pathLst>
            </a:custGeom>
            <a:ln w="28956">
              <a:solidFill>
                <a:srgbClr val="4E3629"/>
              </a:solidFill>
            </a:ln>
          </p:spPr>
          <p:txBody>
            <a:bodyPr wrap="square" lIns="0" tIns="0" rIns="0" bIns="0" rtlCol="0"/>
            <a:lstStyle/>
            <a:p/>
          </p:txBody>
        </p:sp>
      </p:grpSp>
      <p:sp>
        <p:nvSpPr>
          <p:cNvPr id="23" name="object 23"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24" name="object 24"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27</a:t>
            </a:r>
            <a:endParaRPr sz="1000">
              <a:latin typeface="Calibri"/>
              <a:cs typeface="Calibri"/>
            </a:endParaRPr>
          </a:p>
        </p:txBody>
      </p:sp>
      <p:sp>
        <p:nvSpPr>
          <p:cNvPr id="25" name="object 2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Data</a:t>
            </a:r>
            <a:r>
              <a:rPr dirty="0" spc="-100"/>
              <a:t> </a:t>
            </a:r>
            <a:r>
              <a:rPr dirty="0" spc="-10"/>
              <a:t>Dictionary</a:t>
            </a:r>
          </a:p>
        </p:txBody>
      </p:sp>
      <p:sp>
        <p:nvSpPr>
          <p:cNvPr id="5" name="object 5" descr=""/>
          <p:cNvSpPr txBox="1"/>
          <p:nvPr/>
        </p:nvSpPr>
        <p:spPr>
          <a:xfrm>
            <a:off x="483552" y="1415417"/>
            <a:ext cx="7098665" cy="241554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Las</a:t>
            </a:r>
            <a:r>
              <a:rPr dirty="0" sz="2800" spc="-55">
                <a:solidFill>
                  <a:srgbClr val="4E3629"/>
                </a:solidFill>
                <a:latin typeface="Calibri"/>
                <a:cs typeface="Calibri"/>
              </a:rPr>
              <a:t> </a:t>
            </a:r>
            <a:r>
              <a:rPr dirty="0" sz="2800">
                <a:solidFill>
                  <a:srgbClr val="4E3629"/>
                </a:solidFill>
                <a:latin typeface="Calibri"/>
                <a:cs typeface="Calibri"/>
              </a:rPr>
              <a:t>tablas</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usuario</a:t>
            </a:r>
            <a:r>
              <a:rPr dirty="0" sz="2800" spc="-30">
                <a:solidFill>
                  <a:srgbClr val="4E3629"/>
                </a:solidFill>
                <a:latin typeface="Calibri"/>
                <a:cs typeface="Calibri"/>
              </a:rPr>
              <a:t> </a:t>
            </a:r>
            <a:r>
              <a:rPr dirty="0" sz="2800">
                <a:solidFill>
                  <a:srgbClr val="4E3629"/>
                </a:solidFill>
                <a:latin typeface="Calibri"/>
                <a:cs typeface="Calibri"/>
              </a:rPr>
              <a:t>creadas</a:t>
            </a:r>
            <a:r>
              <a:rPr dirty="0" sz="2800" spc="-45">
                <a:solidFill>
                  <a:srgbClr val="4E3629"/>
                </a:solidFill>
                <a:latin typeface="Calibri"/>
                <a:cs typeface="Calibri"/>
              </a:rPr>
              <a:t> </a:t>
            </a:r>
            <a:r>
              <a:rPr dirty="0" sz="2800">
                <a:solidFill>
                  <a:srgbClr val="4E3629"/>
                </a:solidFill>
                <a:latin typeface="Calibri"/>
                <a:cs typeface="Calibri"/>
              </a:rPr>
              <a:t>por</a:t>
            </a:r>
            <a:r>
              <a:rPr dirty="0" sz="2800" spc="-5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usuario</a:t>
            </a:r>
            <a:r>
              <a:rPr dirty="0" sz="2800" spc="-30">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contiene</a:t>
            </a:r>
            <a:r>
              <a:rPr dirty="0" sz="2800" spc="-80">
                <a:solidFill>
                  <a:srgbClr val="4E3629"/>
                </a:solidFill>
                <a:latin typeface="Calibri"/>
                <a:cs typeface="Calibri"/>
              </a:rPr>
              <a:t> </a:t>
            </a:r>
            <a:r>
              <a:rPr dirty="0" sz="2800">
                <a:solidFill>
                  <a:srgbClr val="4E3629"/>
                </a:solidFill>
                <a:latin typeface="Calibri"/>
                <a:cs typeface="Calibri"/>
              </a:rPr>
              <a:t>sus</a:t>
            </a:r>
            <a:r>
              <a:rPr dirty="0" sz="2800" spc="-60">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355600">
              <a:lnSpc>
                <a:spcPct val="100000"/>
              </a:lnSpc>
              <a:spcBef>
                <a:spcPts val="95"/>
              </a:spcBef>
            </a:pPr>
            <a:r>
              <a:rPr dirty="0" sz="2400">
                <a:solidFill>
                  <a:srgbClr val="D1350F"/>
                </a:solidFill>
                <a:latin typeface="Calibri"/>
                <a:cs typeface="Calibri"/>
              </a:rPr>
              <a:t>−</a:t>
            </a:r>
            <a:r>
              <a:rPr dirty="0" sz="2400">
                <a:solidFill>
                  <a:srgbClr val="4E3629"/>
                </a:solidFill>
                <a:latin typeface="Calibri"/>
                <a:cs typeface="Calibri"/>
              </a:rPr>
              <a:t>empleados,</a:t>
            </a:r>
            <a:r>
              <a:rPr dirty="0" sz="2400" spc="-30">
                <a:solidFill>
                  <a:srgbClr val="4E3629"/>
                </a:solidFill>
                <a:latin typeface="Calibri"/>
                <a:cs typeface="Calibri"/>
              </a:rPr>
              <a:t> </a:t>
            </a:r>
            <a:r>
              <a:rPr dirty="0" sz="2400" spc="-10">
                <a:solidFill>
                  <a:srgbClr val="4E3629"/>
                </a:solidFill>
                <a:latin typeface="Calibri"/>
                <a:cs typeface="Calibri"/>
              </a:rPr>
              <a:t>departamentos,</a:t>
            </a:r>
            <a:r>
              <a:rPr dirty="0" sz="2400" spc="-50">
                <a:solidFill>
                  <a:srgbClr val="4E3629"/>
                </a:solidFill>
                <a:latin typeface="Calibri"/>
                <a:cs typeface="Calibri"/>
              </a:rPr>
              <a:t> </a:t>
            </a:r>
            <a:r>
              <a:rPr dirty="0" sz="2400">
                <a:solidFill>
                  <a:srgbClr val="4E3629"/>
                </a:solidFill>
                <a:latin typeface="Calibri"/>
                <a:cs typeface="Calibri"/>
              </a:rPr>
              <a:t>cargos,</a:t>
            </a:r>
            <a:r>
              <a:rPr dirty="0" sz="2400" spc="-35">
                <a:solidFill>
                  <a:srgbClr val="4E3629"/>
                </a:solidFill>
                <a:latin typeface="Calibri"/>
                <a:cs typeface="Calibri"/>
              </a:rPr>
              <a:t> </a:t>
            </a:r>
            <a:r>
              <a:rPr dirty="0" sz="2400" spc="-20">
                <a:solidFill>
                  <a:srgbClr val="4E3629"/>
                </a:solidFill>
                <a:latin typeface="Calibri"/>
                <a:cs typeface="Calibri"/>
              </a:rPr>
              <a:t>etc.</a:t>
            </a:r>
            <a:endParaRPr sz="2400">
              <a:latin typeface="Calibri"/>
              <a:cs typeface="Calibri"/>
            </a:endParaRPr>
          </a:p>
          <a:p>
            <a:pPr marL="183515" indent="-170815">
              <a:lnSpc>
                <a:spcPct val="100000"/>
              </a:lnSpc>
              <a:spcBef>
                <a:spcPts val="430"/>
              </a:spcBef>
              <a:buClr>
                <a:srgbClr val="D1350F"/>
              </a:buClr>
              <a:buFont typeface="Arial MT"/>
              <a:buChar char="•"/>
              <a:tabLst>
                <a:tab pos="183515" algn="l"/>
              </a:tabLst>
            </a:pPr>
            <a:r>
              <a:rPr dirty="0" sz="2800" spc="-20">
                <a:solidFill>
                  <a:srgbClr val="4E3629"/>
                </a:solidFill>
                <a:latin typeface="Calibri"/>
                <a:cs typeface="Calibri"/>
              </a:rPr>
              <a:t>Tablas</a:t>
            </a:r>
            <a:r>
              <a:rPr dirty="0" sz="2800" spc="-7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diccionario</a:t>
            </a:r>
            <a:r>
              <a:rPr dirty="0" sz="2800" spc="-4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530860" marR="1149350" indent="-175260">
              <a:lnSpc>
                <a:spcPts val="2590"/>
              </a:lnSpc>
              <a:spcBef>
                <a:spcPts val="475"/>
              </a:spcBef>
            </a:pPr>
            <a:r>
              <a:rPr dirty="0" sz="2400" spc="-10">
                <a:solidFill>
                  <a:srgbClr val="D1350F"/>
                </a:solidFill>
                <a:latin typeface="Calibri"/>
                <a:cs typeface="Calibri"/>
              </a:rPr>
              <a:t>−</a:t>
            </a:r>
            <a:r>
              <a:rPr dirty="0" sz="2400" spc="-10">
                <a:solidFill>
                  <a:srgbClr val="4E3629"/>
                </a:solidFill>
                <a:latin typeface="Calibri"/>
                <a:cs typeface="Calibri"/>
              </a:rPr>
              <a:t>DICTIONARY,</a:t>
            </a:r>
            <a:r>
              <a:rPr dirty="0" sz="2400" spc="-40">
                <a:solidFill>
                  <a:srgbClr val="4E3629"/>
                </a:solidFill>
                <a:latin typeface="Calibri"/>
                <a:cs typeface="Calibri"/>
              </a:rPr>
              <a:t> </a:t>
            </a:r>
            <a:r>
              <a:rPr dirty="0" sz="2400" spc="-10">
                <a:solidFill>
                  <a:srgbClr val="4E3629"/>
                </a:solidFill>
                <a:latin typeface="Calibri"/>
                <a:cs typeface="Calibri"/>
              </a:rPr>
              <a:t>USER_OBJECTS,</a:t>
            </a:r>
            <a:r>
              <a:rPr dirty="0" sz="2400" spc="-85">
                <a:solidFill>
                  <a:srgbClr val="4E3629"/>
                </a:solidFill>
                <a:latin typeface="Calibri"/>
                <a:cs typeface="Calibri"/>
              </a:rPr>
              <a:t> </a:t>
            </a:r>
            <a:r>
              <a:rPr dirty="0" sz="2400" spc="-10">
                <a:solidFill>
                  <a:srgbClr val="4E3629"/>
                </a:solidFill>
                <a:latin typeface="Calibri"/>
                <a:cs typeface="Calibri"/>
              </a:rPr>
              <a:t>USER_TABLES, USER_SEGMENTS,</a:t>
            </a:r>
            <a:r>
              <a:rPr dirty="0" sz="2400" spc="-30">
                <a:solidFill>
                  <a:srgbClr val="4E3629"/>
                </a:solidFill>
                <a:latin typeface="Calibri"/>
                <a:cs typeface="Calibri"/>
              </a:rPr>
              <a:t> </a:t>
            </a:r>
            <a:r>
              <a:rPr dirty="0" sz="2400" spc="-10">
                <a:solidFill>
                  <a:srgbClr val="4E3629"/>
                </a:solidFill>
                <a:latin typeface="Calibri"/>
                <a:cs typeface="Calibri"/>
              </a:rPr>
              <a:t>USER_INDEXES,</a:t>
            </a:r>
            <a:r>
              <a:rPr dirty="0" sz="2400" spc="-45">
                <a:solidFill>
                  <a:srgbClr val="4E3629"/>
                </a:solidFill>
                <a:latin typeface="Calibri"/>
                <a:cs typeface="Calibri"/>
              </a:rPr>
              <a:t> </a:t>
            </a:r>
            <a:r>
              <a:rPr dirty="0" sz="2400" spc="-20">
                <a:solidFill>
                  <a:srgbClr val="4E3629"/>
                </a:solidFill>
                <a:latin typeface="Calibri"/>
                <a:cs typeface="Calibri"/>
              </a:rPr>
              <a:t>etc.</a:t>
            </a:r>
            <a:endParaRPr sz="2400">
              <a:latin typeface="Calibri"/>
              <a:cs typeface="Calibri"/>
            </a:endParaRPr>
          </a:p>
        </p:txBody>
      </p:sp>
      <p:grpSp>
        <p:nvGrpSpPr>
          <p:cNvPr id="6" name="object 6" descr=""/>
          <p:cNvGrpSpPr/>
          <p:nvPr/>
        </p:nvGrpSpPr>
        <p:grpSpPr>
          <a:xfrm>
            <a:off x="3451733" y="4026279"/>
            <a:ext cx="2589530" cy="2309495"/>
            <a:chOff x="3451733" y="4026279"/>
            <a:chExt cx="2589530" cy="2309495"/>
          </a:xfrm>
        </p:grpSpPr>
        <p:sp>
          <p:nvSpPr>
            <p:cNvPr id="7" name="object 7" descr=""/>
            <p:cNvSpPr/>
            <p:nvPr/>
          </p:nvSpPr>
          <p:spPr>
            <a:xfrm>
              <a:off x="3466338" y="4325872"/>
              <a:ext cx="2560320" cy="1995170"/>
            </a:xfrm>
            <a:custGeom>
              <a:avLst/>
              <a:gdLst/>
              <a:ahLst/>
              <a:cxnLst/>
              <a:rect l="l" t="t" r="r" b="b"/>
              <a:pathLst>
                <a:path w="2560320" h="1995170">
                  <a:moveTo>
                    <a:pt x="2560320" y="0"/>
                  </a:moveTo>
                  <a:lnTo>
                    <a:pt x="2542405" y="47780"/>
                  </a:lnTo>
                  <a:lnTo>
                    <a:pt x="2511458" y="78250"/>
                  </a:lnTo>
                  <a:lnTo>
                    <a:pt x="2466315" y="107389"/>
                  </a:lnTo>
                  <a:lnTo>
                    <a:pt x="2407843" y="135004"/>
                  </a:lnTo>
                  <a:lnTo>
                    <a:pt x="2336905" y="160902"/>
                  </a:lnTo>
                  <a:lnTo>
                    <a:pt x="2297031" y="173148"/>
                  </a:lnTo>
                  <a:lnTo>
                    <a:pt x="2254365" y="184892"/>
                  </a:lnTo>
                  <a:lnTo>
                    <a:pt x="2209016" y="196110"/>
                  </a:lnTo>
                  <a:lnTo>
                    <a:pt x="2161090" y="206780"/>
                  </a:lnTo>
                  <a:lnTo>
                    <a:pt x="2110696" y="216875"/>
                  </a:lnTo>
                  <a:lnTo>
                    <a:pt x="2057942" y="226374"/>
                  </a:lnTo>
                  <a:lnTo>
                    <a:pt x="2002936" y="235250"/>
                  </a:lnTo>
                  <a:lnTo>
                    <a:pt x="1945787" y="243481"/>
                  </a:lnTo>
                  <a:lnTo>
                    <a:pt x="1886601" y="251043"/>
                  </a:lnTo>
                  <a:lnTo>
                    <a:pt x="1825489" y="257910"/>
                  </a:lnTo>
                  <a:lnTo>
                    <a:pt x="1762556" y="264060"/>
                  </a:lnTo>
                  <a:lnTo>
                    <a:pt x="1697912" y="269468"/>
                  </a:lnTo>
                  <a:lnTo>
                    <a:pt x="1631665" y="274110"/>
                  </a:lnTo>
                  <a:lnTo>
                    <a:pt x="1563922" y="277962"/>
                  </a:lnTo>
                  <a:lnTo>
                    <a:pt x="1494792" y="280999"/>
                  </a:lnTo>
                  <a:lnTo>
                    <a:pt x="1424383" y="283199"/>
                  </a:lnTo>
                  <a:lnTo>
                    <a:pt x="1352803" y="284536"/>
                  </a:lnTo>
                  <a:lnTo>
                    <a:pt x="1280160" y="284987"/>
                  </a:lnTo>
                  <a:lnTo>
                    <a:pt x="1207516" y="284536"/>
                  </a:lnTo>
                  <a:lnTo>
                    <a:pt x="1135936" y="283199"/>
                  </a:lnTo>
                  <a:lnTo>
                    <a:pt x="1065527" y="280999"/>
                  </a:lnTo>
                  <a:lnTo>
                    <a:pt x="996397" y="277962"/>
                  </a:lnTo>
                  <a:lnTo>
                    <a:pt x="928654" y="274110"/>
                  </a:lnTo>
                  <a:lnTo>
                    <a:pt x="862407" y="269468"/>
                  </a:lnTo>
                  <a:lnTo>
                    <a:pt x="797763" y="264060"/>
                  </a:lnTo>
                  <a:lnTo>
                    <a:pt x="734830" y="257910"/>
                  </a:lnTo>
                  <a:lnTo>
                    <a:pt x="673718" y="251043"/>
                  </a:lnTo>
                  <a:lnTo>
                    <a:pt x="614532" y="243481"/>
                  </a:lnTo>
                  <a:lnTo>
                    <a:pt x="557383" y="235250"/>
                  </a:lnTo>
                  <a:lnTo>
                    <a:pt x="502377" y="226374"/>
                  </a:lnTo>
                  <a:lnTo>
                    <a:pt x="449623" y="216875"/>
                  </a:lnTo>
                  <a:lnTo>
                    <a:pt x="399229" y="206780"/>
                  </a:lnTo>
                  <a:lnTo>
                    <a:pt x="351303" y="196110"/>
                  </a:lnTo>
                  <a:lnTo>
                    <a:pt x="305954" y="184892"/>
                  </a:lnTo>
                  <a:lnTo>
                    <a:pt x="263288" y="173148"/>
                  </a:lnTo>
                  <a:lnTo>
                    <a:pt x="223414" y="160902"/>
                  </a:lnTo>
                  <a:lnTo>
                    <a:pt x="186441" y="148180"/>
                  </a:lnTo>
                  <a:lnTo>
                    <a:pt x="121628" y="121399"/>
                  </a:lnTo>
                  <a:lnTo>
                    <a:pt x="69712" y="92998"/>
                  </a:lnTo>
                  <a:lnTo>
                    <a:pt x="31559" y="63170"/>
                  </a:lnTo>
                  <a:lnTo>
                    <a:pt x="8034" y="32106"/>
                  </a:lnTo>
                  <a:lnTo>
                    <a:pt x="0" y="0"/>
                  </a:lnTo>
                  <a:lnTo>
                    <a:pt x="0" y="1709927"/>
                  </a:lnTo>
                  <a:lnTo>
                    <a:pt x="17914" y="1757708"/>
                  </a:lnTo>
                  <a:lnTo>
                    <a:pt x="48861" y="1788178"/>
                  </a:lnTo>
                  <a:lnTo>
                    <a:pt x="94004" y="1817317"/>
                  </a:lnTo>
                  <a:lnTo>
                    <a:pt x="152476" y="1844932"/>
                  </a:lnTo>
                  <a:lnTo>
                    <a:pt x="223414" y="1870830"/>
                  </a:lnTo>
                  <a:lnTo>
                    <a:pt x="263288" y="1883076"/>
                  </a:lnTo>
                  <a:lnTo>
                    <a:pt x="305954" y="1894820"/>
                  </a:lnTo>
                  <a:lnTo>
                    <a:pt x="351303" y="1906038"/>
                  </a:lnTo>
                  <a:lnTo>
                    <a:pt x="399229" y="1916708"/>
                  </a:lnTo>
                  <a:lnTo>
                    <a:pt x="449623" y="1926803"/>
                  </a:lnTo>
                  <a:lnTo>
                    <a:pt x="502377" y="1936302"/>
                  </a:lnTo>
                  <a:lnTo>
                    <a:pt x="557383" y="1945178"/>
                  </a:lnTo>
                  <a:lnTo>
                    <a:pt x="614532" y="1953409"/>
                  </a:lnTo>
                  <a:lnTo>
                    <a:pt x="673718" y="1960971"/>
                  </a:lnTo>
                  <a:lnTo>
                    <a:pt x="734830" y="1967838"/>
                  </a:lnTo>
                  <a:lnTo>
                    <a:pt x="797763" y="1973988"/>
                  </a:lnTo>
                  <a:lnTo>
                    <a:pt x="862407" y="1979396"/>
                  </a:lnTo>
                  <a:lnTo>
                    <a:pt x="928654" y="1984038"/>
                  </a:lnTo>
                  <a:lnTo>
                    <a:pt x="996397" y="1987890"/>
                  </a:lnTo>
                  <a:lnTo>
                    <a:pt x="1065527" y="1990927"/>
                  </a:lnTo>
                  <a:lnTo>
                    <a:pt x="1135936" y="1993127"/>
                  </a:lnTo>
                  <a:lnTo>
                    <a:pt x="1207516" y="1994464"/>
                  </a:lnTo>
                  <a:lnTo>
                    <a:pt x="1280160" y="1994915"/>
                  </a:lnTo>
                  <a:lnTo>
                    <a:pt x="1352803" y="1994464"/>
                  </a:lnTo>
                  <a:lnTo>
                    <a:pt x="1424383" y="1993127"/>
                  </a:lnTo>
                  <a:lnTo>
                    <a:pt x="1494792" y="1990927"/>
                  </a:lnTo>
                  <a:lnTo>
                    <a:pt x="1563922" y="1987890"/>
                  </a:lnTo>
                  <a:lnTo>
                    <a:pt x="1631665" y="1984038"/>
                  </a:lnTo>
                  <a:lnTo>
                    <a:pt x="1697912" y="1979396"/>
                  </a:lnTo>
                  <a:lnTo>
                    <a:pt x="1762556" y="1973988"/>
                  </a:lnTo>
                  <a:lnTo>
                    <a:pt x="1825489" y="1967838"/>
                  </a:lnTo>
                  <a:lnTo>
                    <a:pt x="1886601" y="1960971"/>
                  </a:lnTo>
                  <a:lnTo>
                    <a:pt x="1945787" y="1953409"/>
                  </a:lnTo>
                  <a:lnTo>
                    <a:pt x="2002936" y="1945178"/>
                  </a:lnTo>
                  <a:lnTo>
                    <a:pt x="2057942" y="1936302"/>
                  </a:lnTo>
                  <a:lnTo>
                    <a:pt x="2110696" y="1926803"/>
                  </a:lnTo>
                  <a:lnTo>
                    <a:pt x="2161090" y="1916708"/>
                  </a:lnTo>
                  <a:lnTo>
                    <a:pt x="2209016" y="1906038"/>
                  </a:lnTo>
                  <a:lnTo>
                    <a:pt x="2254365" y="1894820"/>
                  </a:lnTo>
                  <a:lnTo>
                    <a:pt x="2297031" y="1883076"/>
                  </a:lnTo>
                  <a:lnTo>
                    <a:pt x="2336905" y="1870830"/>
                  </a:lnTo>
                  <a:lnTo>
                    <a:pt x="2373878" y="1858108"/>
                  </a:lnTo>
                  <a:lnTo>
                    <a:pt x="2438691" y="1831327"/>
                  </a:lnTo>
                  <a:lnTo>
                    <a:pt x="2490607" y="1802926"/>
                  </a:lnTo>
                  <a:lnTo>
                    <a:pt x="2528760" y="1773098"/>
                  </a:lnTo>
                  <a:lnTo>
                    <a:pt x="2552285" y="1742034"/>
                  </a:lnTo>
                  <a:lnTo>
                    <a:pt x="2560320" y="1709927"/>
                  </a:lnTo>
                  <a:lnTo>
                    <a:pt x="2560320" y="0"/>
                  </a:lnTo>
                  <a:close/>
                </a:path>
              </a:pathLst>
            </a:custGeom>
            <a:solidFill>
              <a:srgbClr val="C0C0C0"/>
            </a:solidFill>
          </p:spPr>
          <p:txBody>
            <a:bodyPr wrap="square" lIns="0" tIns="0" rIns="0" bIns="0" rtlCol="0"/>
            <a:lstStyle/>
            <a:p/>
          </p:txBody>
        </p:sp>
        <p:sp>
          <p:nvSpPr>
            <p:cNvPr id="8" name="object 8" descr=""/>
            <p:cNvSpPr/>
            <p:nvPr/>
          </p:nvSpPr>
          <p:spPr>
            <a:xfrm>
              <a:off x="3466338" y="4040884"/>
              <a:ext cx="2560320" cy="570230"/>
            </a:xfrm>
            <a:custGeom>
              <a:avLst/>
              <a:gdLst/>
              <a:ahLst/>
              <a:cxnLst/>
              <a:rect l="l" t="t" r="r" b="b"/>
              <a:pathLst>
                <a:path w="2560320" h="570229">
                  <a:moveTo>
                    <a:pt x="1280160" y="0"/>
                  </a:moveTo>
                  <a:lnTo>
                    <a:pt x="1207516" y="451"/>
                  </a:lnTo>
                  <a:lnTo>
                    <a:pt x="1135936" y="1788"/>
                  </a:lnTo>
                  <a:lnTo>
                    <a:pt x="1065527" y="3988"/>
                  </a:lnTo>
                  <a:lnTo>
                    <a:pt x="996397" y="7025"/>
                  </a:lnTo>
                  <a:lnTo>
                    <a:pt x="928654" y="10877"/>
                  </a:lnTo>
                  <a:lnTo>
                    <a:pt x="862407" y="15519"/>
                  </a:lnTo>
                  <a:lnTo>
                    <a:pt x="797763" y="20927"/>
                  </a:lnTo>
                  <a:lnTo>
                    <a:pt x="734830" y="27077"/>
                  </a:lnTo>
                  <a:lnTo>
                    <a:pt x="673718" y="33944"/>
                  </a:lnTo>
                  <a:lnTo>
                    <a:pt x="614532" y="41506"/>
                  </a:lnTo>
                  <a:lnTo>
                    <a:pt x="557383" y="49737"/>
                  </a:lnTo>
                  <a:lnTo>
                    <a:pt x="502377" y="58613"/>
                  </a:lnTo>
                  <a:lnTo>
                    <a:pt x="449623" y="68112"/>
                  </a:lnTo>
                  <a:lnTo>
                    <a:pt x="399229" y="78207"/>
                  </a:lnTo>
                  <a:lnTo>
                    <a:pt x="351303" y="88877"/>
                  </a:lnTo>
                  <a:lnTo>
                    <a:pt x="305954" y="100095"/>
                  </a:lnTo>
                  <a:lnTo>
                    <a:pt x="263288" y="111839"/>
                  </a:lnTo>
                  <a:lnTo>
                    <a:pt x="223414" y="124085"/>
                  </a:lnTo>
                  <a:lnTo>
                    <a:pt x="186441" y="136807"/>
                  </a:lnTo>
                  <a:lnTo>
                    <a:pt x="121628" y="163588"/>
                  </a:lnTo>
                  <a:lnTo>
                    <a:pt x="69712" y="191989"/>
                  </a:lnTo>
                  <a:lnTo>
                    <a:pt x="31559" y="221817"/>
                  </a:lnTo>
                  <a:lnTo>
                    <a:pt x="8034" y="252881"/>
                  </a:lnTo>
                  <a:lnTo>
                    <a:pt x="0" y="284988"/>
                  </a:lnTo>
                  <a:lnTo>
                    <a:pt x="2026" y="301159"/>
                  </a:lnTo>
                  <a:lnTo>
                    <a:pt x="31559" y="348158"/>
                  </a:lnTo>
                  <a:lnTo>
                    <a:pt x="69712" y="377986"/>
                  </a:lnTo>
                  <a:lnTo>
                    <a:pt x="121628" y="406387"/>
                  </a:lnTo>
                  <a:lnTo>
                    <a:pt x="186441" y="433168"/>
                  </a:lnTo>
                  <a:lnTo>
                    <a:pt x="223414" y="445890"/>
                  </a:lnTo>
                  <a:lnTo>
                    <a:pt x="263288" y="458136"/>
                  </a:lnTo>
                  <a:lnTo>
                    <a:pt x="305954" y="469880"/>
                  </a:lnTo>
                  <a:lnTo>
                    <a:pt x="351303" y="481098"/>
                  </a:lnTo>
                  <a:lnTo>
                    <a:pt x="399229" y="491768"/>
                  </a:lnTo>
                  <a:lnTo>
                    <a:pt x="449623" y="501863"/>
                  </a:lnTo>
                  <a:lnTo>
                    <a:pt x="502377" y="511362"/>
                  </a:lnTo>
                  <a:lnTo>
                    <a:pt x="557383" y="520238"/>
                  </a:lnTo>
                  <a:lnTo>
                    <a:pt x="614532" y="528469"/>
                  </a:lnTo>
                  <a:lnTo>
                    <a:pt x="673718" y="536031"/>
                  </a:lnTo>
                  <a:lnTo>
                    <a:pt x="734830" y="542898"/>
                  </a:lnTo>
                  <a:lnTo>
                    <a:pt x="797763" y="549048"/>
                  </a:lnTo>
                  <a:lnTo>
                    <a:pt x="862407" y="554456"/>
                  </a:lnTo>
                  <a:lnTo>
                    <a:pt x="928654" y="559098"/>
                  </a:lnTo>
                  <a:lnTo>
                    <a:pt x="996397" y="562950"/>
                  </a:lnTo>
                  <a:lnTo>
                    <a:pt x="1065527" y="565987"/>
                  </a:lnTo>
                  <a:lnTo>
                    <a:pt x="1135936" y="568187"/>
                  </a:lnTo>
                  <a:lnTo>
                    <a:pt x="1207516" y="569524"/>
                  </a:lnTo>
                  <a:lnTo>
                    <a:pt x="1280160" y="569976"/>
                  </a:lnTo>
                  <a:lnTo>
                    <a:pt x="1352803" y="569524"/>
                  </a:lnTo>
                  <a:lnTo>
                    <a:pt x="1424383" y="568187"/>
                  </a:lnTo>
                  <a:lnTo>
                    <a:pt x="1494792" y="565987"/>
                  </a:lnTo>
                  <a:lnTo>
                    <a:pt x="1563922" y="562950"/>
                  </a:lnTo>
                  <a:lnTo>
                    <a:pt x="1631665" y="559098"/>
                  </a:lnTo>
                  <a:lnTo>
                    <a:pt x="1697912" y="554456"/>
                  </a:lnTo>
                  <a:lnTo>
                    <a:pt x="1762556" y="549048"/>
                  </a:lnTo>
                  <a:lnTo>
                    <a:pt x="1825489" y="542898"/>
                  </a:lnTo>
                  <a:lnTo>
                    <a:pt x="1886601" y="536031"/>
                  </a:lnTo>
                  <a:lnTo>
                    <a:pt x="1945787" y="528469"/>
                  </a:lnTo>
                  <a:lnTo>
                    <a:pt x="2002936" y="520238"/>
                  </a:lnTo>
                  <a:lnTo>
                    <a:pt x="2057942" y="511362"/>
                  </a:lnTo>
                  <a:lnTo>
                    <a:pt x="2110696" y="501863"/>
                  </a:lnTo>
                  <a:lnTo>
                    <a:pt x="2161090" y="491768"/>
                  </a:lnTo>
                  <a:lnTo>
                    <a:pt x="2209016" y="481098"/>
                  </a:lnTo>
                  <a:lnTo>
                    <a:pt x="2254365" y="469880"/>
                  </a:lnTo>
                  <a:lnTo>
                    <a:pt x="2297031" y="458136"/>
                  </a:lnTo>
                  <a:lnTo>
                    <a:pt x="2336905" y="445890"/>
                  </a:lnTo>
                  <a:lnTo>
                    <a:pt x="2373878" y="433168"/>
                  </a:lnTo>
                  <a:lnTo>
                    <a:pt x="2438691" y="406387"/>
                  </a:lnTo>
                  <a:lnTo>
                    <a:pt x="2490607" y="377986"/>
                  </a:lnTo>
                  <a:lnTo>
                    <a:pt x="2528760" y="348158"/>
                  </a:lnTo>
                  <a:lnTo>
                    <a:pt x="2552285" y="317094"/>
                  </a:lnTo>
                  <a:lnTo>
                    <a:pt x="2560320" y="284988"/>
                  </a:lnTo>
                  <a:lnTo>
                    <a:pt x="2558293" y="268816"/>
                  </a:lnTo>
                  <a:lnTo>
                    <a:pt x="2528760" y="221817"/>
                  </a:lnTo>
                  <a:lnTo>
                    <a:pt x="2490607" y="191989"/>
                  </a:lnTo>
                  <a:lnTo>
                    <a:pt x="2438691" y="163588"/>
                  </a:lnTo>
                  <a:lnTo>
                    <a:pt x="2373878" y="136807"/>
                  </a:lnTo>
                  <a:lnTo>
                    <a:pt x="2336905" y="124085"/>
                  </a:lnTo>
                  <a:lnTo>
                    <a:pt x="2297031" y="111839"/>
                  </a:lnTo>
                  <a:lnTo>
                    <a:pt x="2254365" y="100095"/>
                  </a:lnTo>
                  <a:lnTo>
                    <a:pt x="2209016" y="88877"/>
                  </a:lnTo>
                  <a:lnTo>
                    <a:pt x="2161090" y="78207"/>
                  </a:lnTo>
                  <a:lnTo>
                    <a:pt x="2110696" y="68112"/>
                  </a:lnTo>
                  <a:lnTo>
                    <a:pt x="2057942" y="58613"/>
                  </a:lnTo>
                  <a:lnTo>
                    <a:pt x="2002936" y="49737"/>
                  </a:lnTo>
                  <a:lnTo>
                    <a:pt x="1945787" y="41506"/>
                  </a:lnTo>
                  <a:lnTo>
                    <a:pt x="1886601" y="33944"/>
                  </a:lnTo>
                  <a:lnTo>
                    <a:pt x="1825489" y="27077"/>
                  </a:lnTo>
                  <a:lnTo>
                    <a:pt x="1762556" y="20927"/>
                  </a:lnTo>
                  <a:lnTo>
                    <a:pt x="1697912" y="15519"/>
                  </a:lnTo>
                  <a:lnTo>
                    <a:pt x="1631665" y="10877"/>
                  </a:lnTo>
                  <a:lnTo>
                    <a:pt x="1563922" y="7025"/>
                  </a:lnTo>
                  <a:lnTo>
                    <a:pt x="1494792" y="3988"/>
                  </a:lnTo>
                  <a:lnTo>
                    <a:pt x="1424383" y="1788"/>
                  </a:lnTo>
                  <a:lnTo>
                    <a:pt x="1352803" y="451"/>
                  </a:lnTo>
                  <a:lnTo>
                    <a:pt x="1280160" y="0"/>
                  </a:lnTo>
                  <a:close/>
                </a:path>
              </a:pathLst>
            </a:custGeom>
            <a:solidFill>
              <a:srgbClr val="DADADA"/>
            </a:solidFill>
          </p:spPr>
          <p:txBody>
            <a:bodyPr wrap="square" lIns="0" tIns="0" rIns="0" bIns="0" rtlCol="0"/>
            <a:lstStyle/>
            <a:p/>
          </p:txBody>
        </p:sp>
        <p:sp>
          <p:nvSpPr>
            <p:cNvPr id="9" name="object 9" descr=""/>
            <p:cNvSpPr/>
            <p:nvPr/>
          </p:nvSpPr>
          <p:spPr>
            <a:xfrm>
              <a:off x="3466338" y="4040884"/>
              <a:ext cx="2560320" cy="2280285"/>
            </a:xfrm>
            <a:custGeom>
              <a:avLst/>
              <a:gdLst/>
              <a:ahLst/>
              <a:cxnLst/>
              <a:rect l="l" t="t" r="r" b="b"/>
              <a:pathLst>
                <a:path w="2560320" h="2280285">
                  <a:moveTo>
                    <a:pt x="2560319" y="284988"/>
                  </a:moveTo>
                  <a:lnTo>
                    <a:pt x="2542405" y="332768"/>
                  </a:lnTo>
                  <a:lnTo>
                    <a:pt x="2511458" y="363238"/>
                  </a:lnTo>
                  <a:lnTo>
                    <a:pt x="2466315" y="392377"/>
                  </a:lnTo>
                  <a:lnTo>
                    <a:pt x="2407843" y="419992"/>
                  </a:lnTo>
                  <a:lnTo>
                    <a:pt x="2336905" y="445890"/>
                  </a:lnTo>
                  <a:lnTo>
                    <a:pt x="2297031" y="458136"/>
                  </a:lnTo>
                  <a:lnTo>
                    <a:pt x="2254365" y="469880"/>
                  </a:lnTo>
                  <a:lnTo>
                    <a:pt x="2209016" y="481098"/>
                  </a:lnTo>
                  <a:lnTo>
                    <a:pt x="2161090" y="491768"/>
                  </a:lnTo>
                  <a:lnTo>
                    <a:pt x="2110696" y="501863"/>
                  </a:lnTo>
                  <a:lnTo>
                    <a:pt x="2057942" y="511362"/>
                  </a:lnTo>
                  <a:lnTo>
                    <a:pt x="2002936" y="520238"/>
                  </a:lnTo>
                  <a:lnTo>
                    <a:pt x="1945787" y="528469"/>
                  </a:lnTo>
                  <a:lnTo>
                    <a:pt x="1886601" y="536031"/>
                  </a:lnTo>
                  <a:lnTo>
                    <a:pt x="1825489" y="542898"/>
                  </a:lnTo>
                  <a:lnTo>
                    <a:pt x="1762556" y="549048"/>
                  </a:lnTo>
                  <a:lnTo>
                    <a:pt x="1697912" y="554456"/>
                  </a:lnTo>
                  <a:lnTo>
                    <a:pt x="1631665" y="559098"/>
                  </a:lnTo>
                  <a:lnTo>
                    <a:pt x="1563922" y="562950"/>
                  </a:lnTo>
                  <a:lnTo>
                    <a:pt x="1494792" y="565987"/>
                  </a:lnTo>
                  <a:lnTo>
                    <a:pt x="1424383" y="568187"/>
                  </a:lnTo>
                  <a:lnTo>
                    <a:pt x="1352803" y="569524"/>
                  </a:lnTo>
                  <a:lnTo>
                    <a:pt x="1280159" y="569976"/>
                  </a:lnTo>
                  <a:lnTo>
                    <a:pt x="1207516" y="569524"/>
                  </a:lnTo>
                  <a:lnTo>
                    <a:pt x="1135936" y="568187"/>
                  </a:lnTo>
                  <a:lnTo>
                    <a:pt x="1065527" y="565987"/>
                  </a:lnTo>
                  <a:lnTo>
                    <a:pt x="996397" y="562950"/>
                  </a:lnTo>
                  <a:lnTo>
                    <a:pt x="928654" y="559098"/>
                  </a:lnTo>
                  <a:lnTo>
                    <a:pt x="862407" y="554456"/>
                  </a:lnTo>
                  <a:lnTo>
                    <a:pt x="797763" y="549048"/>
                  </a:lnTo>
                  <a:lnTo>
                    <a:pt x="734830" y="542898"/>
                  </a:lnTo>
                  <a:lnTo>
                    <a:pt x="673718" y="536031"/>
                  </a:lnTo>
                  <a:lnTo>
                    <a:pt x="614532" y="528469"/>
                  </a:lnTo>
                  <a:lnTo>
                    <a:pt x="557383" y="520238"/>
                  </a:lnTo>
                  <a:lnTo>
                    <a:pt x="502377" y="511362"/>
                  </a:lnTo>
                  <a:lnTo>
                    <a:pt x="449623" y="501863"/>
                  </a:lnTo>
                  <a:lnTo>
                    <a:pt x="399229" y="491768"/>
                  </a:lnTo>
                  <a:lnTo>
                    <a:pt x="351303" y="481098"/>
                  </a:lnTo>
                  <a:lnTo>
                    <a:pt x="305954" y="469880"/>
                  </a:lnTo>
                  <a:lnTo>
                    <a:pt x="263288" y="458136"/>
                  </a:lnTo>
                  <a:lnTo>
                    <a:pt x="223414" y="445890"/>
                  </a:lnTo>
                  <a:lnTo>
                    <a:pt x="186441" y="433168"/>
                  </a:lnTo>
                  <a:lnTo>
                    <a:pt x="121628" y="406387"/>
                  </a:lnTo>
                  <a:lnTo>
                    <a:pt x="69712" y="377986"/>
                  </a:lnTo>
                  <a:lnTo>
                    <a:pt x="31559" y="348158"/>
                  </a:lnTo>
                  <a:lnTo>
                    <a:pt x="8034" y="317094"/>
                  </a:lnTo>
                  <a:lnTo>
                    <a:pt x="0" y="284988"/>
                  </a:lnTo>
                  <a:lnTo>
                    <a:pt x="2026" y="268816"/>
                  </a:lnTo>
                  <a:lnTo>
                    <a:pt x="31559" y="221817"/>
                  </a:lnTo>
                  <a:lnTo>
                    <a:pt x="69712" y="191989"/>
                  </a:lnTo>
                  <a:lnTo>
                    <a:pt x="121628" y="163588"/>
                  </a:lnTo>
                  <a:lnTo>
                    <a:pt x="186441" y="136807"/>
                  </a:lnTo>
                  <a:lnTo>
                    <a:pt x="223414" y="124085"/>
                  </a:lnTo>
                  <a:lnTo>
                    <a:pt x="263288" y="111839"/>
                  </a:lnTo>
                  <a:lnTo>
                    <a:pt x="305954" y="100095"/>
                  </a:lnTo>
                  <a:lnTo>
                    <a:pt x="351303" y="88877"/>
                  </a:lnTo>
                  <a:lnTo>
                    <a:pt x="399229" y="78207"/>
                  </a:lnTo>
                  <a:lnTo>
                    <a:pt x="449623" y="68112"/>
                  </a:lnTo>
                  <a:lnTo>
                    <a:pt x="502377" y="58613"/>
                  </a:lnTo>
                  <a:lnTo>
                    <a:pt x="557383" y="49737"/>
                  </a:lnTo>
                  <a:lnTo>
                    <a:pt x="614532" y="41506"/>
                  </a:lnTo>
                  <a:lnTo>
                    <a:pt x="673718" y="33944"/>
                  </a:lnTo>
                  <a:lnTo>
                    <a:pt x="734830" y="27077"/>
                  </a:lnTo>
                  <a:lnTo>
                    <a:pt x="797763" y="20927"/>
                  </a:lnTo>
                  <a:lnTo>
                    <a:pt x="862407" y="15519"/>
                  </a:lnTo>
                  <a:lnTo>
                    <a:pt x="928654" y="10877"/>
                  </a:lnTo>
                  <a:lnTo>
                    <a:pt x="996397" y="7025"/>
                  </a:lnTo>
                  <a:lnTo>
                    <a:pt x="1065527" y="3988"/>
                  </a:lnTo>
                  <a:lnTo>
                    <a:pt x="1135936" y="1788"/>
                  </a:lnTo>
                  <a:lnTo>
                    <a:pt x="1207516" y="451"/>
                  </a:lnTo>
                  <a:lnTo>
                    <a:pt x="1280159" y="0"/>
                  </a:lnTo>
                  <a:lnTo>
                    <a:pt x="1352803" y="451"/>
                  </a:lnTo>
                  <a:lnTo>
                    <a:pt x="1424383" y="1788"/>
                  </a:lnTo>
                  <a:lnTo>
                    <a:pt x="1494792" y="3988"/>
                  </a:lnTo>
                  <a:lnTo>
                    <a:pt x="1563922" y="7025"/>
                  </a:lnTo>
                  <a:lnTo>
                    <a:pt x="1631665" y="10877"/>
                  </a:lnTo>
                  <a:lnTo>
                    <a:pt x="1697912" y="15519"/>
                  </a:lnTo>
                  <a:lnTo>
                    <a:pt x="1762556" y="20927"/>
                  </a:lnTo>
                  <a:lnTo>
                    <a:pt x="1825489" y="27077"/>
                  </a:lnTo>
                  <a:lnTo>
                    <a:pt x="1886601" y="33944"/>
                  </a:lnTo>
                  <a:lnTo>
                    <a:pt x="1945787" y="41506"/>
                  </a:lnTo>
                  <a:lnTo>
                    <a:pt x="2002936" y="49737"/>
                  </a:lnTo>
                  <a:lnTo>
                    <a:pt x="2057942" y="58613"/>
                  </a:lnTo>
                  <a:lnTo>
                    <a:pt x="2110696" y="68112"/>
                  </a:lnTo>
                  <a:lnTo>
                    <a:pt x="2161090" y="78207"/>
                  </a:lnTo>
                  <a:lnTo>
                    <a:pt x="2209016" y="88877"/>
                  </a:lnTo>
                  <a:lnTo>
                    <a:pt x="2254365" y="100095"/>
                  </a:lnTo>
                  <a:lnTo>
                    <a:pt x="2297031" y="111839"/>
                  </a:lnTo>
                  <a:lnTo>
                    <a:pt x="2336905" y="124085"/>
                  </a:lnTo>
                  <a:lnTo>
                    <a:pt x="2373878" y="136807"/>
                  </a:lnTo>
                  <a:lnTo>
                    <a:pt x="2438691" y="163588"/>
                  </a:lnTo>
                  <a:lnTo>
                    <a:pt x="2490607" y="191989"/>
                  </a:lnTo>
                  <a:lnTo>
                    <a:pt x="2528760" y="221817"/>
                  </a:lnTo>
                  <a:lnTo>
                    <a:pt x="2552285" y="252881"/>
                  </a:lnTo>
                  <a:lnTo>
                    <a:pt x="2560319" y="284988"/>
                  </a:lnTo>
                  <a:close/>
                </a:path>
                <a:path w="2560320" h="2280285">
                  <a:moveTo>
                    <a:pt x="2560319" y="284988"/>
                  </a:moveTo>
                  <a:lnTo>
                    <a:pt x="2560319" y="1994916"/>
                  </a:lnTo>
                  <a:lnTo>
                    <a:pt x="2558293" y="2011087"/>
                  </a:lnTo>
                  <a:lnTo>
                    <a:pt x="2528760" y="2058086"/>
                  </a:lnTo>
                  <a:lnTo>
                    <a:pt x="2490607" y="2087914"/>
                  </a:lnTo>
                  <a:lnTo>
                    <a:pt x="2438691" y="2116315"/>
                  </a:lnTo>
                  <a:lnTo>
                    <a:pt x="2373878" y="2143096"/>
                  </a:lnTo>
                  <a:lnTo>
                    <a:pt x="2336905" y="2155818"/>
                  </a:lnTo>
                  <a:lnTo>
                    <a:pt x="2297031" y="2168064"/>
                  </a:lnTo>
                  <a:lnTo>
                    <a:pt x="2254365" y="2179808"/>
                  </a:lnTo>
                  <a:lnTo>
                    <a:pt x="2209016" y="2191026"/>
                  </a:lnTo>
                  <a:lnTo>
                    <a:pt x="2161090" y="2201696"/>
                  </a:lnTo>
                  <a:lnTo>
                    <a:pt x="2110696" y="2211791"/>
                  </a:lnTo>
                  <a:lnTo>
                    <a:pt x="2057942" y="2221290"/>
                  </a:lnTo>
                  <a:lnTo>
                    <a:pt x="2002936" y="2230166"/>
                  </a:lnTo>
                  <a:lnTo>
                    <a:pt x="1945787" y="2238397"/>
                  </a:lnTo>
                  <a:lnTo>
                    <a:pt x="1886601" y="2245959"/>
                  </a:lnTo>
                  <a:lnTo>
                    <a:pt x="1825489" y="2252826"/>
                  </a:lnTo>
                  <a:lnTo>
                    <a:pt x="1762556" y="2258976"/>
                  </a:lnTo>
                  <a:lnTo>
                    <a:pt x="1697912" y="2264384"/>
                  </a:lnTo>
                  <a:lnTo>
                    <a:pt x="1631665" y="2269026"/>
                  </a:lnTo>
                  <a:lnTo>
                    <a:pt x="1563922" y="2272878"/>
                  </a:lnTo>
                  <a:lnTo>
                    <a:pt x="1494792" y="2275915"/>
                  </a:lnTo>
                  <a:lnTo>
                    <a:pt x="1424383" y="2278115"/>
                  </a:lnTo>
                  <a:lnTo>
                    <a:pt x="1352803" y="2279452"/>
                  </a:lnTo>
                  <a:lnTo>
                    <a:pt x="1280159" y="2279904"/>
                  </a:lnTo>
                  <a:lnTo>
                    <a:pt x="1207516" y="2279452"/>
                  </a:lnTo>
                  <a:lnTo>
                    <a:pt x="1135936" y="2278115"/>
                  </a:lnTo>
                  <a:lnTo>
                    <a:pt x="1065527" y="2275915"/>
                  </a:lnTo>
                  <a:lnTo>
                    <a:pt x="996397" y="2272878"/>
                  </a:lnTo>
                  <a:lnTo>
                    <a:pt x="928654" y="2269026"/>
                  </a:lnTo>
                  <a:lnTo>
                    <a:pt x="862407" y="2264384"/>
                  </a:lnTo>
                  <a:lnTo>
                    <a:pt x="797763" y="2258976"/>
                  </a:lnTo>
                  <a:lnTo>
                    <a:pt x="734830" y="2252826"/>
                  </a:lnTo>
                  <a:lnTo>
                    <a:pt x="673718" y="2245959"/>
                  </a:lnTo>
                  <a:lnTo>
                    <a:pt x="614532" y="2238397"/>
                  </a:lnTo>
                  <a:lnTo>
                    <a:pt x="557383" y="2230166"/>
                  </a:lnTo>
                  <a:lnTo>
                    <a:pt x="502377" y="2221290"/>
                  </a:lnTo>
                  <a:lnTo>
                    <a:pt x="449623" y="2211791"/>
                  </a:lnTo>
                  <a:lnTo>
                    <a:pt x="399229" y="2201696"/>
                  </a:lnTo>
                  <a:lnTo>
                    <a:pt x="351303" y="2191026"/>
                  </a:lnTo>
                  <a:lnTo>
                    <a:pt x="305954" y="2179808"/>
                  </a:lnTo>
                  <a:lnTo>
                    <a:pt x="263288" y="2168064"/>
                  </a:lnTo>
                  <a:lnTo>
                    <a:pt x="223414" y="2155818"/>
                  </a:lnTo>
                  <a:lnTo>
                    <a:pt x="186441" y="2143096"/>
                  </a:lnTo>
                  <a:lnTo>
                    <a:pt x="121628" y="2116315"/>
                  </a:lnTo>
                  <a:lnTo>
                    <a:pt x="69712" y="2087914"/>
                  </a:lnTo>
                  <a:lnTo>
                    <a:pt x="31559" y="2058086"/>
                  </a:lnTo>
                  <a:lnTo>
                    <a:pt x="8034" y="2027022"/>
                  </a:lnTo>
                  <a:lnTo>
                    <a:pt x="0" y="1994916"/>
                  </a:lnTo>
                  <a:lnTo>
                    <a:pt x="0" y="284988"/>
                  </a:lnTo>
                </a:path>
              </a:pathLst>
            </a:custGeom>
            <a:ln w="28956">
              <a:solidFill>
                <a:srgbClr val="4E3629"/>
              </a:solidFill>
            </a:ln>
          </p:spPr>
          <p:txBody>
            <a:bodyPr wrap="square" lIns="0" tIns="0" rIns="0" bIns="0" rtlCol="0"/>
            <a:lstStyle/>
            <a:p/>
          </p:txBody>
        </p:sp>
      </p:grpSp>
      <p:sp>
        <p:nvSpPr>
          <p:cNvPr id="10" name="object 10" descr=""/>
          <p:cNvSpPr txBox="1"/>
          <p:nvPr/>
        </p:nvSpPr>
        <p:spPr>
          <a:xfrm>
            <a:off x="4096606" y="4196694"/>
            <a:ext cx="1373505" cy="269240"/>
          </a:xfrm>
          <a:prstGeom prst="rect">
            <a:avLst/>
          </a:prstGeom>
        </p:spPr>
        <p:txBody>
          <a:bodyPr wrap="square" lIns="0" tIns="12065" rIns="0" bIns="0" rtlCol="0" vert="horz">
            <a:spAutoFit/>
          </a:bodyPr>
          <a:lstStyle/>
          <a:p>
            <a:pPr marL="12700">
              <a:lnSpc>
                <a:spcPct val="100000"/>
              </a:lnSpc>
              <a:spcBef>
                <a:spcPts val="95"/>
              </a:spcBef>
            </a:pPr>
            <a:r>
              <a:rPr dirty="0" sz="1600">
                <a:solidFill>
                  <a:srgbClr val="4E3629"/>
                </a:solidFill>
                <a:latin typeface="Calibri"/>
                <a:cs typeface="Calibri"/>
              </a:rPr>
              <a:t>Oracle</a:t>
            </a:r>
            <a:r>
              <a:rPr dirty="0" sz="1600" spc="-65">
                <a:solidFill>
                  <a:srgbClr val="4E3629"/>
                </a:solidFill>
                <a:latin typeface="Calibri"/>
                <a:cs typeface="Calibri"/>
              </a:rPr>
              <a:t> </a:t>
            </a:r>
            <a:r>
              <a:rPr dirty="0" sz="1600" spc="-10">
                <a:solidFill>
                  <a:srgbClr val="4E3629"/>
                </a:solidFill>
                <a:latin typeface="Calibri"/>
                <a:cs typeface="Calibri"/>
              </a:rPr>
              <a:t>Database</a:t>
            </a:r>
            <a:endParaRPr sz="1600">
              <a:latin typeface="Calibri"/>
              <a:cs typeface="Calibri"/>
            </a:endParaRPr>
          </a:p>
        </p:txBody>
      </p:sp>
      <p:grpSp>
        <p:nvGrpSpPr>
          <p:cNvPr id="11" name="object 11" descr=""/>
          <p:cNvGrpSpPr/>
          <p:nvPr/>
        </p:nvGrpSpPr>
        <p:grpSpPr>
          <a:xfrm>
            <a:off x="3930396" y="4792979"/>
            <a:ext cx="1673860" cy="1209040"/>
            <a:chOff x="3930396" y="4792979"/>
            <a:chExt cx="1673860" cy="1209040"/>
          </a:xfrm>
        </p:grpSpPr>
        <p:sp>
          <p:nvSpPr>
            <p:cNvPr id="12" name="object 12" descr=""/>
            <p:cNvSpPr/>
            <p:nvPr/>
          </p:nvSpPr>
          <p:spPr>
            <a:xfrm>
              <a:off x="3944874" y="4807457"/>
              <a:ext cx="480059" cy="291465"/>
            </a:xfrm>
            <a:custGeom>
              <a:avLst/>
              <a:gdLst/>
              <a:ahLst/>
              <a:cxnLst/>
              <a:rect l="l" t="t" r="r" b="b"/>
              <a:pathLst>
                <a:path w="480060" h="291464">
                  <a:moveTo>
                    <a:pt x="480060" y="0"/>
                  </a:moveTo>
                  <a:lnTo>
                    <a:pt x="0" y="0"/>
                  </a:lnTo>
                  <a:lnTo>
                    <a:pt x="0" y="291083"/>
                  </a:lnTo>
                  <a:lnTo>
                    <a:pt x="480060" y="291083"/>
                  </a:lnTo>
                  <a:lnTo>
                    <a:pt x="480060" y="0"/>
                  </a:lnTo>
                  <a:close/>
                </a:path>
              </a:pathLst>
            </a:custGeom>
            <a:solidFill>
              <a:srgbClr val="FFC000"/>
            </a:solidFill>
          </p:spPr>
          <p:txBody>
            <a:bodyPr wrap="square" lIns="0" tIns="0" rIns="0" bIns="0" rtlCol="0"/>
            <a:lstStyle/>
            <a:p/>
          </p:txBody>
        </p:sp>
        <p:sp>
          <p:nvSpPr>
            <p:cNvPr id="13" name="object 13" descr=""/>
            <p:cNvSpPr/>
            <p:nvPr/>
          </p:nvSpPr>
          <p:spPr>
            <a:xfrm>
              <a:off x="3944874" y="4807457"/>
              <a:ext cx="480059" cy="291465"/>
            </a:xfrm>
            <a:custGeom>
              <a:avLst/>
              <a:gdLst/>
              <a:ahLst/>
              <a:cxnLst/>
              <a:rect l="l" t="t" r="r" b="b"/>
              <a:pathLst>
                <a:path w="480060" h="291464">
                  <a:moveTo>
                    <a:pt x="0" y="291083"/>
                  </a:moveTo>
                  <a:lnTo>
                    <a:pt x="480060" y="291083"/>
                  </a:lnTo>
                  <a:lnTo>
                    <a:pt x="480060" y="0"/>
                  </a:lnTo>
                  <a:lnTo>
                    <a:pt x="0" y="0"/>
                  </a:lnTo>
                  <a:lnTo>
                    <a:pt x="0" y="291083"/>
                  </a:lnTo>
                  <a:close/>
                </a:path>
              </a:pathLst>
            </a:custGeom>
            <a:ln w="28956">
              <a:solidFill>
                <a:srgbClr val="4E3629"/>
              </a:solidFill>
            </a:ln>
          </p:spPr>
          <p:txBody>
            <a:bodyPr wrap="square" lIns="0" tIns="0" rIns="0" bIns="0" rtlCol="0"/>
            <a:lstStyle/>
            <a:p/>
          </p:txBody>
        </p:sp>
        <p:sp>
          <p:nvSpPr>
            <p:cNvPr id="14" name="object 14" descr=""/>
            <p:cNvSpPr/>
            <p:nvPr/>
          </p:nvSpPr>
          <p:spPr>
            <a:xfrm>
              <a:off x="3944874" y="5695949"/>
              <a:ext cx="480059" cy="291465"/>
            </a:xfrm>
            <a:custGeom>
              <a:avLst/>
              <a:gdLst/>
              <a:ahLst/>
              <a:cxnLst/>
              <a:rect l="l" t="t" r="r" b="b"/>
              <a:pathLst>
                <a:path w="480060" h="291464">
                  <a:moveTo>
                    <a:pt x="480060" y="0"/>
                  </a:moveTo>
                  <a:lnTo>
                    <a:pt x="0" y="0"/>
                  </a:lnTo>
                  <a:lnTo>
                    <a:pt x="0" y="291084"/>
                  </a:lnTo>
                  <a:lnTo>
                    <a:pt x="480060" y="291084"/>
                  </a:lnTo>
                  <a:lnTo>
                    <a:pt x="480060" y="0"/>
                  </a:lnTo>
                  <a:close/>
                </a:path>
              </a:pathLst>
            </a:custGeom>
            <a:solidFill>
              <a:srgbClr val="FFC000"/>
            </a:solidFill>
          </p:spPr>
          <p:txBody>
            <a:bodyPr wrap="square" lIns="0" tIns="0" rIns="0" bIns="0" rtlCol="0"/>
            <a:lstStyle/>
            <a:p/>
          </p:txBody>
        </p:sp>
        <p:sp>
          <p:nvSpPr>
            <p:cNvPr id="15" name="object 15" descr=""/>
            <p:cNvSpPr/>
            <p:nvPr/>
          </p:nvSpPr>
          <p:spPr>
            <a:xfrm>
              <a:off x="3944874" y="5695949"/>
              <a:ext cx="480059" cy="291465"/>
            </a:xfrm>
            <a:custGeom>
              <a:avLst/>
              <a:gdLst/>
              <a:ahLst/>
              <a:cxnLst/>
              <a:rect l="l" t="t" r="r" b="b"/>
              <a:pathLst>
                <a:path w="480060" h="291464">
                  <a:moveTo>
                    <a:pt x="0" y="291084"/>
                  </a:moveTo>
                  <a:lnTo>
                    <a:pt x="480060" y="291084"/>
                  </a:lnTo>
                  <a:lnTo>
                    <a:pt x="480060" y="0"/>
                  </a:lnTo>
                  <a:lnTo>
                    <a:pt x="0" y="0"/>
                  </a:lnTo>
                  <a:lnTo>
                    <a:pt x="0" y="291084"/>
                  </a:lnTo>
                  <a:close/>
                </a:path>
              </a:pathLst>
            </a:custGeom>
            <a:ln w="28956">
              <a:solidFill>
                <a:srgbClr val="4E3629"/>
              </a:solidFill>
            </a:ln>
          </p:spPr>
          <p:txBody>
            <a:bodyPr wrap="square" lIns="0" tIns="0" rIns="0" bIns="0" rtlCol="0"/>
            <a:lstStyle/>
            <a:p/>
          </p:txBody>
        </p:sp>
        <p:sp>
          <p:nvSpPr>
            <p:cNvPr id="16" name="object 16" descr=""/>
            <p:cNvSpPr/>
            <p:nvPr/>
          </p:nvSpPr>
          <p:spPr>
            <a:xfrm>
              <a:off x="3944874" y="5257037"/>
              <a:ext cx="480059" cy="291465"/>
            </a:xfrm>
            <a:custGeom>
              <a:avLst/>
              <a:gdLst/>
              <a:ahLst/>
              <a:cxnLst/>
              <a:rect l="l" t="t" r="r" b="b"/>
              <a:pathLst>
                <a:path w="480060" h="291464">
                  <a:moveTo>
                    <a:pt x="480060" y="0"/>
                  </a:moveTo>
                  <a:lnTo>
                    <a:pt x="0" y="0"/>
                  </a:lnTo>
                  <a:lnTo>
                    <a:pt x="0" y="291084"/>
                  </a:lnTo>
                  <a:lnTo>
                    <a:pt x="480060" y="291084"/>
                  </a:lnTo>
                  <a:lnTo>
                    <a:pt x="480060" y="0"/>
                  </a:lnTo>
                  <a:close/>
                </a:path>
              </a:pathLst>
            </a:custGeom>
            <a:solidFill>
              <a:srgbClr val="FFC000"/>
            </a:solidFill>
          </p:spPr>
          <p:txBody>
            <a:bodyPr wrap="square" lIns="0" tIns="0" rIns="0" bIns="0" rtlCol="0"/>
            <a:lstStyle/>
            <a:p/>
          </p:txBody>
        </p:sp>
        <p:sp>
          <p:nvSpPr>
            <p:cNvPr id="17" name="object 17" descr=""/>
            <p:cNvSpPr/>
            <p:nvPr/>
          </p:nvSpPr>
          <p:spPr>
            <a:xfrm>
              <a:off x="3944874" y="5257037"/>
              <a:ext cx="480059" cy="291465"/>
            </a:xfrm>
            <a:custGeom>
              <a:avLst/>
              <a:gdLst/>
              <a:ahLst/>
              <a:cxnLst/>
              <a:rect l="l" t="t" r="r" b="b"/>
              <a:pathLst>
                <a:path w="480060" h="291464">
                  <a:moveTo>
                    <a:pt x="0" y="291084"/>
                  </a:moveTo>
                  <a:lnTo>
                    <a:pt x="480060" y="291084"/>
                  </a:lnTo>
                  <a:lnTo>
                    <a:pt x="480060" y="0"/>
                  </a:lnTo>
                  <a:lnTo>
                    <a:pt x="0" y="0"/>
                  </a:lnTo>
                  <a:lnTo>
                    <a:pt x="0" y="291084"/>
                  </a:lnTo>
                  <a:close/>
                </a:path>
              </a:pathLst>
            </a:custGeom>
            <a:ln w="28956">
              <a:solidFill>
                <a:srgbClr val="4E3629"/>
              </a:solidFill>
            </a:ln>
          </p:spPr>
          <p:txBody>
            <a:bodyPr wrap="square" lIns="0" tIns="0" rIns="0" bIns="0" rtlCol="0"/>
            <a:lstStyle/>
            <a:p/>
          </p:txBody>
        </p:sp>
        <p:sp>
          <p:nvSpPr>
            <p:cNvPr id="18" name="object 18" descr=""/>
            <p:cNvSpPr/>
            <p:nvPr/>
          </p:nvSpPr>
          <p:spPr>
            <a:xfrm>
              <a:off x="5109210" y="4807457"/>
              <a:ext cx="480059" cy="291465"/>
            </a:xfrm>
            <a:custGeom>
              <a:avLst/>
              <a:gdLst/>
              <a:ahLst/>
              <a:cxnLst/>
              <a:rect l="l" t="t" r="r" b="b"/>
              <a:pathLst>
                <a:path w="480060" h="291464">
                  <a:moveTo>
                    <a:pt x="480060" y="0"/>
                  </a:moveTo>
                  <a:lnTo>
                    <a:pt x="0" y="0"/>
                  </a:lnTo>
                  <a:lnTo>
                    <a:pt x="0" y="291083"/>
                  </a:lnTo>
                  <a:lnTo>
                    <a:pt x="480060" y="291083"/>
                  </a:lnTo>
                  <a:lnTo>
                    <a:pt x="480060" y="0"/>
                  </a:lnTo>
                  <a:close/>
                </a:path>
              </a:pathLst>
            </a:custGeom>
            <a:solidFill>
              <a:srgbClr val="4E3629"/>
            </a:solidFill>
          </p:spPr>
          <p:txBody>
            <a:bodyPr wrap="square" lIns="0" tIns="0" rIns="0" bIns="0" rtlCol="0"/>
            <a:lstStyle/>
            <a:p/>
          </p:txBody>
        </p:sp>
        <p:sp>
          <p:nvSpPr>
            <p:cNvPr id="19" name="object 19" descr=""/>
            <p:cNvSpPr/>
            <p:nvPr/>
          </p:nvSpPr>
          <p:spPr>
            <a:xfrm>
              <a:off x="5109210" y="4807457"/>
              <a:ext cx="480059" cy="291465"/>
            </a:xfrm>
            <a:custGeom>
              <a:avLst/>
              <a:gdLst/>
              <a:ahLst/>
              <a:cxnLst/>
              <a:rect l="l" t="t" r="r" b="b"/>
              <a:pathLst>
                <a:path w="480060" h="291464">
                  <a:moveTo>
                    <a:pt x="0" y="291083"/>
                  </a:moveTo>
                  <a:lnTo>
                    <a:pt x="480060" y="291083"/>
                  </a:lnTo>
                  <a:lnTo>
                    <a:pt x="480060" y="0"/>
                  </a:lnTo>
                  <a:lnTo>
                    <a:pt x="0" y="0"/>
                  </a:lnTo>
                  <a:lnTo>
                    <a:pt x="0" y="291083"/>
                  </a:lnTo>
                  <a:close/>
                </a:path>
              </a:pathLst>
            </a:custGeom>
            <a:ln w="28956">
              <a:solidFill>
                <a:srgbClr val="4E3629"/>
              </a:solidFill>
            </a:ln>
          </p:spPr>
          <p:txBody>
            <a:bodyPr wrap="square" lIns="0" tIns="0" rIns="0" bIns="0" rtlCol="0"/>
            <a:lstStyle/>
            <a:p/>
          </p:txBody>
        </p:sp>
        <p:sp>
          <p:nvSpPr>
            <p:cNvPr id="20" name="object 20" descr=""/>
            <p:cNvSpPr/>
            <p:nvPr/>
          </p:nvSpPr>
          <p:spPr>
            <a:xfrm>
              <a:off x="5109210" y="5247893"/>
              <a:ext cx="480059" cy="291465"/>
            </a:xfrm>
            <a:custGeom>
              <a:avLst/>
              <a:gdLst/>
              <a:ahLst/>
              <a:cxnLst/>
              <a:rect l="l" t="t" r="r" b="b"/>
              <a:pathLst>
                <a:path w="480060" h="291464">
                  <a:moveTo>
                    <a:pt x="480060" y="0"/>
                  </a:moveTo>
                  <a:lnTo>
                    <a:pt x="0" y="0"/>
                  </a:lnTo>
                  <a:lnTo>
                    <a:pt x="0" y="291083"/>
                  </a:lnTo>
                  <a:lnTo>
                    <a:pt x="480060" y="291083"/>
                  </a:lnTo>
                  <a:lnTo>
                    <a:pt x="480060" y="0"/>
                  </a:lnTo>
                  <a:close/>
                </a:path>
              </a:pathLst>
            </a:custGeom>
            <a:solidFill>
              <a:srgbClr val="4E3629"/>
            </a:solidFill>
          </p:spPr>
          <p:txBody>
            <a:bodyPr wrap="square" lIns="0" tIns="0" rIns="0" bIns="0" rtlCol="0"/>
            <a:lstStyle/>
            <a:p/>
          </p:txBody>
        </p:sp>
        <p:sp>
          <p:nvSpPr>
            <p:cNvPr id="21" name="object 21" descr=""/>
            <p:cNvSpPr/>
            <p:nvPr/>
          </p:nvSpPr>
          <p:spPr>
            <a:xfrm>
              <a:off x="5109210" y="5247893"/>
              <a:ext cx="480059" cy="291465"/>
            </a:xfrm>
            <a:custGeom>
              <a:avLst/>
              <a:gdLst/>
              <a:ahLst/>
              <a:cxnLst/>
              <a:rect l="l" t="t" r="r" b="b"/>
              <a:pathLst>
                <a:path w="480060" h="291464">
                  <a:moveTo>
                    <a:pt x="0" y="291083"/>
                  </a:moveTo>
                  <a:lnTo>
                    <a:pt x="480060" y="291083"/>
                  </a:lnTo>
                  <a:lnTo>
                    <a:pt x="480060" y="0"/>
                  </a:lnTo>
                  <a:lnTo>
                    <a:pt x="0" y="0"/>
                  </a:lnTo>
                  <a:lnTo>
                    <a:pt x="0" y="291083"/>
                  </a:lnTo>
                  <a:close/>
                </a:path>
              </a:pathLst>
            </a:custGeom>
            <a:ln w="28956">
              <a:solidFill>
                <a:srgbClr val="4E3629"/>
              </a:solidFill>
            </a:ln>
          </p:spPr>
          <p:txBody>
            <a:bodyPr wrap="square" lIns="0" tIns="0" rIns="0" bIns="0" rtlCol="0"/>
            <a:lstStyle/>
            <a:p/>
          </p:txBody>
        </p:sp>
        <p:sp>
          <p:nvSpPr>
            <p:cNvPr id="22" name="object 22" descr=""/>
            <p:cNvSpPr/>
            <p:nvPr/>
          </p:nvSpPr>
          <p:spPr>
            <a:xfrm>
              <a:off x="5109210" y="5677661"/>
              <a:ext cx="480059" cy="291465"/>
            </a:xfrm>
            <a:custGeom>
              <a:avLst/>
              <a:gdLst/>
              <a:ahLst/>
              <a:cxnLst/>
              <a:rect l="l" t="t" r="r" b="b"/>
              <a:pathLst>
                <a:path w="480060" h="291464">
                  <a:moveTo>
                    <a:pt x="480060" y="0"/>
                  </a:moveTo>
                  <a:lnTo>
                    <a:pt x="0" y="0"/>
                  </a:lnTo>
                  <a:lnTo>
                    <a:pt x="0" y="291084"/>
                  </a:lnTo>
                  <a:lnTo>
                    <a:pt x="480060" y="291084"/>
                  </a:lnTo>
                  <a:lnTo>
                    <a:pt x="480060" y="0"/>
                  </a:lnTo>
                  <a:close/>
                </a:path>
              </a:pathLst>
            </a:custGeom>
            <a:solidFill>
              <a:srgbClr val="4E3629"/>
            </a:solidFill>
          </p:spPr>
          <p:txBody>
            <a:bodyPr wrap="square" lIns="0" tIns="0" rIns="0" bIns="0" rtlCol="0"/>
            <a:lstStyle/>
            <a:p/>
          </p:txBody>
        </p:sp>
        <p:sp>
          <p:nvSpPr>
            <p:cNvPr id="23" name="object 23" descr=""/>
            <p:cNvSpPr/>
            <p:nvPr/>
          </p:nvSpPr>
          <p:spPr>
            <a:xfrm>
              <a:off x="5109210" y="5677661"/>
              <a:ext cx="480059" cy="291465"/>
            </a:xfrm>
            <a:custGeom>
              <a:avLst/>
              <a:gdLst/>
              <a:ahLst/>
              <a:cxnLst/>
              <a:rect l="l" t="t" r="r" b="b"/>
              <a:pathLst>
                <a:path w="480060" h="291464">
                  <a:moveTo>
                    <a:pt x="0" y="291084"/>
                  </a:moveTo>
                  <a:lnTo>
                    <a:pt x="480060" y="291084"/>
                  </a:lnTo>
                  <a:lnTo>
                    <a:pt x="480060" y="0"/>
                  </a:lnTo>
                  <a:lnTo>
                    <a:pt x="0" y="0"/>
                  </a:lnTo>
                  <a:lnTo>
                    <a:pt x="0" y="291084"/>
                  </a:lnTo>
                  <a:close/>
                </a:path>
              </a:pathLst>
            </a:custGeom>
            <a:ln w="28956">
              <a:solidFill>
                <a:srgbClr val="4E3629"/>
              </a:solidFill>
            </a:ln>
          </p:spPr>
          <p:txBody>
            <a:bodyPr wrap="square" lIns="0" tIns="0" rIns="0" bIns="0" rtlCol="0"/>
            <a:lstStyle/>
            <a:p/>
          </p:txBody>
        </p:sp>
      </p:grpSp>
      <p:sp>
        <p:nvSpPr>
          <p:cNvPr id="24" name="object 24"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25" name="object 25"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28</a:t>
            </a:r>
            <a:endParaRPr sz="1000">
              <a:latin typeface="Calibri"/>
              <a:cs typeface="Calibri"/>
            </a:endParaRPr>
          </a:p>
        </p:txBody>
      </p:sp>
      <p:sp>
        <p:nvSpPr>
          <p:cNvPr id="26" name="object 2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Data</a:t>
            </a:r>
            <a:r>
              <a:rPr dirty="0" spc="-100"/>
              <a:t> </a:t>
            </a:r>
            <a:r>
              <a:rPr dirty="0" spc="-10"/>
              <a:t>Dictionary</a:t>
            </a:r>
          </a:p>
        </p:txBody>
      </p:sp>
      <p:grpSp>
        <p:nvGrpSpPr>
          <p:cNvPr id="5" name="object 5" descr=""/>
          <p:cNvGrpSpPr/>
          <p:nvPr/>
        </p:nvGrpSpPr>
        <p:grpSpPr>
          <a:xfrm>
            <a:off x="3768725" y="4413378"/>
            <a:ext cx="2272665" cy="1922145"/>
            <a:chOff x="3768725" y="4413378"/>
            <a:chExt cx="2272665" cy="1922145"/>
          </a:xfrm>
        </p:grpSpPr>
        <p:sp>
          <p:nvSpPr>
            <p:cNvPr id="6" name="object 6" descr=""/>
            <p:cNvSpPr/>
            <p:nvPr/>
          </p:nvSpPr>
          <p:spPr>
            <a:xfrm>
              <a:off x="3783329" y="4664584"/>
              <a:ext cx="2243455" cy="1656714"/>
            </a:xfrm>
            <a:custGeom>
              <a:avLst/>
              <a:gdLst/>
              <a:ahLst/>
              <a:cxnLst/>
              <a:rect l="l" t="t" r="r" b="b"/>
              <a:pathLst>
                <a:path w="2243454" h="1656714">
                  <a:moveTo>
                    <a:pt x="2243328" y="0"/>
                  </a:moveTo>
                  <a:lnTo>
                    <a:pt x="2222298" y="45832"/>
                  </a:lnTo>
                  <a:lnTo>
                    <a:pt x="2186145" y="74783"/>
                  </a:lnTo>
                  <a:lnTo>
                    <a:pt x="2133663" y="102161"/>
                  </a:lnTo>
                  <a:lnTo>
                    <a:pt x="2066036" y="127717"/>
                  </a:lnTo>
                  <a:lnTo>
                    <a:pt x="2026912" y="139733"/>
                  </a:lnTo>
                  <a:lnTo>
                    <a:pt x="1984446" y="151199"/>
                  </a:lnTo>
                  <a:lnTo>
                    <a:pt x="1938784" y="162086"/>
                  </a:lnTo>
                  <a:lnTo>
                    <a:pt x="1890074" y="172360"/>
                  </a:lnTo>
                  <a:lnTo>
                    <a:pt x="1838466" y="181992"/>
                  </a:lnTo>
                  <a:lnTo>
                    <a:pt x="1784105" y="190950"/>
                  </a:lnTo>
                  <a:lnTo>
                    <a:pt x="1727140" y="199203"/>
                  </a:lnTo>
                  <a:lnTo>
                    <a:pt x="1667719" y="206719"/>
                  </a:lnTo>
                  <a:lnTo>
                    <a:pt x="1605990" y="213468"/>
                  </a:lnTo>
                  <a:lnTo>
                    <a:pt x="1542100" y="219418"/>
                  </a:lnTo>
                  <a:lnTo>
                    <a:pt x="1476197" y="224538"/>
                  </a:lnTo>
                  <a:lnTo>
                    <a:pt x="1408429" y="228798"/>
                  </a:lnTo>
                  <a:lnTo>
                    <a:pt x="1338944" y="232165"/>
                  </a:lnTo>
                  <a:lnTo>
                    <a:pt x="1267890" y="234608"/>
                  </a:lnTo>
                  <a:lnTo>
                    <a:pt x="1195414" y="236097"/>
                  </a:lnTo>
                  <a:lnTo>
                    <a:pt x="1121664" y="236600"/>
                  </a:lnTo>
                  <a:lnTo>
                    <a:pt x="1047913" y="236097"/>
                  </a:lnTo>
                  <a:lnTo>
                    <a:pt x="975437" y="234608"/>
                  </a:lnTo>
                  <a:lnTo>
                    <a:pt x="904383" y="232165"/>
                  </a:lnTo>
                  <a:lnTo>
                    <a:pt x="834898" y="228798"/>
                  </a:lnTo>
                  <a:lnTo>
                    <a:pt x="767130" y="224538"/>
                  </a:lnTo>
                  <a:lnTo>
                    <a:pt x="701227" y="219418"/>
                  </a:lnTo>
                  <a:lnTo>
                    <a:pt x="637337" y="213468"/>
                  </a:lnTo>
                  <a:lnTo>
                    <a:pt x="575608" y="206719"/>
                  </a:lnTo>
                  <a:lnTo>
                    <a:pt x="516187" y="199203"/>
                  </a:lnTo>
                  <a:lnTo>
                    <a:pt x="459222" y="190950"/>
                  </a:lnTo>
                  <a:lnTo>
                    <a:pt x="404861" y="181992"/>
                  </a:lnTo>
                  <a:lnTo>
                    <a:pt x="353253" y="172360"/>
                  </a:lnTo>
                  <a:lnTo>
                    <a:pt x="304543" y="162086"/>
                  </a:lnTo>
                  <a:lnTo>
                    <a:pt x="258881" y="151199"/>
                  </a:lnTo>
                  <a:lnTo>
                    <a:pt x="216415" y="139733"/>
                  </a:lnTo>
                  <a:lnTo>
                    <a:pt x="177291" y="127717"/>
                  </a:lnTo>
                  <a:lnTo>
                    <a:pt x="109664" y="102161"/>
                  </a:lnTo>
                  <a:lnTo>
                    <a:pt x="57182" y="74783"/>
                  </a:lnTo>
                  <a:lnTo>
                    <a:pt x="21029" y="45832"/>
                  </a:lnTo>
                  <a:lnTo>
                    <a:pt x="0" y="0"/>
                  </a:lnTo>
                  <a:lnTo>
                    <a:pt x="0" y="1419606"/>
                  </a:lnTo>
                  <a:lnTo>
                    <a:pt x="21029" y="1465438"/>
                  </a:lnTo>
                  <a:lnTo>
                    <a:pt x="57182" y="1494389"/>
                  </a:lnTo>
                  <a:lnTo>
                    <a:pt x="109664" y="1521767"/>
                  </a:lnTo>
                  <a:lnTo>
                    <a:pt x="177291" y="1547323"/>
                  </a:lnTo>
                  <a:lnTo>
                    <a:pt x="216415" y="1559339"/>
                  </a:lnTo>
                  <a:lnTo>
                    <a:pt x="258881" y="1570805"/>
                  </a:lnTo>
                  <a:lnTo>
                    <a:pt x="304543" y="1581692"/>
                  </a:lnTo>
                  <a:lnTo>
                    <a:pt x="353253" y="1591966"/>
                  </a:lnTo>
                  <a:lnTo>
                    <a:pt x="404861" y="1601598"/>
                  </a:lnTo>
                  <a:lnTo>
                    <a:pt x="459222" y="1610556"/>
                  </a:lnTo>
                  <a:lnTo>
                    <a:pt x="516187" y="1618809"/>
                  </a:lnTo>
                  <a:lnTo>
                    <a:pt x="575608" y="1626325"/>
                  </a:lnTo>
                  <a:lnTo>
                    <a:pt x="637337" y="1633074"/>
                  </a:lnTo>
                  <a:lnTo>
                    <a:pt x="701227" y="1639024"/>
                  </a:lnTo>
                  <a:lnTo>
                    <a:pt x="767130" y="1644144"/>
                  </a:lnTo>
                  <a:lnTo>
                    <a:pt x="834898" y="1648404"/>
                  </a:lnTo>
                  <a:lnTo>
                    <a:pt x="904383" y="1651771"/>
                  </a:lnTo>
                  <a:lnTo>
                    <a:pt x="975437" y="1654214"/>
                  </a:lnTo>
                  <a:lnTo>
                    <a:pt x="1047913" y="1655703"/>
                  </a:lnTo>
                  <a:lnTo>
                    <a:pt x="1121664" y="1656207"/>
                  </a:lnTo>
                  <a:lnTo>
                    <a:pt x="1195414" y="1655703"/>
                  </a:lnTo>
                  <a:lnTo>
                    <a:pt x="1267890" y="1654214"/>
                  </a:lnTo>
                  <a:lnTo>
                    <a:pt x="1338944" y="1651771"/>
                  </a:lnTo>
                  <a:lnTo>
                    <a:pt x="1408429" y="1648404"/>
                  </a:lnTo>
                  <a:lnTo>
                    <a:pt x="1476197" y="1644144"/>
                  </a:lnTo>
                  <a:lnTo>
                    <a:pt x="1542100" y="1639024"/>
                  </a:lnTo>
                  <a:lnTo>
                    <a:pt x="1605990" y="1633074"/>
                  </a:lnTo>
                  <a:lnTo>
                    <a:pt x="1667719" y="1626325"/>
                  </a:lnTo>
                  <a:lnTo>
                    <a:pt x="1727140" y="1618809"/>
                  </a:lnTo>
                  <a:lnTo>
                    <a:pt x="1784105" y="1610556"/>
                  </a:lnTo>
                  <a:lnTo>
                    <a:pt x="1838466" y="1601598"/>
                  </a:lnTo>
                  <a:lnTo>
                    <a:pt x="1890074" y="1591966"/>
                  </a:lnTo>
                  <a:lnTo>
                    <a:pt x="1938784" y="1581692"/>
                  </a:lnTo>
                  <a:lnTo>
                    <a:pt x="1984446" y="1570805"/>
                  </a:lnTo>
                  <a:lnTo>
                    <a:pt x="2026912" y="1559339"/>
                  </a:lnTo>
                  <a:lnTo>
                    <a:pt x="2066036" y="1547323"/>
                  </a:lnTo>
                  <a:lnTo>
                    <a:pt x="2133663" y="1521767"/>
                  </a:lnTo>
                  <a:lnTo>
                    <a:pt x="2186145" y="1494389"/>
                  </a:lnTo>
                  <a:lnTo>
                    <a:pt x="2222298" y="1465438"/>
                  </a:lnTo>
                  <a:lnTo>
                    <a:pt x="2243328" y="1419606"/>
                  </a:lnTo>
                  <a:lnTo>
                    <a:pt x="2243328" y="0"/>
                  </a:lnTo>
                  <a:close/>
                </a:path>
              </a:pathLst>
            </a:custGeom>
            <a:solidFill>
              <a:srgbClr val="C0C0C0"/>
            </a:solidFill>
          </p:spPr>
          <p:txBody>
            <a:bodyPr wrap="square" lIns="0" tIns="0" rIns="0" bIns="0" rtlCol="0"/>
            <a:lstStyle/>
            <a:p/>
          </p:txBody>
        </p:sp>
        <p:sp>
          <p:nvSpPr>
            <p:cNvPr id="7" name="object 7" descr=""/>
            <p:cNvSpPr/>
            <p:nvPr/>
          </p:nvSpPr>
          <p:spPr>
            <a:xfrm>
              <a:off x="3783329" y="4427983"/>
              <a:ext cx="2243455" cy="473709"/>
            </a:xfrm>
            <a:custGeom>
              <a:avLst/>
              <a:gdLst/>
              <a:ahLst/>
              <a:cxnLst/>
              <a:rect l="l" t="t" r="r" b="b"/>
              <a:pathLst>
                <a:path w="2243454" h="473710">
                  <a:moveTo>
                    <a:pt x="1121664" y="0"/>
                  </a:moveTo>
                  <a:lnTo>
                    <a:pt x="1047913" y="503"/>
                  </a:lnTo>
                  <a:lnTo>
                    <a:pt x="975437" y="1992"/>
                  </a:lnTo>
                  <a:lnTo>
                    <a:pt x="904383" y="4435"/>
                  </a:lnTo>
                  <a:lnTo>
                    <a:pt x="834898" y="7802"/>
                  </a:lnTo>
                  <a:lnTo>
                    <a:pt x="767130" y="12062"/>
                  </a:lnTo>
                  <a:lnTo>
                    <a:pt x="701227" y="17182"/>
                  </a:lnTo>
                  <a:lnTo>
                    <a:pt x="637337" y="23132"/>
                  </a:lnTo>
                  <a:lnTo>
                    <a:pt x="575608" y="29881"/>
                  </a:lnTo>
                  <a:lnTo>
                    <a:pt x="516187" y="37397"/>
                  </a:lnTo>
                  <a:lnTo>
                    <a:pt x="459222" y="45650"/>
                  </a:lnTo>
                  <a:lnTo>
                    <a:pt x="404861" y="54608"/>
                  </a:lnTo>
                  <a:lnTo>
                    <a:pt x="353253" y="64240"/>
                  </a:lnTo>
                  <a:lnTo>
                    <a:pt x="304543" y="74514"/>
                  </a:lnTo>
                  <a:lnTo>
                    <a:pt x="258881" y="85401"/>
                  </a:lnTo>
                  <a:lnTo>
                    <a:pt x="216415" y="96867"/>
                  </a:lnTo>
                  <a:lnTo>
                    <a:pt x="177291" y="108883"/>
                  </a:lnTo>
                  <a:lnTo>
                    <a:pt x="109664" y="134439"/>
                  </a:lnTo>
                  <a:lnTo>
                    <a:pt x="57182" y="161817"/>
                  </a:lnTo>
                  <a:lnTo>
                    <a:pt x="21029" y="190768"/>
                  </a:lnTo>
                  <a:lnTo>
                    <a:pt x="0" y="236600"/>
                  </a:lnTo>
                  <a:lnTo>
                    <a:pt x="2385" y="252157"/>
                  </a:lnTo>
                  <a:lnTo>
                    <a:pt x="36991" y="297090"/>
                  </a:lnTo>
                  <a:lnTo>
                    <a:pt x="81456" y="325286"/>
                  </a:lnTo>
                  <a:lnTo>
                    <a:pt x="141658" y="351784"/>
                  </a:lnTo>
                  <a:lnTo>
                    <a:pt x="216415" y="376334"/>
                  </a:lnTo>
                  <a:lnTo>
                    <a:pt x="258881" y="387800"/>
                  </a:lnTo>
                  <a:lnTo>
                    <a:pt x="304543" y="398687"/>
                  </a:lnTo>
                  <a:lnTo>
                    <a:pt x="353253" y="408961"/>
                  </a:lnTo>
                  <a:lnTo>
                    <a:pt x="404861" y="418593"/>
                  </a:lnTo>
                  <a:lnTo>
                    <a:pt x="459222" y="427551"/>
                  </a:lnTo>
                  <a:lnTo>
                    <a:pt x="516187" y="435804"/>
                  </a:lnTo>
                  <a:lnTo>
                    <a:pt x="575608" y="443320"/>
                  </a:lnTo>
                  <a:lnTo>
                    <a:pt x="637337" y="450069"/>
                  </a:lnTo>
                  <a:lnTo>
                    <a:pt x="701227" y="456019"/>
                  </a:lnTo>
                  <a:lnTo>
                    <a:pt x="767130" y="461139"/>
                  </a:lnTo>
                  <a:lnTo>
                    <a:pt x="834898" y="465399"/>
                  </a:lnTo>
                  <a:lnTo>
                    <a:pt x="904383" y="468766"/>
                  </a:lnTo>
                  <a:lnTo>
                    <a:pt x="975437" y="471209"/>
                  </a:lnTo>
                  <a:lnTo>
                    <a:pt x="1047913" y="472698"/>
                  </a:lnTo>
                  <a:lnTo>
                    <a:pt x="1121664" y="473201"/>
                  </a:lnTo>
                  <a:lnTo>
                    <a:pt x="1195414" y="472698"/>
                  </a:lnTo>
                  <a:lnTo>
                    <a:pt x="1267890" y="471209"/>
                  </a:lnTo>
                  <a:lnTo>
                    <a:pt x="1338944" y="468766"/>
                  </a:lnTo>
                  <a:lnTo>
                    <a:pt x="1408429" y="465399"/>
                  </a:lnTo>
                  <a:lnTo>
                    <a:pt x="1476197" y="461139"/>
                  </a:lnTo>
                  <a:lnTo>
                    <a:pt x="1542100" y="456019"/>
                  </a:lnTo>
                  <a:lnTo>
                    <a:pt x="1605990" y="450069"/>
                  </a:lnTo>
                  <a:lnTo>
                    <a:pt x="1667719" y="443320"/>
                  </a:lnTo>
                  <a:lnTo>
                    <a:pt x="1727140" y="435804"/>
                  </a:lnTo>
                  <a:lnTo>
                    <a:pt x="1784105" y="427551"/>
                  </a:lnTo>
                  <a:lnTo>
                    <a:pt x="1838466" y="418593"/>
                  </a:lnTo>
                  <a:lnTo>
                    <a:pt x="1890074" y="408961"/>
                  </a:lnTo>
                  <a:lnTo>
                    <a:pt x="1938784" y="398687"/>
                  </a:lnTo>
                  <a:lnTo>
                    <a:pt x="1984446" y="387800"/>
                  </a:lnTo>
                  <a:lnTo>
                    <a:pt x="2026912" y="376334"/>
                  </a:lnTo>
                  <a:lnTo>
                    <a:pt x="2066036" y="364318"/>
                  </a:lnTo>
                  <a:lnTo>
                    <a:pt x="2133663" y="338762"/>
                  </a:lnTo>
                  <a:lnTo>
                    <a:pt x="2186145" y="311384"/>
                  </a:lnTo>
                  <a:lnTo>
                    <a:pt x="2222298" y="282433"/>
                  </a:lnTo>
                  <a:lnTo>
                    <a:pt x="2243328" y="236600"/>
                  </a:lnTo>
                  <a:lnTo>
                    <a:pt x="2240942" y="221044"/>
                  </a:lnTo>
                  <a:lnTo>
                    <a:pt x="2206336" y="176111"/>
                  </a:lnTo>
                  <a:lnTo>
                    <a:pt x="2161871" y="147915"/>
                  </a:lnTo>
                  <a:lnTo>
                    <a:pt x="2101669" y="121417"/>
                  </a:lnTo>
                  <a:lnTo>
                    <a:pt x="2026912" y="96867"/>
                  </a:lnTo>
                  <a:lnTo>
                    <a:pt x="1984446" y="85401"/>
                  </a:lnTo>
                  <a:lnTo>
                    <a:pt x="1938784" y="74514"/>
                  </a:lnTo>
                  <a:lnTo>
                    <a:pt x="1890074" y="64240"/>
                  </a:lnTo>
                  <a:lnTo>
                    <a:pt x="1838466" y="54608"/>
                  </a:lnTo>
                  <a:lnTo>
                    <a:pt x="1784105" y="45650"/>
                  </a:lnTo>
                  <a:lnTo>
                    <a:pt x="1727140" y="37397"/>
                  </a:lnTo>
                  <a:lnTo>
                    <a:pt x="1667719" y="29881"/>
                  </a:lnTo>
                  <a:lnTo>
                    <a:pt x="1605990" y="23132"/>
                  </a:lnTo>
                  <a:lnTo>
                    <a:pt x="1542100" y="17182"/>
                  </a:lnTo>
                  <a:lnTo>
                    <a:pt x="1476197" y="12062"/>
                  </a:lnTo>
                  <a:lnTo>
                    <a:pt x="1408429" y="7802"/>
                  </a:lnTo>
                  <a:lnTo>
                    <a:pt x="1338944" y="4435"/>
                  </a:lnTo>
                  <a:lnTo>
                    <a:pt x="1267890" y="1992"/>
                  </a:lnTo>
                  <a:lnTo>
                    <a:pt x="1195414" y="503"/>
                  </a:lnTo>
                  <a:lnTo>
                    <a:pt x="1121664" y="0"/>
                  </a:lnTo>
                  <a:close/>
                </a:path>
              </a:pathLst>
            </a:custGeom>
            <a:solidFill>
              <a:srgbClr val="DADADA"/>
            </a:solidFill>
          </p:spPr>
          <p:txBody>
            <a:bodyPr wrap="square" lIns="0" tIns="0" rIns="0" bIns="0" rtlCol="0"/>
            <a:lstStyle/>
            <a:p/>
          </p:txBody>
        </p:sp>
        <p:sp>
          <p:nvSpPr>
            <p:cNvPr id="8" name="object 8" descr=""/>
            <p:cNvSpPr/>
            <p:nvPr/>
          </p:nvSpPr>
          <p:spPr>
            <a:xfrm>
              <a:off x="3783329" y="4427983"/>
              <a:ext cx="2243455" cy="1892935"/>
            </a:xfrm>
            <a:custGeom>
              <a:avLst/>
              <a:gdLst/>
              <a:ahLst/>
              <a:cxnLst/>
              <a:rect l="l" t="t" r="r" b="b"/>
              <a:pathLst>
                <a:path w="2243454" h="1892935">
                  <a:moveTo>
                    <a:pt x="2243328" y="236600"/>
                  </a:moveTo>
                  <a:lnTo>
                    <a:pt x="2222298" y="282433"/>
                  </a:lnTo>
                  <a:lnTo>
                    <a:pt x="2186145" y="311384"/>
                  </a:lnTo>
                  <a:lnTo>
                    <a:pt x="2133663" y="338762"/>
                  </a:lnTo>
                  <a:lnTo>
                    <a:pt x="2066036" y="364318"/>
                  </a:lnTo>
                  <a:lnTo>
                    <a:pt x="2026912" y="376334"/>
                  </a:lnTo>
                  <a:lnTo>
                    <a:pt x="1984446" y="387800"/>
                  </a:lnTo>
                  <a:lnTo>
                    <a:pt x="1938784" y="398687"/>
                  </a:lnTo>
                  <a:lnTo>
                    <a:pt x="1890074" y="408961"/>
                  </a:lnTo>
                  <a:lnTo>
                    <a:pt x="1838466" y="418593"/>
                  </a:lnTo>
                  <a:lnTo>
                    <a:pt x="1784105" y="427551"/>
                  </a:lnTo>
                  <a:lnTo>
                    <a:pt x="1727140" y="435804"/>
                  </a:lnTo>
                  <a:lnTo>
                    <a:pt x="1667719" y="443320"/>
                  </a:lnTo>
                  <a:lnTo>
                    <a:pt x="1605990" y="450069"/>
                  </a:lnTo>
                  <a:lnTo>
                    <a:pt x="1542100" y="456019"/>
                  </a:lnTo>
                  <a:lnTo>
                    <a:pt x="1476197" y="461139"/>
                  </a:lnTo>
                  <a:lnTo>
                    <a:pt x="1408429" y="465399"/>
                  </a:lnTo>
                  <a:lnTo>
                    <a:pt x="1338944" y="468766"/>
                  </a:lnTo>
                  <a:lnTo>
                    <a:pt x="1267890" y="471209"/>
                  </a:lnTo>
                  <a:lnTo>
                    <a:pt x="1195414" y="472698"/>
                  </a:lnTo>
                  <a:lnTo>
                    <a:pt x="1121664" y="473201"/>
                  </a:lnTo>
                  <a:lnTo>
                    <a:pt x="1047913" y="472698"/>
                  </a:lnTo>
                  <a:lnTo>
                    <a:pt x="975437" y="471209"/>
                  </a:lnTo>
                  <a:lnTo>
                    <a:pt x="904383" y="468766"/>
                  </a:lnTo>
                  <a:lnTo>
                    <a:pt x="834898" y="465399"/>
                  </a:lnTo>
                  <a:lnTo>
                    <a:pt x="767130" y="461139"/>
                  </a:lnTo>
                  <a:lnTo>
                    <a:pt x="701227" y="456019"/>
                  </a:lnTo>
                  <a:lnTo>
                    <a:pt x="637337" y="450069"/>
                  </a:lnTo>
                  <a:lnTo>
                    <a:pt x="575608" y="443320"/>
                  </a:lnTo>
                  <a:lnTo>
                    <a:pt x="516187" y="435804"/>
                  </a:lnTo>
                  <a:lnTo>
                    <a:pt x="459222" y="427551"/>
                  </a:lnTo>
                  <a:lnTo>
                    <a:pt x="404861" y="418593"/>
                  </a:lnTo>
                  <a:lnTo>
                    <a:pt x="353253" y="408961"/>
                  </a:lnTo>
                  <a:lnTo>
                    <a:pt x="304543" y="398687"/>
                  </a:lnTo>
                  <a:lnTo>
                    <a:pt x="258881" y="387800"/>
                  </a:lnTo>
                  <a:lnTo>
                    <a:pt x="216415" y="376334"/>
                  </a:lnTo>
                  <a:lnTo>
                    <a:pt x="177291" y="364318"/>
                  </a:lnTo>
                  <a:lnTo>
                    <a:pt x="109664" y="338762"/>
                  </a:lnTo>
                  <a:lnTo>
                    <a:pt x="57182" y="311384"/>
                  </a:lnTo>
                  <a:lnTo>
                    <a:pt x="21029" y="282433"/>
                  </a:lnTo>
                  <a:lnTo>
                    <a:pt x="0" y="236600"/>
                  </a:lnTo>
                  <a:lnTo>
                    <a:pt x="2385" y="221044"/>
                  </a:lnTo>
                  <a:lnTo>
                    <a:pt x="36991" y="176111"/>
                  </a:lnTo>
                  <a:lnTo>
                    <a:pt x="81456" y="147915"/>
                  </a:lnTo>
                  <a:lnTo>
                    <a:pt x="141658" y="121417"/>
                  </a:lnTo>
                  <a:lnTo>
                    <a:pt x="216415" y="96867"/>
                  </a:lnTo>
                  <a:lnTo>
                    <a:pt x="258881" y="85401"/>
                  </a:lnTo>
                  <a:lnTo>
                    <a:pt x="304543" y="74514"/>
                  </a:lnTo>
                  <a:lnTo>
                    <a:pt x="353253" y="64240"/>
                  </a:lnTo>
                  <a:lnTo>
                    <a:pt x="404861" y="54608"/>
                  </a:lnTo>
                  <a:lnTo>
                    <a:pt x="459222" y="45650"/>
                  </a:lnTo>
                  <a:lnTo>
                    <a:pt x="516187" y="37397"/>
                  </a:lnTo>
                  <a:lnTo>
                    <a:pt x="575608" y="29881"/>
                  </a:lnTo>
                  <a:lnTo>
                    <a:pt x="637337" y="23132"/>
                  </a:lnTo>
                  <a:lnTo>
                    <a:pt x="701227" y="17182"/>
                  </a:lnTo>
                  <a:lnTo>
                    <a:pt x="767130" y="12062"/>
                  </a:lnTo>
                  <a:lnTo>
                    <a:pt x="834898" y="7802"/>
                  </a:lnTo>
                  <a:lnTo>
                    <a:pt x="904383" y="4435"/>
                  </a:lnTo>
                  <a:lnTo>
                    <a:pt x="975437" y="1992"/>
                  </a:lnTo>
                  <a:lnTo>
                    <a:pt x="1047913" y="503"/>
                  </a:lnTo>
                  <a:lnTo>
                    <a:pt x="1121664" y="0"/>
                  </a:lnTo>
                  <a:lnTo>
                    <a:pt x="1195414" y="503"/>
                  </a:lnTo>
                  <a:lnTo>
                    <a:pt x="1267890" y="1992"/>
                  </a:lnTo>
                  <a:lnTo>
                    <a:pt x="1338944" y="4435"/>
                  </a:lnTo>
                  <a:lnTo>
                    <a:pt x="1408429" y="7802"/>
                  </a:lnTo>
                  <a:lnTo>
                    <a:pt x="1476197" y="12062"/>
                  </a:lnTo>
                  <a:lnTo>
                    <a:pt x="1542100" y="17182"/>
                  </a:lnTo>
                  <a:lnTo>
                    <a:pt x="1605990" y="23132"/>
                  </a:lnTo>
                  <a:lnTo>
                    <a:pt x="1667719" y="29881"/>
                  </a:lnTo>
                  <a:lnTo>
                    <a:pt x="1727140" y="37397"/>
                  </a:lnTo>
                  <a:lnTo>
                    <a:pt x="1784105" y="45650"/>
                  </a:lnTo>
                  <a:lnTo>
                    <a:pt x="1838466" y="54608"/>
                  </a:lnTo>
                  <a:lnTo>
                    <a:pt x="1890074" y="64240"/>
                  </a:lnTo>
                  <a:lnTo>
                    <a:pt x="1938784" y="74514"/>
                  </a:lnTo>
                  <a:lnTo>
                    <a:pt x="1984446" y="85401"/>
                  </a:lnTo>
                  <a:lnTo>
                    <a:pt x="2026912" y="96867"/>
                  </a:lnTo>
                  <a:lnTo>
                    <a:pt x="2066036" y="108883"/>
                  </a:lnTo>
                  <a:lnTo>
                    <a:pt x="2133663" y="134439"/>
                  </a:lnTo>
                  <a:lnTo>
                    <a:pt x="2186145" y="161817"/>
                  </a:lnTo>
                  <a:lnTo>
                    <a:pt x="2222298" y="190768"/>
                  </a:lnTo>
                  <a:lnTo>
                    <a:pt x="2243328" y="236600"/>
                  </a:lnTo>
                  <a:close/>
                </a:path>
                <a:path w="2243454" h="1892935">
                  <a:moveTo>
                    <a:pt x="2243328" y="236600"/>
                  </a:moveTo>
                  <a:lnTo>
                    <a:pt x="2243328" y="1656207"/>
                  </a:lnTo>
                  <a:lnTo>
                    <a:pt x="2240942" y="1671763"/>
                  </a:lnTo>
                  <a:lnTo>
                    <a:pt x="2206336" y="1716696"/>
                  </a:lnTo>
                  <a:lnTo>
                    <a:pt x="2161871" y="1744892"/>
                  </a:lnTo>
                  <a:lnTo>
                    <a:pt x="2101669" y="1771390"/>
                  </a:lnTo>
                  <a:lnTo>
                    <a:pt x="2026912" y="1795940"/>
                  </a:lnTo>
                  <a:lnTo>
                    <a:pt x="1984446" y="1807406"/>
                  </a:lnTo>
                  <a:lnTo>
                    <a:pt x="1938784" y="1818293"/>
                  </a:lnTo>
                  <a:lnTo>
                    <a:pt x="1890074" y="1828567"/>
                  </a:lnTo>
                  <a:lnTo>
                    <a:pt x="1838466" y="1838199"/>
                  </a:lnTo>
                  <a:lnTo>
                    <a:pt x="1784105" y="1847157"/>
                  </a:lnTo>
                  <a:lnTo>
                    <a:pt x="1727140" y="1855410"/>
                  </a:lnTo>
                  <a:lnTo>
                    <a:pt x="1667719" y="1862926"/>
                  </a:lnTo>
                  <a:lnTo>
                    <a:pt x="1605990" y="1869675"/>
                  </a:lnTo>
                  <a:lnTo>
                    <a:pt x="1542100" y="1875625"/>
                  </a:lnTo>
                  <a:lnTo>
                    <a:pt x="1476197" y="1880745"/>
                  </a:lnTo>
                  <a:lnTo>
                    <a:pt x="1408429" y="1885005"/>
                  </a:lnTo>
                  <a:lnTo>
                    <a:pt x="1338944" y="1888372"/>
                  </a:lnTo>
                  <a:lnTo>
                    <a:pt x="1267890" y="1890815"/>
                  </a:lnTo>
                  <a:lnTo>
                    <a:pt x="1195414" y="1892304"/>
                  </a:lnTo>
                  <a:lnTo>
                    <a:pt x="1121664" y="1892808"/>
                  </a:lnTo>
                  <a:lnTo>
                    <a:pt x="1047913" y="1892304"/>
                  </a:lnTo>
                  <a:lnTo>
                    <a:pt x="975437" y="1890815"/>
                  </a:lnTo>
                  <a:lnTo>
                    <a:pt x="904383" y="1888372"/>
                  </a:lnTo>
                  <a:lnTo>
                    <a:pt x="834898" y="1885005"/>
                  </a:lnTo>
                  <a:lnTo>
                    <a:pt x="767130" y="1880745"/>
                  </a:lnTo>
                  <a:lnTo>
                    <a:pt x="701227" y="1875625"/>
                  </a:lnTo>
                  <a:lnTo>
                    <a:pt x="637337" y="1869675"/>
                  </a:lnTo>
                  <a:lnTo>
                    <a:pt x="575608" y="1862926"/>
                  </a:lnTo>
                  <a:lnTo>
                    <a:pt x="516187" y="1855410"/>
                  </a:lnTo>
                  <a:lnTo>
                    <a:pt x="459222" y="1847157"/>
                  </a:lnTo>
                  <a:lnTo>
                    <a:pt x="404861" y="1838199"/>
                  </a:lnTo>
                  <a:lnTo>
                    <a:pt x="353253" y="1828567"/>
                  </a:lnTo>
                  <a:lnTo>
                    <a:pt x="304543" y="1818293"/>
                  </a:lnTo>
                  <a:lnTo>
                    <a:pt x="258881" y="1807406"/>
                  </a:lnTo>
                  <a:lnTo>
                    <a:pt x="216415" y="1795940"/>
                  </a:lnTo>
                  <a:lnTo>
                    <a:pt x="177291" y="1783924"/>
                  </a:lnTo>
                  <a:lnTo>
                    <a:pt x="109664" y="1758368"/>
                  </a:lnTo>
                  <a:lnTo>
                    <a:pt x="57182" y="1730990"/>
                  </a:lnTo>
                  <a:lnTo>
                    <a:pt x="21029" y="1702039"/>
                  </a:lnTo>
                  <a:lnTo>
                    <a:pt x="0" y="1656207"/>
                  </a:lnTo>
                  <a:lnTo>
                    <a:pt x="0" y="236600"/>
                  </a:lnTo>
                </a:path>
              </a:pathLst>
            </a:custGeom>
            <a:ln w="28956">
              <a:solidFill>
                <a:srgbClr val="4E3629"/>
              </a:solidFill>
            </a:ln>
          </p:spPr>
          <p:txBody>
            <a:bodyPr wrap="square" lIns="0" tIns="0" rIns="0" bIns="0" rtlCol="0"/>
            <a:lstStyle/>
            <a:p/>
          </p:txBody>
        </p:sp>
      </p:grpSp>
      <p:sp>
        <p:nvSpPr>
          <p:cNvPr id="9" name="object 9" descr=""/>
          <p:cNvSpPr txBox="1"/>
          <p:nvPr/>
        </p:nvSpPr>
        <p:spPr>
          <a:xfrm>
            <a:off x="483552" y="1415417"/>
            <a:ext cx="8092440" cy="3394075"/>
          </a:xfrm>
          <a:prstGeom prst="rect">
            <a:avLst/>
          </a:prstGeom>
        </p:spPr>
        <p:txBody>
          <a:bodyPr wrap="square" lIns="0" tIns="59690" rIns="0" bIns="0" rtlCol="0" vert="horz">
            <a:spAutoFit/>
          </a:bodyPr>
          <a:lstStyle/>
          <a:p>
            <a:pPr algn="just" marL="159385" marR="5080"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spc="-5">
                <a:solidFill>
                  <a:srgbClr val="4E3629"/>
                </a:solidFill>
                <a:uFill>
                  <a:solidFill>
                    <a:srgbClr val="EC2814"/>
                  </a:solidFill>
                </a:uFill>
                <a:latin typeface="Calibri"/>
                <a:cs typeface="Calibri"/>
              </a:rPr>
              <a:t>Las</a:t>
            </a:r>
            <a:r>
              <a:rPr dirty="0" u="heavy" sz="280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tablas</a:t>
            </a:r>
            <a:r>
              <a:rPr dirty="0" u="heavy" sz="2800" spc="1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diccionario</a:t>
            </a:r>
            <a:r>
              <a:rPr dirty="0" u="heavy" sz="2800" spc="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datos</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son</a:t>
            </a:r>
            <a:r>
              <a:rPr dirty="0" u="heavy" sz="2800" spc="2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propiedad</a:t>
            </a:r>
            <a:r>
              <a:rPr dirty="0" u="heavy" sz="2800" spc="3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un</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15">
                <a:solidFill>
                  <a:srgbClr val="4E3629"/>
                </a:solidFill>
                <a:uFill>
                  <a:solidFill>
                    <a:srgbClr val="EC2814"/>
                  </a:solidFill>
                </a:uFill>
                <a:latin typeface="Calibri"/>
                <a:cs typeface="Calibri"/>
              </a:rPr>
              <a:t>usuario</a:t>
            </a:r>
            <a:r>
              <a:rPr dirty="0" u="heavy" sz="2800" spc="2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de</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Oracle</a:t>
            </a:r>
            <a:r>
              <a:rPr dirty="0" u="heavy" sz="280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especial</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llamado</a:t>
            </a:r>
            <a:r>
              <a:rPr dirty="0" u="heavy" sz="280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SYS</a:t>
            </a:r>
            <a:r>
              <a:rPr dirty="0" u="heavy" sz="2800">
                <a:solidFill>
                  <a:srgbClr val="4E3629"/>
                </a:solidFill>
                <a:uFill>
                  <a:solidFill>
                    <a:srgbClr val="EC2814"/>
                  </a:solidFill>
                </a:uFill>
                <a:latin typeface="Calibri"/>
                <a:cs typeface="Calibri"/>
              </a:rPr>
              <a:t> y</a:t>
            </a:r>
            <a:r>
              <a:rPr dirty="0" u="heavy" sz="2800" spc="5">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solo</a:t>
            </a:r>
            <a:r>
              <a:rPr dirty="0" u="heavy" sz="280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se</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deben</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spc="-20">
                <a:solidFill>
                  <a:srgbClr val="4E3629"/>
                </a:solidFill>
                <a:uFill>
                  <a:solidFill>
                    <a:srgbClr val="EC2814"/>
                  </a:solidFill>
                </a:uFill>
                <a:latin typeface="Calibri"/>
                <a:cs typeface="Calibri"/>
              </a:rPr>
              <a:t>utilizar</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sentencias</a:t>
            </a:r>
            <a:r>
              <a:rPr dirty="0" u="heavy" sz="2800" spc="2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SELECT</a:t>
            </a:r>
            <a:r>
              <a:rPr dirty="0" u="heavy" sz="2800" spc="-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al</a:t>
            </a:r>
            <a:r>
              <a:rPr dirty="0" u="heavy" sz="2800" spc="-1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trabajar</a:t>
            </a:r>
            <a:r>
              <a:rPr dirty="0" u="heavy" sz="2800" spc="-5">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con</a:t>
            </a:r>
            <a:r>
              <a:rPr dirty="0" u="heavy" sz="2800" spc="5">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cualquiera</a:t>
            </a:r>
            <a:r>
              <a:rPr dirty="0" u="heavy" sz="2800" spc="30">
                <a:solidFill>
                  <a:srgbClr val="4E3629"/>
                </a:solidFill>
                <a:uFill>
                  <a:solidFill>
                    <a:srgbClr val="EC2814"/>
                  </a:solidFill>
                </a:uFill>
                <a:latin typeface="Calibri"/>
                <a:cs typeface="Calibri"/>
              </a:rPr>
              <a:t> </a:t>
            </a:r>
            <a:r>
              <a:rPr dirty="0" u="heavy" sz="2800" spc="-20">
                <a:solidFill>
                  <a:srgbClr val="4E3629"/>
                </a:solidFill>
                <a:uFill>
                  <a:solidFill>
                    <a:srgbClr val="EC2814"/>
                  </a:solidFill>
                </a:uFill>
                <a:latin typeface="Calibri"/>
                <a:cs typeface="Calibri"/>
              </a:rPr>
              <a:t>de</a:t>
            </a:r>
            <a:r>
              <a:rPr dirty="0" sz="2800" spc="-15">
                <a:solidFill>
                  <a:srgbClr val="4E3629"/>
                </a:solidFill>
                <a:latin typeface="Calibri"/>
                <a:cs typeface="Calibri"/>
              </a:rPr>
              <a:t> </a:t>
            </a:r>
            <a:r>
              <a:rPr dirty="0" sz="2800" spc="-15">
                <a:solidFill>
                  <a:srgbClr val="4E3629"/>
                </a:solidFill>
                <a:latin typeface="Calibri"/>
                <a:cs typeface="Calibri"/>
              </a:rPr>
              <a:t>	</a:t>
            </a:r>
            <a:r>
              <a:rPr dirty="0" u="heavy" sz="2800" spc="-25">
                <a:solidFill>
                  <a:srgbClr val="4E3629"/>
                </a:solidFill>
                <a:uFill>
                  <a:solidFill>
                    <a:srgbClr val="EC2814"/>
                  </a:solidFill>
                </a:uFill>
                <a:latin typeface="Calibri"/>
                <a:cs typeface="Calibri"/>
              </a:rPr>
              <a:t>estas</a:t>
            </a:r>
            <a:r>
              <a:rPr dirty="0" u="heavy" sz="2800" spc="10">
                <a:solidFill>
                  <a:srgbClr val="4E3629"/>
                </a:solidFill>
                <a:uFill>
                  <a:solidFill>
                    <a:srgbClr val="EC2814"/>
                  </a:solidFill>
                </a:uFill>
                <a:latin typeface="Calibri"/>
                <a:cs typeface="Calibri"/>
              </a:rPr>
              <a:t> </a:t>
            </a:r>
            <a:r>
              <a:rPr dirty="0" u="heavy" sz="2800" spc="-15">
                <a:solidFill>
                  <a:srgbClr val="4E3629"/>
                </a:solidFill>
                <a:uFill>
                  <a:solidFill>
                    <a:srgbClr val="EC2814"/>
                  </a:solidFill>
                </a:uFill>
                <a:latin typeface="Calibri"/>
                <a:cs typeface="Calibri"/>
              </a:rPr>
              <a:t>tablas</a:t>
            </a:r>
            <a:endParaRPr sz="2800">
              <a:latin typeface="Calibri"/>
              <a:cs typeface="Calibri"/>
            </a:endParaRPr>
          </a:p>
          <a:p>
            <a:pPr marL="182880" marR="29845" indent="-170815">
              <a:lnSpc>
                <a:spcPts val="3030"/>
              </a:lnSpc>
              <a:spcBef>
                <a:spcPts val="780"/>
              </a:spcBef>
              <a:buClr>
                <a:srgbClr val="D1350F"/>
              </a:buClr>
              <a:buFont typeface="Arial MT"/>
              <a:buChar char="•"/>
              <a:tabLst>
                <a:tab pos="184785" algn="l"/>
              </a:tabLst>
            </a:pPr>
            <a:r>
              <a:rPr dirty="0" sz="2800" spc="-10">
                <a:solidFill>
                  <a:srgbClr val="4E3629"/>
                </a:solidFill>
                <a:latin typeface="Calibri"/>
                <a:cs typeface="Calibri"/>
              </a:rPr>
              <a:t>Para</a:t>
            </a:r>
            <a:r>
              <a:rPr dirty="0" sz="2800" spc="-80">
                <a:solidFill>
                  <a:srgbClr val="4E3629"/>
                </a:solidFill>
                <a:latin typeface="Calibri"/>
                <a:cs typeface="Calibri"/>
              </a:rPr>
              <a:t> </a:t>
            </a:r>
            <a:r>
              <a:rPr dirty="0" sz="2800" spc="-10">
                <a:solidFill>
                  <a:srgbClr val="4E3629"/>
                </a:solidFill>
                <a:latin typeface="Calibri"/>
                <a:cs typeface="Calibri"/>
              </a:rPr>
              <a:t>proteger</a:t>
            </a:r>
            <a:r>
              <a:rPr dirty="0" sz="2800" spc="-80">
                <a:solidFill>
                  <a:srgbClr val="4E3629"/>
                </a:solidFill>
                <a:latin typeface="Calibri"/>
                <a:cs typeface="Calibri"/>
              </a:rPr>
              <a:t> </a:t>
            </a:r>
            <a:r>
              <a:rPr dirty="0" sz="2800">
                <a:solidFill>
                  <a:srgbClr val="4E3629"/>
                </a:solidFill>
                <a:latin typeface="Calibri"/>
                <a:cs typeface="Calibri"/>
              </a:rPr>
              <a:t>a</a:t>
            </a:r>
            <a:r>
              <a:rPr dirty="0" sz="2800" spc="-80">
                <a:solidFill>
                  <a:srgbClr val="4E3629"/>
                </a:solidFill>
                <a:latin typeface="Calibri"/>
                <a:cs typeface="Calibri"/>
              </a:rPr>
              <a:t> </a:t>
            </a:r>
            <a:r>
              <a:rPr dirty="0" sz="2800">
                <a:solidFill>
                  <a:srgbClr val="4E3629"/>
                </a:solidFill>
                <a:latin typeface="Calibri"/>
                <a:cs typeface="Calibri"/>
              </a:rPr>
              <a:t>estas</a:t>
            </a:r>
            <a:r>
              <a:rPr dirty="0" sz="2800" spc="-70">
                <a:solidFill>
                  <a:srgbClr val="4E3629"/>
                </a:solidFill>
                <a:latin typeface="Calibri"/>
                <a:cs typeface="Calibri"/>
              </a:rPr>
              <a:t> </a:t>
            </a:r>
            <a:r>
              <a:rPr dirty="0" sz="2800">
                <a:solidFill>
                  <a:srgbClr val="4E3629"/>
                </a:solidFill>
                <a:latin typeface="Calibri"/>
                <a:cs typeface="Calibri"/>
              </a:rPr>
              <a:t>tablas</a:t>
            </a:r>
            <a:r>
              <a:rPr dirty="0" sz="2800" spc="-70">
                <a:solidFill>
                  <a:srgbClr val="4E3629"/>
                </a:solidFill>
                <a:latin typeface="Calibri"/>
                <a:cs typeface="Calibri"/>
              </a:rPr>
              <a:t> </a:t>
            </a:r>
            <a:r>
              <a:rPr dirty="0" sz="2800">
                <a:solidFill>
                  <a:srgbClr val="4E3629"/>
                </a:solidFill>
                <a:latin typeface="Calibri"/>
                <a:cs typeface="Calibri"/>
              </a:rPr>
              <a:t>del</a:t>
            </a:r>
            <a:r>
              <a:rPr dirty="0" sz="2800" spc="-75">
                <a:solidFill>
                  <a:srgbClr val="4E3629"/>
                </a:solidFill>
                <a:latin typeface="Calibri"/>
                <a:cs typeface="Calibri"/>
              </a:rPr>
              <a:t> </a:t>
            </a:r>
            <a:r>
              <a:rPr dirty="0" sz="2800">
                <a:solidFill>
                  <a:srgbClr val="4E3629"/>
                </a:solidFill>
                <a:latin typeface="Calibri"/>
                <a:cs typeface="Calibri"/>
              </a:rPr>
              <a:t>acceso</a:t>
            </a:r>
            <a:r>
              <a:rPr dirty="0" sz="2800" spc="-80">
                <a:solidFill>
                  <a:srgbClr val="4E3629"/>
                </a:solidFill>
                <a:latin typeface="Calibri"/>
                <a:cs typeface="Calibri"/>
              </a:rPr>
              <a:t> </a:t>
            </a:r>
            <a:r>
              <a:rPr dirty="0" sz="2800">
                <a:solidFill>
                  <a:srgbClr val="4E3629"/>
                </a:solidFill>
                <a:latin typeface="Calibri"/>
                <a:cs typeface="Calibri"/>
              </a:rPr>
              <a:t>accidental</a:t>
            </a:r>
            <a:r>
              <a:rPr dirty="0" sz="2800" spc="-7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usuario,</a:t>
            </a:r>
            <a:r>
              <a:rPr dirty="0" sz="2800" spc="-65">
                <a:solidFill>
                  <a:srgbClr val="4E3629"/>
                </a:solidFill>
                <a:latin typeface="Calibri"/>
                <a:cs typeface="Calibri"/>
              </a:rPr>
              <a:t> </a:t>
            </a:r>
            <a:r>
              <a:rPr dirty="0" sz="2800">
                <a:solidFill>
                  <a:srgbClr val="4E3629"/>
                </a:solidFill>
                <a:latin typeface="Calibri"/>
                <a:cs typeface="Calibri"/>
              </a:rPr>
              <a:t>todas</a:t>
            </a:r>
            <a:r>
              <a:rPr dirty="0" sz="2800" spc="-70">
                <a:solidFill>
                  <a:srgbClr val="4E3629"/>
                </a:solidFill>
                <a:latin typeface="Calibri"/>
                <a:cs typeface="Calibri"/>
              </a:rPr>
              <a:t> </a:t>
            </a:r>
            <a:r>
              <a:rPr dirty="0" sz="2800">
                <a:solidFill>
                  <a:srgbClr val="4E3629"/>
                </a:solidFill>
                <a:latin typeface="Calibri"/>
                <a:cs typeface="Calibri"/>
              </a:rPr>
              <a:t>tienen</a:t>
            </a:r>
            <a:r>
              <a:rPr dirty="0" sz="2800" spc="-65">
                <a:solidFill>
                  <a:srgbClr val="4E3629"/>
                </a:solidFill>
                <a:latin typeface="Calibri"/>
                <a:cs typeface="Calibri"/>
              </a:rPr>
              <a:t> </a:t>
            </a:r>
            <a:r>
              <a:rPr dirty="0" sz="2800">
                <a:solidFill>
                  <a:srgbClr val="4E3629"/>
                </a:solidFill>
                <a:latin typeface="Calibri"/>
                <a:cs typeface="Calibri"/>
              </a:rPr>
              <a:t>vistas</a:t>
            </a:r>
            <a:r>
              <a:rPr dirty="0" sz="2800" spc="-60">
                <a:solidFill>
                  <a:srgbClr val="4E3629"/>
                </a:solidFill>
                <a:latin typeface="Calibri"/>
                <a:cs typeface="Calibri"/>
              </a:rPr>
              <a:t> </a:t>
            </a:r>
            <a:r>
              <a:rPr dirty="0" sz="2800">
                <a:solidFill>
                  <a:srgbClr val="4E3629"/>
                </a:solidFill>
                <a:latin typeface="Calibri"/>
                <a:cs typeface="Calibri"/>
              </a:rPr>
              <a:t>creadas</a:t>
            </a:r>
            <a:r>
              <a:rPr dirty="0" sz="2800" spc="-85">
                <a:solidFill>
                  <a:srgbClr val="4E3629"/>
                </a:solidFill>
                <a:latin typeface="Calibri"/>
                <a:cs typeface="Calibri"/>
              </a:rPr>
              <a:t> </a:t>
            </a:r>
            <a:r>
              <a:rPr dirty="0" sz="2800">
                <a:solidFill>
                  <a:srgbClr val="4E3629"/>
                </a:solidFill>
                <a:latin typeface="Calibri"/>
                <a:cs typeface="Calibri"/>
              </a:rPr>
              <a:t>a</a:t>
            </a:r>
            <a:r>
              <a:rPr dirty="0" sz="2800" spc="-75">
                <a:solidFill>
                  <a:srgbClr val="4E3629"/>
                </a:solidFill>
                <a:latin typeface="Calibri"/>
                <a:cs typeface="Calibri"/>
              </a:rPr>
              <a:t> </a:t>
            </a:r>
            <a:r>
              <a:rPr dirty="0" sz="2800" spc="-10">
                <a:solidFill>
                  <a:srgbClr val="4E3629"/>
                </a:solidFill>
                <a:latin typeface="Calibri"/>
                <a:cs typeface="Calibri"/>
              </a:rPr>
              <a:t>través</a:t>
            </a:r>
            <a:r>
              <a:rPr dirty="0" sz="2800" spc="-8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las</a:t>
            </a:r>
            <a:r>
              <a:rPr dirty="0" sz="2800" spc="-85">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los</a:t>
            </a:r>
            <a:r>
              <a:rPr dirty="0" sz="2800" spc="-25">
                <a:solidFill>
                  <a:srgbClr val="4E3629"/>
                </a:solidFill>
                <a:latin typeface="Calibri"/>
                <a:cs typeface="Calibri"/>
              </a:rPr>
              <a:t> </a:t>
            </a:r>
            <a:r>
              <a:rPr dirty="0" sz="2800">
                <a:solidFill>
                  <a:srgbClr val="4E3629"/>
                </a:solidFill>
                <a:latin typeface="Calibri"/>
                <a:cs typeface="Calibri"/>
              </a:rPr>
              <a:t>usuarios</a:t>
            </a:r>
            <a:r>
              <a:rPr dirty="0" sz="2800" spc="-5">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base</a:t>
            </a:r>
            <a:r>
              <a:rPr dirty="0" sz="2800" spc="-25">
                <a:solidFill>
                  <a:srgbClr val="4E3629"/>
                </a:solidFill>
                <a:latin typeface="Calibri"/>
                <a:cs typeface="Calibri"/>
              </a:rPr>
              <a:t> </a:t>
            </a:r>
            <a:r>
              <a:rPr dirty="0" sz="2800">
                <a:solidFill>
                  <a:srgbClr val="4E3629"/>
                </a:solidFill>
                <a:latin typeface="Calibri"/>
                <a:cs typeface="Calibri"/>
              </a:rPr>
              <a:t>de</a:t>
            </a:r>
            <a:r>
              <a:rPr dirty="0" sz="2800" spc="-20">
                <a:solidFill>
                  <a:srgbClr val="4E3629"/>
                </a:solidFill>
                <a:latin typeface="Calibri"/>
                <a:cs typeface="Calibri"/>
              </a:rPr>
              <a:t> </a:t>
            </a:r>
            <a:r>
              <a:rPr dirty="0" sz="2800">
                <a:solidFill>
                  <a:srgbClr val="4E3629"/>
                </a:solidFill>
                <a:latin typeface="Calibri"/>
                <a:cs typeface="Calibri"/>
              </a:rPr>
              <a:t>datos</a:t>
            </a:r>
            <a:r>
              <a:rPr dirty="0" sz="2800" spc="-40">
                <a:solidFill>
                  <a:srgbClr val="4E3629"/>
                </a:solidFill>
                <a:latin typeface="Calibri"/>
                <a:cs typeface="Calibri"/>
              </a:rPr>
              <a:t> </a:t>
            </a:r>
            <a:r>
              <a:rPr dirty="0" sz="2800">
                <a:solidFill>
                  <a:srgbClr val="4E3629"/>
                </a:solidFill>
                <a:latin typeface="Calibri"/>
                <a:cs typeface="Calibri"/>
              </a:rPr>
              <a:t>acceden</a:t>
            </a:r>
            <a:r>
              <a:rPr dirty="0" sz="2800" spc="-30">
                <a:solidFill>
                  <a:srgbClr val="4E3629"/>
                </a:solidFill>
                <a:latin typeface="Calibri"/>
                <a:cs typeface="Calibri"/>
              </a:rPr>
              <a:t> </a:t>
            </a:r>
            <a:r>
              <a:rPr dirty="0" sz="2800">
                <a:solidFill>
                  <a:srgbClr val="4E3629"/>
                </a:solidFill>
                <a:latin typeface="Calibri"/>
                <a:cs typeface="Calibri"/>
              </a:rPr>
              <a:t>al</a:t>
            </a:r>
            <a:r>
              <a:rPr dirty="0" sz="2800" spc="-40">
                <a:solidFill>
                  <a:srgbClr val="4E3629"/>
                </a:solidFill>
                <a:latin typeface="Calibri"/>
                <a:cs typeface="Calibri"/>
              </a:rPr>
              <a:t> </a:t>
            </a:r>
            <a:r>
              <a:rPr dirty="0" sz="2800" spc="-10">
                <a:solidFill>
                  <a:srgbClr val="4E3629"/>
                </a:solidFill>
                <a:latin typeface="Calibri"/>
                <a:cs typeface="Calibri"/>
              </a:rPr>
              <a:t>diccionario </a:t>
            </a:r>
            <a:r>
              <a:rPr dirty="0" sz="2800" spc="-10">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spc="-20">
                <a:solidFill>
                  <a:srgbClr val="4E3629"/>
                </a:solidFill>
                <a:latin typeface="Calibri"/>
                <a:cs typeface="Calibri"/>
              </a:rPr>
              <a:t>datos</a:t>
            </a:r>
            <a:endParaRPr sz="2800">
              <a:latin typeface="Calibri"/>
              <a:cs typeface="Calibri"/>
            </a:endParaRPr>
          </a:p>
          <a:p>
            <a:pPr algn="ctr" marL="904240">
              <a:lnSpc>
                <a:spcPts val="1135"/>
              </a:lnSpc>
            </a:pPr>
            <a:r>
              <a:rPr dirty="0" sz="1600" b="1">
                <a:solidFill>
                  <a:srgbClr val="4E3629"/>
                </a:solidFill>
                <a:latin typeface="Calibri"/>
                <a:cs typeface="Calibri"/>
              </a:rPr>
              <a:t>Oracle</a:t>
            </a:r>
            <a:r>
              <a:rPr dirty="0" sz="1600" spc="-60" b="1">
                <a:solidFill>
                  <a:srgbClr val="4E3629"/>
                </a:solidFill>
                <a:latin typeface="Calibri"/>
                <a:cs typeface="Calibri"/>
              </a:rPr>
              <a:t> </a:t>
            </a:r>
            <a:r>
              <a:rPr dirty="0" sz="1600" spc="-10" b="1">
                <a:solidFill>
                  <a:srgbClr val="4E3629"/>
                </a:solidFill>
                <a:latin typeface="Calibri"/>
                <a:cs typeface="Calibri"/>
              </a:rPr>
              <a:t>Database</a:t>
            </a:r>
            <a:endParaRPr sz="1600">
              <a:latin typeface="Calibri"/>
              <a:cs typeface="Calibri"/>
            </a:endParaRPr>
          </a:p>
        </p:txBody>
      </p:sp>
      <p:grpSp>
        <p:nvGrpSpPr>
          <p:cNvPr id="10" name="object 10" descr=""/>
          <p:cNvGrpSpPr/>
          <p:nvPr/>
        </p:nvGrpSpPr>
        <p:grpSpPr>
          <a:xfrm>
            <a:off x="4187952" y="5050535"/>
            <a:ext cx="1469390" cy="1007744"/>
            <a:chOff x="4187952" y="5050535"/>
            <a:chExt cx="1469390" cy="1007744"/>
          </a:xfrm>
        </p:grpSpPr>
        <p:sp>
          <p:nvSpPr>
            <p:cNvPr id="11" name="object 11" descr=""/>
            <p:cNvSpPr/>
            <p:nvPr/>
          </p:nvSpPr>
          <p:spPr>
            <a:xfrm>
              <a:off x="4202430" y="5065013"/>
              <a:ext cx="421005" cy="242570"/>
            </a:xfrm>
            <a:custGeom>
              <a:avLst/>
              <a:gdLst/>
              <a:ahLst/>
              <a:cxnLst/>
              <a:rect l="l" t="t" r="r" b="b"/>
              <a:pathLst>
                <a:path w="421004" h="242570">
                  <a:moveTo>
                    <a:pt x="420624" y="0"/>
                  </a:moveTo>
                  <a:lnTo>
                    <a:pt x="0" y="0"/>
                  </a:lnTo>
                  <a:lnTo>
                    <a:pt x="0" y="242316"/>
                  </a:lnTo>
                  <a:lnTo>
                    <a:pt x="420624" y="242316"/>
                  </a:lnTo>
                  <a:lnTo>
                    <a:pt x="420624" y="0"/>
                  </a:lnTo>
                  <a:close/>
                </a:path>
              </a:pathLst>
            </a:custGeom>
            <a:solidFill>
              <a:srgbClr val="FFC000"/>
            </a:solidFill>
          </p:spPr>
          <p:txBody>
            <a:bodyPr wrap="square" lIns="0" tIns="0" rIns="0" bIns="0" rtlCol="0"/>
            <a:lstStyle/>
            <a:p/>
          </p:txBody>
        </p:sp>
        <p:sp>
          <p:nvSpPr>
            <p:cNvPr id="12" name="object 12" descr=""/>
            <p:cNvSpPr/>
            <p:nvPr/>
          </p:nvSpPr>
          <p:spPr>
            <a:xfrm>
              <a:off x="4202430" y="5065013"/>
              <a:ext cx="421005" cy="242570"/>
            </a:xfrm>
            <a:custGeom>
              <a:avLst/>
              <a:gdLst/>
              <a:ahLst/>
              <a:cxnLst/>
              <a:rect l="l" t="t" r="r" b="b"/>
              <a:pathLst>
                <a:path w="421004" h="242570">
                  <a:moveTo>
                    <a:pt x="0" y="242316"/>
                  </a:moveTo>
                  <a:lnTo>
                    <a:pt x="420624" y="242316"/>
                  </a:lnTo>
                  <a:lnTo>
                    <a:pt x="420624" y="0"/>
                  </a:lnTo>
                  <a:lnTo>
                    <a:pt x="0" y="0"/>
                  </a:lnTo>
                  <a:lnTo>
                    <a:pt x="0" y="242316"/>
                  </a:lnTo>
                  <a:close/>
                </a:path>
              </a:pathLst>
            </a:custGeom>
            <a:ln w="28956">
              <a:solidFill>
                <a:srgbClr val="4E3629"/>
              </a:solidFill>
            </a:ln>
          </p:spPr>
          <p:txBody>
            <a:bodyPr wrap="square" lIns="0" tIns="0" rIns="0" bIns="0" rtlCol="0"/>
            <a:lstStyle/>
            <a:p/>
          </p:txBody>
        </p:sp>
        <p:sp>
          <p:nvSpPr>
            <p:cNvPr id="13" name="object 13" descr=""/>
            <p:cNvSpPr/>
            <p:nvPr/>
          </p:nvSpPr>
          <p:spPr>
            <a:xfrm>
              <a:off x="4202430" y="5802629"/>
              <a:ext cx="421005" cy="241300"/>
            </a:xfrm>
            <a:custGeom>
              <a:avLst/>
              <a:gdLst/>
              <a:ahLst/>
              <a:cxnLst/>
              <a:rect l="l" t="t" r="r" b="b"/>
              <a:pathLst>
                <a:path w="421004" h="241300">
                  <a:moveTo>
                    <a:pt x="420624" y="0"/>
                  </a:moveTo>
                  <a:lnTo>
                    <a:pt x="0" y="0"/>
                  </a:lnTo>
                  <a:lnTo>
                    <a:pt x="0" y="240792"/>
                  </a:lnTo>
                  <a:lnTo>
                    <a:pt x="420624" y="240792"/>
                  </a:lnTo>
                  <a:lnTo>
                    <a:pt x="420624" y="0"/>
                  </a:lnTo>
                  <a:close/>
                </a:path>
              </a:pathLst>
            </a:custGeom>
            <a:solidFill>
              <a:srgbClr val="FFC000"/>
            </a:solidFill>
          </p:spPr>
          <p:txBody>
            <a:bodyPr wrap="square" lIns="0" tIns="0" rIns="0" bIns="0" rtlCol="0"/>
            <a:lstStyle/>
            <a:p/>
          </p:txBody>
        </p:sp>
        <p:sp>
          <p:nvSpPr>
            <p:cNvPr id="14" name="object 14" descr=""/>
            <p:cNvSpPr/>
            <p:nvPr/>
          </p:nvSpPr>
          <p:spPr>
            <a:xfrm>
              <a:off x="4202430" y="5802629"/>
              <a:ext cx="421005" cy="241300"/>
            </a:xfrm>
            <a:custGeom>
              <a:avLst/>
              <a:gdLst/>
              <a:ahLst/>
              <a:cxnLst/>
              <a:rect l="l" t="t" r="r" b="b"/>
              <a:pathLst>
                <a:path w="421004" h="241300">
                  <a:moveTo>
                    <a:pt x="0" y="240792"/>
                  </a:moveTo>
                  <a:lnTo>
                    <a:pt x="420624" y="240792"/>
                  </a:lnTo>
                  <a:lnTo>
                    <a:pt x="420624" y="0"/>
                  </a:lnTo>
                  <a:lnTo>
                    <a:pt x="0" y="0"/>
                  </a:lnTo>
                  <a:lnTo>
                    <a:pt x="0" y="240792"/>
                  </a:lnTo>
                  <a:close/>
                </a:path>
              </a:pathLst>
            </a:custGeom>
            <a:ln w="28956">
              <a:solidFill>
                <a:srgbClr val="4E3629"/>
              </a:solidFill>
            </a:ln>
          </p:spPr>
          <p:txBody>
            <a:bodyPr wrap="square" lIns="0" tIns="0" rIns="0" bIns="0" rtlCol="0"/>
            <a:lstStyle/>
            <a:p/>
          </p:txBody>
        </p:sp>
        <p:sp>
          <p:nvSpPr>
            <p:cNvPr id="15" name="object 15" descr=""/>
            <p:cNvSpPr/>
            <p:nvPr/>
          </p:nvSpPr>
          <p:spPr>
            <a:xfrm>
              <a:off x="4202430" y="5438393"/>
              <a:ext cx="421005" cy="241300"/>
            </a:xfrm>
            <a:custGeom>
              <a:avLst/>
              <a:gdLst/>
              <a:ahLst/>
              <a:cxnLst/>
              <a:rect l="l" t="t" r="r" b="b"/>
              <a:pathLst>
                <a:path w="421004" h="241300">
                  <a:moveTo>
                    <a:pt x="420624" y="0"/>
                  </a:moveTo>
                  <a:lnTo>
                    <a:pt x="0" y="0"/>
                  </a:lnTo>
                  <a:lnTo>
                    <a:pt x="0" y="240791"/>
                  </a:lnTo>
                  <a:lnTo>
                    <a:pt x="420624" y="240791"/>
                  </a:lnTo>
                  <a:lnTo>
                    <a:pt x="420624" y="0"/>
                  </a:lnTo>
                  <a:close/>
                </a:path>
              </a:pathLst>
            </a:custGeom>
            <a:solidFill>
              <a:srgbClr val="FFC000"/>
            </a:solidFill>
          </p:spPr>
          <p:txBody>
            <a:bodyPr wrap="square" lIns="0" tIns="0" rIns="0" bIns="0" rtlCol="0"/>
            <a:lstStyle/>
            <a:p/>
          </p:txBody>
        </p:sp>
        <p:sp>
          <p:nvSpPr>
            <p:cNvPr id="16" name="object 16" descr=""/>
            <p:cNvSpPr/>
            <p:nvPr/>
          </p:nvSpPr>
          <p:spPr>
            <a:xfrm>
              <a:off x="4202430" y="5438393"/>
              <a:ext cx="421005" cy="241300"/>
            </a:xfrm>
            <a:custGeom>
              <a:avLst/>
              <a:gdLst/>
              <a:ahLst/>
              <a:cxnLst/>
              <a:rect l="l" t="t" r="r" b="b"/>
              <a:pathLst>
                <a:path w="421004" h="241300">
                  <a:moveTo>
                    <a:pt x="0" y="240791"/>
                  </a:moveTo>
                  <a:lnTo>
                    <a:pt x="420624" y="240791"/>
                  </a:lnTo>
                  <a:lnTo>
                    <a:pt x="420624" y="0"/>
                  </a:lnTo>
                  <a:lnTo>
                    <a:pt x="0" y="0"/>
                  </a:lnTo>
                  <a:lnTo>
                    <a:pt x="0" y="240791"/>
                  </a:lnTo>
                  <a:close/>
                </a:path>
              </a:pathLst>
            </a:custGeom>
            <a:ln w="28956">
              <a:solidFill>
                <a:srgbClr val="4E3629"/>
              </a:solidFill>
            </a:ln>
          </p:spPr>
          <p:txBody>
            <a:bodyPr wrap="square" lIns="0" tIns="0" rIns="0" bIns="0" rtlCol="0"/>
            <a:lstStyle/>
            <a:p/>
          </p:txBody>
        </p:sp>
        <p:sp>
          <p:nvSpPr>
            <p:cNvPr id="17" name="object 17" descr=""/>
            <p:cNvSpPr/>
            <p:nvPr/>
          </p:nvSpPr>
          <p:spPr>
            <a:xfrm>
              <a:off x="5221986" y="5065013"/>
              <a:ext cx="421005" cy="242570"/>
            </a:xfrm>
            <a:custGeom>
              <a:avLst/>
              <a:gdLst/>
              <a:ahLst/>
              <a:cxnLst/>
              <a:rect l="l" t="t" r="r" b="b"/>
              <a:pathLst>
                <a:path w="421004" h="242570">
                  <a:moveTo>
                    <a:pt x="420624" y="0"/>
                  </a:moveTo>
                  <a:lnTo>
                    <a:pt x="0" y="0"/>
                  </a:lnTo>
                  <a:lnTo>
                    <a:pt x="0" y="242316"/>
                  </a:lnTo>
                  <a:lnTo>
                    <a:pt x="420624" y="242316"/>
                  </a:lnTo>
                  <a:lnTo>
                    <a:pt x="420624" y="0"/>
                  </a:lnTo>
                  <a:close/>
                </a:path>
              </a:pathLst>
            </a:custGeom>
            <a:solidFill>
              <a:srgbClr val="4E3629"/>
            </a:solidFill>
          </p:spPr>
          <p:txBody>
            <a:bodyPr wrap="square" lIns="0" tIns="0" rIns="0" bIns="0" rtlCol="0"/>
            <a:lstStyle/>
            <a:p/>
          </p:txBody>
        </p:sp>
        <p:sp>
          <p:nvSpPr>
            <p:cNvPr id="18" name="object 18" descr=""/>
            <p:cNvSpPr/>
            <p:nvPr/>
          </p:nvSpPr>
          <p:spPr>
            <a:xfrm>
              <a:off x="5221986" y="5065013"/>
              <a:ext cx="421005" cy="242570"/>
            </a:xfrm>
            <a:custGeom>
              <a:avLst/>
              <a:gdLst/>
              <a:ahLst/>
              <a:cxnLst/>
              <a:rect l="l" t="t" r="r" b="b"/>
              <a:pathLst>
                <a:path w="421004" h="242570">
                  <a:moveTo>
                    <a:pt x="0" y="242316"/>
                  </a:moveTo>
                  <a:lnTo>
                    <a:pt x="420624" y="242316"/>
                  </a:lnTo>
                  <a:lnTo>
                    <a:pt x="420624" y="0"/>
                  </a:lnTo>
                  <a:lnTo>
                    <a:pt x="0" y="0"/>
                  </a:lnTo>
                  <a:lnTo>
                    <a:pt x="0" y="242316"/>
                  </a:lnTo>
                  <a:close/>
                </a:path>
              </a:pathLst>
            </a:custGeom>
            <a:ln w="28956">
              <a:solidFill>
                <a:srgbClr val="4E3629"/>
              </a:solidFill>
            </a:ln>
          </p:spPr>
          <p:txBody>
            <a:bodyPr wrap="square" lIns="0" tIns="0" rIns="0" bIns="0" rtlCol="0"/>
            <a:lstStyle/>
            <a:p/>
          </p:txBody>
        </p:sp>
        <p:sp>
          <p:nvSpPr>
            <p:cNvPr id="19" name="object 19" descr=""/>
            <p:cNvSpPr/>
            <p:nvPr/>
          </p:nvSpPr>
          <p:spPr>
            <a:xfrm>
              <a:off x="5221986" y="5430773"/>
              <a:ext cx="421005" cy="241300"/>
            </a:xfrm>
            <a:custGeom>
              <a:avLst/>
              <a:gdLst/>
              <a:ahLst/>
              <a:cxnLst/>
              <a:rect l="l" t="t" r="r" b="b"/>
              <a:pathLst>
                <a:path w="421004" h="241300">
                  <a:moveTo>
                    <a:pt x="420624" y="0"/>
                  </a:moveTo>
                  <a:lnTo>
                    <a:pt x="0" y="0"/>
                  </a:lnTo>
                  <a:lnTo>
                    <a:pt x="0" y="240791"/>
                  </a:lnTo>
                  <a:lnTo>
                    <a:pt x="420624" y="240791"/>
                  </a:lnTo>
                  <a:lnTo>
                    <a:pt x="420624" y="0"/>
                  </a:lnTo>
                  <a:close/>
                </a:path>
              </a:pathLst>
            </a:custGeom>
            <a:solidFill>
              <a:srgbClr val="4E3629"/>
            </a:solidFill>
          </p:spPr>
          <p:txBody>
            <a:bodyPr wrap="square" lIns="0" tIns="0" rIns="0" bIns="0" rtlCol="0"/>
            <a:lstStyle/>
            <a:p/>
          </p:txBody>
        </p:sp>
        <p:sp>
          <p:nvSpPr>
            <p:cNvPr id="20" name="object 20" descr=""/>
            <p:cNvSpPr/>
            <p:nvPr/>
          </p:nvSpPr>
          <p:spPr>
            <a:xfrm>
              <a:off x="5221986" y="5430773"/>
              <a:ext cx="421005" cy="241300"/>
            </a:xfrm>
            <a:custGeom>
              <a:avLst/>
              <a:gdLst/>
              <a:ahLst/>
              <a:cxnLst/>
              <a:rect l="l" t="t" r="r" b="b"/>
              <a:pathLst>
                <a:path w="421004" h="241300">
                  <a:moveTo>
                    <a:pt x="0" y="240791"/>
                  </a:moveTo>
                  <a:lnTo>
                    <a:pt x="420624" y="240791"/>
                  </a:lnTo>
                  <a:lnTo>
                    <a:pt x="420624" y="0"/>
                  </a:lnTo>
                  <a:lnTo>
                    <a:pt x="0" y="0"/>
                  </a:lnTo>
                  <a:lnTo>
                    <a:pt x="0" y="240791"/>
                  </a:lnTo>
                  <a:close/>
                </a:path>
              </a:pathLst>
            </a:custGeom>
            <a:ln w="28956">
              <a:solidFill>
                <a:srgbClr val="4E3629"/>
              </a:solidFill>
            </a:ln>
          </p:spPr>
          <p:txBody>
            <a:bodyPr wrap="square" lIns="0" tIns="0" rIns="0" bIns="0" rtlCol="0"/>
            <a:lstStyle/>
            <a:p/>
          </p:txBody>
        </p:sp>
        <p:sp>
          <p:nvSpPr>
            <p:cNvPr id="21" name="object 21" descr=""/>
            <p:cNvSpPr/>
            <p:nvPr/>
          </p:nvSpPr>
          <p:spPr>
            <a:xfrm>
              <a:off x="5221986" y="5787389"/>
              <a:ext cx="421005" cy="241300"/>
            </a:xfrm>
            <a:custGeom>
              <a:avLst/>
              <a:gdLst/>
              <a:ahLst/>
              <a:cxnLst/>
              <a:rect l="l" t="t" r="r" b="b"/>
              <a:pathLst>
                <a:path w="421004" h="241300">
                  <a:moveTo>
                    <a:pt x="420624" y="0"/>
                  </a:moveTo>
                  <a:lnTo>
                    <a:pt x="0" y="0"/>
                  </a:lnTo>
                  <a:lnTo>
                    <a:pt x="0" y="240792"/>
                  </a:lnTo>
                  <a:lnTo>
                    <a:pt x="420624" y="240792"/>
                  </a:lnTo>
                  <a:lnTo>
                    <a:pt x="420624" y="0"/>
                  </a:lnTo>
                  <a:close/>
                </a:path>
              </a:pathLst>
            </a:custGeom>
            <a:solidFill>
              <a:srgbClr val="4E3629"/>
            </a:solidFill>
          </p:spPr>
          <p:txBody>
            <a:bodyPr wrap="square" lIns="0" tIns="0" rIns="0" bIns="0" rtlCol="0"/>
            <a:lstStyle/>
            <a:p/>
          </p:txBody>
        </p:sp>
        <p:sp>
          <p:nvSpPr>
            <p:cNvPr id="22" name="object 22" descr=""/>
            <p:cNvSpPr/>
            <p:nvPr/>
          </p:nvSpPr>
          <p:spPr>
            <a:xfrm>
              <a:off x="5221986" y="5787389"/>
              <a:ext cx="421005" cy="241300"/>
            </a:xfrm>
            <a:custGeom>
              <a:avLst/>
              <a:gdLst/>
              <a:ahLst/>
              <a:cxnLst/>
              <a:rect l="l" t="t" r="r" b="b"/>
              <a:pathLst>
                <a:path w="421004" h="241300">
                  <a:moveTo>
                    <a:pt x="0" y="240792"/>
                  </a:moveTo>
                  <a:lnTo>
                    <a:pt x="420624" y="240792"/>
                  </a:lnTo>
                  <a:lnTo>
                    <a:pt x="420624" y="0"/>
                  </a:lnTo>
                  <a:lnTo>
                    <a:pt x="0" y="0"/>
                  </a:lnTo>
                  <a:lnTo>
                    <a:pt x="0" y="240792"/>
                  </a:lnTo>
                  <a:close/>
                </a:path>
              </a:pathLst>
            </a:custGeom>
            <a:ln w="28956">
              <a:solidFill>
                <a:srgbClr val="4E3629"/>
              </a:solidFill>
            </a:ln>
          </p:spPr>
          <p:txBody>
            <a:bodyPr wrap="square" lIns="0" tIns="0" rIns="0" bIns="0" rtlCol="0"/>
            <a:lstStyle/>
            <a:p/>
          </p:txBody>
        </p:sp>
      </p:grpSp>
      <p:sp>
        <p:nvSpPr>
          <p:cNvPr id="23" name="object 23"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24" name="object 24"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29</a:t>
            </a:r>
            <a:endParaRPr sz="1000">
              <a:latin typeface="Calibri"/>
              <a:cs typeface="Calibri"/>
            </a:endParaRPr>
          </a:p>
        </p:txBody>
      </p:sp>
      <p:sp>
        <p:nvSpPr>
          <p:cNvPr id="25" name="object 2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Data</a:t>
            </a:r>
            <a:r>
              <a:rPr dirty="0" spc="-100"/>
              <a:t> </a:t>
            </a:r>
            <a:r>
              <a:rPr dirty="0" spc="-10"/>
              <a:t>Dictionary</a:t>
            </a:r>
          </a:p>
        </p:txBody>
      </p:sp>
      <p:sp>
        <p:nvSpPr>
          <p:cNvPr id="5" name="object 5" descr=""/>
          <p:cNvSpPr txBox="1"/>
          <p:nvPr/>
        </p:nvSpPr>
        <p:spPr>
          <a:xfrm>
            <a:off x="483552" y="1415417"/>
            <a:ext cx="8023859" cy="198882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Si</a:t>
            </a:r>
            <a:r>
              <a:rPr dirty="0" sz="2800" spc="-70">
                <a:solidFill>
                  <a:srgbClr val="4E3629"/>
                </a:solidFill>
                <a:latin typeface="Calibri"/>
                <a:cs typeface="Calibri"/>
              </a:rPr>
              <a:t> </a:t>
            </a:r>
            <a:r>
              <a:rPr dirty="0" sz="2800">
                <a:solidFill>
                  <a:srgbClr val="4E3629"/>
                </a:solidFill>
                <a:latin typeface="Calibri"/>
                <a:cs typeface="Calibri"/>
              </a:rPr>
              <a:t>cualquier</a:t>
            </a:r>
            <a:r>
              <a:rPr dirty="0" sz="2800" spc="-60">
                <a:solidFill>
                  <a:srgbClr val="4E3629"/>
                </a:solidFill>
                <a:latin typeface="Calibri"/>
                <a:cs typeface="Calibri"/>
              </a:rPr>
              <a:t> </a:t>
            </a:r>
            <a:r>
              <a:rPr dirty="0" sz="2800">
                <a:solidFill>
                  <a:srgbClr val="4E3629"/>
                </a:solidFill>
                <a:latin typeface="Calibri"/>
                <a:cs typeface="Calibri"/>
              </a:rPr>
              <a:t>usuario</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Oracle</a:t>
            </a:r>
            <a:r>
              <a:rPr dirty="0" sz="2800" spc="-75">
                <a:solidFill>
                  <a:srgbClr val="4E3629"/>
                </a:solidFill>
                <a:latin typeface="Calibri"/>
                <a:cs typeface="Calibri"/>
              </a:rPr>
              <a:t> </a:t>
            </a:r>
            <a:r>
              <a:rPr dirty="0" sz="2800" spc="-10">
                <a:solidFill>
                  <a:srgbClr val="4E3629"/>
                </a:solidFill>
                <a:latin typeface="Calibri"/>
                <a:cs typeface="Calibri"/>
              </a:rPr>
              <a:t>intenta</a:t>
            </a:r>
            <a:r>
              <a:rPr dirty="0" sz="2800" spc="-55">
                <a:solidFill>
                  <a:srgbClr val="4E3629"/>
                </a:solidFill>
                <a:latin typeface="Calibri"/>
                <a:cs typeface="Calibri"/>
              </a:rPr>
              <a:t> </a:t>
            </a:r>
            <a:r>
              <a:rPr dirty="0" sz="2800" spc="-10">
                <a:solidFill>
                  <a:srgbClr val="4E3629"/>
                </a:solidFill>
                <a:latin typeface="Calibri"/>
                <a:cs typeface="Calibri"/>
              </a:rPr>
              <a:t>realizar </a:t>
            </a:r>
            <a:r>
              <a:rPr dirty="0" sz="2800" spc="-10">
                <a:solidFill>
                  <a:srgbClr val="4E3629"/>
                </a:solidFill>
                <a:latin typeface="Calibri"/>
                <a:cs typeface="Calibri"/>
              </a:rPr>
              <a:t>	</a:t>
            </a:r>
            <a:r>
              <a:rPr dirty="0" sz="2800">
                <a:solidFill>
                  <a:srgbClr val="4E3629"/>
                </a:solidFill>
                <a:latin typeface="Calibri"/>
                <a:cs typeface="Calibri"/>
              </a:rPr>
              <a:t>inserciones,</a:t>
            </a:r>
            <a:r>
              <a:rPr dirty="0" sz="2800" spc="-60">
                <a:solidFill>
                  <a:srgbClr val="4E3629"/>
                </a:solidFill>
                <a:latin typeface="Calibri"/>
                <a:cs typeface="Calibri"/>
              </a:rPr>
              <a:t> </a:t>
            </a:r>
            <a:r>
              <a:rPr dirty="0" sz="2800">
                <a:solidFill>
                  <a:srgbClr val="4E3629"/>
                </a:solidFill>
                <a:latin typeface="Calibri"/>
                <a:cs typeface="Calibri"/>
              </a:rPr>
              <a:t>actualizaciones</a:t>
            </a:r>
            <a:r>
              <a:rPr dirty="0" sz="2800" spc="-70">
                <a:solidFill>
                  <a:srgbClr val="4E3629"/>
                </a:solidFill>
                <a:latin typeface="Calibri"/>
                <a:cs typeface="Calibri"/>
              </a:rPr>
              <a:t> </a:t>
            </a:r>
            <a:r>
              <a:rPr dirty="0" sz="2800">
                <a:solidFill>
                  <a:srgbClr val="4E3629"/>
                </a:solidFill>
                <a:latin typeface="Calibri"/>
                <a:cs typeface="Calibri"/>
              </a:rPr>
              <a:t>o</a:t>
            </a:r>
            <a:r>
              <a:rPr dirty="0" sz="2800" spc="-80">
                <a:solidFill>
                  <a:srgbClr val="4E3629"/>
                </a:solidFill>
                <a:latin typeface="Calibri"/>
                <a:cs typeface="Calibri"/>
              </a:rPr>
              <a:t> </a:t>
            </a:r>
            <a:r>
              <a:rPr dirty="0" sz="2800">
                <a:solidFill>
                  <a:srgbClr val="4E3629"/>
                </a:solidFill>
                <a:latin typeface="Calibri"/>
                <a:cs typeface="Calibri"/>
              </a:rPr>
              <a:t>supresiones</a:t>
            </a:r>
            <a:r>
              <a:rPr dirty="0" sz="2800" spc="-4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una</a:t>
            </a:r>
            <a:r>
              <a:rPr dirty="0" sz="2800" spc="-7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las</a:t>
            </a:r>
            <a:r>
              <a:rPr dirty="0" sz="2800" spc="-55">
                <a:solidFill>
                  <a:srgbClr val="4E3629"/>
                </a:solidFill>
                <a:latin typeface="Calibri"/>
                <a:cs typeface="Calibri"/>
              </a:rPr>
              <a:t> </a:t>
            </a:r>
            <a:r>
              <a:rPr dirty="0" sz="2800">
                <a:solidFill>
                  <a:srgbClr val="4E3629"/>
                </a:solidFill>
                <a:latin typeface="Calibri"/>
                <a:cs typeface="Calibri"/>
              </a:rPr>
              <a:t>tablas</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diccionario</a:t>
            </a:r>
            <a:r>
              <a:rPr dirty="0" sz="2800" spc="-3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45">
                <a:solidFill>
                  <a:srgbClr val="4E3629"/>
                </a:solidFill>
                <a:latin typeface="Calibri"/>
                <a:cs typeface="Calibri"/>
              </a:rPr>
              <a:t> </a:t>
            </a:r>
            <a:r>
              <a:rPr dirty="0" sz="2800">
                <a:solidFill>
                  <a:srgbClr val="4E3629"/>
                </a:solidFill>
                <a:latin typeface="Calibri"/>
                <a:cs typeface="Calibri"/>
              </a:rPr>
              <a:t>no</a:t>
            </a:r>
            <a:r>
              <a:rPr dirty="0" sz="2800" spc="-4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permite</a:t>
            </a:r>
            <a:r>
              <a:rPr dirty="0" sz="2800" spc="-4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operación</a:t>
            </a:r>
            <a:r>
              <a:rPr dirty="0" sz="2800" spc="-65">
                <a:solidFill>
                  <a:srgbClr val="4E3629"/>
                </a:solidFill>
                <a:latin typeface="Calibri"/>
                <a:cs typeface="Calibri"/>
              </a:rPr>
              <a:t> </a:t>
            </a:r>
            <a:r>
              <a:rPr dirty="0" sz="2800">
                <a:solidFill>
                  <a:srgbClr val="4E3629"/>
                </a:solidFill>
                <a:latin typeface="Calibri"/>
                <a:cs typeface="Calibri"/>
              </a:rPr>
              <a:t>ya</a:t>
            </a:r>
            <a:r>
              <a:rPr dirty="0" sz="2800" spc="-50">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puede</a:t>
            </a:r>
            <a:r>
              <a:rPr dirty="0" sz="2800" spc="-45">
                <a:solidFill>
                  <a:srgbClr val="4E3629"/>
                </a:solidFill>
                <a:latin typeface="Calibri"/>
                <a:cs typeface="Calibri"/>
              </a:rPr>
              <a:t> </a:t>
            </a:r>
            <a:r>
              <a:rPr dirty="0" sz="2800">
                <a:solidFill>
                  <a:srgbClr val="4E3629"/>
                </a:solidFill>
                <a:latin typeface="Calibri"/>
                <a:cs typeface="Calibri"/>
              </a:rPr>
              <a:t>poner</a:t>
            </a:r>
            <a:r>
              <a:rPr dirty="0" sz="2800" spc="-5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peligro</a:t>
            </a:r>
            <a:r>
              <a:rPr dirty="0" sz="2800" spc="-5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integridad </a:t>
            </a:r>
            <a:r>
              <a:rPr dirty="0" sz="2800" spc="-10">
                <a:solidFill>
                  <a:srgbClr val="4E3629"/>
                </a:solidFill>
                <a:latin typeface="Calibri"/>
                <a:cs typeface="Calibri"/>
              </a:rPr>
              <a:t>	</a:t>
            </a:r>
            <a:r>
              <a:rPr dirty="0" sz="2800">
                <a:solidFill>
                  <a:srgbClr val="4E3629"/>
                </a:solidFill>
                <a:latin typeface="Calibri"/>
                <a:cs typeface="Calibri"/>
              </a:rPr>
              <a:t>de</a:t>
            </a:r>
            <a:r>
              <a:rPr dirty="0" sz="2800" spc="-35">
                <a:solidFill>
                  <a:srgbClr val="4E3629"/>
                </a:solidFill>
                <a:latin typeface="Calibri"/>
                <a:cs typeface="Calibri"/>
              </a:rPr>
              <a:t> </a:t>
            </a:r>
            <a:r>
              <a:rPr dirty="0" sz="2800">
                <a:solidFill>
                  <a:srgbClr val="4E3629"/>
                </a:solidFill>
                <a:latin typeface="Calibri"/>
                <a:cs typeface="Calibri"/>
              </a:rPr>
              <a:t>toda</a:t>
            </a:r>
            <a:r>
              <a:rPr dirty="0" sz="2800" spc="-3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base</a:t>
            </a:r>
            <a:r>
              <a:rPr dirty="0" sz="2800" spc="-3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p:txBody>
      </p:sp>
      <p:grpSp>
        <p:nvGrpSpPr>
          <p:cNvPr id="6" name="object 6" descr=""/>
          <p:cNvGrpSpPr/>
          <p:nvPr/>
        </p:nvGrpSpPr>
        <p:grpSpPr>
          <a:xfrm>
            <a:off x="3277996" y="3648327"/>
            <a:ext cx="2589530" cy="2310765"/>
            <a:chOff x="3277996" y="3648327"/>
            <a:chExt cx="2589530" cy="2310765"/>
          </a:xfrm>
        </p:grpSpPr>
        <p:sp>
          <p:nvSpPr>
            <p:cNvPr id="7" name="object 7" descr=""/>
            <p:cNvSpPr/>
            <p:nvPr/>
          </p:nvSpPr>
          <p:spPr>
            <a:xfrm>
              <a:off x="3292601" y="3948111"/>
              <a:ext cx="2560320" cy="1996439"/>
            </a:xfrm>
            <a:custGeom>
              <a:avLst/>
              <a:gdLst/>
              <a:ahLst/>
              <a:cxnLst/>
              <a:rect l="l" t="t" r="r" b="b"/>
              <a:pathLst>
                <a:path w="2560320" h="1996439">
                  <a:moveTo>
                    <a:pt x="2560320" y="0"/>
                  </a:moveTo>
                  <a:lnTo>
                    <a:pt x="2542405" y="47814"/>
                  </a:lnTo>
                  <a:lnTo>
                    <a:pt x="2511458" y="78306"/>
                  </a:lnTo>
                  <a:lnTo>
                    <a:pt x="2466315" y="107465"/>
                  </a:lnTo>
                  <a:lnTo>
                    <a:pt x="2407843" y="135098"/>
                  </a:lnTo>
                  <a:lnTo>
                    <a:pt x="2336905" y="161014"/>
                  </a:lnTo>
                  <a:lnTo>
                    <a:pt x="2297031" y="173267"/>
                  </a:lnTo>
                  <a:lnTo>
                    <a:pt x="2254365" y="185019"/>
                  </a:lnTo>
                  <a:lnTo>
                    <a:pt x="2209016" y="196245"/>
                  </a:lnTo>
                  <a:lnTo>
                    <a:pt x="2161090" y="206921"/>
                  </a:lnTo>
                  <a:lnTo>
                    <a:pt x="2110696" y="217023"/>
                  </a:lnTo>
                  <a:lnTo>
                    <a:pt x="2057942" y="226528"/>
                  </a:lnTo>
                  <a:lnTo>
                    <a:pt x="2002936" y="235410"/>
                  </a:lnTo>
                  <a:lnTo>
                    <a:pt x="1945787" y="243646"/>
                  </a:lnTo>
                  <a:lnTo>
                    <a:pt x="1886601" y="251212"/>
                  </a:lnTo>
                  <a:lnTo>
                    <a:pt x="1825489" y="258084"/>
                  </a:lnTo>
                  <a:lnTo>
                    <a:pt x="1762556" y="264238"/>
                  </a:lnTo>
                  <a:lnTo>
                    <a:pt x="1697912" y="269649"/>
                  </a:lnTo>
                  <a:lnTo>
                    <a:pt x="1631665" y="274294"/>
                  </a:lnTo>
                  <a:lnTo>
                    <a:pt x="1563922" y="278148"/>
                  </a:lnTo>
                  <a:lnTo>
                    <a:pt x="1494792" y="281187"/>
                  </a:lnTo>
                  <a:lnTo>
                    <a:pt x="1424383" y="283388"/>
                  </a:lnTo>
                  <a:lnTo>
                    <a:pt x="1352803" y="284727"/>
                  </a:lnTo>
                  <a:lnTo>
                    <a:pt x="1280160" y="285178"/>
                  </a:lnTo>
                  <a:lnTo>
                    <a:pt x="1207516" y="284727"/>
                  </a:lnTo>
                  <a:lnTo>
                    <a:pt x="1135936" y="283388"/>
                  </a:lnTo>
                  <a:lnTo>
                    <a:pt x="1065527" y="281187"/>
                  </a:lnTo>
                  <a:lnTo>
                    <a:pt x="996397" y="278148"/>
                  </a:lnTo>
                  <a:lnTo>
                    <a:pt x="928654" y="274294"/>
                  </a:lnTo>
                  <a:lnTo>
                    <a:pt x="862407" y="269649"/>
                  </a:lnTo>
                  <a:lnTo>
                    <a:pt x="797763" y="264238"/>
                  </a:lnTo>
                  <a:lnTo>
                    <a:pt x="734830" y="258084"/>
                  </a:lnTo>
                  <a:lnTo>
                    <a:pt x="673718" y="251212"/>
                  </a:lnTo>
                  <a:lnTo>
                    <a:pt x="614532" y="243646"/>
                  </a:lnTo>
                  <a:lnTo>
                    <a:pt x="557383" y="235410"/>
                  </a:lnTo>
                  <a:lnTo>
                    <a:pt x="502377" y="226528"/>
                  </a:lnTo>
                  <a:lnTo>
                    <a:pt x="449623" y="217023"/>
                  </a:lnTo>
                  <a:lnTo>
                    <a:pt x="399229" y="206921"/>
                  </a:lnTo>
                  <a:lnTo>
                    <a:pt x="351303" y="196245"/>
                  </a:lnTo>
                  <a:lnTo>
                    <a:pt x="305954" y="185019"/>
                  </a:lnTo>
                  <a:lnTo>
                    <a:pt x="263288" y="173267"/>
                  </a:lnTo>
                  <a:lnTo>
                    <a:pt x="223414" y="161014"/>
                  </a:lnTo>
                  <a:lnTo>
                    <a:pt x="186441" y="148283"/>
                  </a:lnTo>
                  <a:lnTo>
                    <a:pt x="121628" y="121484"/>
                  </a:lnTo>
                  <a:lnTo>
                    <a:pt x="69712" y="93064"/>
                  </a:lnTo>
                  <a:lnTo>
                    <a:pt x="31559" y="63215"/>
                  </a:lnTo>
                  <a:lnTo>
                    <a:pt x="8034" y="32129"/>
                  </a:lnTo>
                  <a:lnTo>
                    <a:pt x="0" y="0"/>
                  </a:lnTo>
                  <a:lnTo>
                    <a:pt x="0" y="1711070"/>
                  </a:lnTo>
                  <a:lnTo>
                    <a:pt x="17914" y="1758885"/>
                  </a:lnTo>
                  <a:lnTo>
                    <a:pt x="48861" y="1789377"/>
                  </a:lnTo>
                  <a:lnTo>
                    <a:pt x="94004" y="1818536"/>
                  </a:lnTo>
                  <a:lnTo>
                    <a:pt x="152476" y="1846169"/>
                  </a:lnTo>
                  <a:lnTo>
                    <a:pt x="223414" y="1872085"/>
                  </a:lnTo>
                  <a:lnTo>
                    <a:pt x="263288" y="1884338"/>
                  </a:lnTo>
                  <a:lnTo>
                    <a:pt x="305954" y="1896090"/>
                  </a:lnTo>
                  <a:lnTo>
                    <a:pt x="351303" y="1907316"/>
                  </a:lnTo>
                  <a:lnTo>
                    <a:pt x="399229" y="1917992"/>
                  </a:lnTo>
                  <a:lnTo>
                    <a:pt x="449623" y="1928094"/>
                  </a:lnTo>
                  <a:lnTo>
                    <a:pt x="502377" y="1937599"/>
                  </a:lnTo>
                  <a:lnTo>
                    <a:pt x="557383" y="1946481"/>
                  </a:lnTo>
                  <a:lnTo>
                    <a:pt x="614532" y="1954717"/>
                  </a:lnTo>
                  <a:lnTo>
                    <a:pt x="673718" y="1962283"/>
                  </a:lnTo>
                  <a:lnTo>
                    <a:pt x="734830" y="1969155"/>
                  </a:lnTo>
                  <a:lnTo>
                    <a:pt x="797763" y="1975309"/>
                  </a:lnTo>
                  <a:lnTo>
                    <a:pt x="862407" y="1980720"/>
                  </a:lnTo>
                  <a:lnTo>
                    <a:pt x="928654" y="1985365"/>
                  </a:lnTo>
                  <a:lnTo>
                    <a:pt x="996397" y="1989219"/>
                  </a:lnTo>
                  <a:lnTo>
                    <a:pt x="1065527" y="1992258"/>
                  </a:lnTo>
                  <a:lnTo>
                    <a:pt x="1135936" y="1994459"/>
                  </a:lnTo>
                  <a:lnTo>
                    <a:pt x="1207516" y="1995798"/>
                  </a:lnTo>
                  <a:lnTo>
                    <a:pt x="1280160" y="1996249"/>
                  </a:lnTo>
                  <a:lnTo>
                    <a:pt x="1352803" y="1995798"/>
                  </a:lnTo>
                  <a:lnTo>
                    <a:pt x="1424383" y="1994459"/>
                  </a:lnTo>
                  <a:lnTo>
                    <a:pt x="1494792" y="1992258"/>
                  </a:lnTo>
                  <a:lnTo>
                    <a:pt x="1563922" y="1989219"/>
                  </a:lnTo>
                  <a:lnTo>
                    <a:pt x="1631665" y="1985365"/>
                  </a:lnTo>
                  <a:lnTo>
                    <a:pt x="1697912" y="1980720"/>
                  </a:lnTo>
                  <a:lnTo>
                    <a:pt x="1762556" y="1975309"/>
                  </a:lnTo>
                  <a:lnTo>
                    <a:pt x="1825489" y="1969155"/>
                  </a:lnTo>
                  <a:lnTo>
                    <a:pt x="1886601" y="1962283"/>
                  </a:lnTo>
                  <a:lnTo>
                    <a:pt x="1945787" y="1954717"/>
                  </a:lnTo>
                  <a:lnTo>
                    <a:pt x="2002936" y="1946481"/>
                  </a:lnTo>
                  <a:lnTo>
                    <a:pt x="2057942" y="1937599"/>
                  </a:lnTo>
                  <a:lnTo>
                    <a:pt x="2110696" y="1928094"/>
                  </a:lnTo>
                  <a:lnTo>
                    <a:pt x="2161090" y="1917992"/>
                  </a:lnTo>
                  <a:lnTo>
                    <a:pt x="2209016" y="1907316"/>
                  </a:lnTo>
                  <a:lnTo>
                    <a:pt x="2254365" y="1896090"/>
                  </a:lnTo>
                  <a:lnTo>
                    <a:pt x="2297031" y="1884338"/>
                  </a:lnTo>
                  <a:lnTo>
                    <a:pt x="2336905" y="1872085"/>
                  </a:lnTo>
                  <a:lnTo>
                    <a:pt x="2373878" y="1859354"/>
                  </a:lnTo>
                  <a:lnTo>
                    <a:pt x="2438691" y="1832555"/>
                  </a:lnTo>
                  <a:lnTo>
                    <a:pt x="2490607" y="1804135"/>
                  </a:lnTo>
                  <a:lnTo>
                    <a:pt x="2528760" y="1774286"/>
                  </a:lnTo>
                  <a:lnTo>
                    <a:pt x="2552285" y="1743200"/>
                  </a:lnTo>
                  <a:lnTo>
                    <a:pt x="2560320" y="1711070"/>
                  </a:lnTo>
                  <a:lnTo>
                    <a:pt x="2560320" y="0"/>
                  </a:lnTo>
                  <a:close/>
                </a:path>
              </a:pathLst>
            </a:custGeom>
            <a:solidFill>
              <a:srgbClr val="C0C0C0"/>
            </a:solidFill>
          </p:spPr>
          <p:txBody>
            <a:bodyPr wrap="square" lIns="0" tIns="0" rIns="0" bIns="0" rtlCol="0"/>
            <a:lstStyle/>
            <a:p/>
          </p:txBody>
        </p:sp>
        <p:sp>
          <p:nvSpPr>
            <p:cNvPr id="8" name="object 8" descr=""/>
            <p:cNvSpPr/>
            <p:nvPr/>
          </p:nvSpPr>
          <p:spPr>
            <a:xfrm>
              <a:off x="3292601" y="3662932"/>
              <a:ext cx="2560320" cy="570865"/>
            </a:xfrm>
            <a:custGeom>
              <a:avLst/>
              <a:gdLst/>
              <a:ahLst/>
              <a:cxnLst/>
              <a:rect l="l" t="t" r="r" b="b"/>
              <a:pathLst>
                <a:path w="2560320" h="570864">
                  <a:moveTo>
                    <a:pt x="1280160" y="0"/>
                  </a:moveTo>
                  <a:lnTo>
                    <a:pt x="1207516" y="451"/>
                  </a:lnTo>
                  <a:lnTo>
                    <a:pt x="1135936" y="1789"/>
                  </a:lnTo>
                  <a:lnTo>
                    <a:pt x="1065527" y="3990"/>
                  </a:lnTo>
                  <a:lnTo>
                    <a:pt x="996397" y="7030"/>
                  </a:lnTo>
                  <a:lnTo>
                    <a:pt x="928654" y="10884"/>
                  </a:lnTo>
                  <a:lnTo>
                    <a:pt x="862407" y="15529"/>
                  </a:lnTo>
                  <a:lnTo>
                    <a:pt x="797763" y="20940"/>
                  </a:lnTo>
                  <a:lnTo>
                    <a:pt x="734830" y="27093"/>
                  </a:lnTo>
                  <a:lnTo>
                    <a:pt x="673718" y="33965"/>
                  </a:lnTo>
                  <a:lnTo>
                    <a:pt x="614532" y="41531"/>
                  </a:lnTo>
                  <a:lnTo>
                    <a:pt x="557383" y="49767"/>
                  </a:lnTo>
                  <a:lnTo>
                    <a:pt x="502377" y="58650"/>
                  </a:lnTo>
                  <a:lnTo>
                    <a:pt x="449623" y="68154"/>
                  </a:lnTo>
                  <a:lnTo>
                    <a:pt x="399229" y="78256"/>
                  </a:lnTo>
                  <a:lnTo>
                    <a:pt x="351303" y="88933"/>
                  </a:lnTo>
                  <a:lnTo>
                    <a:pt x="305954" y="100159"/>
                  </a:lnTo>
                  <a:lnTo>
                    <a:pt x="263288" y="111910"/>
                  </a:lnTo>
                  <a:lnTo>
                    <a:pt x="223414" y="124164"/>
                  </a:lnTo>
                  <a:lnTo>
                    <a:pt x="186441" y="136895"/>
                  </a:lnTo>
                  <a:lnTo>
                    <a:pt x="121628" y="163693"/>
                  </a:lnTo>
                  <a:lnTo>
                    <a:pt x="69712" y="192114"/>
                  </a:lnTo>
                  <a:lnTo>
                    <a:pt x="31559" y="221963"/>
                  </a:lnTo>
                  <a:lnTo>
                    <a:pt x="8034" y="253048"/>
                  </a:lnTo>
                  <a:lnTo>
                    <a:pt x="0" y="285178"/>
                  </a:lnTo>
                  <a:lnTo>
                    <a:pt x="2026" y="301361"/>
                  </a:lnTo>
                  <a:lnTo>
                    <a:pt x="31559" y="348393"/>
                  </a:lnTo>
                  <a:lnTo>
                    <a:pt x="69712" y="378242"/>
                  </a:lnTo>
                  <a:lnTo>
                    <a:pt x="121628" y="406663"/>
                  </a:lnTo>
                  <a:lnTo>
                    <a:pt x="186441" y="433461"/>
                  </a:lnTo>
                  <a:lnTo>
                    <a:pt x="223414" y="446192"/>
                  </a:lnTo>
                  <a:lnTo>
                    <a:pt x="263288" y="458446"/>
                  </a:lnTo>
                  <a:lnTo>
                    <a:pt x="305954" y="470197"/>
                  </a:lnTo>
                  <a:lnTo>
                    <a:pt x="351303" y="481423"/>
                  </a:lnTo>
                  <a:lnTo>
                    <a:pt x="399229" y="492100"/>
                  </a:lnTo>
                  <a:lnTo>
                    <a:pt x="449623" y="502202"/>
                  </a:lnTo>
                  <a:lnTo>
                    <a:pt x="502377" y="511706"/>
                  </a:lnTo>
                  <a:lnTo>
                    <a:pt x="557383" y="520589"/>
                  </a:lnTo>
                  <a:lnTo>
                    <a:pt x="614532" y="528825"/>
                  </a:lnTo>
                  <a:lnTo>
                    <a:pt x="673718" y="536391"/>
                  </a:lnTo>
                  <a:lnTo>
                    <a:pt x="734830" y="543263"/>
                  </a:lnTo>
                  <a:lnTo>
                    <a:pt x="797763" y="549416"/>
                  </a:lnTo>
                  <a:lnTo>
                    <a:pt x="862407" y="554827"/>
                  </a:lnTo>
                  <a:lnTo>
                    <a:pt x="928654" y="559472"/>
                  </a:lnTo>
                  <a:lnTo>
                    <a:pt x="996397" y="563326"/>
                  </a:lnTo>
                  <a:lnTo>
                    <a:pt x="1065527" y="566366"/>
                  </a:lnTo>
                  <a:lnTo>
                    <a:pt x="1135936" y="568567"/>
                  </a:lnTo>
                  <a:lnTo>
                    <a:pt x="1207516" y="569905"/>
                  </a:lnTo>
                  <a:lnTo>
                    <a:pt x="1280160" y="570357"/>
                  </a:lnTo>
                  <a:lnTo>
                    <a:pt x="1352803" y="569905"/>
                  </a:lnTo>
                  <a:lnTo>
                    <a:pt x="1424383" y="568567"/>
                  </a:lnTo>
                  <a:lnTo>
                    <a:pt x="1494792" y="566366"/>
                  </a:lnTo>
                  <a:lnTo>
                    <a:pt x="1563922" y="563326"/>
                  </a:lnTo>
                  <a:lnTo>
                    <a:pt x="1631665" y="559472"/>
                  </a:lnTo>
                  <a:lnTo>
                    <a:pt x="1697912" y="554827"/>
                  </a:lnTo>
                  <a:lnTo>
                    <a:pt x="1762556" y="549416"/>
                  </a:lnTo>
                  <a:lnTo>
                    <a:pt x="1825489" y="543263"/>
                  </a:lnTo>
                  <a:lnTo>
                    <a:pt x="1886601" y="536391"/>
                  </a:lnTo>
                  <a:lnTo>
                    <a:pt x="1945787" y="528825"/>
                  </a:lnTo>
                  <a:lnTo>
                    <a:pt x="2002936" y="520589"/>
                  </a:lnTo>
                  <a:lnTo>
                    <a:pt x="2057942" y="511706"/>
                  </a:lnTo>
                  <a:lnTo>
                    <a:pt x="2110696" y="502202"/>
                  </a:lnTo>
                  <a:lnTo>
                    <a:pt x="2161090" y="492100"/>
                  </a:lnTo>
                  <a:lnTo>
                    <a:pt x="2209016" y="481423"/>
                  </a:lnTo>
                  <a:lnTo>
                    <a:pt x="2254365" y="470197"/>
                  </a:lnTo>
                  <a:lnTo>
                    <a:pt x="2297031" y="458446"/>
                  </a:lnTo>
                  <a:lnTo>
                    <a:pt x="2336905" y="446192"/>
                  </a:lnTo>
                  <a:lnTo>
                    <a:pt x="2373878" y="433461"/>
                  </a:lnTo>
                  <a:lnTo>
                    <a:pt x="2438691" y="406663"/>
                  </a:lnTo>
                  <a:lnTo>
                    <a:pt x="2490607" y="378242"/>
                  </a:lnTo>
                  <a:lnTo>
                    <a:pt x="2528760" y="348393"/>
                  </a:lnTo>
                  <a:lnTo>
                    <a:pt x="2552285" y="317308"/>
                  </a:lnTo>
                  <a:lnTo>
                    <a:pt x="2560320" y="285178"/>
                  </a:lnTo>
                  <a:lnTo>
                    <a:pt x="2558293" y="268995"/>
                  </a:lnTo>
                  <a:lnTo>
                    <a:pt x="2528760" y="221963"/>
                  </a:lnTo>
                  <a:lnTo>
                    <a:pt x="2490607" y="192114"/>
                  </a:lnTo>
                  <a:lnTo>
                    <a:pt x="2438691" y="163693"/>
                  </a:lnTo>
                  <a:lnTo>
                    <a:pt x="2373878" y="136895"/>
                  </a:lnTo>
                  <a:lnTo>
                    <a:pt x="2336905" y="124164"/>
                  </a:lnTo>
                  <a:lnTo>
                    <a:pt x="2297031" y="111910"/>
                  </a:lnTo>
                  <a:lnTo>
                    <a:pt x="2254365" y="100159"/>
                  </a:lnTo>
                  <a:lnTo>
                    <a:pt x="2209016" y="88933"/>
                  </a:lnTo>
                  <a:lnTo>
                    <a:pt x="2161090" y="78256"/>
                  </a:lnTo>
                  <a:lnTo>
                    <a:pt x="2110696" y="68154"/>
                  </a:lnTo>
                  <a:lnTo>
                    <a:pt x="2057942" y="58650"/>
                  </a:lnTo>
                  <a:lnTo>
                    <a:pt x="2002936" y="49767"/>
                  </a:lnTo>
                  <a:lnTo>
                    <a:pt x="1945787" y="41531"/>
                  </a:lnTo>
                  <a:lnTo>
                    <a:pt x="1886601" y="33965"/>
                  </a:lnTo>
                  <a:lnTo>
                    <a:pt x="1825489" y="27093"/>
                  </a:lnTo>
                  <a:lnTo>
                    <a:pt x="1762556" y="20940"/>
                  </a:lnTo>
                  <a:lnTo>
                    <a:pt x="1697912" y="15529"/>
                  </a:lnTo>
                  <a:lnTo>
                    <a:pt x="1631665" y="10884"/>
                  </a:lnTo>
                  <a:lnTo>
                    <a:pt x="1563922" y="7030"/>
                  </a:lnTo>
                  <a:lnTo>
                    <a:pt x="1494792" y="3990"/>
                  </a:lnTo>
                  <a:lnTo>
                    <a:pt x="1424383" y="1789"/>
                  </a:lnTo>
                  <a:lnTo>
                    <a:pt x="1352803" y="451"/>
                  </a:lnTo>
                  <a:lnTo>
                    <a:pt x="1280160" y="0"/>
                  </a:lnTo>
                  <a:close/>
                </a:path>
              </a:pathLst>
            </a:custGeom>
            <a:solidFill>
              <a:srgbClr val="DADADA"/>
            </a:solidFill>
          </p:spPr>
          <p:txBody>
            <a:bodyPr wrap="square" lIns="0" tIns="0" rIns="0" bIns="0" rtlCol="0"/>
            <a:lstStyle/>
            <a:p/>
          </p:txBody>
        </p:sp>
        <p:sp>
          <p:nvSpPr>
            <p:cNvPr id="9" name="object 9" descr=""/>
            <p:cNvSpPr/>
            <p:nvPr/>
          </p:nvSpPr>
          <p:spPr>
            <a:xfrm>
              <a:off x="3292601" y="3662932"/>
              <a:ext cx="2560320" cy="2281555"/>
            </a:xfrm>
            <a:custGeom>
              <a:avLst/>
              <a:gdLst/>
              <a:ahLst/>
              <a:cxnLst/>
              <a:rect l="l" t="t" r="r" b="b"/>
              <a:pathLst>
                <a:path w="2560320" h="2281554">
                  <a:moveTo>
                    <a:pt x="2560320" y="285178"/>
                  </a:moveTo>
                  <a:lnTo>
                    <a:pt x="2542405" y="332993"/>
                  </a:lnTo>
                  <a:lnTo>
                    <a:pt x="2511458" y="363484"/>
                  </a:lnTo>
                  <a:lnTo>
                    <a:pt x="2466315" y="392643"/>
                  </a:lnTo>
                  <a:lnTo>
                    <a:pt x="2407843" y="420277"/>
                  </a:lnTo>
                  <a:lnTo>
                    <a:pt x="2336905" y="446192"/>
                  </a:lnTo>
                  <a:lnTo>
                    <a:pt x="2297031" y="458446"/>
                  </a:lnTo>
                  <a:lnTo>
                    <a:pt x="2254365" y="470197"/>
                  </a:lnTo>
                  <a:lnTo>
                    <a:pt x="2209016" y="481423"/>
                  </a:lnTo>
                  <a:lnTo>
                    <a:pt x="2161090" y="492100"/>
                  </a:lnTo>
                  <a:lnTo>
                    <a:pt x="2110696" y="502202"/>
                  </a:lnTo>
                  <a:lnTo>
                    <a:pt x="2057942" y="511706"/>
                  </a:lnTo>
                  <a:lnTo>
                    <a:pt x="2002936" y="520589"/>
                  </a:lnTo>
                  <a:lnTo>
                    <a:pt x="1945787" y="528825"/>
                  </a:lnTo>
                  <a:lnTo>
                    <a:pt x="1886601" y="536391"/>
                  </a:lnTo>
                  <a:lnTo>
                    <a:pt x="1825489" y="543263"/>
                  </a:lnTo>
                  <a:lnTo>
                    <a:pt x="1762556" y="549416"/>
                  </a:lnTo>
                  <a:lnTo>
                    <a:pt x="1697912" y="554827"/>
                  </a:lnTo>
                  <a:lnTo>
                    <a:pt x="1631665" y="559472"/>
                  </a:lnTo>
                  <a:lnTo>
                    <a:pt x="1563922" y="563326"/>
                  </a:lnTo>
                  <a:lnTo>
                    <a:pt x="1494792" y="566366"/>
                  </a:lnTo>
                  <a:lnTo>
                    <a:pt x="1424383" y="568567"/>
                  </a:lnTo>
                  <a:lnTo>
                    <a:pt x="1352803" y="569905"/>
                  </a:lnTo>
                  <a:lnTo>
                    <a:pt x="1280160" y="570357"/>
                  </a:lnTo>
                  <a:lnTo>
                    <a:pt x="1207516" y="569905"/>
                  </a:lnTo>
                  <a:lnTo>
                    <a:pt x="1135936" y="568567"/>
                  </a:lnTo>
                  <a:lnTo>
                    <a:pt x="1065527" y="566366"/>
                  </a:lnTo>
                  <a:lnTo>
                    <a:pt x="996397" y="563326"/>
                  </a:lnTo>
                  <a:lnTo>
                    <a:pt x="928654" y="559472"/>
                  </a:lnTo>
                  <a:lnTo>
                    <a:pt x="862407" y="554827"/>
                  </a:lnTo>
                  <a:lnTo>
                    <a:pt x="797763" y="549416"/>
                  </a:lnTo>
                  <a:lnTo>
                    <a:pt x="734830" y="543263"/>
                  </a:lnTo>
                  <a:lnTo>
                    <a:pt x="673718" y="536391"/>
                  </a:lnTo>
                  <a:lnTo>
                    <a:pt x="614532" y="528825"/>
                  </a:lnTo>
                  <a:lnTo>
                    <a:pt x="557383" y="520589"/>
                  </a:lnTo>
                  <a:lnTo>
                    <a:pt x="502377" y="511706"/>
                  </a:lnTo>
                  <a:lnTo>
                    <a:pt x="449623" y="502202"/>
                  </a:lnTo>
                  <a:lnTo>
                    <a:pt x="399229" y="492100"/>
                  </a:lnTo>
                  <a:lnTo>
                    <a:pt x="351303" y="481423"/>
                  </a:lnTo>
                  <a:lnTo>
                    <a:pt x="305954" y="470197"/>
                  </a:lnTo>
                  <a:lnTo>
                    <a:pt x="263288" y="458446"/>
                  </a:lnTo>
                  <a:lnTo>
                    <a:pt x="223414" y="446192"/>
                  </a:lnTo>
                  <a:lnTo>
                    <a:pt x="186441" y="433461"/>
                  </a:lnTo>
                  <a:lnTo>
                    <a:pt x="121628" y="406663"/>
                  </a:lnTo>
                  <a:lnTo>
                    <a:pt x="69712" y="378242"/>
                  </a:lnTo>
                  <a:lnTo>
                    <a:pt x="31559" y="348393"/>
                  </a:lnTo>
                  <a:lnTo>
                    <a:pt x="8034" y="317308"/>
                  </a:lnTo>
                  <a:lnTo>
                    <a:pt x="0" y="285178"/>
                  </a:lnTo>
                  <a:lnTo>
                    <a:pt x="2026" y="268995"/>
                  </a:lnTo>
                  <a:lnTo>
                    <a:pt x="31559" y="221963"/>
                  </a:lnTo>
                  <a:lnTo>
                    <a:pt x="69712" y="192114"/>
                  </a:lnTo>
                  <a:lnTo>
                    <a:pt x="121628" y="163693"/>
                  </a:lnTo>
                  <a:lnTo>
                    <a:pt x="186441" y="136895"/>
                  </a:lnTo>
                  <a:lnTo>
                    <a:pt x="223414" y="124164"/>
                  </a:lnTo>
                  <a:lnTo>
                    <a:pt x="263288" y="111910"/>
                  </a:lnTo>
                  <a:lnTo>
                    <a:pt x="305954" y="100159"/>
                  </a:lnTo>
                  <a:lnTo>
                    <a:pt x="351303" y="88933"/>
                  </a:lnTo>
                  <a:lnTo>
                    <a:pt x="399229" y="78256"/>
                  </a:lnTo>
                  <a:lnTo>
                    <a:pt x="449623" y="68154"/>
                  </a:lnTo>
                  <a:lnTo>
                    <a:pt x="502377" y="58650"/>
                  </a:lnTo>
                  <a:lnTo>
                    <a:pt x="557383" y="49767"/>
                  </a:lnTo>
                  <a:lnTo>
                    <a:pt x="614532" y="41531"/>
                  </a:lnTo>
                  <a:lnTo>
                    <a:pt x="673718" y="33965"/>
                  </a:lnTo>
                  <a:lnTo>
                    <a:pt x="734830" y="27093"/>
                  </a:lnTo>
                  <a:lnTo>
                    <a:pt x="797763" y="20940"/>
                  </a:lnTo>
                  <a:lnTo>
                    <a:pt x="862407" y="15529"/>
                  </a:lnTo>
                  <a:lnTo>
                    <a:pt x="928654" y="10884"/>
                  </a:lnTo>
                  <a:lnTo>
                    <a:pt x="996397" y="7030"/>
                  </a:lnTo>
                  <a:lnTo>
                    <a:pt x="1065527" y="3990"/>
                  </a:lnTo>
                  <a:lnTo>
                    <a:pt x="1135936" y="1789"/>
                  </a:lnTo>
                  <a:lnTo>
                    <a:pt x="1207516" y="451"/>
                  </a:lnTo>
                  <a:lnTo>
                    <a:pt x="1280160" y="0"/>
                  </a:lnTo>
                  <a:lnTo>
                    <a:pt x="1352803" y="451"/>
                  </a:lnTo>
                  <a:lnTo>
                    <a:pt x="1424383" y="1789"/>
                  </a:lnTo>
                  <a:lnTo>
                    <a:pt x="1494792" y="3990"/>
                  </a:lnTo>
                  <a:lnTo>
                    <a:pt x="1563922" y="7030"/>
                  </a:lnTo>
                  <a:lnTo>
                    <a:pt x="1631665" y="10884"/>
                  </a:lnTo>
                  <a:lnTo>
                    <a:pt x="1697912" y="15529"/>
                  </a:lnTo>
                  <a:lnTo>
                    <a:pt x="1762556" y="20940"/>
                  </a:lnTo>
                  <a:lnTo>
                    <a:pt x="1825489" y="27093"/>
                  </a:lnTo>
                  <a:lnTo>
                    <a:pt x="1886601" y="33965"/>
                  </a:lnTo>
                  <a:lnTo>
                    <a:pt x="1945787" y="41531"/>
                  </a:lnTo>
                  <a:lnTo>
                    <a:pt x="2002936" y="49767"/>
                  </a:lnTo>
                  <a:lnTo>
                    <a:pt x="2057942" y="58650"/>
                  </a:lnTo>
                  <a:lnTo>
                    <a:pt x="2110696" y="68154"/>
                  </a:lnTo>
                  <a:lnTo>
                    <a:pt x="2161090" y="78256"/>
                  </a:lnTo>
                  <a:lnTo>
                    <a:pt x="2209016" y="88933"/>
                  </a:lnTo>
                  <a:lnTo>
                    <a:pt x="2254365" y="100159"/>
                  </a:lnTo>
                  <a:lnTo>
                    <a:pt x="2297031" y="111910"/>
                  </a:lnTo>
                  <a:lnTo>
                    <a:pt x="2336905" y="124164"/>
                  </a:lnTo>
                  <a:lnTo>
                    <a:pt x="2373878" y="136895"/>
                  </a:lnTo>
                  <a:lnTo>
                    <a:pt x="2438691" y="163693"/>
                  </a:lnTo>
                  <a:lnTo>
                    <a:pt x="2490607" y="192114"/>
                  </a:lnTo>
                  <a:lnTo>
                    <a:pt x="2528760" y="221963"/>
                  </a:lnTo>
                  <a:lnTo>
                    <a:pt x="2552285" y="253048"/>
                  </a:lnTo>
                  <a:lnTo>
                    <a:pt x="2560320" y="285178"/>
                  </a:lnTo>
                  <a:close/>
                </a:path>
                <a:path w="2560320" h="2281554">
                  <a:moveTo>
                    <a:pt x="2560320" y="285178"/>
                  </a:moveTo>
                  <a:lnTo>
                    <a:pt x="2560320" y="1996249"/>
                  </a:lnTo>
                  <a:lnTo>
                    <a:pt x="2558293" y="2012432"/>
                  </a:lnTo>
                  <a:lnTo>
                    <a:pt x="2528760" y="2059464"/>
                  </a:lnTo>
                  <a:lnTo>
                    <a:pt x="2490607" y="2089313"/>
                  </a:lnTo>
                  <a:lnTo>
                    <a:pt x="2438691" y="2117734"/>
                  </a:lnTo>
                  <a:lnTo>
                    <a:pt x="2373878" y="2144532"/>
                  </a:lnTo>
                  <a:lnTo>
                    <a:pt x="2336905" y="2157263"/>
                  </a:lnTo>
                  <a:lnTo>
                    <a:pt x="2297031" y="2169517"/>
                  </a:lnTo>
                  <a:lnTo>
                    <a:pt x="2254365" y="2181268"/>
                  </a:lnTo>
                  <a:lnTo>
                    <a:pt x="2209016" y="2192494"/>
                  </a:lnTo>
                  <a:lnTo>
                    <a:pt x="2161090" y="2203171"/>
                  </a:lnTo>
                  <a:lnTo>
                    <a:pt x="2110696" y="2213273"/>
                  </a:lnTo>
                  <a:lnTo>
                    <a:pt x="2057942" y="2222777"/>
                  </a:lnTo>
                  <a:lnTo>
                    <a:pt x="2002936" y="2231660"/>
                  </a:lnTo>
                  <a:lnTo>
                    <a:pt x="1945787" y="2239896"/>
                  </a:lnTo>
                  <a:lnTo>
                    <a:pt x="1886601" y="2247462"/>
                  </a:lnTo>
                  <a:lnTo>
                    <a:pt x="1825489" y="2254334"/>
                  </a:lnTo>
                  <a:lnTo>
                    <a:pt x="1762556" y="2260487"/>
                  </a:lnTo>
                  <a:lnTo>
                    <a:pt x="1697912" y="2265898"/>
                  </a:lnTo>
                  <a:lnTo>
                    <a:pt x="1631665" y="2270543"/>
                  </a:lnTo>
                  <a:lnTo>
                    <a:pt x="1563922" y="2274397"/>
                  </a:lnTo>
                  <a:lnTo>
                    <a:pt x="1494792" y="2277437"/>
                  </a:lnTo>
                  <a:lnTo>
                    <a:pt x="1424383" y="2279638"/>
                  </a:lnTo>
                  <a:lnTo>
                    <a:pt x="1352803" y="2280976"/>
                  </a:lnTo>
                  <a:lnTo>
                    <a:pt x="1280160" y="2281428"/>
                  </a:lnTo>
                  <a:lnTo>
                    <a:pt x="1207516" y="2280976"/>
                  </a:lnTo>
                  <a:lnTo>
                    <a:pt x="1135936" y="2279638"/>
                  </a:lnTo>
                  <a:lnTo>
                    <a:pt x="1065527" y="2277437"/>
                  </a:lnTo>
                  <a:lnTo>
                    <a:pt x="996397" y="2274397"/>
                  </a:lnTo>
                  <a:lnTo>
                    <a:pt x="928654" y="2270543"/>
                  </a:lnTo>
                  <a:lnTo>
                    <a:pt x="862407" y="2265898"/>
                  </a:lnTo>
                  <a:lnTo>
                    <a:pt x="797763" y="2260487"/>
                  </a:lnTo>
                  <a:lnTo>
                    <a:pt x="734830" y="2254334"/>
                  </a:lnTo>
                  <a:lnTo>
                    <a:pt x="673718" y="2247462"/>
                  </a:lnTo>
                  <a:lnTo>
                    <a:pt x="614532" y="2239896"/>
                  </a:lnTo>
                  <a:lnTo>
                    <a:pt x="557383" y="2231660"/>
                  </a:lnTo>
                  <a:lnTo>
                    <a:pt x="502377" y="2222777"/>
                  </a:lnTo>
                  <a:lnTo>
                    <a:pt x="449623" y="2213273"/>
                  </a:lnTo>
                  <a:lnTo>
                    <a:pt x="399229" y="2203171"/>
                  </a:lnTo>
                  <a:lnTo>
                    <a:pt x="351303" y="2192494"/>
                  </a:lnTo>
                  <a:lnTo>
                    <a:pt x="305954" y="2181268"/>
                  </a:lnTo>
                  <a:lnTo>
                    <a:pt x="263288" y="2169517"/>
                  </a:lnTo>
                  <a:lnTo>
                    <a:pt x="223414" y="2157263"/>
                  </a:lnTo>
                  <a:lnTo>
                    <a:pt x="186441" y="2144532"/>
                  </a:lnTo>
                  <a:lnTo>
                    <a:pt x="121628" y="2117734"/>
                  </a:lnTo>
                  <a:lnTo>
                    <a:pt x="69712" y="2089313"/>
                  </a:lnTo>
                  <a:lnTo>
                    <a:pt x="31559" y="2059464"/>
                  </a:lnTo>
                  <a:lnTo>
                    <a:pt x="8034" y="2028379"/>
                  </a:lnTo>
                  <a:lnTo>
                    <a:pt x="0" y="1996249"/>
                  </a:lnTo>
                  <a:lnTo>
                    <a:pt x="0" y="285178"/>
                  </a:lnTo>
                </a:path>
              </a:pathLst>
            </a:custGeom>
            <a:ln w="28956">
              <a:solidFill>
                <a:srgbClr val="4E3629"/>
              </a:solidFill>
            </a:ln>
          </p:spPr>
          <p:txBody>
            <a:bodyPr wrap="square" lIns="0" tIns="0" rIns="0" bIns="0" rtlCol="0"/>
            <a:lstStyle/>
            <a:p/>
          </p:txBody>
        </p:sp>
      </p:grpSp>
      <p:sp>
        <p:nvSpPr>
          <p:cNvPr id="10" name="object 10" descr=""/>
          <p:cNvSpPr txBox="1"/>
          <p:nvPr/>
        </p:nvSpPr>
        <p:spPr>
          <a:xfrm>
            <a:off x="3922871" y="3819768"/>
            <a:ext cx="1403350" cy="269240"/>
          </a:xfrm>
          <a:prstGeom prst="rect">
            <a:avLst/>
          </a:prstGeom>
        </p:spPr>
        <p:txBody>
          <a:bodyPr wrap="square" lIns="0" tIns="12065" rIns="0" bIns="0" rtlCol="0" vert="horz">
            <a:spAutoFit/>
          </a:bodyPr>
          <a:lstStyle/>
          <a:p>
            <a:pPr marL="12700">
              <a:lnSpc>
                <a:spcPct val="100000"/>
              </a:lnSpc>
              <a:spcBef>
                <a:spcPts val="95"/>
              </a:spcBef>
            </a:pPr>
            <a:r>
              <a:rPr dirty="0" sz="1600" b="1">
                <a:solidFill>
                  <a:srgbClr val="4E3629"/>
                </a:solidFill>
                <a:latin typeface="Calibri"/>
                <a:cs typeface="Calibri"/>
              </a:rPr>
              <a:t>Oracle</a:t>
            </a:r>
            <a:r>
              <a:rPr dirty="0" sz="1600" spc="-60" b="1">
                <a:solidFill>
                  <a:srgbClr val="4E3629"/>
                </a:solidFill>
                <a:latin typeface="Calibri"/>
                <a:cs typeface="Calibri"/>
              </a:rPr>
              <a:t> </a:t>
            </a:r>
            <a:r>
              <a:rPr dirty="0" sz="1600" spc="-10" b="1">
                <a:solidFill>
                  <a:srgbClr val="4E3629"/>
                </a:solidFill>
                <a:latin typeface="Calibri"/>
                <a:cs typeface="Calibri"/>
              </a:rPr>
              <a:t>Database</a:t>
            </a:r>
            <a:endParaRPr sz="1600">
              <a:latin typeface="Calibri"/>
              <a:cs typeface="Calibri"/>
            </a:endParaRPr>
          </a:p>
        </p:txBody>
      </p:sp>
      <p:grpSp>
        <p:nvGrpSpPr>
          <p:cNvPr id="11" name="object 11" descr=""/>
          <p:cNvGrpSpPr/>
          <p:nvPr/>
        </p:nvGrpSpPr>
        <p:grpSpPr>
          <a:xfrm>
            <a:off x="3756659" y="4416552"/>
            <a:ext cx="1673860" cy="1209040"/>
            <a:chOff x="3756659" y="4416552"/>
            <a:chExt cx="1673860" cy="1209040"/>
          </a:xfrm>
        </p:grpSpPr>
        <p:sp>
          <p:nvSpPr>
            <p:cNvPr id="12" name="object 12" descr=""/>
            <p:cNvSpPr/>
            <p:nvPr/>
          </p:nvSpPr>
          <p:spPr>
            <a:xfrm>
              <a:off x="3771137" y="4431030"/>
              <a:ext cx="480059" cy="291465"/>
            </a:xfrm>
            <a:custGeom>
              <a:avLst/>
              <a:gdLst/>
              <a:ahLst/>
              <a:cxnLst/>
              <a:rect l="l" t="t" r="r" b="b"/>
              <a:pathLst>
                <a:path w="480060" h="291464">
                  <a:moveTo>
                    <a:pt x="480060" y="0"/>
                  </a:moveTo>
                  <a:lnTo>
                    <a:pt x="0" y="0"/>
                  </a:lnTo>
                  <a:lnTo>
                    <a:pt x="0" y="291084"/>
                  </a:lnTo>
                  <a:lnTo>
                    <a:pt x="480060" y="291084"/>
                  </a:lnTo>
                  <a:lnTo>
                    <a:pt x="480060" y="0"/>
                  </a:lnTo>
                  <a:close/>
                </a:path>
              </a:pathLst>
            </a:custGeom>
            <a:solidFill>
              <a:srgbClr val="FFC000"/>
            </a:solidFill>
          </p:spPr>
          <p:txBody>
            <a:bodyPr wrap="square" lIns="0" tIns="0" rIns="0" bIns="0" rtlCol="0"/>
            <a:lstStyle/>
            <a:p/>
          </p:txBody>
        </p:sp>
        <p:sp>
          <p:nvSpPr>
            <p:cNvPr id="13" name="object 13" descr=""/>
            <p:cNvSpPr/>
            <p:nvPr/>
          </p:nvSpPr>
          <p:spPr>
            <a:xfrm>
              <a:off x="3771137" y="4431030"/>
              <a:ext cx="480059" cy="291465"/>
            </a:xfrm>
            <a:custGeom>
              <a:avLst/>
              <a:gdLst/>
              <a:ahLst/>
              <a:cxnLst/>
              <a:rect l="l" t="t" r="r" b="b"/>
              <a:pathLst>
                <a:path w="480060" h="291464">
                  <a:moveTo>
                    <a:pt x="0" y="291084"/>
                  </a:moveTo>
                  <a:lnTo>
                    <a:pt x="480060" y="291084"/>
                  </a:lnTo>
                  <a:lnTo>
                    <a:pt x="480060" y="0"/>
                  </a:lnTo>
                  <a:lnTo>
                    <a:pt x="0" y="0"/>
                  </a:lnTo>
                  <a:lnTo>
                    <a:pt x="0" y="291084"/>
                  </a:lnTo>
                  <a:close/>
                </a:path>
              </a:pathLst>
            </a:custGeom>
            <a:ln w="28956">
              <a:solidFill>
                <a:srgbClr val="4E3629"/>
              </a:solidFill>
            </a:ln>
          </p:spPr>
          <p:txBody>
            <a:bodyPr wrap="square" lIns="0" tIns="0" rIns="0" bIns="0" rtlCol="0"/>
            <a:lstStyle/>
            <a:p/>
          </p:txBody>
        </p:sp>
        <p:sp>
          <p:nvSpPr>
            <p:cNvPr id="14" name="object 14" descr=""/>
            <p:cNvSpPr/>
            <p:nvPr/>
          </p:nvSpPr>
          <p:spPr>
            <a:xfrm>
              <a:off x="3771137" y="5319522"/>
              <a:ext cx="480059" cy="291465"/>
            </a:xfrm>
            <a:custGeom>
              <a:avLst/>
              <a:gdLst/>
              <a:ahLst/>
              <a:cxnLst/>
              <a:rect l="l" t="t" r="r" b="b"/>
              <a:pathLst>
                <a:path w="480060" h="291464">
                  <a:moveTo>
                    <a:pt x="480060" y="0"/>
                  </a:moveTo>
                  <a:lnTo>
                    <a:pt x="0" y="0"/>
                  </a:lnTo>
                  <a:lnTo>
                    <a:pt x="0" y="291083"/>
                  </a:lnTo>
                  <a:lnTo>
                    <a:pt x="480060" y="291083"/>
                  </a:lnTo>
                  <a:lnTo>
                    <a:pt x="480060" y="0"/>
                  </a:lnTo>
                  <a:close/>
                </a:path>
              </a:pathLst>
            </a:custGeom>
            <a:solidFill>
              <a:srgbClr val="FFC000"/>
            </a:solidFill>
          </p:spPr>
          <p:txBody>
            <a:bodyPr wrap="square" lIns="0" tIns="0" rIns="0" bIns="0" rtlCol="0"/>
            <a:lstStyle/>
            <a:p/>
          </p:txBody>
        </p:sp>
        <p:sp>
          <p:nvSpPr>
            <p:cNvPr id="15" name="object 15" descr=""/>
            <p:cNvSpPr/>
            <p:nvPr/>
          </p:nvSpPr>
          <p:spPr>
            <a:xfrm>
              <a:off x="3771137" y="5319522"/>
              <a:ext cx="480059" cy="291465"/>
            </a:xfrm>
            <a:custGeom>
              <a:avLst/>
              <a:gdLst/>
              <a:ahLst/>
              <a:cxnLst/>
              <a:rect l="l" t="t" r="r" b="b"/>
              <a:pathLst>
                <a:path w="480060" h="291464">
                  <a:moveTo>
                    <a:pt x="0" y="291083"/>
                  </a:moveTo>
                  <a:lnTo>
                    <a:pt x="480060" y="291083"/>
                  </a:lnTo>
                  <a:lnTo>
                    <a:pt x="480060" y="0"/>
                  </a:lnTo>
                  <a:lnTo>
                    <a:pt x="0" y="0"/>
                  </a:lnTo>
                  <a:lnTo>
                    <a:pt x="0" y="291083"/>
                  </a:lnTo>
                  <a:close/>
                </a:path>
              </a:pathLst>
            </a:custGeom>
            <a:ln w="28956">
              <a:solidFill>
                <a:srgbClr val="4E3629"/>
              </a:solidFill>
            </a:ln>
          </p:spPr>
          <p:txBody>
            <a:bodyPr wrap="square" lIns="0" tIns="0" rIns="0" bIns="0" rtlCol="0"/>
            <a:lstStyle/>
            <a:p/>
          </p:txBody>
        </p:sp>
        <p:sp>
          <p:nvSpPr>
            <p:cNvPr id="16" name="object 16" descr=""/>
            <p:cNvSpPr/>
            <p:nvPr/>
          </p:nvSpPr>
          <p:spPr>
            <a:xfrm>
              <a:off x="3771137" y="4880610"/>
              <a:ext cx="480059" cy="291465"/>
            </a:xfrm>
            <a:custGeom>
              <a:avLst/>
              <a:gdLst/>
              <a:ahLst/>
              <a:cxnLst/>
              <a:rect l="l" t="t" r="r" b="b"/>
              <a:pathLst>
                <a:path w="480060" h="291464">
                  <a:moveTo>
                    <a:pt x="480060" y="0"/>
                  </a:moveTo>
                  <a:lnTo>
                    <a:pt x="0" y="0"/>
                  </a:lnTo>
                  <a:lnTo>
                    <a:pt x="0" y="291083"/>
                  </a:lnTo>
                  <a:lnTo>
                    <a:pt x="480060" y="291083"/>
                  </a:lnTo>
                  <a:lnTo>
                    <a:pt x="480060" y="0"/>
                  </a:lnTo>
                  <a:close/>
                </a:path>
              </a:pathLst>
            </a:custGeom>
            <a:solidFill>
              <a:srgbClr val="FFC000"/>
            </a:solidFill>
          </p:spPr>
          <p:txBody>
            <a:bodyPr wrap="square" lIns="0" tIns="0" rIns="0" bIns="0" rtlCol="0"/>
            <a:lstStyle/>
            <a:p/>
          </p:txBody>
        </p:sp>
        <p:sp>
          <p:nvSpPr>
            <p:cNvPr id="17" name="object 17" descr=""/>
            <p:cNvSpPr/>
            <p:nvPr/>
          </p:nvSpPr>
          <p:spPr>
            <a:xfrm>
              <a:off x="3771137" y="4880610"/>
              <a:ext cx="480059" cy="291465"/>
            </a:xfrm>
            <a:custGeom>
              <a:avLst/>
              <a:gdLst/>
              <a:ahLst/>
              <a:cxnLst/>
              <a:rect l="l" t="t" r="r" b="b"/>
              <a:pathLst>
                <a:path w="480060" h="291464">
                  <a:moveTo>
                    <a:pt x="0" y="291083"/>
                  </a:moveTo>
                  <a:lnTo>
                    <a:pt x="480060" y="291083"/>
                  </a:lnTo>
                  <a:lnTo>
                    <a:pt x="480060" y="0"/>
                  </a:lnTo>
                  <a:lnTo>
                    <a:pt x="0" y="0"/>
                  </a:lnTo>
                  <a:lnTo>
                    <a:pt x="0" y="291083"/>
                  </a:lnTo>
                  <a:close/>
                </a:path>
              </a:pathLst>
            </a:custGeom>
            <a:ln w="28956">
              <a:solidFill>
                <a:srgbClr val="4E3629"/>
              </a:solidFill>
            </a:ln>
          </p:spPr>
          <p:txBody>
            <a:bodyPr wrap="square" lIns="0" tIns="0" rIns="0" bIns="0" rtlCol="0"/>
            <a:lstStyle/>
            <a:p/>
          </p:txBody>
        </p:sp>
        <p:sp>
          <p:nvSpPr>
            <p:cNvPr id="18" name="object 18" descr=""/>
            <p:cNvSpPr/>
            <p:nvPr/>
          </p:nvSpPr>
          <p:spPr>
            <a:xfrm>
              <a:off x="4935473" y="4431030"/>
              <a:ext cx="480059" cy="291465"/>
            </a:xfrm>
            <a:custGeom>
              <a:avLst/>
              <a:gdLst/>
              <a:ahLst/>
              <a:cxnLst/>
              <a:rect l="l" t="t" r="r" b="b"/>
              <a:pathLst>
                <a:path w="480060" h="291464">
                  <a:moveTo>
                    <a:pt x="480060" y="0"/>
                  </a:moveTo>
                  <a:lnTo>
                    <a:pt x="0" y="0"/>
                  </a:lnTo>
                  <a:lnTo>
                    <a:pt x="0" y="291084"/>
                  </a:lnTo>
                  <a:lnTo>
                    <a:pt x="480060" y="291084"/>
                  </a:lnTo>
                  <a:lnTo>
                    <a:pt x="480060" y="0"/>
                  </a:lnTo>
                  <a:close/>
                </a:path>
              </a:pathLst>
            </a:custGeom>
            <a:solidFill>
              <a:srgbClr val="4E3629"/>
            </a:solidFill>
          </p:spPr>
          <p:txBody>
            <a:bodyPr wrap="square" lIns="0" tIns="0" rIns="0" bIns="0" rtlCol="0"/>
            <a:lstStyle/>
            <a:p/>
          </p:txBody>
        </p:sp>
        <p:sp>
          <p:nvSpPr>
            <p:cNvPr id="19" name="object 19" descr=""/>
            <p:cNvSpPr/>
            <p:nvPr/>
          </p:nvSpPr>
          <p:spPr>
            <a:xfrm>
              <a:off x="4935473" y="4431030"/>
              <a:ext cx="480059" cy="291465"/>
            </a:xfrm>
            <a:custGeom>
              <a:avLst/>
              <a:gdLst/>
              <a:ahLst/>
              <a:cxnLst/>
              <a:rect l="l" t="t" r="r" b="b"/>
              <a:pathLst>
                <a:path w="480060" h="291464">
                  <a:moveTo>
                    <a:pt x="0" y="291084"/>
                  </a:moveTo>
                  <a:lnTo>
                    <a:pt x="480060" y="291084"/>
                  </a:lnTo>
                  <a:lnTo>
                    <a:pt x="480060" y="0"/>
                  </a:lnTo>
                  <a:lnTo>
                    <a:pt x="0" y="0"/>
                  </a:lnTo>
                  <a:lnTo>
                    <a:pt x="0" y="291084"/>
                  </a:lnTo>
                  <a:close/>
                </a:path>
              </a:pathLst>
            </a:custGeom>
            <a:ln w="28956">
              <a:solidFill>
                <a:srgbClr val="4E3629"/>
              </a:solidFill>
            </a:ln>
          </p:spPr>
          <p:txBody>
            <a:bodyPr wrap="square" lIns="0" tIns="0" rIns="0" bIns="0" rtlCol="0"/>
            <a:lstStyle/>
            <a:p/>
          </p:txBody>
        </p:sp>
        <p:sp>
          <p:nvSpPr>
            <p:cNvPr id="20" name="object 20" descr=""/>
            <p:cNvSpPr/>
            <p:nvPr/>
          </p:nvSpPr>
          <p:spPr>
            <a:xfrm>
              <a:off x="4935473" y="4869942"/>
              <a:ext cx="480059" cy="292735"/>
            </a:xfrm>
            <a:custGeom>
              <a:avLst/>
              <a:gdLst/>
              <a:ahLst/>
              <a:cxnLst/>
              <a:rect l="l" t="t" r="r" b="b"/>
              <a:pathLst>
                <a:path w="480060" h="292735">
                  <a:moveTo>
                    <a:pt x="480060" y="0"/>
                  </a:moveTo>
                  <a:lnTo>
                    <a:pt x="0" y="0"/>
                  </a:lnTo>
                  <a:lnTo>
                    <a:pt x="0" y="292607"/>
                  </a:lnTo>
                  <a:lnTo>
                    <a:pt x="480060" y="292607"/>
                  </a:lnTo>
                  <a:lnTo>
                    <a:pt x="480060" y="0"/>
                  </a:lnTo>
                  <a:close/>
                </a:path>
              </a:pathLst>
            </a:custGeom>
            <a:solidFill>
              <a:srgbClr val="4E3629"/>
            </a:solidFill>
          </p:spPr>
          <p:txBody>
            <a:bodyPr wrap="square" lIns="0" tIns="0" rIns="0" bIns="0" rtlCol="0"/>
            <a:lstStyle/>
            <a:p/>
          </p:txBody>
        </p:sp>
        <p:sp>
          <p:nvSpPr>
            <p:cNvPr id="21" name="object 21" descr=""/>
            <p:cNvSpPr/>
            <p:nvPr/>
          </p:nvSpPr>
          <p:spPr>
            <a:xfrm>
              <a:off x="4935473" y="4869942"/>
              <a:ext cx="480059" cy="292735"/>
            </a:xfrm>
            <a:custGeom>
              <a:avLst/>
              <a:gdLst/>
              <a:ahLst/>
              <a:cxnLst/>
              <a:rect l="l" t="t" r="r" b="b"/>
              <a:pathLst>
                <a:path w="480060" h="292735">
                  <a:moveTo>
                    <a:pt x="0" y="292607"/>
                  </a:moveTo>
                  <a:lnTo>
                    <a:pt x="480060" y="292607"/>
                  </a:lnTo>
                  <a:lnTo>
                    <a:pt x="480060" y="0"/>
                  </a:lnTo>
                  <a:lnTo>
                    <a:pt x="0" y="0"/>
                  </a:lnTo>
                  <a:lnTo>
                    <a:pt x="0" y="292607"/>
                  </a:lnTo>
                  <a:close/>
                </a:path>
              </a:pathLst>
            </a:custGeom>
            <a:ln w="28956">
              <a:solidFill>
                <a:srgbClr val="4E3629"/>
              </a:solidFill>
            </a:ln>
          </p:spPr>
          <p:txBody>
            <a:bodyPr wrap="square" lIns="0" tIns="0" rIns="0" bIns="0" rtlCol="0"/>
            <a:lstStyle/>
            <a:p/>
          </p:txBody>
        </p:sp>
        <p:sp>
          <p:nvSpPr>
            <p:cNvPr id="22" name="object 22" descr=""/>
            <p:cNvSpPr/>
            <p:nvPr/>
          </p:nvSpPr>
          <p:spPr>
            <a:xfrm>
              <a:off x="4935473" y="5299710"/>
              <a:ext cx="480059" cy="292735"/>
            </a:xfrm>
            <a:custGeom>
              <a:avLst/>
              <a:gdLst/>
              <a:ahLst/>
              <a:cxnLst/>
              <a:rect l="l" t="t" r="r" b="b"/>
              <a:pathLst>
                <a:path w="480060" h="292735">
                  <a:moveTo>
                    <a:pt x="480060" y="0"/>
                  </a:moveTo>
                  <a:lnTo>
                    <a:pt x="0" y="0"/>
                  </a:lnTo>
                  <a:lnTo>
                    <a:pt x="0" y="292607"/>
                  </a:lnTo>
                  <a:lnTo>
                    <a:pt x="480060" y="292607"/>
                  </a:lnTo>
                  <a:lnTo>
                    <a:pt x="480060" y="0"/>
                  </a:lnTo>
                  <a:close/>
                </a:path>
              </a:pathLst>
            </a:custGeom>
            <a:solidFill>
              <a:srgbClr val="4E3629"/>
            </a:solidFill>
          </p:spPr>
          <p:txBody>
            <a:bodyPr wrap="square" lIns="0" tIns="0" rIns="0" bIns="0" rtlCol="0"/>
            <a:lstStyle/>
            <a:p/>
          </p:txBody>
        </p:sp>
        <p:sp>
          <p:nvSpPr>
            <p:cNvPr id="23" name="object 23" descr=""/>
            <p:cNvSpPr/>
            <p:nvPr/>
          </p:nvSpPr>
          <p:spPr>
            <a:xfrm>
              <a:off x="4935473" y="5299710"/>
              <a:ext cx="480059" cy="292735"/>
            </a:xfrm>
            <a:custGeom>
              <a:avLst/>
              <a:gdLst/>
              <a:ahLst/>
              <a:cxnLst/>
              <a:rect l="l" t="t" r="r" b="b"/>
              <a:pathLst>
                <a:path w="480060" h="292735">
                  <a:moveTo>
                    <a:pt x="0" y="292607"/>
                  </a:moveTo>
                  <a:lnTo>
                    <a:pt x="480060" y="292607"/>
                  </a:lnTo>
                  <a:lnTo>
                    <a:pt x="480060" y="0"/>
                  </a:lnTo>
                  <a:lnTo>
                    <a:pt x="0" y="0"/>
                  </a:lnTo>
                  <a:lnTo>
                    <a:pt x="0" y="292607"/>
                  </a:lnTo>
                  <a:close/>
                </a:path>
              </a:pathLst>
            </a:custGeom>
            <a:ln w="28956">
              <a:solidFill>
                <a:srgbClr val="4E3629"/>
              </a:solidFill>
            </a:ln>
          </p:spPr>
          <p:txBody>
            <a:bodyPr wrap="square" lIns="0" tIns="0" rIns="0" bIns="0" rtlCol="0"/>
            <a:lstStyle/>
            <a:p/>
          </p:txBody>
        </p:sp>
      </p:grpSp>
      <p:sp>
        <p:nvSpPr>
          <p:cNvPr id="24" name="object 24"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25" name="object 25"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30</a:t>
            </a:r>
            <a:endParaRPr sz="1000">
              <a:latin typeface="Calibri"/>
              <a:cs typeface="Calibri"/>
            </a:endParaRPr>
          </a:p>
        </p:txBody>
      </p:sp>
      <p:sp>
        <p:nvSpPr>
          <p:cNvPr id="26" name="object 2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Data</a:t>
            </a:r>
            <a:r>
              <a:rPr dirty="0" spc="-100"/>
              <a:t> </a:t>
            </a:r>
            <a:r>
              <a:rPr dirty="0" spc="-10"/>
              <a:t>Dictionary</a:t>
            </a:r>
          </a:p>
        </p:txBody>
      </p:sp>
      <p:sp>
        <p:nvSpPr>
          <p:cNvPr id="8" name="object 8"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31</a:t>
            </a:r>
            <a:endParaRPr sz="100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415417"/>
            <a:ext cx="8175625" cy="28587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Al</a:t>
            </a:r>
            <a:r>
              <a:rPr dirty="0" sz="2800" spc="-60">
                <a:solidFill>
                  <a:srgbClr val="4E3629"/>
                </a:solidFill>
                <a:latin typeface="Calibri"/>
                <a:cs typeface="Calibri"/>
              </a:rPr>
              <a:t> </a:t>
            </a:r>
            <a:r>
              <a:rPr dirty="0" sz="2800">
                <a:solidFill>
                  <a:srgbClr val="4E3629"/>
                </a:solidFill>
                <a:latin typeface="Calibri"/>
                <a:cs typeface="Calibri"/>
              </a:rPr>
              <a:t>utilizar</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vistas</a:t>
            </a:r>
            <a:r>
              <a:rPr dirty="0" sz="2800" spc="-45">
                <a:solidFill>
                  <a:srgbClr val="4E3629"/>
                </a:solidFill>
                <a:latin typeface="Calibri"/>
                <a:cs typeface="Calibri"/>
              </a:rPr>
              <a:t> </a:t>
            </a:r>
            <a:r>
              <a:rPr dirty="0" sz="2800">
                <a:solidFill>
                  <a:srgbClr val="4E3629"/>
                </a:solidFill>
                <a:latin typeface="Calibri"/>
                <a:cs typeface="Calibri"/>
              </a:rPr>
              <a:t>del</a:t>
            </a:r>
            <a:r>
              <a:rPr dirty="0" sz="2800" spc="-55">
                <a:solidFill>
                  <a:srgbClr val="4E3629"/>
                </a:solidFill>
                <a:latin typeface="Calibri"/>
                <a:cs typeface="Calibri"/>
              </a:rPr>
              <a:t> </a:t>
            </a:r>
            <a:r>
              <a:rPr dirty="0" sz="2800">
                <a:solidFill>
                  <a:srgbClr val="4E3629"/>
                </a:solidFill>
                <a:latin typeface="Calibri"/>
                <a:cs typeface="Calibri"/>
              </a:rPr>
              <a:t>diccionario</a:t>
            </a:r>
            <a:r>
              <a:rPr dirty="0" sz="2800" spc="-4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6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interfaz</a:t>
            </a:r>
            <a:r>
              <a:rPr dirty="0" sz="2800" spc="-85">
                <a:solidFill>
                  <a:srgbClr val="4E3629"/>
                </a:solidFill>
                <a:latin typeface="Calibri"/>
                <a:cs typeface="Calibri"/>
              </a:rPr>
              <a:t> </a:t>
            </a:r>
            <a:r>
              <a:rPr dirty="0" sz="2800">
                <a:solidFill>
                  <a:srgbClr val="4E3629"/>
                </a:solidFill>
                <a:latin typeface="Calibri"/>
                <a:cs typeface="Calibri"/>
              </a:rPr>
              <a:t>SQL</a:t>
            </a:r>
            <a:r>
              <a:rPr dirty="0" sz="2800" spc="-65">
                <a:solidFill>
                  <a:srgbClr val="4E3629"/>
                </a:solidFill>
                <a:latin typeface="Calibri"/>
                <a:cs typeface="Calibri"/>
              </a:rPr>
              <a:t> </a:t>
            </a:r>
            <a:r>
              <a:rPr dirty="0" sz="2800">
                <a:solidFill>
                  <a:srgbClr val="4E3629"/>
                </a:solidFill>
                <a:latin typeface="Calibri"/>
                <a:cs typeface="Calibri"/>
              </a:rPr>
              <a:t>Commands,</a:t>
            </a:r>
            <a:r>
              <a:rPr dirty="0" sz="2800" spc="-50">
                <a:solidFill>
                  <a:srgbClr val="4E3629"/>
                </a:solidFill>
                <a:latin typeface="Calibri"/>
                <a:cs typeface="Calibri"/>
              </a:rPr>
              <a:t> </a:t>
            </a:r>
            <a:r>
              <a:rPr dirty="0" sz="2800">
                <a:solidFill>
                  <a:srgbClr val="4E3629"/>
                </a:solidFill>
                <a:latin typeface="Calibri"/>
                <a:cs typeface="Calibri"/>
              </a:rPr>
              <a:t>debe</a:t>
            </a:r>
            <a:r>
              <a:rPr dirty="0" sz="2800" spc="-70">
                <a:solidFill>
                  <a:srgbClr val="4E3629"/>
                </a:solidFill>
                <a:latin typeface="Calibri"/>
                <a:cs typeface="Calibri"/>
              </a:rPr>
              <a:t> </a:t>
            </a:r>
            <a:r>
              <a:rPr dirty="0" sz="2800">
                <a:solidFill>
                  <a:srgbClr val="4E3629"/>
                </a:solidFill>
                <a:latin typeface="Calibri"/>
                <a:cs typeface="Calibri"/>
              </a:rPr>
              <a:t>saber</a:t>
            </a:r>
            <a:r>
              <a:rPr dirty="0" sz="2800" spc="-75">
                <a:solidFill>
                  <a:srgbClr val="4E3629"/>
                </a:solidFill>
                <a:latin typeface="Calibri"/>
                <a:cs typeface="Calibri"/>
              </a:rPr>
              <a:t> </a:t>
            </a:r>
            <a:r>
              <a:rPr dirty="0" sz="2800">
                <a:solidFill>
                  <a:srgbClr val="4E3629"/>
                </a:solidFill>
                <a:latin typeface="Calibri"/>
                <a:cs typeface="Calibri"/>
              </a:rPr>
              <a:t>los</a:t>
            </a:r>
            <a:r>
              <a:rPr dirty="0" sz="2800" spc="-70">
                <a:solidFill>
                  <a:srgbClr val="4E3629"/>
                </a:solidFill>
                <a:latin typeface="Calibri"/>
                <a:cs typeface="Calibri"/>
              </a:rPr>
              <a:t> </a:t>
            </a:r>
            <a:r>
              <a:rPr dirty="0" sz="2800">
                <a:solidFill>
                  <a:srgbClr val="4E3629"/>
                </a:solidFill>
                <a:latin typeface="Calibri"/>
                <a:cs typeface="Calibri"/>
              </a:rPr>
              <a:t>nombres</a:t>
            </a:r>
            <a:r>
              <a:rPr dirty="0" sz="2800" spc="-5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a:solidFill>
                  <a:srgbClr val="4E3629"/>
                </a:solidFill>
                <a:latin typeface="Calibri"/>
                <a:cs typeface="Calibri"/>
              </a:rPr>
              <a:t>vistas</a:t>
            </a:r>
            <a:r>
              <a:rPr dirty="0" sz="2800" spc="-60">
                <a:solidFill>
                  <a:srgbClr val="4E3629"/>
                </a:solidFill>
                <a:latin typeface="Calibri"/>
                <a:cs typeface="Calibri"/>
              </a:rPr>
              <a:t> </a:t>
            </a:r>
            <a:r>
              <a:rPr dirty="0" sz="2800">
                <a:solidFill>
                  <a:srgbClr val="4E3629"/>
                </a:solidFill>
                <a:latin typeface="Calibri"/>
                <a:cs typeface="Calibri"/>
              </a:rPr>
              <a:t>del</a:t>
            </a:r>
            <a:r>
              <a:rPr dirty="0" sz="2800" spc="-75">
                <a:solidFill>
                  <a:srgbClr val="4E3629"/>
                </a:solidFill>
                <a:latin typeface="Calibri"/>
                <a:cs typeface="Calibri"/>
              </a:rPr>
              <a:t> </a:t>
            </a:r>
            <a:r>
              <a:rPr dirty="0" sz="2800">
                <a:solidFill>
                  <a:srgbClr val="4E3629"/>
                </a:solidFill>
                <a:latin typeface="Calibri"/>
                <a:cs typeface="Calibri"/>
              </a:rPr>
              <a:t>diccionario</a:t>
            </a:r>
            <a:r>
              <a:rPr dirty="0" sz="2800" spc="-55">
                <a:solidFill>
                  <a:srgbClr val="4E3629"/>
                </a:solidFill>
                <a:latin typeface="Calibri"/>
                <a:cs typeface="Calibri"/>
              </a:rPr>
              <a:t> </a:t>
            </a:r>
            <a:r>
              <a:rPr dirty="0" sz="2800">
                <a:solidFill>
                  <a:srgbClr val="4E3629"/>
                </a:solidFill>
                <a:latin typeface="Calibri"/>
                <a:cs typeface="Calibri"/>
              </a:rPr>
              <a:t>con</a:t>
            </a:r>
            <a:r>
              <a:rPr dirty="0" sz="2800" spc="-75">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está</a:t>
            </a:r>
            <a:r>
              <a:rPr dirty="0" sz="2800" spc="-65">
                <a:solidFill>
                  <a:srgbClr val="4E3629"/>
                </a:solidFill>
                <a:latin typeface="Calibri"/>
                <a:cs typeface="Calibri"/>
              </a:rPr>
              <a:t> </a:t>
            </a:r>
            <a:r>
              <a:rPr dirty="0" sz="2800" spc="-10">
                <a:solidFill>
                  <a:srgbClr val="4E3629"/>
                </a:solidFill>
                <a:latin typeface="Calibri"/>
                <a:cs typeface="Calibri"/>
              </a:rPr>
              <a:t>trabajando</a:t>
            </a:r>
            <a:endParaRPr sz="2800">
              <a:latin typeface="Calibri"/>
              <a:cs typeface="Calibri"/>
            </a:endParaRPr>
          </a:p>
          <a:p>
            <a:pPr marL="182880" marR="58419" indent="-170815">
              <a:lnSpc>
                <a:spcPts val="3030"/>
              </a:lnSpc>
              <a:spcBef>
                <a:spcPts val="785"/>
              </a:spcBef>
              <a:buClr>
                <a:srgbClr val="D1350F"/>
              </a:buClr>
              <a:buFont typeface="Arial MT"/>
              <a:buChar char="•"/>
              <a:tabLst>
                <a:tab pos="184150" algn="l"/>
              </a:tabLst>
            </a:pP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Oracle,</a:t>
            </a:r>
            <a:r>
              <a:rPr dirty="0" sz="2800" spc="-90">
                <a:solidFill>
                  <a:srgbClr val="4E3629"/>
                </a:solidFill>
                <a:latin typeface="Calibri"/>
                <a:cs typeface="Calibri"/>
              </a:rPr>
              <a:t> </a:t>
            </a:r>
            <a:r>
              <a:rPr dirty="0" sz="2800">
                <a:solidFill>
                  <a:srgbClr val="4E3629"/>
                </a:solidFill>
                <a:latin typeface="Calibri"/>
                <a:cs typeface="Calibri"/>
              </a:rPr>
              <a:t>esto</a:t>
            </a:r>
            <a:r>
              <a:rPr dirty="0" sz="2800" spc="-80">
                <a:solidFill>
                  <a:srgbClr val="4E3629"/>
                </a:solidFill>
                <a:latin typeface="Calibri"/>
                <a:cs typeface="Calibri"/>
              </a:rPr>
              <a:t> </a:t>
            </a:r>
            <a:r>
              <a:rPr dirty="0" sz="2800">
                <a:solidFill>
                  <a:srgbClr val="4E3629"/>
                </a:solidFill>
                <a:latin typeface="Calibri"/>
                <a:cs typeface="Calibri"/>
              </a:rPr>
              <a:t>es</a:t>
            </a:r>
            <a:r>
              <a:rPr dirty="0" sz="2800" spc="-80">
                <a:solidFill>
                  <a:srgbClr val="4E3629"/>
                </a:solidFill>
                <a:latin typeface="Calibri"/>
                <a:cs typeface="Calibri"/>
              </a:rPr>
              <a:t> </a:t>
            </a:r>
            <a:r>
              <a:rPr dirty="0" sz="2800" spc="-10">
                <a:solidFill>
                  <a:srgbClr val="4E3629"/>
                </a:solidFill>
                <a:latin typeface="Calibri"/>
                <a:cs typeface="Calibri"/>
              </a:rPr>
              <a:t>bastante</a:t>
            </a:r>
            <a:r>
              <a:rPr dirty="0" sz="2800" spc="-75">
                <a:solidFill>
                  <a:srgbClr val="4E3629"/>
                </a:solidFill>
                <a:latin typeface="Calibri"/>
                <a:cs typeface="Calibri"/>
              </a:rPr>
              <a:t> </a:t>
            </a:r>
            <a:r>
              <a:rPr dirty="0" sz="2800">
                <a:solidFill>
                  <a:srgbClr val="4E3629"/>
                </a:solidFill>
                <a:latin typeface="Calibri"/>
                <a:cs typeface="Calibri"/>
              </a:rPr>
              <a:t>sencillo:</a:t>
            </a:r>
            <a:r>
              <a:rPr dirty="0" sz="2800" spc="-70">
                <a:solidFill>
                  <a:srgbClr val="4E3629"/>
                </a:solidFill>
                <a:latin typeface="Calibri"/>
                <a:cs typeface="Calibri"/>
              </a:rPr>
              <a:t> </a:t>
            </a:r>
            <a:r>
              <a:rPr dirty="0" sz="2800">
                <a:solidFill>
                  <a:srgbClr val="4E3629"/>
                </a:solidFill>
                <a:latin typeface="Calibri"/>
                <a:cs typeface="Calibri"/>
              </a:rPr>
              <a:t>ponga</a:t>
            </a:r>
            <a:r>
              <a:rPr dirty="0" sz="2800" spc="-70">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prefijo</a:t>
            </a:r>
            <a:r>
              <a:rPr dirty="0" sz="2800" spc="-70">
                <a:solidFill>
                  <a:srgbClr val="4E3629"/>
                </a:solidFill>
                <a:latin typeface="Calibri"/>
                <a:cs typeface="Calibri"/>
              </a:rPr>
              <a:t> </a:t>
            </a:r>
            <a:r>
              <a:rPr dirty="0" sz="2800">
                <a:solidFill>
                  <a:srgbClr val="4E3629"/>
                </a:solidFill>
                <a:latin typeface="Calibri"/>
                <a:cs typeface="Calibri"/>
              </a:rPr>
              <a:t>al</a:t>
            </a:r>
            <a:r>
              <a:rPr dirty="0" sz="2800" spc="-85">
                <a:solidFill>
                  <a:srgbClr val="4E3629"/>
                </a:solidFill>
                <a:latin typeface="Calibri"/>
                <a:cs typeface="Calibri"/>
              </a:rPr>
              <a:t> </a:t>
            </a:r>
            <a:r>
              <a:rPr dirty="0" sz="2800">
                <a:solidFill>
                  <a:srgbClr val="4E3629"/>
                </a:solidFill>
                <a:latin typeface="Calibri"/>
                <a:cs typeface="Calibri"/>
              </a:rPr>
              <a:t>tipo</a:t>
            </a:r>
            <a:r>
              <a:rPr dirty="0" sz="2800" spc="-7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objeto</a:t>
            </a:r>
            <a:r>
              <a:rPr dirty="0" sz="2800" spc="-80">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está</a:t>
            </a:r>
            <a:r>
              <a:rPr dirty="0" sz="2800" spc="-70">
                <a:solidFill>
                  <a:srgbClr val="4E3629"/>
                </a:solidFill>
                <a:latin typeface="Calibri"/>
                <a:cs typeface="Calibri"/>
              </a:rPr>
              <a:t> </a:t>
            </a:r>
            <a:r>
              <a:rPr dirty="0" sz="2800">
                <a:solidFill>
                  <a:srgbClr val="4E3629"/>
                </a:solidFill>
                <a:latin typeface="Calibri"/>
                <a:cs typeface="Calibri"/>
              </a:rPr>
              <a:t>buscando</a:t>
            </a:r>
            <a:r>
              <a:rPr dirty="0" sz="2800" spc="-35">
                <a:solidFill>
                  <a:srgbClr val="4E3629"/>
                </a:solidFill>
                <a:latin typeface="Calibri"/>
                <a:cs typeface="Calibri"/>
              </a:rPr>
              <a:t> </a:t>
            </a:r>
            <a:r>
              <a:rPr dirty="0" sz="2800">
                <a:solidFill>
                  <a:srgbClr val="4E3629"/>
                </a:solidFill>
                <a:latin typeface="Calibri"/>
                <a:cs typeface="Calibri"/>
              </a:rPr>
              <a:t>USER_xxx</a:t>
            </a:r>
            <a:r>
              <a:rPr dirty="0" sz="2800" spc="-65">
                <a:solidFill>
                  <a:srgbClr val="4E3629"/>
                </a:solidFill>
                <a:latin typeface="Calibri"/>
                <a:cs typeface="Calibri"/>
              </a:rPr>
              <a:t> </a:t>
            </a:r>
            <a:r>
              <a:rPr dirty="0" sz="2800" spc="-50">
                <a:solidFill>
                  <a:srgbClr val="4E3629"/>
                </a:solidFill>
                <a:latin typeface="Calibri"/>
                <a:cs typeface="Calibri"/>
              </a:rPr>
              <a:t>o </a:t>
            </a:r>
            <a:r>
              <a:rPr dirty="0" sz="2800" spc="-50">
                <a:solidFill>
                  <a:srgbClr val="4E3629"/>
                </a:solidFill>
                <a:latin typeface="Calibri"/>
                <a:cs typeface="Calibri"/>
              </a:rPr>
              <a:t>	</a:t>
            </a:r>
            <a:r>
              <a:rPr dirty="0" sz="2800" spc="-10">
                <a:solidFill>
                  <a:srgbClr val="4E3629"/>
                </a:solidFill>
                <a:latin typeface="Calibri"/>
                <a:cs typeface="Calibri"/>
              </a:rPr>
              <a:t>ALL_xxx,</a:t>
            </a:r>
            <a:endParaRPr sz="2800">
              <a:latin typeface="Calibri"/>
              <a:cs typeface="Calibri"/>
            </a:endParaRPr>
          </a:p>
          <a:p>
            <a:pPr marL="184150">
              <a:lnSpc>
                <a:spcPts val="2970"/>
              </a:lnSpc>
            </a:pPr>
            <a:r>
              <a:rPr dirty="0" sz="2800">
                <a:solidFill>
                  <a:srgbClr val="4E3629"/>
                </a:solidFill>
                <a:latin typeface="Calibri"/>
                <a:cs typeface="Calibri"/>
              </a:rPr>
              <a:t>donde</a:t>
            </a:r>
            <a:r>
              <a:rPr dirty="0" sz="2800" spc="-20">
                <a:solidFill>
                  <a:srgbClr val="4E3629"/>
                </a:solidFill>
                <a:latin typeface="Calibri"/>
                <a:cs typeface="Calibri"/>
              </a:rPr>
              <a:t> </a:t>
            </a:r>
            <a:r>
              <a:rPr dirty="0" sz="2800">
                <a:solidFill>
                  <a:srgbClr val="4E3629"/>
                </a:solidFill>
                <a:latin typeface="Calibri"/>
                <a:cs typeface="Calibri"/>
              </a:rPr>
              <a:t>xxx</a:t>
            </a:r>
            <a:r>
              <a:rPr dirty="0" sz="2800" spc="-25">
                <a:solidFill>
                  <a:srgbClr val="4E3629"/>
                </a:solidFill>
                <a:latin typeface="Calibri"/>
                <a:cs typeface="Calibri"/>
              </a:rPr>
              <a:t> </a:t>
            </a:r>
            <a:r>
              <a:rPr dirty="0" sz="2800">
                <a:solidFill>
                  <a:srgbClr val="4E3629"/>
                </a:solidFill>
                <a:latin typeface="Calibri"/>
                <a:cs typeface="Calibri"/>
              </a:rPr>
              <a:t>es</a:t>
            </a:r>
            <a:r>
              <a:rPr dirty="0" sz="2800" spc="-35">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25">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spc="-10">
                <a:solidFill>
                  <a:srgbClr val="4E3629"/>
                </a:solidFill>
                <a:latin typeface="Calibri"/>
                <a:cs typeface="Calibri"/>
              </a:rPr>
              <a:t>objeto</a:t>
            </a:r>
            <a:endParaRPr sz="2800">
              <a:latin typeface="Calibri"/>
              <a:cs typeface="Calibri"/>
            </a:endParaRPr>
          </a:p>
        </p:txBody>
      </p:sp>
      <p:sp>
        <p:nvSpPr>
          <p:cNvPr id="6" name="object 6" descr=""/>
          <p:cNvSpPr txBox="1"/>
          <p:nvPr/>
        </p:nvSpPr>
        <p:spPr>
          <a:xfrm>
            <a:off x="405384" y="4325111"/>
            <a:ext cx="8347075" cy="597535"/>
          </a:xfrm>
          <a:prstGeom prst="rect">
            <a:avLst/>
          </a:prstGeom>
          <a:solidFill>
            <a:srgbClr val="9DBEC4">
              <a:alpha val="50199"/>
            </a:srgbClr>
          </a:solidFill>
        </p:spPr>
        <p:txBody>
          <a:bodyPr wrap="square" lIns="0" tIns="5080" rIns="0" bIns="0" rtlCol="0" vert="horz">
            <a:spAutoFit/>
          </a:bodyPr>
          <a:lstStyle/>
          <a:p>
            <a:pPr marR="4925060">
              <a:lnSpc>
                <a:spcPts val="2160"/>
              </a:lnSpc>
              <a:spcBef>
                <a:spcPts val="40"/>
              </a:spcBef>
            </a:pPr>
            <a:r>
              <a:rPr dirty="0" sz="1800" b="1">
                <a:solidFill>
                  <a:srgbClr val="4E3629"/>
                </a:solidFill>
                <a:latin typeface="Courier New"/>
                <a:cs typeface="Courier New"/>
              </a:rPr>
              <a:t>SELECT</a:t>
            </a:r>
            <a:r>
              <a:rPr dirty="0" sz="1800" spc="-80" b="1">
                <a:solidFill>
                  <a:srgbClr val="4E3629"/>
                </a:solidFill>
                <a:latin typeface="Courier New"/>
                <a:cs typeface="Courier New"/>
              </a:rPr>
              <a:t> </a:t>
            </a:r>
            <a:r>
              <a:rPr dirty="0" sz="1800" b="1">
                <a:solidFill>
                  <a:srgbClr val="4E3629"/>
                </a:solidFill>
                <a:latin typeface="Courier New"/>
                <a:cs typeface="Courier New"/>
              </a:rPr>
              <a:t>table_name,</a:t>
            </a:r>
            <a:r>
              <a:rPr dirty="0" sz="1800" spc="-80" b="1">
                <a:solidFill>
                  <a:srgbClr val="4E3629"/>
                </a:solidFill>
                <a:latin typeface="Courier New"/>
                <a:cs typeface="Courier New"/>
              </a:rPr>
              <a:t> </a:t>
            </a:r>
            <a:r>
              <a:rPr dirty="0" sz="1800" spc="-10" b="1">
                <a:solidFill>
                  <a:srgbClr val="4E3629"/>
                </a:solidFill>
                <a:latin typeface="Courier New"/>
                <a:cs typeface="Courier New"/>
              </a:rPr>
              <a:t>status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USER_TABLES;</a:t>
            </a:r>
            <a:endParaRPr sz="1800">
              <a:latin typeface="Courier New"/>
              <a:cs typeface="Courier New"/>
            </a:endParaRPr>
          </a:p>
        </p:txBody>
      </p:sp>
      <p:sp>
        <p:nvSpPr>
          <p:cNvPr id="7" name="object 7" descr=""/>
          <p:cNvSpPr txBox="1"/>
          <p:nvPr/>
        </p:nvSpPr>
        <p:spPr>
          <a:xfrm>
            <a:off x="417576" y="5276088"/>
            <a:ext cx="8345805" cy="597535"/>
          </a:xfrm>
          <a:prstGeom prst="rect">
            <a:avLst/>
          </a:prstGeom>
          <a:solidFill>
            <a:srgbClr val="9DBEC4">
              <a:alpha val="50199"/>
            </a:srgbClr>
          </a:solidFill>
        </p:spPr>
        <p:txBody>
          <a:bodyPr wrap="square" lIns="0" tIns="5715" rIns="0" bIns="0" rtlCol="0" vert="horz">
            <a:spAutoFit/>
          </a:bodyPr>
          <a:lstStyle/>
          <a:p>
            <a:pPr marR="4924425">
              <a:lnSpc>
                <a:spcPts val="2160"/>
              </a:lnSpc>
              <a:spcBef>
                <a:spcPts val="45"/>
              </a:spcBef>
            </a:pPr>
            <a:r>
              <a:rPr dirty="0" sz="1800" b="1">
                <a:solidFill>
                  <a:srgbClr val="4E3629"/>
                </a:solidFill>
                <a:latin typeface="Courier New"/>
                <a:cs typeface="Courier New"/>
              </a:rPr>
              <a:t>SELECT</a:t>
            </a:r>
            <a:r>
              <a:rPr dirty="0" sz="1800" spc="-80" b="1">
                <a:solidFill>
                  <a:srgbClr val="4E3629"/>
                </a:solidFill>
                <a:latin typeface="Courier New"/>
                <a:cs typeface="Courier New"/>
              </a:rPr>
              <a:t> </a:t>
            </a:r>
            <a:r>
              <a:rPr dirty="0" sz="1800" b="1">
                <a:solidFill>
                  <a:srgbClr val="4E3629"/>
                </a:solidFill>
                <a:latin typeface="Courier New"/>
                <a:cs typeface="Courier New"/>
              </a:rPr>
              <a:t>table_name,</a:t>
            </a:r>
            <a:r>
              <a:rPr dirty="0" sz="1800" spc="-80" b="1">
                <a:solidFill>
                  <a:srgbClr val="4E3629"/>
                </a:solidFill>
                <a:latin typeface="Courier New"/>
                <a:cs typeface="Courier New"/>
              </a:rPr>
              <a:t> </a:t>
            </a:r>
            <a:r>
              <a:rPr dirty="0" sz="1800" spc="-10" b="1">
                <a:solidFill>
                  <a:srgbClr val="4E3629"/>
                </a:solidFill>
                <a:latin typeface="Courier New"/>
                <a:cs typeface="Courier New"/>
              </a:rPr>
              <a:t>status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ALL_TABLES;</a:t>
            </a:r>
            <a:endParaRPr sz="1800">
              <a:latin typeface="Courier New"/>
              <a:cs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4000" cy="254507"/>
          </a:xfrm>
          <a:prstGeom prst="rect">
            <a:avLst/>
          </a:prstGeom>
        </p:spPr>
      </p:pic>
      <p:pic>
        <p:nvPicPr>
          <p:cNvPr id="3" name="object 3" descr=""/>
          <p:cNvPicPr/>
          <p:nvPr/>
        </p:nvPicPr>
        <p:blipFill>
          <a:blip r:embed="rId3" cstate="print"/>
          <a:stretch>
            <a:fillRect/>
          </a:stretch>
        </p:blipFill>
        <p:spPr>
          <a:xfrm>
            <a:off x="405384" y="6178295"/>
            <a:ext cx="1258823" cy="420624"/>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Data</a:t>
            </a:r>
            <a:r>
              <a:rPr dirty="0" spc="-100"/>
              <a:t> </a:t>
            </a:r>
            <a:r>
              <a:rPr dirty="0" spc="-10"/>
              <a:t>Dictionary</a:t>
            </a:r>
          </a:p>
        </p:txBody>
      </p:sp>
      <p:sp>
        <p:nvSpPr>
          <p:cNvPr id="8" name="object 8" descr=""/>
          <p:cNvSpPr txBox="1"/>
          <p:nvPr/>
        </p:nvSpPr>
        <p:spPr>
          <a:xfrm>
            <a:off x="2874191" y="6516395"/>
            <a:ext cx="83439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1</a:t>
            </a:r>
            <a:endParaRPr sz="850">
              <a:latin typeface="Calibri"/>
              <a:cs typeface="Calibri"/>
            </a:endParaRPr>
          </a:p>
          <a:p>
            <a:pPr marL="12700">
              <a:lnSpc>
                <a:spcPts val="965"/>
              </a:lnSpc>
            </a:pPr>
            <a:r>
              <a:rPr dirty="0" sz="850">
                <a:solidFill>
                  <a:srgbClr val="4E3629"/>
                </a:solidFill>
                <a:latin typeface="Calibri"/>
                <a:cs typeface="Calibri"/>
              </a:rPr>
              <a:t>Creación</a:t>
            </a:r>
            <a:r>
              <a:rPr dirty="0" sz="850" spc="-20">
                <a:solidFill>
                  <a:srgbClr val="4E3629"/>
                </a:solidFill>
                <a:latin typeface="Calibri"/>
                <a:cs typeface="Calibri"/>
              </a:rPr>
              <a:t> </a:t>
            </a:r>
            <a:r>
              <a:rPr dirty="0" sz="850">
                <a:solidFill>
                  <a:srgbClr val="4E3629"/>
                </a:solidFill>
                <a:latin typeface="Calibri"/>
                <a:cs typeface="Calibri"/>
              </a:rPr>
              <a:t>de</a:t>
            </a:r>
            <a:r>
              <a:rPr dirty="0" sz="850" spc="-40">
                <a:solidFill>
                  <a:srgbClr val="4E3629"/>
                </a:solidFill>
                <a:latin typeface="Calibri"/>
                <a:cs typeface="Calibri"/>
              </a:rPr>
              <a:t> </a:t>
            </a:r>
            <a:r>
              <a:rPr dirty="0" sz="850" spc="-10">
                <a:solidFill>
                  <a:srgbClr val="4E3629"/>
                </a:solidFill>
                <a:latin typeface="Calibri"/>
                <a:cs typeface="Calibri"/>
              </a:rPr>
              <a:t>tablas</a:t>
            </a:r>
            <a:endParaRPr sz="850">
              <a:latin typeface="Calibri"/>
              <a:cs typeface="Calibri"/>
            </a:endParaRP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5890">
              <a:lnSpc>
                <a:spcPts val="1045"/>
              </a:lnSpc>
            </a:pPr>
            <a:r>
              <a:rPr dirty="0" sz="1000" spc="-25" b="1">
                <a:latin typeface="Calibri"/>
                <a:cs typeface="Calibri"/>
              </a:rPr>
              <a:t>32</a:t>
            </a:r>
            <a:endParaRPr sz="100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object 5" descr=""/>
          <p:cNvSpPr txBox="1"/>
          <p:nvPr/>
        </p:nvSpPr>
        <p:spPr>
          <a:xfrm>
            <a:off x="483552" y="1415417"/>
            <a:ext cx="7242809" cy="16046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Por</a:t>
            </a:r>
            <a:r>
              <a:rPr dirty="0" sz="2800" spc="-65">
                <a:solidFill>
                  <a:srgbClr val="4E3629"/>
                </a:solidFill>
                <a:latin typeface="Calibri"/>
                <a:cs typeface="Calibri"/>
              </a:rPr>
              <a:t> </a:t>
            </a:r>
            <a:r>
              <a:rPr dirty="0" sz="2800">
                <a:solidFill>
                  <a:srgbClr val="4E3629"/>
                </a:solidFill>
                <a:latin typeface="Calibri"/>
                <a:cs typeface="Calibri"/>
              </a:rPr>
              <a:t>lo</a:t>
            </a:r>
            <a:r>
              <a:rPr dirty="0" sz="2800" spc="-60">
                <a:solidFill>
                  <a:srgbClr val="4E3629"/>
                </a:solidFill>
                <a:latin typeface="Calibri"/>
                <a:cs typeface="Calibri"/>
              </a:rPr>
              <a:t> </a:t>
            </a:r>
            <a:r>
              <a:rPr dirty="0" sz="2800" spc="-10">
                <a:solidFill>
                  <a:srgbClr val="4E3629"/>
                </a:solidFill>
                <a:latin typeface="Calibri"/>
                <a:cs typeface="Calibri"/>
              </a:rPr>
              <a:t>tanto,</a:t>
            </a:r>
            <a:r>
              <a:rPr dirty="0" sz="2800" spc="-70">
                <a:solidFill>
                  <a:srgbClr val="4E3629"/>
                </a:solidFill>
                <a:latin typeface="Calibri"/>
                <a:cs typeface="Calibri"/>
              </a:rPr>
              <a:t> </a:t>
            </a: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desea</a:t>
            </a:r>
            <a:r>
              <a:rPr dirty="0" sz="2800" spc="-70">
                <a:solidFill>
                  <a:srgbClr val="4E3629"/>
                </a:solidFill>
                <a:latin typeface="Calibri"/>
                <a:cs typeface="Calibri"/>
              </a:rPr>
              <a:t> </a:t>
            </a:r>
            <a:r>
              <a:rPr dirty="0" sz="2800" spc="-10">
                <a:solidFill>
                  <a:srgbClr val="4E3629"/>
                </a:solidFill>
                <a:latin typeface="Calibri"/>
                <a:cs typeface="Calibri"/>
              </a:rPr>
              <a:t>investigar</a:t>
            </a:r>
            <a:r>
              <a:rPr dirty="0" sz="2800" spc="-60">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spc="-10">
                <a:solidFill>
                  <a:srgbClr val="4E3629"/>
                </a:solidFill>
                <a:latin typeface="Calibri"/>
                <a:cs typeface="Calibri"/>
              </a:rPr>
              <a:t>índices, 	simplemente</a:t>
            </a:r>
            <a:r>
              <a:rPr dirty="0" sz="2800" spc="-50">
                <a:solidFill>
                  <a:srgbClr val="4E3629"/>
                </a:solidFill>
                <a:latin typeface="Calibri"/>
                <a:cs typeface="Calibri"/>
              </a:rPr>
              <a:t> </a:t>
            </a:r>
            <a:r>
              <a:rPr dirty="0" sz="2800">
                <a:solidFill>
                  <a:srgbClr val="4E3629"/>
                </a:solidFill>
                <a:latin typeface="Calibri"/>
                <a:cs typeface="Calibri"/>
              </a:rPr>
              <a:t>seleccione</a:t>
            </a:r>
            <a:r>
              <a:rPr dirty="0" sz="2800" spc="-55">
                <a:solidFill>
                  <a:srgbClr val="4E3629"/>
                </a:solidFill>
                <a:latin typeface="Calibri"/>
                <a:cs typeface="Calibri"/>
              </a:rPr>
              <a:t> </a:t>
            </a:r>
            <a:r>
              <a:rPr dirty="0" sz="2800" spc="-10">
                <a:solidFill>
                  <a:srgbClr val="4E3629"/>
                </a:solidFill>
                <a:latin typeface="Calibri"/>
                <a:cs typeface="Calibri"/>
              </a:rPr>
              <a:t>USER_INDEXES;</a:t>
            </a:r>
            <a:r>
              <a:rPr dirty="0" sz="2800" spc="-60">
                <a:solidFill>
                  <a:srgbClr val="4E3629"/>
                </a:solidFill>
                <a:latin typeface="Calibri"/>
                <a:cs typeface="Calibri"/>
              </a:rPr>
              <a:t> </a:t>
            </a:r>
            <a:r>
              <a:rPr dirty="0" sz="2800">
                <a:solidFill>
                  <a:srgbClr val="4E3629"/>
                </a:solidFill>
                <a:latin typeface="Calibri"/>
                <a:cs typeface="Calibri"/>
              </a:rPr>
              <a:t>si</a:t>
            </a:r>
            <a:r>
              <a:rPr dirty="0" sz="2800" spc="-55">
                <a:solidFill>
                  <a:srgbClr val="4E3629"/>
                </a:solidFill>
                <a:latin typeface="Calibri"/>
                <a:cs typeface="Calibri"/>
              </a:rPr>
              <a:t> </a:t>
            </a:r>
            <a:r>
              <a:rPr dirty="0" sz="2800" spc="-10">
                <a:solidFill>
                  <a:srgbClr val="4E3629"/>
                </a:solidFill>
                <a:latin typeface="Calibri"/>
                <a:cs typeface="Calibri"/>
              </a:rPr>
              <a:t>desea 	información</a:t>
            </a:r>
            <a:r>
              <a:rPr dirty="0" sz="2800" spc="-45">
                <a:solidFill>
                  <a:srgbClr val="4E3629"/>
                </a:solidFill>
                <a:latin typeface="Calibri"/>
                <a:cs typeface="Calibri"/>
              </a:rPr>
              <a:t> </a:t>
            </a:r>
            <a:r>
              <a:rPr dirty="0" sz="2800">
                <a:solidFill>
                  <a:srgbClr val="4E3629"/>
                </a:solidFill>
                <a:latin typeface="Calibri"/>
                <a:cs typeface="Calibri"/>
              </a:rPr>
              <a:t>acerca</a:t>
            </a:r>
            <a:r>
              <a:rPr dirty="0" sz="2800" spc="-8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secuencias,</a:t>
            </a:r>
            <a:r>
              <a:rPr dirty="0" sz="2800" spc="-3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50">
                <a:solidFill>
                  <a:srgbClr val="4E3629"/>
                </a:solidFill>
                <a:latin typeface="Calibri"/>
                <a:cs typeface="Calibri"/>
              </a:rPr>
              <a:t> </a:t>
            </a:r>
            <a:r>
              <a:rPr dirty="0" sz="2800" spc="-25">
                <a:solidFill>
                  <a:srgbClr val="4E3629"/>
                </a:solidFill>
                <a:latin typeface="Calibri"/>
                <a:cs typeface="Calibri"/>
              </a:rPr>
              <a:t>es </a:t>
            </a:r>
            <a:r>
              <a:rPr dirty="0" sz="2800" spc="-25">
                <a:solidFill>
                  <a:srgbClr val="4E3629"/>
                </a:solidFill>
                <a:latin typeface="Calibri"/>
                <a:cs typeface="Calibri"/>
              </a:rPr>
              <a:t>	</a:t>
            </a:r>
            <a:r>
              <a:rPr dirty="0" sz="2800" spc="-10">
                <a:solidFill>
                  <a:srgbClr val="4E3629"/>
                </a:solidFill>
                <a:latin typeface="Calibri"/>
                <a:cs typeface="Calibri"/>
              </a:rPr>
              <a:t>USER_SEQUENCES,</a:t>
            </a:r>
            <a:r>
              <a:rPr dirty="0" sz="2800" spc="-90">
                <a:solidFill>
                  <a:srgbClr val="4E3629"/>
                </a:solidFill>
                <a:latin typeface="Calibri"/>
                <a:cs typeface="Calibri"/>
              </a:rPr>
              <a:t> </a:t>
            </a:r>
            <a:r>
              <a:rPr dirty="0" sz="2800" spc="-20">
                <a:solidFill>
                  <a:srgbClr val="4E3629"/>
                </a:solidFill>
                <a:latin typeface="Calibri"/>
                <a:cs typeface="Calibri"/>
              </a:rPr>
              <a:t>etc.</a:t>
            </a:r>
            <a:endParaRPr sz="2800">
              <a:latin typeface="Calibri"/>
              <a:cs typeface="Calibri"/>
            </a:endParaRPr>
          </a:p>
        </p:txBody>
      </p:sp>
      <p:sp>
        <p:nvSpPr>
          <p:cNvPr id="6" name="object 6" descr=""/>
          <p:cNvSpPr txBox="1"/>
          <p:nvPr/>
        </p:nvSpPr>
        <p:spPr>
          <a:xfrm>
            <a:off x="393191" y="3160776"/>
            <a:ext cx="8345805" cy="597535"/>
          </a:xfrm>
          <a:prstGeom prst="rect">
            <a:avLst/>
          </a:prstGeom>
          <a:solidFill>
            <a:srgbClr val="9DBEC4">
              <a:alpha val="50199"/>
            </a:srgbClr>
          </a:solidFill>
        </p:spPr>
        <p:txBody>
          <a:bodyPr wrap="square" lIns="0" tIns="0" rIns="0" bIns="0" rtlCol="0" vert="horz">
            <a:spAutoFit/>
          </a:bodyPr>
          <a:lstStyle/>
          <a:p>
            <a:pPr>
              <a:lnSpc>
                <a:spcPts val="2130"/>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user_indexes;</a:t>
            </a:r>
            <a:endParaRPr sz="1800">
              <a:latin typeface="Courier New"/>
              <a:cs typeface="Courier New"/>
            </a:endParaRPr>
          </a:p>
        </p:txBody>
      </p:sp>
      <p:sp>
        <p:nvSpPr>
          <p:cNvPr id="7" name="object 7" descr=""/>
          <p:cNvSpPr txBox="1"/>
          <p:nvPr/>
        </p:nvSpPr>
        <p:spPr>
          <a:xfrm>
            <a:off x="405384" y="3931920"/>
            <a:ext cx="8345805" cy="873760"/>
          </a:xfrm>
          <a:prstGeom prst="rect">
            <a:avLst/>
          </a:prstGeom>
          <a:solidFill>
            <a:srgbClr val="9DBEC4">
              <a:alpha val="50199"/>
            </a:srgbClr>
          </a:solidFill>
        </p:spPr>
        <p:txBody>
          <a:bodyPr wrap="square" lIns="0" tIns="0" rIns="0" bIns="0" rtlCol="0" vert="horz">
            <a:spAutoFit/>
          </a:bodyPr>
          <a:lstStyle/>
          <a:p>
            <a:pPr>
              <a:lnSpc>
                <a:spcPts val="2145"/>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user_objects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70" b="1">
                <a:solidFill>
                  <a:srgbClr val="4E3629"/>
                </a:solidFill>
                <a:latin typeface="Courier New"/>
                <a:cs typeface="Courier New"/>
              </a:rPr>
              <a:t> </a:t>
            </a:r>
            <a:r>
              <a:rPr dirty="0" sz="1800" b="1">
                <a:solidFill>
                  <a:srgbClr val="4E3629"/>
                </a:solidFill>
                <a:latin typeface="Courier New"/>
                <a:cs typeface="Courier New"/>
              </a:rPr>
              <a:t>object_type</a:t>
            </a:r>
            <a:r>
              <a:rPr dirty="0" sz="1800" spc="-45"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spc="-10" b="1">
                <a:solidFill>
                  <a:srgbClr val="4E3629"/>
                </a:solidFill>
                <a:latin typeface="Courier New"/>
                <a:cs typeface="Courier New"/>
              </a:rPr>
              <a:t>'SEQUENCE';</a:t>
            </a:r>
            <a:endParaRPr sz="1800">
              <a:latin typeface="Courier New"/>
              <a:cs typeface="Courier New"/>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192023" y="192023"/>
            <a:ext cx="8759952" cy="914400"/>
          </a:xfrm>
          <a:prstGeom prst="rect">
            <a:avLst/>
          </a:prstGeom>
        </p:spPr>
      </p:pic>
      <p:pic>
        <p:nvPicPr>
          <p:cNvPr id="3" name="object 3" descr=""/>
          <p:cNvPicPr/>
          <p:nvPr/>
        </p:nvPicPr>
        <p:blipFill>
          <a:blip r:embed="rId3" cstate="print"/>
          <a:stretch>
            <a:fillRect/>
          </a:stretch>
        </p:blipFill>
        <p:spPr>
          <a:xfrm>
            <a:off x="192023" y="5751576"/>
            <a:ext cx="8759952" cy="914400"/>
          </a:xfrm>
          <a:prstGeom prst="rect">
            <a:avLst/>
          </a:prstGeom>
        </p:spPr>
      </p:pic>
      <p:pic>
        <p:nvPicPr>
          <p:cNvPr id="4" name="object 4" descr=""/>
          <p:cNvPicPr/>
          <p:nvPr/>
        </p:nvPicPr>
        <p:blipFill>
          <a:blip r:embed="rId4" cstate="print"/>
          <a:stretch>
            <a:fillRect/>
          </a:stretch>
        </p:blipFill>
        <p:spPr>
          <a:xfrm>
            <a:off x="1834895" y="2514600"/>
            <a:ext cx="5474208" cy="18288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8" y="5570220"/>
              <a:ext cx="1258824" cy="420624"/>
            </a:xfrm>
            <a:prstGeom prst="rect">
              <a:avLst/>
            </a:prstGeom>
          </p:spPr>
        </p:pic>
      </p:grpSp>
      <p:sp>
        <p:nvSpPr>
          <p:cNvPr id="6" name="object 6" descr=""/>
          <p:cNvSpPr txBox="1"/>
          <p:nvPr/>
        </p:nvSpPr>
        <p:spPr>
          <a:xfrm>
            <a:off x="5058536" y="6564274"/>
            <a:ext cx="3219450"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5">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5">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30">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body" idx="1"/>
          </p:nvPr>
        </p:nvSpPr>
        <p:spPr>
          <a:prstGeom prst="rect"/>
        </p:spPr>
        <p:txBody>
          <a:bodyPr wrap="square" lIns="0" tIns="153670" rIns="0" bIns="0" rtlCol="0" vert="horz">
            <a:spAutoFit/>
          </a:bodyPr>
          <a:lstStyle/>
          <a:p>
            <a:pPr marL="12700" marR="5080">
              <a:lnSpc>
                <a:spcPts val="4610"/>
              </a:lnSpc>
              <a:spcBef>
                <a:spcPts val="1210"/>
              </a:spcBef>
            </a:pPr>
            <a:r>
              <a:rPr dirty="0"/>
              <a:t>Database</a:t>
            </a:r>
            <a:r>
              <a:rPr dirty="0" spc="-195"/>
              <a:t> </a:t>
            </a:r>
            <a:r>
              <a:rPr dirty="0" spc="-20"/>
              <a:t>Programming</a:t>
            </a:r>
            <a:r>
              <a:rPr dirty="0" spc="-195"/>
              <a:t> </a:t>
            </a:r>
            <a:r>
              <a:rPr dirty="0" spc="-20"/>
              <a:t>with </a:t>
            </a:r>
            <a:r>
              <a:rPr dirty="0" spc="-25"/>
              <a:t>SQL</a:t>
            </a:r>
          </a:p>
        </p:txBody>
      </p:sp>
      <p:sp>
        <p:nvSpPr>
          <p:cNvPr id="8" name="object 8" descr=""/>
          <p:cNvSpPr txBox="1"/>
          <p:nvPr/>
        </p:nvSpPr>
        <p:spPr>
          <a:xfrm>
            <a:off x="962964" y="2401570"/>
            <a:ext cx="3336925"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13-</a:t>
            </a:r>
            <a:r>
              <a:rPr dirty="0" sz="2400" spc="-50" b="1">
                <a:solidFill>
                  <a:srgbClr val="4E3629"/>
                </a:solidFill>
                <a:latin typeface="Calibri"/>
                <a:cs typeface="Calibri"/>
              </a:rPr>
              <a:t>3</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Modificación</a:t>
            </a:r>
            <a:r>
              <a:rPr dirty="0" sz="2400" spc="-65" b="1">
                <a:solidFill>
                  <a:srgbClr val="4E3629"/>
                </a:solidFill>
                <a:latin typeface="Calibri"/>
                <a:cs typeface="Calibri"/>
              </a:rPr>
              <a:t> </a:t>
            </a:r>
            <a:r>
              <a:rPr dirty="0" sz="2400" b="1">
                <a:solidFill>
                  <a:srgbClr val="4E3629"/>
                </a:solidFill>
                <a:latin typeface="Calibri"/>
                <a:cs typeface="Calibri"/>
              </a:rPr>
              <a:t>de</a:t>
            </a:r>
            <a:r>
              <a:rPr dirty="0" sz="2400" spc="-35" b="1">
                <a:solidFill>
                  <a:srgbClr val="4E3629"/>
                </a:solidFill>
                <a:latin typeface="Calibri"/>
                <a:cs typeface="Calibri"/>
              </a:rPr>
              <a:t> </a:t>
            </a:r>
            <a:r>
              <a:rPr dirty="0" sz="2400" b="1">
                <a:solidFill>
                  <a:srgbClr val="4E3629"/>
                </a:solidFill>
                <a:latin typeface="Calibri"/>
                <a:cs typeface="Calibri"/>
              </a:rPr>
              <a:t>una</a:t>
            </a:r>
            <a:r>
              <a:rPr dirty="0" sz="2400" spc="-30" b="1">
                <a:solidFill>
                  <a:srgbClr val="4E3629"/>
                </a:solidFill>
                <a:latin typeface="Calibri"/>
                <a:cs typeface="Calibri"/>
              </a:rPr>
              <a:t> </a:t>
            </a:r>
            <a:r>
              <a:rPr dirty="0" sz="2400" spc="-10" b="1">
                <a:solidFill>
                  <a:srgbClr val="4E3629"/>
                </a:solidFill>
                <a:latin typeface="Calibri"/>
                <a:cs typeface="Calibri"/>
              </a:rPr>
              <a:t>Tabla</a:t>
            </a:r>
            <a:endParaRPr sz="2400">
              <a:latin typeface="Calibri"/>
              <a:cs typeface="Calibri"/>
            </a:endParaRPr>
          </a:p>
        </p:txBody>
      </p:sp>
      <p:pic>
        <p:nvPicPr>
          <p:cNvPr id="9" name="object 9" descr=""/>
          <p:cNvPicPr/>
          <p:nvPr/>
        </p:nvPicPr>
        <p:blipFill>
          <a:blip r:embed="rId4" cstate="print"/>
          <a:stretch>
            <a:fillRect/>
          </a:stretch>
        </p:blipFill>
        <p:spPr>
          <a:xfrm>
            <a:off x="3698747" y="3485388"/>
            <a:ext cx="5060442" cy="296341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2168525" cy="528320"/>
          </a:xfrm>
          <a:prstGeom prst="rect"/>
        </p:spPr>
        <p:txBody>
          <a:bodyPr wrap="square" lIns="0" tIns="12700" rIns="0" bIns="0" rtlCol="0" vert="horz">
            <a:spAutoFit/>
          </a:bodyPr>
          <a:lstStyle/>
          <a:p>
            <a:pPr marL="12700">
              <a:lnSpc>
                <a:spcPct val="100000"/>
              </a:lnSpc>
              <a:spcBef>
                <a:spcPts val="100"/>
              </a:spcBef>
            </a:pPr>
            <a:r>
              <a:rPr dirty="0" spc="-30"/>
              <a:t>ALTER</a:t>
            </a:r>
            <a:r>
              <a:rPr dirty="0" spc="-150"/>
              <a:t> </a:t>
            </a:r>
            <a:r>
              <a:rPr dirty="0" spc="-40"/>
              <a:t>TABLE</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7</a:t>
            </a:r>
          </a:p>
        </p:txBody>
      </p:sp>
      <p:sp>
        <p:nvSpPr>
          <p:cNvPr id="5" name="object 5" descr=""/>
          <p:cNvSpPr txBox="1"/>
          <p:nvPr/>
        </p:nvSpPr>
        <p:spPr>
          <a:xfrm>
            <a:off x="483514" y="1393907"/>
            <a:ext cx="7905750" cy="2863850"/>
          </a:xfrm>
          <a:prstGeom prst="rect">
            <a:avLst/>
          </a:prstGeom>
        </p:spPr>
        <p:txBody>
          <a:bodyPr wrap="square" lIns="0" tIns="34290" rIns="0" bIns="0" rtlCol="0" vert="horz">
            <a:spAutoFit/>
          </a:bodyPr>
          <a:lstStyle/>
          <a:p>
            <a:pPr marL="184150" indent="-171450">
              <a:lnSpc>
                <a:spcPct val="100000"/>
              </a:lnSpc>
              <a:spcBef>
                <a:spcPts val="270"/>
              </a:spcBef>
              <a:buClr>
                <a:srgbClr val="D1350F"/>
              </a:buClr>
              <a:buFont typeface="Arial MT"/>
              <a:buChar char="•"/>
              <a:tabLst>
                <a:tab pos="184150" algn="l"/>
              </a:tabLst>
            </a:pPr>
            <a:r>
              <a:rPr dirty="0" sz="2800">
                <a:solidFill>
                  <a:srgbClr val="4E3629"/>
                </a:solidFill>
                <a:latin typeface="Calibri"/>
                <a:cs typeface="Calibri"/>
              </a:rPr>
              <a:t>Las</a:t>
            </a:r>
            <a:r>
              <a:rPr dirty="0" sz="2800" spc="-95">
                <a:solidFill>
                  <a:srgbClr val="4E3629"/>
                </a:solidFill>
                <a:latin typeface="Calibri"/>
                <a:cs typeface="Calibri"/>
              </a:rPr>
              <a:t> </a:t>
            </a:r>
            <a:r>
              <a:rPr dirty="0" sz="2800" spc="-10">
                <a:solidFill>
                  <a:srgbClr val="4E3629"/>
                </a:solidFill>
                <a:latin typeface="Calibri"/>
                <a:cs typeface="Calibri"/>
              </a:rPr>
              <a:t>sentencias</a:t>
            </a:r>
            <a:r>
              <a:rPr dirty="0" sz="2800" spc="-75">
                <a:solidFill>
                  <a:srgbClr val="4E3629"/>
                </a:solidFill>
                <a:latin typeface="Calibri"/>
                <a:cs typeface="Calibri"/>
              </a:rPr>
              <a:t> </a:t>
            </a:r>
            <a:r>
              <a:rPr dirty="0" sz="2800" spc="-25">
                <a:solidFill>
                  <a:srgbClr val="4E3629"/>
                </a:solidFill>
                <a:latin typeface="Calibri"/>
                <a:cs typeface="Calibri"/>
              </a:rPr>
              <a:t>ALTER</a:t>
            </a:r>
            <a:r>
              <a:rPr dirty="0" sz="2800" spc="-95">
                <a:solidFill>
                  <a:srgbClr val="4E3629"/>
                </a:solidFill>
                <a:latin typeface="Calibri"/>
                <a:cs typeface="Calibri"/>
              </a:rPr>
              <a:t> </a:t>
            </a:r>
            <a:r>
              <a:rPr dirty="0" sz="2800" spc="-35">
                <a:solidFill>
                  <a:srgbClr val="4E3629"/>
                </a:solidFill>
                <a:latin typeface="Calibri"/>
                <a:cs typeface="Calibri"/>
              </a:rPr>
              <a:t>TABLE</a:t>
            </a:r>
            <a:r>
              <a:rPr dirty="0" sz="2800" spc="-95">
                <a:solidFill>
                  <a:srgbClr val="4E3629"/>
                </a:solidFill>
                <a:latin typeface="Calibri"/>
                <a:cs typeface="Calibri"/>
              </a:rPr>
              <a:t> </a:t>
            </a:r>
            <a:r>
              <a:rPr dirty="0" sz="2800">
                <a:solidFill>
                  <a:srgbClr val="4E3629"/>
                </a:solidFill>
                <a:latin typeface="Calibri"/>
                <a:cs typeface="Calibri"/>
              </a:rPr>
              <a:t>se</a:t>
            </a:r>
            <a:r>
              <a:rPr dirty="0" sz="2800" spc="-90">
                <a:solidFill>
                  <a:srgbClr val="4E3629"/>
                </a:solidFill>
                <a:latin typeface="Calibri"/>
                <a:cs typeface="Calibri"/>
              </a:rPr>
              <a:t> </a:t>
            </a:r>
            <a:r>
              <a:rPr dirty="0" sz="2800">
                <a:solidFill>
                  <a:srgbClr val="4E3629"/>
                </a:solidFill>
                <a:latin typeface="Calibri"/>
                <a:cs typeface="Calibri"/>
              </a:rPr>
              <a:t>utilizan</a:t>
            </a:r>
            <a:r>
              <a:rPr dirty="0" sz="2800" spc="-75">
                <a:solidFill>
                  <a:srgbClr val="4E3629"/>
                </a:solidFill>
                <a:latin typeface="Calibri"/>
                <a:cs typeface="Calibri"/>
              </a:rPr>
              <a:t> </a:t>
            </a:r>
            <a:r>
              <a:rPr dirty="0" sz="2800" spc="-10">
                <a:solidFill>
                  <a:srgbClr val="4E3629"/>
                </a:solidFill>
                <a:latin typeface="Calibri"/>
                <a:cs typeface="Calibri"/>
              </a:rPr>
              <a:t>para:</a:t>
            </a:r>
            <a:endParaRPr sz="2800">
              <a:latin typeface="Calibri"/>
              <a:cs typeface="Calibri"/>
            </a:endParaRPr>
          </a:p>
          <a:p>
            <a:pPr marL="355600">
              <a:lnSpc>
                <a:spcPct val="100000"/>
              </a:lnSpc>
              <a:spcBef>
                <a:spcPts val="145"/>
              </a:spcBef>
            </a:pPr>
            <a:r>
              <a:rPr dirty="0" sz="2400">
                <a:solidFill>
                  <a:srgbClr val="D1350F"/>
                </a:solidFill>
                <a:latin typeface="Calibri"/>
                <a:cs typeface="Calibri"/>
              </a:rPr>
              <a:t>−</a:t>
            </a:r>
            <a:r>
              <a:rPr dirty="0" sz="2400">
                <a:solidFill>
                  <a:srgbClr val="4E3629"/>
                </a:solidFill>
                <a:latin typeface="Calibri"/>
                <a:cs typeface="Calibri"/>
              </a:rPr>
              <a:t>Agregar</a:t>
            </a:r>
            <a:r>
              <a:rPr dirty="0" sz="2400" spc="-45">
                <a:solidFill>
                  <a:srgbClr val="4E3629"/>
                </a:solidFill>
                <a:latin typeface="Calibri"/>
                <a:cs typeface="Calibri"/>
              </a:rPr>
              <a:t> </a:t>
            </a:r>
            <a:r>
              <a:rPr dirty="0" sz="2400">
                <a:solidFill>
                  <a:srgbClr val="4E3629"/>
                </a:solidFill>
                <a:latin typeface="Calibri"/>
                <a:cs typeface="Calibri"/>
              </a:rPr>
              <a:t>una</a:t>
            </a:r>
            <a:r>
              <a:rPr dirty="0" sz="2400" spc="-40">
                <a:solidFill>
                  <a:srgbClr val="4E3629"/>
                </a:solidFill>
                <a:latin typeface="Calibri"/>
                <a:cs typeface="Calibri"/>
              </a:rPr>
              <a:t> </a:t>
            </a:r>
            <a:r>
              <a:rPr dirty="0" sz="2400">
                <a:solidFill>
                  <a:srgbClr val="4E3629"/>
                </a:solidFill>
                <a:latin typeface="Calibri"/>
                <a:cs typeface="Calibri"/>
              </a:rPr>
              <a:t>nueva</a:t>
            </a:r>
            <a:r>
              <a:rPr dirty="0" sz="2400" spc="-30">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Modificar una</a:t>
            </a:r>
            <a:r>
              <a:rPr dirty="0" sz="2400" spc="25">
                <a:solidFill>
                  <a:srgbClr val="4E3629"/>
                </a:solidFill>
                <a:latin typeface="Calibri"/>
                <a:cs typeface="Calibri"/>
              </a:rPr>
              <a:t> </a:t>
            </a:r>
            <a:r>
              <a:rPr dirty="0" sz="2400">
                <a:solidFill>
                  <a:srgbClr val="4E3629"/>
                </a:solidFill>
                <a:latin typeface="Calibri"/>
                <a:cs typeface="Calibri"/>
              </a:rPr>
              <a:t>columna</a:t>
            </a:r>
            <a:r>
              <a:rPr dirty="0" sz="2400" spc="5">
                <a:solidFill>
                  <a:srgbClr val="4E3629"/>
                </a:solidFill>
                <a:latin typeface="Calibri"/>
                <a:cs typeface="Calibri"/>
              </a:rPr>
              <a:t> </a:t>
            </a:r>
            <a:r>
              <a:rPr dirty="0" sz="2400" spc="-10">
                <a:solidFill>
                  <a:srgbClr val="4E3629"/>
                </a:solidFill>
                <a:latin typeface="Calibri"/>
                <a:cs typeface="Calibri"/>
              </a:rPr>
              <a:t>existente</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Definir</a:t>
            </a:r>
            <a:r>
              <a:rPr dirty="0" sz="2400" spc="-40">
                <a:solidFill>
                  <a:srgbClr val="4E3629"/>
                </a:solidFill>
                <a:latin typeface="Calibri"/>
                <a:cs typeface="Calibri"/>
              </a:rPr>
              <a:t> </a:t>
            </a:r>
            <a:r>
              <a:rPr dirty="0" sz="2400">
                <a:solidFill>
                  <a:srgbClr val="4E3629"/>
                </a:solidFill>
                <a:latin typeface="Calibri"/>
                <a:cs typeface="Calibri"/>
              </a:rPr>
              <a:t>un</a:t>
            </a:r>
            <a:r>
              <a:rPr dirty="0" sz="2400" spc="-40">
                <a:solidFill>
                  <a:srgbClr val="4E3629"/>
                </a:solidFill>
                <a:latin typeface="Calibri"/>
                <a:cs typeface="Calibri"/>
              </a:rPr>
              <a:t> </a:t>
            </a:r>
            <a:r>
              <a:rPr dirty="0" sz="2400">
                <a:solidFill>
                  <a:srgbClr val="4E3629"/>
                </a:solidFill>
                <a:latin typeface="Calibri"/>
                <a:cs typeface="Calibri"/>
              </a:rPr>
              <a:t>valor</a:t>
            </a:r>
            <a:r>
              <a:rPr dirty="0" sz="2400" spc="-35">
                <a:solidFill>
                  <a:srgbClr val="4E3629"/>
                </a:solidFill>
                <a:latin typeface="Calibri"/>
                <a:cs typeface="Calibri"/>
              </a:rPr>
              <a:t> </a:t>
            </a:r>
            <a:r>
              <a:rPr dirty="0" sz="2400" spc="-50">
                <a:solidFill>
                  <a:srgbClr val="4E3629"/>
                </a:solidFill>
                <a:latin typeface="Calibri"/>
                <a:cs typeface="Calibri"/>
              </a:rPr>
              <a:t>DEFAULT</a:t>
            </a:r>
            <a:r>
              <a:rPr dirty="0" sz="2400" spc="-40">
                <a:solidFill>
                  <a:srgbClr val="4E3629"/>
                </a:solidFill>
                <a:latin typeface="Calibri"/>
                <a:cs typeface="Calibri"/>
              </a:rPr>
              <a:t> </a:t>
            </a:r>
            <a:r>
              <a:rPr dirty="0" sz="2400">
                <a:solidFill>
                  <a:srgbClr val="4E3629"/>
                </a:solidFill>
                <a:latin typeface="Calibri"/>
                <a:cs typeface="Calibri"/>
              </a:rPr>
              <a:t>para</a:t>
            </a:r>
            <a:r>
              <a:rPr dirty="0" sz="2400" spc="-50">
                <a:solidFill>
                  <a:srgbClr val="4E3629"/>
                </a:solidFill>
                <a:latin typeface="Calibri"/>
                <a:cs typeface="Calibri"/>
              </a:rPr>
              <a:t> </a:t>
            </a:r>
            <a:r>
              <a:rPr dirty="0" sz="2400">
                <a:solidFill>
                  <a:srgbClr val="4E3629"/>
                </a:solidFill>
                <a:latin typeface="Calibri"/>
                <a:cs typeface="Calibri"/>
              </a:rPr>
              <a:t>una</a:t>
            </a:r>
            <a:r>
              <a:rPr dirty="0" sz="2400" spc="-40">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355600">
              <a:lnSpc>
                <a:spcPct val="100000"/>
              </a:lnSpc>
              <a:spcBef>
                <a:spcPts val="120"/>
              </a:spcBef>
            </a:pPr>
            <a:r>
              <a:rPr dirty="0" sz="2400">
                <a:solidFill>
                  <a:srgbClr val="D1350F"/>
                </a:solidFill>
                <a:latin typeface="Calibri"/>
                <a:cs typeface="Calibri"/>
              </a:rPr>
              <a:t>−</a:t>
            </a:r>
            <a:r>
              <a:rPr dirty="0" sz="2400">
                <a:solidFill>
                  <a:srgbClr val="4E3629"/>
                </a:solidFill>
                <a:latin typeface="Calibri"/>
                <a:cs typeface="Calibri"/>
              </a:rPr>
              <a:t>Borrar</a:t>
            </a:r>
            <a:r>
              <a:rPr dirty="0" sz="2400" spc="5">
                <a:solidFill>
                  <a:srgbClr val="4E3629"/>
                </a:solidFill>
                <a:latin typeface="Calibri"/>
                <a:cs typeface="Calibri"/>
              </a:rPr>
              <a:t> </a:t>
            </a:r>
            <a:r>
              <a:rPr dirty="0" sz="2400">
                <a:solidFill>
                  <a:srgbClr val="4E3629"/>
                </a:solidFill>
                <a:latin typeface="Calibri"/>
                <a:cs typeface="Calibri"/>
              </a:rPr>
              <a:t>una</a:t>
            </a:r>
            <a:r>
              <a:rPr dirty="0" sz="2400" spc="30">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183515" marR="5080" indent="-171450">
              <a:lnSpc>
                <a:spcPts val="3030"/>
              </a:lnSpc>
              <a:spcBef>
                <a:spcPts val="805"/>
              </a:spcBef>
              <a:buClr>
                <a:srgbClr val="D1350F"/>
              </a:buClr>
              <a:buFont typeface="Arial MT"/>
              <a:buChar char="•"/>
              <a:tabLst>
                <a:tab pos="184785" algn="l"/>
              </a:tabLst>
            </a:pPr>
            <a:r>
              <a:rPr dirty="0" sz="2800">
                <a:solidFill>
                  <a:srgbClr val="4E3629"/>
                </a:solidFill>
                <a:latin typeface="Calibri"/>
                <a:cs typeface="Calibri"/>
              </a:rPr>
              <a:t>Puede</a:t>
            </a:r>
            <a:r>
              <a:rPr dirty="0" sz="2800" spc="-50">
                <a:solidFill>
                  <a:srgbClr val="4E3629"/>
                </a:solidFill>
                <a:latin typeface="Calibri"/>
                <a:cs typeface="Calibri"/>
              </a:rPr>
              <a:t> </a:t>
            </a:r>
            <a:r>
              <a:rPr dirty="0" sz="2800">
                <a:solidFill>
                  <a:srgbClr val="4E3629"/>
                </a:solidFill>
                <a:latin typeface="Calibri"/>
                <a:cs typeface="Calibri"/>
              </a:rPr>
              <a:t>agregar</a:t>
            </a:r>
            <a:r>
              <a:rPr dirty="0" sz="2800" spc="-80">
                <a:solidFill>
                  <a:srgbClr val="4E3629"/>
                </a:solidFill>
                <a:latin typeface="Calibri"/>
                <a:cs typeface="Calibri"/>
              </a:rPr>
              <a:t> </a:t>
            </a:r>
            <a:r>
              <a:rPr dirty="0" sz="2800">
                <a:solidFill>
                  <a:srgbClr val="4E3629"/>
                </a:solidFill>
                <a:latin typeface="Calibri"/>
                <a:cs typeface="Calibri"/>
              </a:rPr>
              <a:t>o</a:t>
            </a:r>
            <a:r>
              <a:rPr dirty="0" sz="2800" spc="-65">
                <a:solidFill>
                  <a:srgbClr val="4E3629"/>
                </a:solidFill>
                <a:latin typeface="Calibri"/>
                <a:cs typeface="Calibri"/>
              </a:rPr>
              <a:t> </a:t>
            </a:r>
            <a:r>
              <a:rPr dirty="0" sz="2800">
                <a:solidFill>
                  <a:srgbClr val="4E3629"/>
                </a:solidFill>
                <a:latin typeface="Calibri"/>
                <a:cs typeface="Calibri"/>
              </a:rPr>
              <a:t>modificar</a:t>
            </a:r>
            <a:r>
              <a:rPr dirty="0" sz="2800" spc="-5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columna</a:t>
            </a:r>
            <a:r>
              <a:rPr dirty="0" sz="2800" spc="-3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pero</a:t>
            </a:r>
            <a:r>
              <a:rPr dirty="0" sz="2800" spc="-70">
                <a:solidFill>
                  <a:srgbClr val="4E3629"/>
                </a:solidFill>
                <a:latin typeface="Calibri"/>
                <a:cs typeface="Calibri"/>
              </a:rPr>
              <a:t> </a:t>
            </a:r>
            <a:r>
              <a:rPr dirty="0" sz="2800">
                <a:solidFill>
                  <a:srgbClr val="4E3629"/>
                </a:solidFill>
                <a:latin typeface="Calibri"/>
                <a:cs typeface="Calibri"/>
              </a:rPr>
              <a:t>no</a:t>
            </a:r>
            <a:r>
              <a:rPr dirty="0" sz="2800" spc="-75">
                <a:solidFill>
                  <a:srgbClr val="4E3629"/>
                </a:solidFill>
                <a:latin typeface="Calibri"/>
                <a:cs typeface="Calibri"/>
              </a:rPr>
              <a:t> </a:t>
            </a:r>
            <a:r>
              <a:rPr dirty="0" sz="2800">
                <a:solidFill>
                  <a:srgbClr val="4E3629"/>
                </a:solidFill>
                <a:latin typeface="Calibri"/>
                <a:cs typeface="Calibri"/>
              </a:rPr>
              <a:t>puede</a:t>
            </a:r>
            <a:r>
              <a:rPr dirty="0" sz="2800" spc="-50">
                <a:solidFill>
                  <a:srgbClr val="4E3629"/>
                </a:solidFill>
                <a:latin typeface="Calibri"/>
                <a:cs typeface="Calibri"/>
              </a:rPr>
              <a:t> </a:t>
            </a:r>
            <a:r>
              <a:rPr dirty="0" sz="2800">
                <a:solidFill>
                  <a:srgbClr val="4E3629"/>
                </a:solidFill>
                <a:latin typeface="Calibri"/>
                <a:cs typeface="Calibri"/>
              </a:rPr>
              <a:t>especificar</a:t>
            </a:r>
            <a:r>
              <a:rPr dirty="0" sz="2800" spc="-70">
                <a:solidFill>
                  <a:srgbClr val="4E3629"/>
                </a:solidFill>
                <a:latin typeface="Calibri"/>
                <a:cs typeface="Calibri"/>
              </a:rPr>
              <a:t> </a:t>
            </a:r>
            <a:r>
              <a:rPr dirty="0" sz="2800">
                <a:solidFill>
                  <a:srgbClr val="4E3629"/>
                </a:solidFill>
                <a:latin typeface="Calibri"/>
                <a:cs typeface="Calibri"/>
              </a:rPr>
              <a:t>donde</a:t>
            </a:r>
            <a:r>
              <a:rPr dirty="0" sz="2800" spc="-55">
                <a:solidFill>
                  <a:srgbClr val="4E3629"/>
                </a:solidFill>
                <a:latin typeface="Calibri"/>
                <a:cs typeface="Calibri"/>
              </a:rPr>
              <a:t> </a:t>
            </a:r>
            <a:r>
              <a:rPr dirty="0" sz="2800">
                <a:solidFill>
                  <a:srgbClr val="4E3629"/>
                </a:solidFill>
                <a:latin typeface="Calibri"/>
                <a:cs typeface="Calibri"/>
              </a:rPr>
              <a:t>aparece</a:t>
            </a:r>
            <a:r>
              <a:rPr dirty="0" sz="2800" spc="-70">
                <a:solidFill>
                  <a:srgbClr val="4E3629"/>
                </a:solidFill>
                <a:latin typeface="Calibri"/>
                <a:cs typeface="Calibri"/>
              </a:rPr>
              <a:t> </a:t>
            </a:r>
            <a:r>
              <a:rPr dirty="0" sz="2800">
                <a:solidFill>
                  <a:srgbClr val="4E3629"/>
                </a:solidFill>
                <a:latin typeface="Calibri"/>
                <a:cs typeface="Calibri"/>
              </a:rPr>
              <a:t>la</a:t>
            </a:r>
            <a:r>
              <a:rPr dirty="0" sz="2800" spc="-90">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2168525" cy="528320"/>
          </a:xfrm>
          <a:prstGeom prst="rect"/>
        </p:spPr>
        <p:txBody>
          <a:bodyPr wrap="square" lIns="0" tIns="12700" rIns="0" bIns="0" rtlCol="0" vert="horz">
            <a:spAutoFit/>
          </a:bodyPr>
          <a:lstStyle/>
          <a:p>
            <a:pPr marL="12700">
              <a:lnSpc>
                <a:spcPct val="100000"/>
              </a:lnSpc>
              <a:spcBef>
                <a:spcPts val="100"/>
              </a:spcBef>
            </a:pPr>
            <a:r>
              <a:rPr dirty="0" spc="-30"/>
              <a:t>ALTER</a:t>
            </a:r>
            <a:r>
              <a:rPr dirty="0" spc="-150"/>
              <a:t> </a:t>
            </a:r>
            <a:r>
              <a:rPr dirty="0" spc="-40"/>
              <a:t>TABLE</a:t>
            </a:r>
          </a:p>
        </p:txBody>
      </p:sp>
      <p:sp>
        <p:nvSpPr>
          <p:cNvPr id="5" name="object 5" descr=""/>
          <p:cNvSpPr txBox="1"/>
          <p:nvPr/>
        </p:nvSpPr>
        <p:spPr>
          <a:xfrm>
            <a:off x="483514" y="1415923"/>
            <a:ext cx="8022590" cy="2090420"/>
          </a:xfrm>
          <a:prstGeom prst="rect">
            <a:avLst/>
          </a:prstGeom>
        </p:spPr>
        <p:txBody>
          <a:bodyPr wrap="square" lIns="0" tIns="60960" rIns="0" bIns="0" rtlCol="0" vert="horz">
            <a:spAutoFit/>
          </a:bodyPr>
          <a:lstStyle/>
          <a:p>
            <a:pPr marL="183515" marR="3302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Una</a:t>
            </a:r>
            <a:r>
              <a:rPr dirty="0" sz="2800" spc="-80">
                <a:solidFill>
                  <a:srgbClr val="4E3629"/>
                </a:solidFill>
                <a:latin typeface="Calibri"/>
                <a:cs typeface="Calibri"/>
              </a:rPr>
              <a:t> </a:t>
            </a:r>
            <a:r>
              <a:rPr dirty="0" sz="2800">
                <a:solidFill>
                  <a:srgbClr val="4E3629"/>
                </a:solidFill>
                <a:latin typeface="Calibri"/>
                <a:cs typeface="Calibri"/>
              </a:rPr>
              <a:t>columna</a:t>
            </a:r>
            <a:r>
              <a:rPr dirty="0" sz="2800" spc="-70">
                <a:solidFill>
                  <a:srgbClr val="4E3629"/>
                </a:solidFill>
                <a:latin typeface="Calibri"/>
                <a:cs typeface="Calibri"/>
              </a:rPr>
              <a:t> </a:t>
            </a:r>
            <a:r>
              <a:rPr dirty="0" sz="2800">
                <a:solidFill>
                  <a:srgbClr val="4E3629"/>
                </a:solidFill>
                <a:latin typeface="Calibri"/>
                <a:cs typeface="Calibri"/>
              </a:rPr>
              <a:t>recién</a:t>
            </a:r>
            <a:r>
              <a:rPr dirty="0" sz="2800" spc="-85">
                <a:solidFill>
                  <a:srgbClr val="4E3629"/>
                </a:solidFill>
                <a:latin typeface="Calibri"/>
                <a:cs typeface="Calibri"/>
              </a:rPr>
              <a:t> </a:t>
            </a:r>
            <a:r>
              <a:rPr dirty="0" sz="2800">
                <a:solidFill>
                  <a:srgbClr val="4E3629"/>
                </a:solidFill>
                <a:latin typeface="Calibri"/>
                <a:cs typeface="Calibri"/>
              </a:rPr>
              <a:t>agregada</a:t>
            </a:r>
            <a:r>
              <a:rPr dirty="0" sz="2800" spc="-100">
                <a:solidFill>
                  <a:srgbClr val="4E3629"/>
                </a:solidFill>
                <a:latin typeface="Calibri"/>
                <a:cs typeface="Calibri"/>
              </a:rPr>
              <a:t> </a:t>
            </a:r>
            <a:r>
              <a:rPr dirty="0" sz="2800">
                <a:solidFill>
                  <a:srgbClr val="4E3629"/>
                </a:solidFill>
                <a:latin typeface="Calibri"/>
                <a:cs typeface="Calibri"/>
              </a:rPr>
              <a:t>siempre</a:t>
            </a:r>
            <a:r>
              <a:rPr dirty="0" sz="2800" spc="-75">
                <a:solidFill>
                  <a:srgbClr val="4E3629"/>
                </a:solidFill>
                <a:latin typeface="Calibri"/>
                <a:cs typeface="Calibri"/>
              </a:rPr>
              <a:t> </a:t>
            </a:r>
            <a:r>
              <a:rPr dirty="0" sz="2800">
                <a:solidFill>
                  <a:srgbClr val="4E3629"/>
                </a:solidFill>
                <a:latin typeface="Calibri"/>
                <a:cs typeface="Calibri"/>
              </a:rPr>
              <a:t>se</a:t>
            </a:r>
            <a:r>
              <a:rPr dirty="0" sz="2800" spc="-75">
                <a:solidFill>
                  <a:srgbClr val="4E3629"/>
                </a:solidFill>
                <a:latin typeface="Calibri"/>
                <a:cs typeface="Calibri"/>
              </a:rPr>
              <a:t> </a:t>
            </a:r>
            <a:r>
              <a:rPr dirty="0" sz="2800" spc="-10">
                <a:solidFill>
                  <a:srgbClr val="4E3629"/>
                </a:solidFill>
                <a:latin typeface="Calibri"/>
                <a:cs typeface="Calibri"/>
              </a:rPr>
              <a:t>convierte</a:t>
            </a:r>
            <a:r>
              <a:rPr dirty="0" sz="2800" spc="-85">
                <a:solidFill>
                  <a:srgbClr val="4E3629"/>
                </a:solidFill>
                <a:latin typeface="Calibri"/>
                <a:cs typeface="Calibri"/>
              </a:rPr>
              <a:t> </a:t>
            </a:r>
            <a:r>
              <a:rPr dirty="0" sz="2800" spc="-25">
                <a:solidFill>
                  <a:srgbClr val="4E3629"/>
                </a:solidFill>
                <a:latin typeface="Calibri"/>
                <a:cs typeface="Calibri"/>
              </a:rPr>
              <a:t>en </a:t>
            </a:r>
            <a:r>
              <a:rPr dirty="0" sz="2800" spc="-2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última</a:t>
            </a:r>
            <a:r>
              <a:rPr dirty="0" sz="2800" spc="-30">
                <a:solidFill>
                  <a:srgbClr val="4E3629"/>
                </a:solidFill>
                <a:latin typeface="Calibri"/>
                <a:cs typeface="Calibri"/>
              </a:rPr>
              <a:t> </a:t>
            </a:r>
            <a:r>
              <a:rPr dirty="0" sz="2800">
                <a:solidFill>
                  <a:srgbClr val="4E3629"/>
                </a:solidFill>
                <a:latin typeface="Calibri"/>
                <a:cs typeface="Calibri"/>
              </a:rPr>
              <a:t>columna</a:t>
            </a:r>
            <a:r>
              <a:rPr dirty="0" sz="2800" spc="-2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3515" marR="5080" indent="-171450">
              <a:lnSpc>
                <a:spcPct val="90000"/>
              </a:lnSpc>
              <a:spcBef>
                <a:spcPts val="760"/>
              </a:spcBef>
              <a:buClr>
                <a:srgbClr val="D1350F"/>
              </a:buClr>
              <a:buFont typeface="Arial MT"/>
              <a:buChar char="•"/>
              <a:tabLst>
                <a:tab pos="184785" algn="l"/>
              </a:tabLst>
            </a:pPr>
            <a:r>
              <a:rPr dirty="0" sz="2800">
                <a:solidFill>
                  <a:srgbClr val="4E3629"/>
                </a:solidFill>
                <a:latin typeface="Calibri"/>
                <a:cs typeface="Calibri"/>
              </a:rPr>
              <a:t>Además,</a:t>
            </a:r>
            <a:r>
              <a:rPr dirty="0" sz="2800" spc="-35">
                <a:solidFill>
                  <a:srgbClr val="4E3629"/>
                </a:solidFill>
                <a:latin typeface="Calibri"/>
                <a:cs typeface="Calibri"/>
              </a:rPr>
              <a:t> </a:t>
            </a:r>
            <a:r>
              <a:rPr dirty="0" sz="2800">
                <a:solidFill>
                  <a:srgbClr val="4E3629"/>
                </a:solidFill>
                <a:latin typeface="Calibri"/>
                <a:cs typeface="Calibri"/>
              </a:rPr>
              <a:t>si</a:t>
            </a:r>
            <a:r>
              <a:rPr dirty="0" sz="2800" spc="-50">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a:solidFill>
                  <a:srgbClr val="4E3629"/>
                </a:solidFill>
                <a:latin typeface="Calibri"/>
                <a:cs typeface="Calibri"/>
              </a:rPr>
              <a:t>tabla</a:t>
            </a:r>
            <a:r>
              <a:rPr dirty="0" sz="2800" spc="-35">
                <a:solidFill>
                  <a:srgbClr val="4E3629"/>
                </a:solidFill>
                <a:latin typeface="Calibri"/>
                <a:cs typeface="Calibri"/>
              </a:rPr>
              <a:t> </a:t>
            </a:r>
            <a:r>
              <a:rPr dirty="0" sz="2800">
                <a:solidFill>
                  <a:srgbClr val="4E3629"/>
                </a:solidFill>
                <a:latin typeface="Calibri"/>
                <a:cs typeface="Calibri"/>
              </a:rPr>
              <a:t>ya</a:t>
            </a:r>
            <a:r>
              <a:rPr dirty="0" sz="2800" spc="-55">
                <a:solidFill>
                  <a:srgbClr val="4E3629"/>
                </a:solidFill>
                <a:latin typeface="Calibri"/>
                <a:cs typeface="Calibri"/>
              </a:rPr>
              <a:t> </a:t>
            </a:r>
            <a:r>
              <a:rPr dirty="0" sz="2800">
                <a:solidFill>
                  <a:srgbClr val="4E3629"/>
                </a:solidFill>
                <a:latin typeface="Calibri"/>
                <a:cs typeface="Calibri"/>
              </a:rPr>
              <a:t>tiene</a:t>
            </a:r>
            <a:r>
              <a:rPr dirty="0" sz="2800" spc="-40">
                <a:solidFill>
                  <a:srgbClr val="4E3629"/>
                </a:solidFill>
                <a:latin typeface="Calibri"/>
                <a:cs typeface="Calibri"/>
              </a:rPr>
              <a:t> </a:t>
            </a:r>
            <a:r>
              <a:rPr dirty="0" sz="2800">
                <a:solidFill>
                  <a:srgbClr val="4E3629"/>
                </a:solidFill>
                <a:latin typeface="Calibri"/>
                <a:cs typeface="Calibri"/>
              </a:rPr>
              <a:t>filas</a:t>
            </a:r>
            <a:r>
              <a:rPr dirty="0" sz="2800" spc="-5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y</a:t>
            </a:r>
            <a:r>
              <a:rPr dirty="0" sz="2800" spc="-45">
                <a:solidFill>
                  <a:srgbClr val="4E3629"/>
                </a:solidFill>
                <a:latin typeface="Calibri"/>
                <a:cs typeface="Calibri"/>
              </a:rPr>
              <a:t> </a:t>
            </a:r>
            <a:r>
              <a:rPr dirty="0" sz="2800" spc="-10">
                <a:solidFill>
                  <a:srgbClr val="4E3629"/>
                </a:solidFill>
                <a:latin typeface="Calibri"/>
                <a:cs typeface="Calibri"/>
              </a:rPr>
              <a:t>agrega </a:t>
            </a:r>
            <a:r>
              <a:rPr dirty="0" sz="2800" spc="-1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nueva</a:t>
            </a:r>
            <a:r>
              <a:rPr dirty="0" sz="2800" spc="-50">
                <a:solidFill>
                  <a:srgbClr val="4E3629"/>
                </a:solidFill>
                <a:latin typeface="Calibri"/>
                <a:cs typeface="Calibri"/>
              </a:rPr>
              <a:t> </a:t>
            </a:r>
            <a:r>
              <a:rPr dirty="0" sz="2800">
                <a:solidFill>
                  <a:srgbClr val="4E3629"/>
                </a:solidFill>
                <a:latin typeface="Calibri"/>
                <a:cs typeface="Calibri"/>
              </a:rPr>
              <a:t>columna</a:t>
            </a:r>
            <a:r>
              <a:rPr dirty="0" sz="2800" spc="-40">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nueva</a:t>
            </a:r>
            <a:r>
              <a:rPr dirty="0" sz="2800" spc="-45">
                <a:solidFill>
                  <a:srgbClr val="4E3629"/>
                </a:solidFill>
                <a:latin typeface="Calibri"/>
                <a:cs typeface="Calibri"/>
              </a:rPr>
              <a:t> </a:t>
            </a:r>
            <a:r>
              <a:rPr dirty="0" sz="2800" spc="-10">
                <a:solidFill>
                  <a:srgbClr val="4E3629"/>
                </a:solidFill>
                <a:latin typeface="Calibri"/>
                <a:cs typeface="Calibri"/>
              </a:rPr>
              <a:t>columna 	inicialmente</a:t>
            </a:r>
            <a:r>
              <a:rPr dirty="0" sz="2800" spc="-65">
                <a:solidFill>
                  <a:srgbClr val="4E3629"/>
                </a:solidFill>
                <a:latin typeface="Calibri"/>
                <a:cs typeface="Calibri"/>
              </a:rPr>
              <a:t> </a:t>
            </a:r>
            <a:r>
              <a:rPr dirty="0" sz="2800">
                <a:solidFill>
                  <a:srgbClr val="4E3629"/>
                </a:solidFill>
                <a:latin typeface="Calibri"/>
                <a:cs typeface="Calibri"/>
              </a:rPr>
              <a:t>será</a:t>
            </a:r>
            <a:r>
              <a:rPr dirty="0" sz="2800" spc="-75">
                <a:solidFill>
                  <a:srgbClr val="4E3629"/>
                </a:solidFill>
                <a:latin typeface="Calibri"/>
                <a:cs typeface="Calibri"/>
              </a:rPr>
              <a:t> </a:t>
            </a:r>
            <a:r>
              <a:rPr dirty="0" sz="2800">
                <a:solidFill>
                  <a:srgbClr val="4E3629"/>
                </a:solidFill>
                <a:latin typeface="Calibri"/>
                <a:cs typeface="Calibri"/>
              </a:rPr>
              <a:t>nula</a:t>
            </a:r>
            <a:r>
              <a:rPr dirty="0" sz="2800" spc="-50">
                <a:solidFill>
                  <a:srgbClr val="4E3629"/>
                </a:solidFill>
                <a:latin typeface="Calibri"/>
                <a:cs typeface="Calibri"/>
              </a:rPr>
              <a:t> </a:t>
            </a:r>
            <a:r>
              <a:rPr dirty="0" sz="280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todas</a:t>
            </a:r>
            <a:r>
              <a:rPr dirty="0" sz="2800" spc="-60">
                <a:solidFill>
                  <a:srgbClr val="4E3629"/>
                </a:solidFill>
                <a:latin typeface="Calibri"/>
                <a:cs typeface="Calibri"/>
              </a:rPr>
              <a:t> </a:t>
            </a:r>
            <a:r>
              <a:rPr dirty="0" sz="2800">
                <a:solidFill>
                  <a:srgbClr val="4E3629"/>
                </a:solidFill>
                <a:latin typeface="Calibri"/>
                <a:cs typeface="Calibri"/>
              </a:rPr>
              <a:t>las</a:t>
            </a:r>
            <a:r>
              <a:rPr dirty="0" sz="2800" spc="-65">
                <a:solidFill>
                  <a:srgbClr val="4E3629"/>
                </a:solidFill>
                <a:latin typeface="Calibri"/>
                <a:cs typeface="Calibri"/>
              </a:rPr>
              <a:t> </a:t>
            </a:r>
            <a:r>
              <a:rPr dirty="0" sz="2800">
                <a:solidFill>
                  <a:srgbClr val="4E3629"/>
                </a:solidFill>
                <a:latin typeface="Calibri"/>
                <a:cs typeface="Calibri"/>
              </a:rPr>
              <a:t>filas</a:t>
            </a:r>
            <a:r>
              <a:rPr dirty="0" sz="2800" spc="-80">
                <a:solidFill>
                  <a:srgbClr val="4E3629"/>
                </a:solidFill>
                <a:latin typeface="Calibri"/>
                <a:cs typeface="Calibri"/>
              </a:rPr>
              <a:t> </a:t>
            </a:r>
            <a:r>
              <a:rPr dirty="0" sz="2800">
                <a:solidFill>
                  <a:srgbClr val="4E3629"/>
                </a:solidFill>
                <a:latin typeface="Calibri"/>
                <a:cs typeface="Calibri"/>
              </a:rPr>
              <a:t>ya</a:t>
            </a:r>
            <a:r>
              <a:rPr dirty="0" sz="2800" spc="-70">
                <a:solidFill>
                  <a:srgbClr val="4E3629"/>
                </a:solidFill>
                <a:latin typeface="Calibri"/>
                <a:cs typeface="Calibri"/>
              </a:rPr>
              <a:t> </a:t>
            </a:r>
            <a:r>
              <a:rPr dirty="0" sz="2800" spc="-10">
                <a:solidFill>
                  <a:srgbClr val="4E3629"/>
                </a:solidFill>
                <a:latin typeface="Calibri"/>
                <a:cs typeface="Calibri"/>
              </a:rPr>
              <a:t>existentes</a:t>
            </a:r>
            <a:endParaRPr sz="2800">
              <a:latin typeface="Calibri"/>
              <a:cs typeface="Calibri"/>
            </a:endParaRPr>
          </a:p>
        </p:txBody>
      </p:sp>
      <p:pic>
        <p:nvPicPr>
          <p:cNvPr id="6" name="object 6" descr=""/>
          <p:cNvPicPr/>
          <p:nvPr/>
        </p:nvPicPr>
        <p:blipFill>
          <a:blip r:embed="rId4" cstate="print"/>
          <a:stretch>
            <a:fillRect/>
          </a:stretch>
        </p:blipFill>
        <p:spPr>
          <a:xfrm>
            <a:off x="3002279" y="3947159"/>
            <a:ext cx="3137154" cy="2102358"/>
          </a:xfrm>
          <a:prstGeom prst="rect">
            <a:avLst/>
          </a:prstGeom>
        </p:spPr>
      </p:pic>
      <p:sp>
        <p:nvSpPr>
          <p:cNvPr id="7" name="object 7"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ALTER</a:t>
            </a:r>
            <a:r>
              <a:rPr dirty="0" spc="-105"/>
              <a:t> </a:t>
            </a:r>
            <a:r>
              <a:rPr dirty="0" spc="-30"/>
              <a:t>TABLE:</a:t>
            </a:r>
            <a:r>
              <a:rPr dirty="0" spc="-80"/>
              <a:t> </a:t>
            </a:r>
            <a:r>
              <a:rPr dirty="0"/>
              <a:t>Adición</a:t>
            </a:r>
            <a:r>
              <a:rPr dirty="0" spc="-70"/>
              <a:t> </a:t>
            </a:r>
            <a:r>
              <a:rPr dirty="0"/>
              <a:t>de</a:t>
            </a:r>
            <a:r>
              <a:rPr dirty="0" spc="-100"/>
              <a:t> </a:t>
            </a:r>
            <a:r>
              <a:rPr dirty="0"/>
              <a:t>una</a:t>
            </a:r>
            <a:r>
              <a:rPr dirty="0" spc="-90"/>
              <a:t> </a:t>
            </a:r>
            <a:r>
              <a:rPr dirty="0" spc="-10"/>
              <a:t>Columna</a:t>
            </a:r>
          </a:p>
        </p:txBody>
      </p:sp>
      <p:sp>
        <p:nvSpPr>
          <p:cNvPr id="10" name="object 10"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9</a:t>
            </a:r>
          </a:p>
        </p:txBody>
      </p:sp>
      <p:sp>
        <p:nvSpPr>
          <p:cNvPr id="5" name="object 5" descr=""/>
          <p:cNvSpPr txBox="1"/>
          <p:nvPr/>
        </p:nvSpPr>
        <p:spPr>
          <a:xfrm>
            <a:off x="483514" y="1415923"/>
            <a:ext cx="8055609"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Para</a:t>
            </a:r>
            <a:r>
              <a:rPr dirty="0" sz="2800" spc="-95">
                <a:solidFill>
                  <a:srgbClr val="4E3629"/>
                </a:solidFill>
                <a:latin typeface="Calibri"/>
                <a:cs typeface="Calibri"/>
              </a:rPr>
              <a:t> </a:t>
            </a:r>
            <a:r>
              <a:rPr dirty="0" sz="2800">
                <a:solidFill>
                  <a:srgbClr val="4E3629"/>
                </a:solidFill>
                <a:latin typeface="Calibri"/>
                <a:cs typeface="Calibri"/>
              </a:rPr>
              <a:t>agregar</a:t>
            </a:r>
            <a:r>
              <a:rPr dirty="0" sz="2800" spc="-105">
                <a:solidFill>
                  <a:srgbClr val="4E3629"/>
                </a:solidFill>
                <a:latin typeface="Calibri"/>
                <a:cs typeface="Calibri"/>
              </a:rPr>
              <a:t> </a:t>
            </a:r>
            <a:r>
              <a:rPr dirty="0" sz="2800">
                <a:solidFill>
                  <a:srgbClr val="4E3629"/>
                </a:solidFill>
                <a:latin typeface="Calibri"/>
                <a:cs typeface="Calibri"/>
              </a:rPr>
              <a:t>una</a:t>
            </a:r>
            <a:r>
              <a:rPr dirty="0" sz="2800" spc="-80">
                <a:solidFill>
                  <a:srgbClr val="4E3629"/>
                </a:solidFill>
                <a:latin typeface="Calibri"/>
                <a:cs typeface="Calibri"/>
              </a:rPr>
              <a:t> </a:t>
            </a:r>
            <a:r>
              <a:rPr dirty="0" sz="2800">
                <a:solidFill>
                  <a:srgbClr val="4E3629"/>
                </a:solidFill>
                <a:latin typeface="Calibri"/>
                <a:cs typeface="Calibri"/>
              </a:rPr>
              <a:t>nueva</a:t>
            </a:r>
            <a:r>
              <a:rPr dirty="0" sz="2800" spc="-80">
                <a:solidFill>
                  <a:srgbClr val="4E3629"/>
                </a:solidFill>
                <a:latin typeface="Calibri"/>
                <a:cs typeface="Calibri"/>
              </a:rPr>
              <a:t> </a:t>
            </a:r>
            <a:r>
              <a:rPr dirty="0" sz="2800">
                <a:solidFill>
                  <a:srgbClr val="4E3629"/>
                </a:solidFill>
                <a:latin typeface="Calibri"/>
                <a:cs typeface="Calibri"/>
              </a:rPr>
              <a:t>columna,</a:t>
            </a:r>
            <a:r>
              <a:rPr dirty="0" sz="2800" spc="-70">
                <a:solidFill>
                  <a:srgbClr val="4E3629"/>
                </a:solidFill>
                <a:latin typeface="Calibri"/>
                <a:cs typeface="Calibri"/>
              </a:rPr>
              <a:t> </a:t>
            </a:r>
            <a:r>
              <a:rPr dirty="0" sz="2800">
                <a:solidFill>
                  <a:srgbClr val="4E3629"/>
                </a:solidFill>
                <a:latin typeface="Calibri"/>
                <a:cs typeface="Calibri"/>
              </a:rPr>
              <a:t>utilice</a:t>
            </a:r>
            <a:r>
              <a:rPr dirty="0" sz="2800" spc="-80">
                <a:solidFill>
                  <a:srgbClr val="4E3629"/>
                </a:solidFill>
                <a:latin typeface="Calibri"/>
                <a:cs typeface="Calibri"/>
              </a:rPr>
              <a:t> </a:t>
            </a: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sintaxis</a:t>
            </a:r>
            <a:r>
              <a:rPr dirty="0" sz="2800" spc="-75">
                <a:solidFill>
                  <a:srgbClr val="4E3629"/>
                </a:solidFill>
                <a:latin typeface="Calibri"/>
                <a:cs typeface="Calibri"/>
              </a:rPr>
              <a:t> </a:t>
            </a:r>
            <a:r>
              <a:rPr dirty="0" sz="2800" spc="-25">
                <a:solidFill>
                  <a:srgbClr val="4E3629"/>
                </a:solidFill>
                <a:latin typeface="Calibri"/>
                <a:cs typeface="Calibri"/>
              </a:rPr>
              <a:t>SQL </a:t>
            </a:r>
            <a:r>
              <a:rPr dirty="0" sz="2800" spc="-2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spc="-10">
                <a:solidFill>
                  <a:srgbClr val="4E3629"/>
                </a:solidFill>
                <a:latin typeface="Calibri"/>
                <a:cs typeface="Calibri"/>
              </a:rPr>
              <a:t>muestra</a:t>
            </a:r>
            <a:r>
              <a:rPr dirty="0" sz="2800" spc="-25">
                <a:solidFill>
                  <a:srgbClr val="4E3629"/>
                </a:solidFill>
                <a:latin typeface="Calibri"/>
                <a:cs typeface="Calibri"/>
              </a:rPr>
              <a:t> </a:t>
            </a:r>
            <a:r>
              <a:rPr dirty="0" sz="2800">
                <a:solidFill>
                  <a:srgbClr val="4E3629"/>
                </a:solidFill>
                <a:latin typeface="Calibri"/>
                <a:cs typeface="Calibri"/>
              </a:rPr>
              <a:t>a</a:t>
            </a:r>
            <a:r>
              <a:rPr dirty="0" sz="2800" spc="-50">
                <a:solidFill>
                  <a:srgbClr val="4E3629"/>
                </a:solidFill>
                <a:latin typeface="Calibri"/>
                <a:cs typeface="Calibri"/>
              </a:rPr>
              <a:t> </a:t>
            </a:r>
            <a:r>
              <a:rPr dirty="0" sz="2800" spc="-10">
                <a:solidFill>
                  <a:srgbClr val="4E3629"/>
                </a:solidFill>
                <a:latin typeface="Calibri"/>
                <a:cs typeface="Calibri"/>
              </a:rPr>
              <a:t>continuación:</a:t>
            </a:r>
            <a:endParaRPr sz="2800">
              <a:latin typeface="Calibri"/>
              <a:cs typeface="Calibri"/>
            </a:endParaRPr>
          </a:p>
        </p:txBody>
      </p:sp>
      <p:sp>
        <p:nvSpPr>
          <p:cNvPr id="6" name="object 6" descr=""/>
          <p:cNvSpPr txBox="1"/>
          <p:nvPr/>
        </p:nvSpPr>
        <p:spPr>
          <a:xfrm>
            <a:off x="483514" y="3257169"/>
            <a:ext cx="203708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a:solidFill>
                  <a:srgbClr val="4E3629"/>
                </a:solidFill>
                <a:latin typeface="Calibri"/>
                <a:cs typeface="Calibri"/>
              </a:rPr>
              <a:t>Por</a:t>
            </a:r>
            <a:r>
              <a:rPr dirty="0" sz="2800" spc="-95">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p:txBody>
      </p:sp>
      <p:sp>
        <p:nvSpPr>
          <p:cNvPr id="7" name="object 7" descr=""/>
          <p:cNvSpPr txBox="1"/>
          <p:nvPr/>
        </p:nvSpPr>
        <p:spPr>
          <a:xfrm>
            <a:off x="405384" y="2337816"/>
            <a:ext cx="8345805" cy="809625"/>
          </a:xfrm>
          <a:prstGeom prst="rect">
            <a:avLst/>
          </a:prstGeom>
          <a:solidFill>
            <a:srgbClr val="9DBEC4">
              <a:alpha val="50199"/>
            </a:srgbClr>
          </a:solidFill>
        </p:spPr>
        <p:txBody>
          <a:bodyPr wrap="square" lIns="0" tIns="0" rIns="0" bIns="0" rtlCol="0" vert="horz">
            <a:spAutoFit/>
          </a:bodyPr>
          <a:lstStyle/>
          <a:p>
            <a:pPr>
              <a:lnSpc>
                <a:spcPts val="1889"/>
              </a:lnSpc>
            </a:pPr>
            <a:r>
              <a:rPr dirty="0" sz="1800" b="1">
                <a:solidFill>
                  <a:srgbClr val="4E3629"/>
                </a:solidFill>
                <a:latin typeface="Courier New"/>
                <a:cs typeface="Courier New"/>
              </a:rPr>
              <a:t>ALTER</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55" b="1">
                <a:solidFill>
                  <a:srgbClr val="4E3629"/>
                </a:solidFill>
                <a:latin typeface="Courier New"/>
                <a:cs typeface="Courier New"/>
              </a:rPr>
              <a:t> </a:t>
            </a:r>
            <a:r>
              <a:rPr dirty="0" sz="1800" spc="-10" b="1">
                <a:solidFill>
                  <a:srgbClr val="4E3629"/>
                </a:solidFill>
                <a:latin typeface="Courier New"/>
                <a:cs typeface="Courier New"/>
              </a:rPr>
              <a:t>tablename</a:t>
            </a:r>
            <a:endParaRPr sz="1800">
              <a:latin typeface="Courier New"/>
              <a:cs typeface="Courier New"/>
            </a:endParaRPr>
          </a:p>
          <a:p>
            <a:pPr marR="1788160">
              <a:lnSpc>
                <a:spcPct val="100000"/>
              </a:lnSpc>
            </a:pPr>
            <a:r>
              <a:rPr dirty="0" sz="1800" b="1">
                <a:solidFill>
                  <a:srgbClr val="4E3629"/>
                </a:solidFill>
                <a:latin typeface="Courier New"/>
                <a:cs typeface="Courier New"/>
              </a:rPr>
              <a:t>ADD</a:t>
            </a:r>
            <a:r>
              <a:rPr dirty="0" sz="1800" spc="-65" b="1">
                <a:solidFill>
                  <a:srgbClr val="4E3629"/>
                </a:solidFill>
                <a:latin typeface="Courier New"/>
                <a:cs typeface="Courier New"/>
              </a:rPr>
              <a:t> </a:t>
            </a:r>
            <a:r>
              <a:rPr dirty="0" sz="1800" b="1">
                <a:solidFill>
                  <a:srgbClr val="4E3629"/>
                </a:solidFill>
                <a:latin typeface="Courier New"/>
                <a:cs typeface="Courier New"/>
              </a:rPr>
              <a:t>(column</a:t>
            </a:r>
            <a:r>
              <a:rPr dirty="0" sz="1800" spc="-50" b="1">
                <a:solidFill>
                  <a:srgbClr val="4E3629"/>
                </a:solidFill>
                <a:latin typeface="Courier New"/>
                <a:cs typeface="Courier New"/>
              </a:rPr>
              <a:t> </a:t>
            </a:r>
            <a:r>
              <a:rPr dirty="0" sz="1800" b="1">
                <a:solidFill>
                  <a:srgbClr val="4E3629"/>
                </a:solidFill>
                <a:latin typeface="Courier New"/>
                <a:cs typeface="Courier New"/>
              </a:rPr>
              <a:t>name</a:t>
            </a:r>
            <a:r>
              <a:rPr dirty="0" sz="1800" spc="-50" b="1">
                <a:solidFill>
                  <a:srgbClr val="4E3629"/>
                </a:solidFill>
                <a:latin typeface="Courier New"/>
                <a:cs typeface="Courier New"/>
              </a:rPr>
              <a:t> </a:t>
            </a:r>
            <a:r>
              <a:rPr dirty="0" sz="1800" b="1">
                <a:solidFill>
                  <a:srgbClr val="4E3629"/>
                </a:solidFill>
                <a:latin typeface="Courier New"/>
                <a:cs typeface="Courier New"/>
              </a:rPr>
              <a:t>data</a:t>
            </a:r>
            <a:r>
              <a:rPr dirty="0" sz="1800" spc="-60" b="1">
                <a:solidFill>
                  <a:srgbClr val="4E3629"/>
                </a:solidFill>
                <a:latin typeface="Courier New"/>
                <a:cs typeface="Courier New"/>
              </a:rPr>
              <a:t> </a:t>
            </a:r>
            <a:r>
              <a:rPr dirty="0" sz="1800" b="1">
                <a:solidFill>
                  <a:srgbClr val="4E3629"/>
                </a:solidFill>
                <a:latin typeface="Courier New"/>
                <a:cs typeface="Courier New"/>
              </a:rPr>
              <a:t>type</a:t>
            </a:r>
            <a:r>
              <a:rPr dirty="0" sz="1800" spc="-50" b="1">
                <a:solidFill>
                  <a:srgbClr val="4E3629"/>
                </a:solidFill>
                <a:latin typeface="Courier New"/>
                <a:cs typeface="Courier New"/>
              </a:rPr>
              <a:t> </a:t>
            </a:r>
            <a:r>
              <a:rPr dirty="0" sz="1800" b="1">
                <a:solidFill>
                  <a:srgbClr val="4E3629"/>
                </a:solidFill>
                <a:latin typeface="Courier New"/>
                <a:cs typeface="Courier New"/>
              </a:rPr>
              <a:t>[DEFAULT</a:t>
            </a:r>
            <a:r>
              <a:rPr dirty="0" sz="1800" spc="-50" b="1">
                <a:solidFill>
                  <a:srgbClr val="4E3629"/>
                </a:solidFill>
                <a:latin typeface="Courier New"/>
                <a:cs typeface="Courier New"/>
              </a:rPr>
              <a:t> </a:t>
            </a:r>
            <a:r>
              <a:rPr dirty="0" sz="1800" spc="-10" b="1">
                <a:solidFill>
                  <a:srgbClr val="4E3629"/>
                </a:solidFill>
                <a:latin typeface="Courier New"/>
                <a:cs typeface="Courier New"/>
              </a:rPr>
              <a:t>expression], </a:t>
            </a:r>
            <a:r>
              <a:rPr dirty="0" sz="1800" b="1">
                <a:solidFill>
                  <a:srgbClr val="4E3629"/>
                </a:solidFill>
                <a:latin typeface="Courier New"/>
                <a:cs typeface="Courier New"/>
              </a:rPr>
              <a:t>column</a:t>
            </a:r>
            <a:r>
              <a:rPr dirty="0" sz="1800" spc="-65" b="1">
                <a:solidFill>
                  <a:srgbClr val="4E3629"/>
                </a:solidFill>
                <a:latin typeface="Courier New"/>
                <a:cs typeface="Courier New"/>
              </a:rPr>
              <a:t> </a:t>
            </a:r>
            <a:r>
              <a:rPr dirty="0" sz="1800" b="1">
                <a:solidFill>
                  <a:srgbClr val="4E3629"/>
                </a:solidFill>
                <a:latin typeface="Courier New"/>
                <a:cs typeface="Courier New"/>
              </a:rPr>
              <a:t>name</a:t>
            </a:r>
            <a:r>
              <a:rPr dirty="0" sz="1800" spc="-65" b="1">
                <a:solidFill>
                  <a:srgbClr val="4E3629"/>
                </a:solidFill>
                <a:latin typeface="Courier New"/>
                <a:cs typeface="Courier New"/>
              </a:rPr>
              <a:t> </a:t>
            </a:r>
            <a:r>
              <a:rPr dirty="0" sz="1800" b="1">
                <a:solidFill>
                  <a:srgbClr val="4E3629"/>
                </a:solidFill>
                <a:latin typeface="Courier New"/>
                <a:cs typeface="Courier New"/>
              </a:rPr>
              <a:t>data</a:t>
            </a:r>
            <a:r>
              <a:rPr dirty="0" sz="1800" spc="-65" b="1">
                <a:solidFill>
                  <a:srgbClr val="4E3629"/>
                </a:solidFill>
                <a:latin typeface="Courier New"/>
                <a:cs typeface="Courier New"/>
              </a:rPr>
              <a:t> </a:t>
            </a:r>
            <a:r>
              <a:rPr dirty="0" sz="1800" b="1">
                <a:solidFill>
                  <a:srgbClr val="4E3629"/>
                </a:solidFill>
                <a:latin typeface="Courier New"/>
                <a:cs typeface="Courier New"/>
              </a:rPr>
              <a:t>type</a:t>
            </a:r>
            <a:r>
              <a:rPr dirty="0" sz="1800" spc="-75" b="1">
                <a:solidFill>
                  <a:srgbClr val="4E3629"/>
                </a:solidFill>
                <a:latin typeface="Courier New"/>
                <a:cs typeface="Courier New"/>
              </a:rPr>
              <a:t> </a:t>
            </a:r>
            <a:r>
              <a:rPr dirty="0" sz="1800" b="1">
                <a:solidFill>
                  <a:srgbClr val="4E3629"/>
                </a:solidFill>
                <a:latin typeface="Courier New"/>
                <a:cs typeface="Courier New"/>
              </a:rPr>
              <a:t>[DEFAULT</a:t>
            </a:r>
            <a:r>
              <a:rPr dirty="0" sz="1800" spc="-65" b="1">
                <a:solidFill>
                  <a:srgbClr val="4E3629"/>
                </a:solidFill>
                <a:latin typeface="Courier New"/>
                <a:cs typeface="Courier New"/>
              </a:rPr>
              <a:t> </a:t>
            </a:r>
            <a:r>
              <a:rPr dirty="0" sz="1800" b="1">
                <a:solidFill>
                  <a:srgbClr val="4E3629"/>
                </a:solidFill>
                <a:latin typeface="Courier New"/>
                <a:cs typeface="Courier New"/>
              </a:rPr>
              <a:t>expression],</a:t>
            </a:r>
            <a:r>
              <a:rPr dirty="0" sz="1800" spc="-75" b="1">
                <a:solidFill>
                  <a:srgbClr val="4E3629"/>
                </a:solidFill>
                <a:latin typeface="Courier New"/>
                <a:cs typeface="Courier New"/>
              </a:rPr>
              <a:t> </a:t>
            </a:r>
            <a:r>
              <a:rPr dirty="0" sz="1800" spc="-25" b="1">
                <a:solidFill>
                  <a:srgbClr val="4E3629"/>
                </a:solidFill>
                <a:latin typeface="Courier New"/>
                <a:cs typeface="Courier New"/>
              </a:rPr>
              <a:t>...</a:t>
            </a:r>
            <a:endParaRPr sz="1800">
              <a:latin typeface="Courier New"/>
              <a:cs typeface="Courier New"/>
            </a:endParaRPr>
          </a:p>
        </p:txBody>
      </p:sp>
      <p:sp>
        <p:nvSpPr>
          <p:cNvPr id="8" name="object 8" descr=""/>
          <p:cNvSpPr txBox="1"/>
          <p:nvPr/>
        </p:nvSpPr>
        <p:spPr>
          <a:xfrm>
            <a:off x="405384" y="3858767"/>
            <a:ext cx="8345805" cy="586740"/>
          </a:xfrm>
          <a:prstGeom prst="rect">
            <a:avLst/>
          </a:prstGeom>
          <a:solidFill>
            <a:srgbClr val="9DBEC4">
              <a:alpha val="50199"/>
            </a:srgbClr>
          </a:solidFill>
        </p:spPr>
        <p:txBody>
          <a:bodyPr wrap="square" lIns="0" tIns="0" rIns="0" bIns="0" rtlCol="0" vert="horz">
            <a:spAutoFit/>
          </a:bodyPr>
          <a:lstStyle/>
          <a:p>
            <a:pPr>
              <a:lnSpc>
                <a:spcPts val="2105"/>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my_cd_collection</a:t>
            </a:r>
            <a:endParaRPr sz="1800">
              <a:latin typeface="Courier New"/>
              <a:cs typeface="Courier New"/>
            </a:endParaRPr>
          </a:p>
          <a:p>
            <a:pPr>
              <a:lnSpc>
                <a:spcPct val="100000"/>
              </a:lnSpc>
            </a:pPr>
            <a:r>
              <a:rPr dirty="0" sz="1800" b="1">
                <a:solidFill>
                  <a:srgbClr val="4E3629"/>
                </a:solidFill>
                <a:latin typeface="Courier New"/>
                <a:cs typeface="Courier New"/>
              </a:rPr>
              <a:t>ADD</a:t>
            </a:r>
            <a:r>
              <a:rPr dirty="0" sz="1800" spc="-80" b="1">
                <a:solidFill>
                  <a:srgbClr val="4E3629"/>
                </a:solidFill>
                <a:latin typeface="Courier New"/>
                <a:cs typeface="Courier New"/>
              </a:rPr>
              <a:t> </a:t>
            </a:r>
            <a:r>
              <a:rPr dirty="0" sz="1800" b="1">
                <a:solidFill>
                  <a:srgbClr val="4E3629"/>
                </a:solidFill>
                <a:latin typeface="Courier New"/>
                <a:cs typeface="Courier New"/>
              </a:rPr>
              <a:t>(release_date</a:t>
            </a:r>
            <a:r>
              <a:rPr dirty="0" sz="1800" spc="-50" b="1">
                <a:solidFill>
                  <a:srgbClr val="4E3629"/>
                </a:solidFill>
                <a:latin typeface="Courier New"/>
                <a:cs typeface="Courier New"/>
              </a:rPr>
              <a:t> </a:t>
            </a:r>
            <a:r>
              <a:rPr dirty="0" sz="1800" b="1">
                <a:solidFill>
                  <a:srgbClr val="4E3629"/>
                </a:solidFill>
                <a:latin typeface="Courier New"/>
                <a:cs typeface="Courier New"/>
              </a:rPr>
              <a:t>DATE</a:t>
            </a:r>
            <a:r>
              <a:rPr dirty="0" sz="1800" spc="-65" b="1">
                <a:solidFill>
                  <a:srgbClr val="4E3629"/>
                </a:solidFill>
                <a:latin typeface="Courier New"/>
                <a:cs typeface="Courier New"/>
              </a:rPr>
              <a:t> </a:t>
            </a:r>
            <a:r>
              <a:rPr dirty="0" sz="1800" b="1">
                <a:solidFill>
                  <a:srgbClr val="4E3629"/>
                </a:solidFill>
                <a:latin typeface="Courier New"/>
                <a:cs typeface="Courier New"/>
              </a:rPr>
              <a:t>DEFAULT</a:t>
            </a:r>
            <a:r>
              <a:rPr dirty="0" sz="1800" spc="-65" b="1">
                <a:solidFill>
                  <a:srgbClr val="4E3629"/>
                </a:solidFill>
                <a:latin typeface="Courier New"/>
                <a:cs typeface="Courier New"/>
              </a:rPr>
              <a:t> </a:t>
            </a:r>
            <a:r>
              <a:rPr dirty="0" sz="1800" spc="-10" b="1">
                <a:solidFill>
                  <a:srgbClr val="4E3629"/>
                </a:solidFill>
                <a:latin typeface="Courier New"/>
                <a:cs typeface="Courier New"/>
              </a:rPr>
              <a:t>SYSDATE);</a:t>
            </a:r>
            <a:endParaRPr sz="1800">
              <a:latin typeface="Courier New"/>
              <a:cs typeface="Courier New"/>
            </a:endParaRPr>
          </a:p>
        </p:txBody>
      </p:sp>
      <p:sp>
        <p:nvSpPr>
          <p:cNvPr id="9" name="object 9" descr=""/>
          <p:cNvSpPr txBox="1"/>
          <p:nvPr/>
        </p:nvSpPr>
        <p:spPr>
          <a:xfrm>
            <a:off x="393191" y="4594859"/>
            <a:ext cx="8345805" cy="586740"/>
          </a:xfrm>
          <a:prstGeom prst="rect">
            <a:avLst/>
          </a:prstGeom>
          <a:solidFill>
            <a:srgbClr val="9DBEC4">
              <a:alpha val="50199"/>
            </a:srgbClr>
          </a:solidFill>
        </p:spPr>
        <p:txBody>
          <a:bodyPr wrap="square" lIns="0" tIns="0" rIns="0" bIns="0" rtlCol="0" vert="horz">
            <a:spAutoFit/>
          </a:bodyPr>
          <a:lstStyle/>
          <a:p>
            <a:pPr>
              <a:lnSpc>
                <a:spcPts val="2100"/>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my_friends</a:t>
            </a:r>
            <a:endParaRPr sz="1800">
              <a:latin typeface="Courier New"/>
              <a:cs typeface="Courier New"/>
            </a:endParaRPr>
          </a:p>
          <a:p>
            <a:pPr>
              <a:lnSpc>
                <a:spcPct val="100000"/>
              </a:lnSpc>
            </a:pPr>
            <a:r>
              <a:rPr dirty="0" sz="1800" b="1">
                <a:solidFill>
                  <a:srgbClr val="4E3629"/>
                </a:solidFill>
                <a:latin typeface="Courier New"/>
                <a:cs typeface="Courier New"/>
              </a:rPr>
              <a:t>ADD</a:t>
            </a:r>
            <a:r>
              <a:rPr dirty="0" sz="1800" spc="-105" b="1">
                <a:solidFill>
                  <a:srgbClr val="4E3629"/>
                </a:solidFill>
                <a:latin typeface="Courier New"/>
                <a:cs typeface="Courier New"/>
              </a:rPr>
              <a:t> </a:t>
            </a:r>
            <a:r>
              <a:rPr dirty="0" sz="1800" b="1">
                <a:solidFill>
                  <a:srgbClr val="4E3629"/>
                </a:solidFill>
                <a:latin typeface="Courier New"/>
                <a:cs typeface="Courier New"/>
              </a:rPr>
              <a:t>(favorite_game</a:t>
            </a:r>
            <a:r>
              <a:rPr dirty="0" sz="1800" spc="-85" b="1">
                <a:solidFill>
                  <a:srgbClr val="4E3629"/>
                </a:solidFill>
                <a:latin typeface="Courier New"/>
                <a:cs typeface="Courier New"/>
              </a:rPr>
              <a:t> </a:t>
            </a:r>
            <a:r>
              <a:rPr dirty="0" sz="1800" spc="-10" b="1">
                <a:solidFill>
                  <a:srgbClr val="4E3629"/>
                </a:solidFill>
                <a:latin typeface="Courier New"/>
                <a:cs typeface="Courier New"/>
              </a:rPr>
              <a:t>VARCHAR2(30));</a:t>
            </a:r>
            <a:endParaRPr sz="1800">
              <a:latin typeface="Courier New"/>
              <a:cs typeface="Courier New"/>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7461884" cy="528320"/>
          </a:xfrm>
          <a:prstGeom prst="rect"/>
        </p:spPr>
        <p:txBody>
          <a:bodyPr wrap="square" lIns="0" tIns="12700" rIns="0" bIns="0" rtlCol="0" vert="horz">
            <a:spAutoFit/>
          </a:bodyPr>
          <a:lstStyle/>
          <a:p>
            <a:pPr marL="12700">
              <a:lnSpc>
                <a:spcPct val="100000"/>
              </a:lnSpc>
              <a:spcBef>
                <a:spcPts val="100"/>
              </a:spcBef>
            </a:pPr>
            <a:r>
              <a:rPr dirty="0" spc="-30"/>
              <a:t>ALTER</a:t>
            </a:r>
            <a:r>
              <a:rPr dirty="0" spc="-105"/>
              <a:t> </a:t>
            </a:r>
            <a:r>
              <a:rPr dirty="0" spc="-30"/>
              <a:t>TABLE:</a:t>
            </a:r>
            <a:r>
              <a:rPr dirty="0" spc="-80"/>
              <a:t> </a:t>
            </a:r>
            <a:r>
              <a:rPr dirty="0" spc="-10"/>
              <a:t>Modificación</a:t>
            </a:r>
            <a:r>
              <a:rPr dirty="0" spc="-70"/>
              <a:t> </a:t>
            </a:r>
            <a:r>
              <a:rPr dirty="0"/>
              <a:t>de</a:t>
            </a:r>
            <a:r>
              <a:rPr dirty="0" spc="-95"/>
              <a:t> </a:t>
            </a:r>
            <a:r>
              <a:rPr dirty="0"/>
              <a:t>una</a:t>
            </a:r>
            <a:r>
              <a:rPr dirty="0" spc="-95"/>
              <a:t> </a:t>
            </a:r>
            <a:r>
              <a:rPr dirty="0" spc="-10"/>
              <a:t>Columna</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10</a:t>
            </a:r>
          </a:p>
        </p:txBody>
      </p:sp>
      <p:sp>
        <p:nvSpPr>
          <p:cNvPr id="5" name="object 5" descr=""/>
          <p:cNvSpPr txBox="1"/>
          <p:nvPr/>
        </p:nvSpPr>
        <p:spPr>
          <a:xfrm>
            <a:off x="483514" y="1382394"/>
            <a:ext cx="8088630" cy="4465955"/>
          </a:xfrm>
          <a:prstGeom prst="rect">
            <a:avLst/>
          </a:prstGeom>
        </p:spPr>
        <p:txBody>
          <a:bodyPr wrap="square" lIns="0" tIns="93980" rIns="0" bIns="0" rtlCol="0" vert="horz">
            <a:spAutoFit/>
          </a:bodyPr>
          <a:lstStyle/>
          <a:p>
            <a:pPr marL="183515" marR="5080" indent="-171450">
              <a:lnSpc>
                <a:spcPts val="2690"/>
              </a:lnSpc>
              <a:spcBef>
                <a:spcPts val="740"/>
              </a:spcBef>
              <a:buClr>
                <a:srgbClr val="D1350F"/>
              </a:buClr>
              <a:buFont typeface="Arial MT"/>
              <a:buChar char="•"/>
              <a:tabLst>
                <a:tab pos="184785" algn="l"/>
              </a:tabLst>
            </a:pP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modificación</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columna</a:t>
            </a:r>
            <a:r>
              <a:rPr dirty="0" sz="2800" spc="-55">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a:solidFill>
                  <a:srgbClr val="4E3629"/>
                </a:solidFill>
                <a:latin typeface="Calibri"/>
                <a:cs typeface="Calibri"/>
              </a:rPr>
              <a:t>incluir</a:t>
            </a:r>
            <a:r>
              <a:rPr dirty="0" sz="2800" spc="-45">
                <a:solidFill>
                  <a:srgbClr val="4E3629"/>
                </a:solidFill>
                <a:latin typeface="Calibri"/>
                <a:cs typeface="Calibri"/>
              </a:rPr>
              <a:t> </a:t>
            </a:r>
            <a:r>
              <a:rPr dirty="0" sz="2800" spc="-10">
                <a:solidFill>
                  <a:srgbClr val="4E3629"/>
                </a:solidFill>
                <a:latin typeface="Calibri"/>
                <a:cs typeface="Calibri"/>
              </a:rPr>
              <a:t>cambios </a:t>
            </a:r>
            <a:r>
              <a:rPr dirty="0" sz="2800" spc="-1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tipo</a:t>
            </a:r>
            <a:r>
              <a:rPr dirty="0" sz="2800" spc="-6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dato,</a:t>
            </a:r>
            <a:r>
              <a:rPr dirty="0" sz="2800" spc="-55">
                <a:solidFill>
                  <a:srgbClr val="4E3629"/>
                </a:solidFill>
                <a:latin typeface="Calibri"/>
                <a:cs typeface="Calibri"/>
              </a:rPr>
              <a:t> </a:t>
            </a:r>
            <a:r>
              <a:rPr dirty="0" sz="2800">
                <a:solidFill>
                  <a:srgbClr val="4E3629"/>
                </a:solidFill>
                <a:latin typeface="Calibri"/>
                <a:cs typeface="Calibri"/>
              </a:rPr>
              <a:t>tamaño</a:t>
            </a:r>
            <a:r>
              <a:rPr dirty="0" sz="2800" spc="-60">
                <a:solidFill>
                  <a:srgbClr val="4E3629"/>
                </a:solidFill>
                <a:latin typeface="Calibri"/>
                <a:cs typeface="Calibri"/>
              </a:rPr>
              <a:t> </a:t>
            </a:r>
            <a:r>
              <a:rPr dirty="0" sz="2800">
                <a:solidFill>
                  <a:srgbClr val="4E3629"/>
                </a:solidFill>
                <a:latin typeface="Calibri"/>
                <a:cs typeface="Calibri"/>
              </a:rPr>
              <a:t>y</a:t>
            </a:r>
            <a:r>
              <a:rPr dirty="0" sz="2800" spc="-60">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spc="-55">
                <a:solidFill>
                  <a:srgbClr val="4E3629"/>
                </a:solidFill>
                <a:latin typeface="Calibri"/>
                <a:cs typeface="Calibri"/>
              </a:rPr>
              <a:t>DEFAULT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a:p>
            <a:pPr marL="183515" marR="153035" indent="-171450">
              <a:lnSpc>
                <a:spcPts val="2690"/>
              </a:lnSpc>
              <a:spcBef>
                <a:spcPts val="805"/>
              </a:spcBef>
              <a:buClr>
                <a:srgbClr val="D1350F"/>
              </a:buClr>
              <a:buFont typeface="Arial MT"/>
              <a:buChar char="•"/>
              <a:tabLst>
                <a:tab pos="184785" algn="l"/>
              </a:tabLst>
            </a:pP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reglas</a:t>
            </a:r>
            <a:r>
              <a:rPr dirty="0" sz="2800" spc="-60">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spc="-10">
                <a:solidFill>
                  <a:srgbClr val="4E3629"/>
                </a:solidFill>
                <a:latin typeface="Calibri"/>
                <a:cs typeface="Calibri"/>
              </a:rPr>
              <a:t>restricciones</a:t>
            </a:r>
            <a:r>
              <a:rPr dirty="0" sz="2800" spc="-30">
                <a:solidFill>
                  <a:srgbClr val="4E3629"/>
                </a:solidFill>
                <a:latin typeface="Calibri"/>
                <a:cs typeface="Calibri"/>
              </a:rPr>
              <a:t> </a:t>
            </a:r>
            <a:r>
              <a:rPr dirty="0" sz="2800">
                <a:solidFill>
                  <a:srgbClr val="4E3629"/>
                </a:solidFill>
                <a:latin typeface="Calibri"/>
                <a:cs typeface="Calibri"/>
              </a:rPr>
              <a:t>al</a:t>
            </a:r>
            <a:r>
              <a:rPr dirty="0" sz="2800" spc="-55">
                <a:solidFill>
                  <a:srgbClr val="4E3629"/>
                </a:solidFill>
                <a:latin typeface="Calibri"/>
                <a:cs typeface="Calibri"/>
              </a:rPr>
              <a:t> </a:t>
            </a:r>
            <a:r>
              <a:rPr dirty="0" sz="2800">
                <a:solidFill>
                  <a:srgbClr val="4E3629"/>
                </a:solidFill>
                <a:latin typeface="Calibri"/>
                <a:cs typeface="Calibri"/>
              </a:rPr>
              <a:t>modificar</a:t>
            </a:r>
            <a:r>
              <a:rPr dirty="0" sz="2800" spc="-45">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son</a:t>
            </a:r>
            <a:r>
              <a:rPr dirty="0" sz="2800" spc="-25">
                <a:solidFill>
                  <a:srgbClr val="4E3629"/>
                </a:solidFill>
                <a:latin typeface="Calibri"/>
                <a:cs typeface="Calibri"/>
              </a:rPr>
              <a:t> </a:t>
            </a:r>
            <a:r>
              <a:rPr dirty="0" sz="2800">
                <a:solidFill>
                  <a:srgbClr val="4E3629"/>
                </a:solidFill>
                <a:latin typeface="Calibri"/>
                <a:cs typeface="Calibri"/>
              </a:rPr>
              <a:t>las</a:t>
            </a:r>
            <a:r>
              <a:rPr dirty="0" sz="2800" spc="-35">
                <a:solidFill>
                  <a:srgbClr val="4E3629"/>
                </a:solidFill>
                <a:latin typeface="Calibri"/>
                <a:cs typeface="Calibri"/>
              </a:rPr>
              <a:t> </a:t>
            </a:r>
            <a:r>
              <a:rPr dirty="0" sz="2800" spc="-10">
                <a:solidFill>
                  <a:srgbClr val="4E3629"/>
                </a:solidFill>
                <a:latin typeface="Calibri"/>
                <a:cs typeface="Calibri"/>
              </a:rPr>
              <a:t>siguientes:</a:t>
            </a:r>
            <a:endParaRPr sz="2800">
              <a:latin typeface="Calibri"/>
              <a:cs typeface="Calibri"/>
            </a:endParaRPr>
          </a:p>
          <a:p>
            <a:pPr marL="530860" marR="619125" indent="-175260">
              <a:lnSpc>
                <a:spcPct val="80000"/>
              </a:lnSpc>
              <a:spcBef>
                <a:spcPts val="430"/>
              </a:spcBef>
            </a:pPr>
            <a:r>
              <a:rPr dirty="0" sz="2400">
                <a:solidFill>
                  <a:srgbClr val="D1350F"/>
                </a:solidFill>
                <a:latin typeface="Calibri"/>
                <a:cs typeface="Calibri"/>
              </a:rPr>
              <a:t>−</a:t>
            </a:r>
            <a:r>
              <a:rPr dirty="0" sz="2400">
                <a:solidFill>
                  <a:srgbClr val="4E3629"/>
                </a:solidFill>
                <a:latin typeface="Calibri"/>
                <a:cs typeface="Calibri"/>
              </a:rPr>
              <a:t>Puede</a:t>
            </a:r>
            <a:r>
              <a:rPr dirty="0" sz="2400" spc="-25">
                <a:solidFill>
                  <a:srgbClr val="4E3629"/>
                </a:solidFill>
                <a:latin typeface="Calibri"/>
                <a:cs typeface="Calibri"/>
              </a:rPr>
              <a:t> </a:t>
            </a:r>
            <a:r>
              <a:rPr dirty="0" sz="2400">
                <a:solidFill>
                  <a:srgbClr val="4E3629"/>
                </a:solidFill>
                <a:latin typeface="Calibri"/>
                <a:cs typeface="Calibri"/>
              </a:rPr>
              <a:t>aumentar</a:t>
            </a:r>
            <a:r>
              <a:rPr dirty="0" sz="2400" spc="-30">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a:solidFill>
                  <a:srgbClr val="4E3629"/>
                </a:solidFill>
                <a:latin typeface="Calibri"/>
                <a:cs typeface="Calibri"/>
              </a:rPr>
              <a:t>ancho</a:t>
            </a:r>
            <a:r>
              <a:rPr dirty="0" sz="2400" spc="-30">
                <a:solidFill>
                  <a:srgbClr val="4E3629"/>
                </a:solidFill>
                <a:latin typeface="Calibri"/>
                <a:cs typeface="Calibri"/>
              </a:rPr>
              <a:t> </a:t>
            </a:r>
            <a:r>
              <a:rPr dirty="0" sz="2400">
                <a:solidFill>
                  <a:srgbClr val="4E3629"/>
                </a:solidFill>
                <a:latin typeface="Calibri"/>
                <a:cs typeface="Calibri"/>
              </a:rPr>
              <a:t>o</a:t>
            </a:r>
            <a:r>
              <a:rPr dirty="0" sz="2400" spc="-30">
                <a:solidFill>
                  <a:srgbClr val="4E3629"/>
                </a:solidFill>
                <a:latin typeface="Calibri"/>
                <a:cs typeface="Calibri"/>
              </a:rPr>
              <a:t> </a:t>
            </a:r>
            <a:r>
              <a:rPr dirty="0" sz="2400">
                <a:solidFill>
                  <a:srgbClr val="4E3629"/>
                </a:solidFill>
                <a:latin typeface="Calibri"/>
                <a:cs typeface="Calibri"/>
              </a:rPr>
              <a:t>la</a:t>
            </a:r>
            <a:r>
              <a:rPr dirty="0" sz="2400" spc="-35">
                <a:solidFill>
                  <a:srgbClr val="4E3629"/>
                </a:solidFill>
                <a:latin typeface="Calibri"/>
                <a:cs typeface="Calibri"/>
              </a:rPr>
              <a:t> </a:t>
            </a:r>
            <a:r>
              <a:rPr dirty="0" sz="2400">
                <a:solidFill>
                  <a:srgbClr val="4E3629"/>
                </a:solidFill>
                <a:latin typeface="Calibri"/>
                <a:cs typeface="Calibri"/>
              </a:rPr>
              <a:t>precisión</a:t>
            </a:r>
            <a:r>
              <a:rPr dirty="0" sz="2400" spc="-25">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a:solidFill>
                  <a:srgbClr val="4E3629"/>
                </a:solidFill>
                <a:latin typeface="Calibri"/>
                <a:cs typeface="Calibri"/>
              </a:rPr>
              <a:t>una</a:t>
            </a:r>
            <a:r>
              <a:rPr dirty="0" sz="2400" spc="-25">
                <a:solidFill>
                  <a:srgbClr val="4E3629"/>
                </a:solidFill>
                <a:latin typeface="Calibri"/>
                <a:cs typeface="Calibri"/>
              </a:rPr>
              <a:t> </a:t>
            </a:r>
            <a:r>
              <a:rPr dirty="0" sz="2400" spc="-10">
                <a:solidFill>
                  <a:srgbClr val="4E3629"/>
                </a:solidFill>
                <a:latin typeface="Calibri"/>
                <a:cs typeface="Calibri"/>
              </a:rPr>
              <a:t>columna numérica</a:t>
            </a:r>
            <a:endParaRPr sz="2400">
              <a:latin typeface="Calibri"/>
              <a:cs typeface="Calibri"/>
            </a:endParaRPr>
          </a:p>
          <a:p>
            <a:pPr marL="355600">
              <a:lnSpc>
                <a:spcPts val="2620"/>
              </a:lnSpc>
            </a:pPr>
            <a:r>
              <a:rPr dirty="0" sz="2400">
                <a:solidFill>
                  <a:srgbClr val="D1350F"/>
                </a:solidFill>
                <a:latin typeface="Calibri"/>
                <a:cs typeface="Calibri"/>
              </a:rPr>
              <a:t>−</a:t>
            </a:r>
            <a:r>
              <a:rPr dirty="0" sz="2400">
                <a:solidFill>
                  <a:srgbClr val="4E3629"/>
                </a:solidFill>
                <a:latin typeface="Calibri"/>
                <a:cs typeface="Calibri"/>
              </a:rPr>
              <a:t>Puede</a:t>
            </a:r>
            <a:r>
              <a:rPr dirty="0" sz="2400" spc="-20">
                <a:solidFill>
                  <a:srgbClr val="4E3629"/>
                </a:solidFill>
                <a:latin typeface="Calibri"/>
                <a:cs typeface="Calibri"/>
              </a:rPr>
              <a:t> </a:t>
            </a:r>
            <a:r>
              <a:rPr dirty="0" sz="2400">
                <a:solidFill>
                  <a:srgbClr val="4E3629"/>
                </a:solidFill>
                <a:latin typeface="Calibri"/>
                <a:cs typeface="Calibri"/>
              </a:rPr>
              <a:t>aumentar</a:t>
            </a:r>
            <a:r>
              <a:rPr dirty="0" sz="2400" spc="-25">
                <a:solidFill>
                  <a:srgbClr val="4E3629"/>
                </a:solidFill>
                <a:latin typeface="Calibri"/>
                <a:cs typeface="Calibri"/>
              </a:rPr>
              <a:t> </a:t>
            </a:r>
            <a:r>
              <a:rPr dirty="0" sz="2400">
                <a:solidFill>
                  <a:srgbClr val="4E3629"/>
                </a:solidFill>
                <a:latin typeface="Calibri"/>
                <a:cs typeface="Calibri"/>
              </a:rPr>
              <a:t>el</a:t>
            </a:r>
            <a:r>
              <a:rPr dirty="0" sz="2400" spc="-25">
                <a:solidFill>
                  <a:srgbClr val="4E3629"/>
                </a:solidFill>
                <a:latin typeface="Calibri"/>
                <a:cs typeface="Calibri"/>
              </a:rPr>
              <a:t> </a:t>
            </a:r>
            <a:r>
              <a:rPr dirty="0" sz="2400">
                <a:solidFill>
                  <a:srgbClr val="4E3629"/>
                </a:solidFill>
                <a:latin typeface="Calibri"/>
                <a:cs typeface="Calibri"/>
              </a:rPr>
              <a:t>ancho</a:t>
            </a:r>
            <a:r>
              <a:rPr dirty="0" sz="2400" spc="-25">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una</a:t>
            </a:r>
            <a:r>
              <a:rPr dirty="0" sz="2400" spc="-20">
                <a:solidFill>
                  <a:srgbClr val="4E3629"/>
                </a:solidFill>
                <a:latin typeface="Calibri"/>
                <a:cs typeface="Calibri"/>
              </a:rPr>
              <a:t> </a:t>
            </a:r>
            <a:r>
              <a:rPr dirty="0" sz="2400">
                <a:solidFill>
                  <a:srgbClr val="4E3629"/>
                </a:solidFill>
                <a:latin typeface="Calibri"/>
                <a:cs typeface="Calibri"/>
              </a:rPr>
              <a:t>columna</a:t>
            </a:r>
            <a:r>
              <a:rPr dirty="0" sz="2400" spc="-30">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spc="-10">
                <a:solidFill>
                  <a:srgbClr val="4E3629"/>
                </a:solidFill>
                <a:latin typeface="Calibri"/>
                <a:cs typeface="Calibri"/>
              </a:rPr>
              <a:t>caracteres</a:t>
            </a:r>
            <a:endParaRPr sz="2400">
              <a:latin typeface="Calibri"/>
              <a:cs typeface="Calibri"/>
            </a:endParaRPr>
          </a:p>
          <a:p>
            <a:pPr marL="530860" marR="262890" indent="-175260">
              <a:lnSpc>
                <a:spcPts val="2300"/>
              </a:lnSpc>
              <a:spcBef>
                <a:spcPts val="475"/>
              </a:spcBef>
            </a:pPr>
            <a:r>
              <a:rPr dirty="0" sz="2400">
                <a:solidFill>
                  <a:srgbClr val="D1350F"/>
                </a:solidFill>
                <a:latin typeface="Calibri"/>
                <a:cs typeface="Calibri"/>
              </a:rPr>
              <a:t>−</a:t>
            </a:r>
            <a:r>
              <a:rPr dirty="0" sz="2400">
                <a:solidFill>
                  <a:srgbClr val="4E3629"/>
                </a:solidFill>
                <a:latin typeface="Calibri"/>
                <a:cs typeface="Calibri"/>
              </a:rPr>
              <a:t>Puede</a:t>
            </a:r>
            <a:r>
              <a:rPr dirty="0" sz="2400" spc="-15">
                <a:solidFill>
                  <a:srgbClr val="4E3629"/>
                </a:solidFill>
                <a:latin typeface="Calibri"/>
                <a:cs typeface="Calibri"/>
              </a:rPr>
              <a:t> </a:t>
            </a:r>
            <a:r>
              <a:rPr dirty="0" sz="2400">
                <a:solidFill>
                  <a:srgbClr val="4E3629"/>
                </a:solidFill>
                <a:latin typeface="Calibri"/>
                <a:cs typeface="Calibri"/>
              </a:rPr>
              <a:t>reducir</a:t>
            </a:r>
            <a:r>
              <a:rPr dirty="0" sz="2400" spc="-15">
                <a:solidFill>
                  <a:srgbClr val="4E3629"/>
                </a:solidFill>
                <a:latin typeface="Calibri"/>
                <a:cs typeface="Calibri"/>
              </a:rPr>
              <a:t> </a:t>
            </a:r>
            <a:r>
              <a:rPr dirty="0" sz="2400">
                <a:solidFill>
                  <a:srgbClr val="4E3629"/>
                </a:solidFill>
                <a:latin typeface="Calibri"/>
                <a:cs typeface="Calibri"/>
              </a:rPr>
              <a:t>el</a:t>
            </a:r>
            <a:r>
              <a:rPr dirty="0" sz="2400" spc="-25">
                <a:solidFill>
                  <a:srgbClr val="4E3629"/>
                </a:solidFill>
                <a:latin typeface="Calibri"/>
                <a:cs typeface="Calibri"/>
              </a:rPr>
              <a:t> </a:t>
            </a:r>
            <a:r>
              <a:rPr dirty="0" sz="2400">
                <a:solidFill>
                  <a:srgbClr val="4E3629"/>
                </a:solidFill>
                <a:latin typeface="Calibri"/>
                <a:cs typeface="Calibri"/>
              </a:rPr>
              <a:t>ancho</a:t>
            </a:r>
            <a:r>
              <a:rPr dirty="0" sz="2400" spc="-20">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una</a:t>
            </a:r>
            <a:r>
              <a:rPr dirty="0" sz="2400" spc="-20">
                <a:solidFill>
                  <a:srgbClr val="4E3629"/>
                </a:solidFill>
                <a:latin typeface="Calibri"/>
                <a:cs typeface="Calibri"/>
              </a:rPr>
              <a:t> </a:t>
            </a:r>
            <a:r>
              <a:rPr dirty="0" sz="2400">
                <a:solidFill>
                  <a:srgbClr val="4E3629"/>
                </a:solidFill>
                <a:latin typeface="Calibri"/>
                <a:cs typeface="Calibri"/>
              </a:rPr>
              <a:t>columna</a:t>
            </a:r>
            <a:r>
              <a:rPr dirty="0" sz="2400" spc="-25">
                <a:solidFill>
                  <a:srgbClr val="4E3629"/>
                </a:solidFill>
                <a:latin typeface="Calibri"/>
                <a:cs typeface="Calibri"/>
              </a:rPr>
              <a:t> </a:t>
            </a:r>
            <a:r>
              <a:rPr dirty="0" sz="2400">
                <a:solidFill>
                  <a:srgbClr val="4E3629"/>
                </a:solidFill>
                <a:latin typeface="Calibri"/>
                <a:cs typeface="Calibri"/>
              </a:rPr>
              <a:t>NUMBER</a:t>
            </a:r>
            <a:r>
              <a:rPr dirty="0" sz="2400" spc="-25">
                <a:solidFill>
                  <a:srgbClr val="4E3629"/>
                </a:solidFill>
                <a:latin typeface="Calibri"/>
                <a:cs typeface="Calibri"/>
              </a:rPr>
              <a:t> </a:t>
            </a:r>
            <a:r>
              <a:rPr dirty="0" sz="2400">
                <a:solidFill>
                  <a:srgbClr val="4E3629"/>
                </a:solidFill>
                <a:latin typeface="Calibri"/>
                <a:cs typeface="Calibri"/>
              </a:rPr>
              <a:t>si</a:t>
            </a:r>
            <a:r>
              <a:rPr dirty="0" sz="2400" spc="-35">
                <a:solidFill>
                  <a:srgbClr val="4E3629"/>
                </a:solidFill>
                <a:latin typeface="Calibri"/>
                <a:cs typeface="Calibri"/>
              </a:rPr>
              <a:t> </a:t>
            </a:r>
            <a:r>
              <a:rPr dirty="0" sz="2400" spc="-25">
                <a:solidFill>
                  <a:srgbClr val="4E3629"/>
                </a:solidFill>
                <a:latin typeface="Calibri"/>
                <a:cs typeface="Calibri"/>
              </a:rPr>
              <a:t>la </a:t>
            </a:r>
            <a:r>
              <a:rPr dirty="0" sz="2400">
                <a:solidFill>
                  <a:srgbClr val="4E3629"/>
                </a:solidFill>
                <a:latin typeface="Calibri"/>
                <a:cs typeface="Calibri"/>
              </a:rPr>
              <a:t>columna</a:t>
            </a:r>
            <a:r>
              <a:rPr dirty="0" sz="2400" spc="-70">
                <a:solidFill>
                  <a:srgbClr val="4E3629"/>
                </a:solidFill>
                <a:latin typeface="Calibri"/>
                <a:cs typeface="Calibri"/>
              </a:rPr>
              <a:t> </a:t>
            </a:r>
            <a:r>
              <a:rPr dirty="0" sz="2400">
                <a:solidFill>
                  <a:srgbClr val="4E3629"/>
                </a:solidFill>
                <a:latin typeface="Calibri"/>
                <a:cs typeface="Calibri"/>
              </a:rPr>
              <a:t>contiene</a:t>
            </a:r>
            <a:r>
              <a:rPr dirty="0" sz="2400" spc="-45">
                <a:solidFill>
                  <a:srgbClr val="4E3629"/>
                </a:solidFill>
                <a:latin typeface="Calibri"/>
                <a:cs typeface="Calibri"/>
              </a:rPr>
              <a:t> </a:t>
            </a:r>
            <a:r>
              <a:rPr dirty="0" sz="2400" spc="-10">
                <a:solidFill>
                  <a:srgbClr val="4E3629"/>
                </a:solidFill>
                <a:latin typeface="Calibri"/>
                <a:cs typeface="Calibri"/>
              </a:rPr>
              <a:t>únicamente</a:t>
            </a:r>
            <a:r>
              <a:rPr dirty="0" sz="2400" spc="-60">
                <a:solidFill>
                  <a:srgbClr val="4E3629"/>
                </a:solidFill>
                <a:latin typeface="Calibri"/>
                <a:cs typeface="Calibri"/>
              </a:rPr>
              <a:t> </a:t>
            </a:r>
            <a:r>
              <a:rPr dirty="0" sz="2400">
                <a:solidFill>
                  <a:srgbClr val="4E3629"/>
                </a:solidFill>
                <a:latin typeface="Calibri"/>
                <a:cs typeface="Calibri"/>
              </a:rPr>
              <a:t>valores</a:t>
            </a:r>
            <a:r>
              <a:rPr dirty="0" sz="2400" spc="-60">
                <a:solidFill>
                  <a:srgbClr val="4E3629"/>
                </a:solidFill>
                <a:latin typeface="Calibri"/>
                <a:cs typeface="Calibri"/>
              </a:rPr>
              <a:t> </a:t>
            </a:r>
            <a:r>
              <a:rPr dirty="0" sz="2400">
                <a:solidFill>
                  <a:srgbClr val="4E3629"/>
                </a:solidFill>
                <a:latin typeface="Calibri"/>
                <a:cs typeface="Calibri"/>
              </a:rPr>
              <a:t>nulos</a:t>
            </a:r>
            <a:r>
              <a:rPr dirty="0" sz="2400" spc="-55">
                <a:solidFill>
                  <a:srgbClr val="4E3629"/>
                </a:solidFill>
                <a:latin typeface="Calibri"/>
                <a:cs typeface="Calibri"/>
              </a:rPr>
              <a:t> </a:t>
            </a:r>
            <a:r>
              <a:rPr dirty="0" sz="2400">
                <a:solidFill>
                  <a:srgbClr val="4E3629"/>
                </a:solidFill>
                <a:latin typeface="Calibri"/>
                <a:cs typeface="Calibri"/>
              </a:rPr>
              <a:t>o</a:t>
            </a:r>
            <a:r>
              <a:rPr dirty="0" sz="2400" spc="-60">
                <a:solidFill>
                  <a:srgbClr val="4E3629"/>
                </a:solidFill>
                <a:latin typeface="Calibri"/>
                <a:cs typeface="Calibri"/>
              </a:rPr>
              <a:t> </a:t>
            </a:r>
            <a:r>
              <a:rPr dirty="0" sz="2400">
                <a:solidFill>
                  <a:srgbClr val="4E3629"/>
                </a:solidFill>
                <a:latin typeface="Calibri"/>
                <a:cs typeface="Calibri"/>
              </a:rPr>
              <a:t>si</a:t>
            </a:r>
            <a:r>
              <a:rPr dirty="0" sz="2400" spc="-50">
                <a:solidFill>
                  <a:srgbClr val="4E3629"/>
                </a:solidFill>
                <a:latin typeface="Calibri"/>
                <a:cs typeface="Calibri"/>
              </a:rPr>
              <a:t> </a:t>
            </a:r>
            <a:r>
              <a:rPr dirty="0" sz="2400">
                <a:solidFill>
                  <a:srgbClr val="4E3629"/>
                </a:solidFill>
                <a:latin typeface="Calibri"/>
                <a:cs typeface="Calibri"/>
              </a:rPr>
              <a:t>la</a:t>
            </a:r>
            <a:r>
              <a:rPr dirty="0" sz="2400" spc="-70">
                <a:solidFill>
                  <a:srgbClr val="4E3629"/>
                </a:solidFill>
                <a:latin typeface="Calibri"/>
                <a:cs typeface="Calibri"/>
              </a:rPr>
              <a:t> </a:t>
            </a:r>
            <a:r>
              <a:rPr dirty="0" sz="2400">
                <a:solidFill>
                  <a:srgbClr val="4E3629"/>
                </a:solidFill>
                <a:latin typeface="Calibri"/>
                <a:cs typeface="Calibri"/>
              </a:rPr>
              <a:t>tabla</a:t>
            </a:r>
            <a:r>
              <a:rPr dirty="0" sz="2400" spc="-65">
                <a:solidFill>
                  <a:srgbClr val="4E3629"/>
                </a:solidFill>
                <a:latin typeface="Calibri"/>
                <a:cs typeface="Calibri"/>
              </a:rPr>
              <a:t> </a:t>
            </a:r>
            <a:r>
              <a:rPr dirty="0" sz="2400" spc="-25">
                <a:solidFill>
                  <a:srgbClr val="4E3629"/>
                </a:solidFill>
                <a:latin typeface="Calibri"/>
                <a:cs typeface="Calibri"/>
              </a:rPr>
              <a:t>no </a:t>
            </a:r>
            <a:r>
              <a:rPr dirty="0" sz="2400">
                <a:solidFill>
                  <a:srgbClr val="4E3629"/>
                </a:solidFill>
                <a:latin typeface="Calibri"/>
                <a:cs typeface="Calibri"/>
              </a:rPr>
              <a:t>tiene</a:t>
            </a:r>
            <a:r>
              <a:rPr dirty="0" sz="2400" spc="-55">
                <a:solidFill>
                  <a:srgbClr val="4E3629"/>
                </a:solidFill>
                <a:latin typeface="Calibri"/>
                <a:cs typeface="Calibri"/>
              </a:rPr>
              <a:t> </a:t>
            </a:r>
            <a:r>
              <a:rPr dirty="0" sz="2400" spc="-20">
                <a:solidFill>
                  <a:srgbClr val="4E3629"/>
                </a:solidFill>
                <a:latin typeface="Calibri"/>
                <a:cs typeface="Calibri"/>
              </a:rPr>
              <a:t>filas</a:t>
            </a:r>
            <a:endParaRPr sz="2400">
              <a:latin typeface="Calibri"/>
              <a:cs typeface="Calibri"/>
            </a:endParaRPr>
          </a:p>
          <a:p>
            <a:pPr marL="530860" marR="194945" indent="-175260">
              <a:lnSpc>
                <a:spcPts val="2300"/>
              </a:lnSpc>
              <a:spcBef>
                <a:spcPts val="409"/>
              </a:spcBef>
            </a:pPr>
            <a:r>
              <a:rPr dirty="0" sz="2400">
                <a:solidFill>
                  <a:srgbClr val="D1350F"/>
                </a:solidFill>
                <a:latin typeface="Calibri"/>
                <a:cs typeface="Calibri"/>
              </a:rPr>
              <a:t>−</a:t>
            </a:r>
            <a:r>
              <a:rPr dirty="0" sz="2400">
                <a:solidFill>
                  <a:srgbClr val="4E3629"/>
                </a:solidFill>
                <a:latin typeface="Calibri"/>
                <a:cs typeface="Calibri"/>
              </a:rPr>
              <a:t>Para</a:t>
            </a:r>
            <a:r>
              <a:rPr dirty="0" sz="2400" spc="-60">
                <a:solidFill>
                  <a:srgbClr val="4E3629"/>
                </a:solidFill>
                <a:latin typeface="Calibri"/>
                <a:cs typeface="Calibri"/>
              </a:rPr>
              <a:t> </a:t>
            </a:r>
            <a:r>
              <a:rPr dirty="0" sz="2400">
                <a:solidFill>
                  <a:srgbClr val="4E3629"/>
                </a:solidFill>
                <a:latin typeface="Calibri"/>
                <a:cs typeface="Calibri"/>
              </a:rPr>
              <a:t>tipos</a:t>
            </a:r>
            <a:r>
              <a:rPr dirty="0" sz="2400" spc="-50">
                <a:solidFill>
                  <a:srgbClr val="4E3629"/>
                </a:solidFill>
                <a:latin typeface="Calibri"/>
                <a:cs typeface="Calibri"/>
              </a:rPr>
              <a:t> </a:t>
            </a:r>
            <a:r>
              <a:rPr dirty="0" sz="2400" spc="-10">
                <a:solidFill>
                  <a:srgbClr val="4E3629"/>
                </a:solidFill>
                <a:latin typeface="Calibri"/>
                <a:cs typeface="Calibri"/>
              </a:rPr>
              <a:t>VARCHAR,</a:t>
            </a:r>
            <a:r>
              <a:rPr dirty="0" sz="2400" spc="-75">
                <a:solidFill>
                  <a:srgbClr val="4E3629"/>
                </a:solidFill>
                <a:latin typeface="Calibri"/>
                <a:cs typeface="Calibri"/>
              </a:rPr>
              <a:t> </a:t>
            </a:r>
            <a:r>
              <a:rPr dirty="0" sz="2400">
                <a:solidFill>
                  <a:srgbClr val="4E3629"/>
                </a:solidFill>
                <a:latin typeface="Calibri"/>
                <a:cs typeface="Calibri"/>
              </a:rPr>
              <a:t>puede</a:t>
            </a:r>
            <a:r>
              <a:rPr dirty="0" sz="2400" spc="-30">
                <a:solidFill>
                  <a:srgbClr val="4E3629"/>
                </a:solidFill>
                <a:latin typeface="Calibri"/>
                <a:cs typeface="Calibri"/>
              </a:rPr>
              <a:t> </a:t>
            </a:r>
            <a:r>
              <a:rPr dirty="0" sz="2400">
                <a:solidFill>
                  <a:srgbClr val="4E3629"/>
                </a:solidFill>
                <a:latin typeface="Calibri"/>
                <a:cs typeface="Calibri"/>
              </a:rPr>
              <a:t>reducir</a:t>
            </a:r>
            <a:r>
              <a:rPr dirty="0" sz="2400" spc="-55">
                <a:solidFill>
                  <a:srgbClr val="4E3629"/>
                </a:solidFill>
                <a:latin typeface="Calibri"/>
                <a:cs typeface="Calibri"/>
              </a:rPr>
              <a:t> </a:t>
            </a:r>
            <a:r>
              <a:rPr dirty="0" sz="2400">
                <a:solidFill>
                  <a:srgbClr val="4E3629"/>
                </a:solidFill>
                <a:latin typeface="Calibri"/>
                <a:cs typeface="Calibri"/>
              </a:rPr>
              <a:t>el</a:t>
            </a:r>
            <a:r>
              <a:rPr dirty="0" sz="2400" spc="-40">
                <a:solidFill>
                  <a:srgbClr val="4E3629"/>
                </a:solidFill>
                <a:latin typeface="Calibri"/>
                <a:cs typeface="Calibri"/>
              </a:rPr>
              <a:t> </a:t>
            </a:r>
            <a:r>
              <a:rPr dirty="0" sz="2400">
                <a:solidFill>
                  <a:srgbClr val="4E3629"/>
                </a:solidFill>
                <a:latin typeface="Calibri"/>
                <a:cs typeface="Calibri"/>
              </a:rPr>
              <a:t>ancho</a:t>
            </a:r>
            <a:r>
              <a:rPr dirty="0" sz="2400" spc="-65">
                <a:solidFill>
                  <a:srgbClr val="4E3629"/>
                </a:solidFill>
                <a:latin typeface="Calibri"/>
                <a:cs typeface="Calibri"/>
              </a:rPr>
              <a:t> </a:t>
            </a:r>
            <a:r>
              <a:rPr dirty="0" sz="2400">
                <a:solidFill>
                  <a:srgbClr val="4E3629"/>
                </a:solidFill>
                <a:latin typeface="Calibri"/>
                <a:cs typeface="Calibri"/>
              </a:rPr>
              <a:t>hasta</a:t>
            </a:r>
            <a:r>
              <a:rPr dirty="0" sz="2400" spc="-55">
                <a:solidFill>
                  <a:srgbClr val="4E3629"/>
                </a:solidFill>
                <a:latin typeface="Calibri"/>
                <a:cs typeface="Calibri"/>
              </a:rPr>
              <a:t> </a:t>
            </a:r>
            <a:r>
              <a:rPr dirty="0" sz="2400">
                <a:solidFill>
                  <a:srgbClr val="4E3629"/>
                </a:solidFill>
                <a:latin typeface="Calibri"/>
                <a:cs typeface="Calibri"/>
              </a:rPr>
              <a:t>el</a:t>
            </a:r>
            <a:r>
              <a:rPr dirty="0" sz="2400" spc="-40">
                <a:solidFill>
                  <a:srgbClr val="4E3629"/>
                </a:solidFill>
                <a:latin typeface="Calibri"/>
                <a:cs typeface="Calibri"/>
              </a:rPr>
              <a:t> </a:t>
            </a:r>
            <a:r>
              <a:rPr dirty="0" sz="2400" spc="-10">
                <a:solidFill>
                  <a:srgbClr val="4E3629"/>
                </a:solidFill>
                <a:latin typeface="Calibri"/>
                <a:cs typeface="Calibri"/>
              </a:rPr>
              <a:t>mayor </a:t>
            </a:r>
            <a:r>
              <a:rPr dirty="0" sz="2400">
                <a:solidFill>
                  <a:srgbClr val="4E3629"/>
                </a:solidFill>
                <a:latin typeface="Calibri"/>
                <a:cs typeface="Calibri"/>
              </a:rPr>
              <a:t>valor</a:t>
            </a:r>
            <a:r>
              <a:rPr dirty="0" sz="2400" spc="-35">
                <a:solidFill>
                  <a:srgbClr val="4E3629"/>
                </a:solidFill>
                <a:latin typeface="Calibri"/>
                <a:cs typeface="Calibri"/>
              </a:rPr>
              <a:t> </a:t>
            </a:r>
            <a:r>
              <a:rPr dirty="0" sz="2400">
                <a:solidFill>
                  <a:srgbClr val="4E3629"/>
                </a:solidFill>
                <a:latin typeface="Calibri"/>
                <a:cs typeface="Calibri"/>
              </a:rPr>
              <a:t>incluido</a:t>
            </a:r>
            <a:r>
              <a:rPr dirty="0" sz="2400" spc="-40">
                <a:solidFill>
                  <a:srgbClr val="4E3629"/>
                </a:solidFill>
                <a:latin typeface="Calibri"/>
                <a:cs typeface="Calibri"/>
              </a:rPr>
              <a:t> </a:t>
            </a:r>
            <a:r>
              <a:rPr dirty="0" sz="2400">
                <a:solidFill>
                  <a:srgbClr val="4E3629"/>
                </a:solidFill>
                <a:latin typeface="Calibri"/>
                <a:cs typeface="Calibri"/>
              </a:rPr>
              <a:t>en</a:t>
            </a:r>
            <a:r>
              <a:rPr dirty="0" sz="2400" spc="-40">
                <a:solidFill>
                  <a:srgbClr val="4E3629"/>
                </a:solidFill>
                <a:latin typeface="Calibri"/>
                <a:cs typeface="Calibri"/>
              </a:rPr>
              <a:t> </a:t>
            </a:r>
            <a:r>
              <a:rPr dirty="0" sz="2400">
                <a:solidFill>
                  <a:srgbClr val="4E3629"/>
                </a:solidFill>
                <a:latin typeface="Calibri"/>
                <a:cs typeface="Calibri"/>
              </a:rPr>
              <a:t>la</a:t>
            </a:r>
            <a:r>
              <a:rPr dirty="0" sz="2400" spc="-50">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7461884" cy="528320"/>
          </a:xfrm>
          <a:prstGeom prst="rect"/>
        </p:spPr>
        <p:txBody>
          <a:bodyPr wrap="square" lIns="0" tIns="12700" rIns="0" bIns="0" rtlCol="0" vert="horz">
            <a:spAutoFit/>
          </a:bodyPr>
          <a:lstStyle/>
          <a:p>
            <a:pPr marL="12700">
              <a:lnSpc>
                <a:spcPct val="100000"/>
              </a:lnSpc>
              <a:spcBef>
                <a:spcPts val="100"/>
              </a:spcBef>
            </a:pPr>
            <a:r>
              <a:rPr dirty="0" spc="-30"/>
              <a:t>ALTER</a:t>
            </a:r>
            <a:r>
              <a:rPr dirty="0" spc="-105"/>
              <a:t> </a:t>
            </a:r>
            <a:r>
              <a:rPr dirty="0" spc="-30"/>
              <a:t>TABLE:</a:t>
            </a:r>
            <a:r>
              <a:rPr dirty="0" spc="-80"/>
              <a:t> </a:t>
            </a:r>
            <a:r>
              <a:rPr dirty="0" spc="-10"/>
              <a:t>Modificación</a:t>
            </a:r>
            <a:r>
              <a:rPr dirty="0" spc="-70"/>
              <a:t> </a:t>
            </a:r>
            <a:r>
              <a:rPr dirty="0"/>
              <a:t>de</a:t>
            </a:r>
            <a:r>
              <a:rPr dirty="0" spc="-95"/>
              <a:t> </a:t>
            </a:r>
            <a:r>
              <a:rPr dirty="0"/>
              <a:t>una</a:t>
            </a:r>
            <a:r>
              <a:rPr dirty="0" spc="-95"/>
              <a:t> </a:t>
            </a:r>
            <a:r>
              <a:rPr dirty="0" spc="-10"/>
              <a:t>Columna</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11</a:t>
            </a:r>
          </a:p>
        </p:txBody>
      </p:sp>
      <p:sp>
        <p:nvSpPr>
          <p:cNvPr id="5" name="object 5" descr=""/>
          <p:cNvSpPr txBox="1"/>
          <p:nvPr/>
        </p:nvSpPr>
        <p:spPr>
          <a:xfrm>
            <a:off x="483514" y="1415923"/>
            <a:ext cx="8180070" cy="3345179"/>
          </a:xfrm>
          <a:prstGeom prst="rect">
            <a:avLst/>
          </a:prstGeom>
        </p:spPr>
        <p:txBody>
          <a:bodyPr wrap="square" lIns="0" tIns="60960" rIns="0" bIns="0" rtlCol="0" vert="horz">
            <a:spAutoFit/>
          </a:bodyPr>
          <a:lstStyle/>
          <a:p>
            <a:pPr marL="183515" marR="102489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Puede</a:t>
            </a:r>
            <a:r>
              <a:rPr dirty="0" sz="2800" spc="-35">
                <a:solidFill>
                  <a:srgbClr val="4E3629"/>
                </a:solidFill>
                <a:latin typeface="Calibri"/>
                <a:cs typeface="Calibri"/>
              </a:rPr>
              <a:t> </a:t>
            </a:r>
            <a:r>
              <a:rPr dirty="0" sz="2800">
                <a:solidFill>
                  <a:srgbClr val="4E3629"/>
                </a:solidFill>
                <a:latin typeface="Calibri"/>
                <a:cs typeface="Calibri"/>
              </a:rPr>
              <a:t>cambiar</a:t>
            </a:r>
            <a:r>
              <a:rPr dirty="0" sz="2800" spc="-40">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a:solidFill>
                  <a:srgbClr val="4E3629"/>
                </a:solidFill>
                <a:latin typeface="Calibri"/>
                <a:cs typeface="Calibri"/>
              </a:rPr>
              <a:t>tipo</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a:t>
            </a:r>
            <a:r>
              <a:rPr dirty="0" sz="2800" spc="-50">
                <a:solidFill>
                  <a:srgbClr val="4E3629"/>
                </a:solidFill>
                <a:latin typeface="Calibri"/>
                <a:cs typeface="Calibri"/>
              </a:rPr>
              <a:t> </a:t>
            </a:r>
            <a:r>
              <a:rPr dirty="0" sz="2800">
                <a:solidFill>
                  <a:srgbClr val="4E3629"/>
                </a:solidFill>
                <a:latin typeface="Calibri"/>
                <a:cs typeface="Calibri"/>
              </a:rPr>
              <a:t>solo</a:t>
            </a:r>
            <a:r>
              <a:rPr dirty="0" sz="2800" spc="-50">
                <a:solidFill>
                  <a:srgbClr val="4E3629"/>
                </a:solidFill>
                <a:latin typeface="Calibri"/>
                <a:cs typeface="Calibri"/>
              </a:rPr>
              <a:t> </a:t>
            </a:r>
            <a:r>
              <a:rPr dirty="0" sz="2800">
                <a:solidFill>
                  <a:srgbClr val="4E3629"/>
                </a:solidFill>
                <a:latin typeface="Calibri"/>
                <a:cs typeface="Calibri"/>
              </a:rPr>
              <a:t>si</a:t>
            </a:r>
            <a:r>
              <a:rPr dirty="0" sz="2800" spc="-4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contiene</a:t>
            </a:r>
            <a:r>
              <a:rPr dirty="0" sz="2800" spc="-140">
                <a:solidFill>
                  <a:srgbClr val="4E3629"/>
                </a:solidFill>
                <a:latin typeface="Calibri"/>
                <a:cs typeface="Calibri"/>
              </a:rPr>
              <a:t> </a:t>
            </a:r>
            <a:r>
              <a:rPr dirty="0" sz="2800">
                <a:solidFill>
                  <a:srgbClr val="4E3629"/>
                </a:solidFill>
                <a:latin typeface="Calibri"/>
                <a:cs typeface="Calibri"/>
              </a:rPr>
              <a:t>valores</a:t>
            </a:r>
            <a:r>
              <a:rPr dirty="0" sz="2800" spc="-145">
                <a:solidFill>
                  <a:srgbClr val="4E3629"/>
                </a:solidFill>
                <a:latin typeface="Calibri"/>
                <a:cs typeface="Calibri"/>
              </a:rPr>
              <a:t> </a:t>
            </a:r>
            <a:r>
              <a:rPr dirty="0" sz="2800" spc="-20">
                <a:solidFill>
                  <a:srgbClr val="4E3629"/>
                </a:solidFill>
                <a:latin typeface="Calibri"/>
                <a:cs typeface="Calibri"/>
              </a:rPr>
              <a:t>nulos</a:t>
            </a:r>
            <a:endParaRPr sz="2800">
              <a:latin typeface="Calibri"/>
              <a:cs typeface="Calibri"/>
            </a:endParaRPr>
          </a:p>
          <a:p>
            <a:pPr marL="183515" marR="26034" indent="-171450">
              <a:lnSpc>
                <a:spcPct val="90000"/>
              </a:lnSpc>
              <a:spcBef>
                <a:spcPts val="760"/>
              </a:spcBef>
              <a:buClr>
                <a:srgbClr val="D1350F"/>
              </a:buClr>
              <a:buFont typeface="Arial MT"/>
              <a:buChar char="•"/>
              <a:tabLst>
                <a:tab pos="184785" algn="l"/>
              </a:tabLst>
            </a:pPr>
            <a:r>
              <a:rPr dirty="0" sz="2800">
                <a:solidFill>
                  <a:srgbClr val="4E3629"/>
                </a:solidFill>
                <a:latin typeface="Calibri"/>
                <a:cs typeface="Calibri"/>
              </a:rPr>
              <a:t>Solo</a:t>
            </a:r>
            <a:r>
              <a:rPr dirty="0" sz="2800" spc="-60">
                <a:solidFill>
                  <a:srgbClr val="4E3629"/>
                </a:solidFill>
                <a:latin typeface="Calibri"/>
                <a:cs typeface="Calibri"/>
              </a:rPr>
              <a:t> </a:t>
            </a:r>
            <a:r>
              <a:rPr dirty="0" sz="2800">
                <a:solidFill>
                  <a:srgbClr val="4E3629"/>
                </a:solidFill>
                <a:latin typeface="Calibri"/>
                <a:cs typeface="Calibri"/>
              </a:rPr>
              <a:t>puede</a:t>
            </a:r>
            <a:r>
              <a:rPr dirty="0" sz="2800" spc="-30">
                <a:solidFill>
                  <a:srgbClr val="4E3629"/>
                </a:solidFill>
                <a:latin typeface="Calibri"/>
                <a:cs typeface="Calibri"/>
              </a:rPr>
              <a:t> </a:t>
            </a:r>
            <a:r>
              <a:rPr dirty="0" sz="2800" spc="-10">
                <a:solidFill>
                  <a:srgbClr val="4E3629"/>
                </a:solidFill>
                <a:latin typeface="Calibri"/>
                <a:cs typeface="Calibri"/>
              </a:rPr>
              <a:t>convertir</a:t>
            </a:r>
            <a:r>
              <a:rPr dirty="0" sz="2800" spc="-5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a:solidFill>
                  <a:srgbClr val="4E3629"/>
                </a:solidFill>
                <a:latin typeface="Calibri"/>
                <a:cs typeface="Calibri"/>
              </a:rPr>
              <a:t>CHAR</a:t>
            </a:r>
            <a:r>
              <a:rPr dirty="0" sz="2800" spc="-35">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spc="-10">
                <a:solidFill>
                  <a:srgbClr val="4E3629"/>
                </a:solidFill>
                <a:latin typeface="Calibri"/>
                <a:cs typeface="Calibri"/>
              </a:rPr>
              <a:t>VARCHAR2</a:t>
            </a:r>
            <a:r>
              <a:rPr dirty="0" sz="2800" spc="700">
                <a:solidFill>
                  <a:srgbClr val="4E3629"/>
                </a:solidFill>
                <a:latin typeface="Calibri"/>
                <a:cs typeface="Calibri"/>
              </a:rPr>
              <a:t> </a:t>
            </a:r>
            <a:r>
              <a:rPr dirty="0" sz="2800" spc="700">
                <a:solidFill>
                  <a:srgbClr val="4E3629"/>
                </a:solidFill>
                <a:latin typeface="Calibri"/>
                <a:cs typeface="Calibri"/>
              </a:rPr>
              <a:t>	</a:t>
            </a:r>
            <a:r>
              <a:rPr dirty="0" sz="2800">
                <a:solidFill>
                  <a:srgbClr val="4E3629"/>
                </a:solidFill>
                <a:latin typeface="Calibri"/>
                <a:cs typeface="Calibri"/>
              </a:rPr>
              <a:t>o</a:t>
            </a:r>
            <a:r>
              <a:rPr dirty="0" sz="2800" spc="-5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spc="-20">
                <a:solidFill>
                  <a:srgbClr val="4E3629"/>
                </a:solidFill>
                <a:latin typeface="Calibri"/>
                <a:cs typeface="Calibri"/>
              </a:rPr>
              <a:t>VARCHAR2</a:t>
            </a:r>
            <a:r>
              <a:rPr dirty="0" sz="2800" spc="-15">
                <a:solidFill>
                  <a:srgbClr val="4E3629"/>
                </a:solidFill>
                <a:latin typeface="Calibri"/>
                <a:cs typeface="Calibri"/>
              </a:rPr>
              <a:t> </a:t>
            </a:r>
            <a:r>
              <a:rPr dirty="0" sz="2800">
                <a:solidFill>
                  <a:srgbClr val="4E3629"/>
                </a:solidFill>
                <a:latin typeface="Calibri"/>
                <a:cs typeface="Calibri"/>
              </a:rPr>
              <a:t>a</a:t>
            </a:r>
            <a:r>
              <a:rPr dirty="0" sz="2800" spc="-45">
                <a:solidFill>
                  <a:srgbClr val="4E3629"/>
                </a:solidFill>
                <a:latin typeface="Calibri"/>
                <a:cs typeface="Calibri"/>
              </a:rPr>
              <a:t> </a:t>
            </a:r>
            <a:r>
              <a:rPr dirty="0" sz="2800">
                <a:solidFill>
                  <a:srgbClr val="4E3629"/>
                </a:solidFill>
                <a:latin typeface="Calibri"/>
                <a:cs typeface="Calibri"/>
              </a:rPr>
              <a:t>CHAR</a:t>
            </a:r>
            <a:r>
              <a:rPr dirty="0" sz="2800" spc="-35">
                <a:solidFill>
                  <a:srgbClr val="4E3629"/>
                </a:solidFill>
                <a:latin typeface="Calibri"/>
                <a:cs typeface="Calibri"/>
              </a:rPr>
              <a:t> </a:t>
            </a:r>
            <a:r>
              <a:rPr dirty="0" sz="2800">
                <a:solidFill>
                  <a:srgbClr val="4E3629"/>
                </a:solidFill>
                <a:latin typeface="Calibri"/>
                <a:cs typeface="Calibri"/>
              </a:rPr>
              <a:t>si</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columna </a:t>
            </a:r>
            <a:r>
              <a:rPr dirty="0" sz="2800" spc="-10">
                <a:solidFill>
                  <a:srgbClr val="4E3629"/>
                </a:solidFill>
                <a:latin typeface="Calibri"/>
                <a:cs typeface="Calibri"/>
              </a:rPr>
              <a:t>	</a:t>
            </a:r>
            <a:r>
              <a:rPr dirty="0" sz="2800">
                <a:solidFill>
                  <a:srgbClr val="4E3629"/>
                </a:solidFill>
                <a:latin typeface="Calibri"/>
                <a:cs typeface="Calibri"/>
              </a:rPr>
              <a:t>contiene</a:t>
            </a:r>
            <a:r>
              <a:rPr dirty="0" sz="2800" spc="-70">
                <a:solidFill>
                  <a:srgbClr val="4E3629"/>
                </a:solidFill>
                <a:latin typeface="Calibri"/>
                <a:cs typeface="Calibri"/>
              </a:rPr>
              <a:t> </a:t>
            </a:r>
            <a:r>
              <a:rPr dirty="0" sz="2800">
                <a:solidFill>
                  <a:srgbClr val="4E3629"/>
                </a:solidFill>
                <a:latin typeface="Calibri"/>
                <a:cs typeface="Calibri"/>
              </a:rPr>
              <a:t>valores</a:t>
            </a:r>
            <a:r>
              <a:rPr dirty="0" sz="2800" spc="-80">
                <a:solidFill>
                  <a:srgbClr val="4E3629"/>
                </a:solidFill>
                <a:latin typeface="Calibri"/>
                <a:cs typeface="Calibri"/>
              </a:rPr>
              <a:t> </a:t>
            </a:r>
            <a:r>
              <a:rPr dirty="0" sz="2800">
                <a:solidFill>
                  <a:srgbClr val="4E3629"/>
                </a:solidFill>
                <a:latin typeface="Calibri"/>
                <a:cs typeface="Calibri"/>
              </a:rPr>
              <a:t>nulos,</a:t>
            </a:r>
            <a:r>
              <a:rPr dirty="0" sz="2800" spc="-45">
                <a:solidFill>
                  <a:srgbClr val="4E3629"/>
                </a:solidFill>
                <a:latin typeface="Calibri"/>
                <a:cs typeface="Calibri"/>
              </a:rPr>
              <a:t> </a:t>
            </a:r>
            <a:r>
              <a:rPr dirty="0" sz="2800">
                <a:solidFill>
                  <a:srgbClr val="4E3629"/>
                </a:solidFill>
                <a:latin typeface="Calibri"/>
                <a:cs typeface="Calibri"/>
              </a:rPr>
              <a:t>o</a:t>
            </a:r>
            <a:r>
              <a:rPr dirty="0" sz="2800" spc="-80">
                <a:solidFill>
                  <a:srgbClr val="4E3629"/>
                </a:solidFill>
                <a:latin typeface="Calibri"/>
                <a:cs typeface="Calibri"/>
              </a:rPr>
              <a:t> </a:t>
            </a:r>
            <a:r>
              <a:rPr dirty="0" sz="2800">
                <a:solidFill>
                  <a:srgbClr val="4E3629"/>
                </a:solidFill>
                <a:latin typeface="Calibri"/>
                <a:cs typeface="Calibri"/>
              </a:rPr>
              <a:t>bien</a:t>
            </a:r>
            <a:r>
              <a:rPr dirty="0" sz="2800" spc="-65">
                <a:solidFill>
                  <a:srgbClr val="4E3629"/>
                </a:solidFill>
                <a:latin typeface="Calibri"/>
                <a:cs typeface="Calibri"/>
              </a:rPr>
              <a:t> </a:t>
            </a:r>
            <a:r>
              <a:rPr dirty="0" sz="2800">
                <a:solidFill>
                  <a:srgbClr val="4E3629"/>
                </a:solidFill>
                <a:latin typeface="Calibri"/>
                <a:cs typeface="Calibri"/>
              </a:rPr>
              <a:t>si</a:t>
            </a:r>
            <a:r>
              <a:rPr dirty="0" sz="2800" spc="-75">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cambia</a:t>
            </a:r>
            <a:r>
              <a:rPr dirty="0" sz="2800" spc="-8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tamaño</a:t>
            </a:r>
            <a:r>
              <a:rPr dirty="0" sz="2800" spc="-65">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a:solidFill>
                  <a:srgbClr val="4E3629"/>
                </a:solidFill>
                <a:latin typeface="Calibri"/>
                <a:cs typeface="Calibri"/>
              </a:rPr>
              <a:t>algo</a:t>
            </a:r>
            <a:r>
              <a:rPr dirty="0" sz="2800" spc="-75">
                <a:solidFill>
                  <a:srgbClr val="4E3629"/>
                </a:solidFill>
                <a:latin typeface="Calibri"/>
                <a:cs typeface="Calibri"/>
              </a:rPr>
              <a:t> </a:t>
            </a:r>
            <a:r>
              <a:rPr dirty="0" sz="2800">
                <a:solidFill>
                  <a:srgbClr val="4E3629"/>
                </a:solidFill>
                <a:latin typeface="Calibri"/>
                <a:cs typeface="Calibri"/>
              </a:rPr>
              <a:t>más</a:t>
            </a:r>
            <a:r>
              <a:rPr dirty="0" sz="2800" spc="-55">
                <a:solidFill>
                  <a:srgbClr val="4E3629"/>
                </a:solidFill>
                <a:latin typeface="Calibri"/>
                <a:cs typeface="Calibri"/>
              </a:rPr>
              <a:t> </a:t>
            </a:r>
            <a:r>
              <a:rPr dirty="0" sz="2800">
                <a:solidFill>
                  <a:srgbClr val="4E3629"/>
                </a:solidFill>
                <a:latin typeface="Calibri"/>
                <a:cs typeface="Calibri"/>
              </a:rPr>
              <a:t>pequeño</a:t>
            </a:r>
            <a:r>
              <a:rPr dirty="0" sz="2800" spc="-2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cualquier</a:t>
            </a:r>
            <a:r>
              <a:rPr dirty="0" sz="2800" spc="-40">
                <a:solidFill>
                  <a:srgbClr val="4E3629"/>
                </a:solidFill>
                <a:latin typeface="Calibri"/>
                <a:cs typeface="Calibri"/>
              </a:rPr>
              <a:t> </a:t>
            </a:r>
            <a:r>
              <a:rPr dirty="0" sz="2800">
                <a:solidFill>
                  <a:srgbClr val="4E3629"/>
                </a:solidFill>
                <a:latin typeface="Calibri"/>
                <a:cs typeface="Calibri"/>
              </a:rPr>
              <a:t>valor</a:t>
            </a:r>
            <a:r>
              <a:rPr dirty="0" sz="2800" spc="-6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a:p>
            <a:pPr marL="183515" marR="5080" indent="-171450">
              <a:lnSpc>
                <a:spcPts val="3020"/>
              </a:lnSpc>
              <a:spcBef>
                <a:spcPts val="855"/>
              </a:spcBef>
              <a:buClr>
                <a:srgbClr val="D1350F"/>
              </a:buClr>
              <a:buFont typeface="Arial MT"/>
              <a:buChar char="•"/>
              <a:tabLst>
                <a:tab pos="184785" algn="l"/>
              </a:tabLst>
            </a:pP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cambio</a:t>
            </a:r>
            <a:r>
              <a:rPr dirty="0" sz="2800" spc="-55">
                <a:solidFill>
                  <a:srgbClr val="4E3629"/>
                </a:solidFill>
                <a:latin typeface="Calibri"/>
                <a:cs typeface="Calibri"/>
              </a:rPr>
              <a:t> </a:t>
            </a:r>
            <a:r>
              <a:rPr dirty="0" sz="2800">
                <a:solidFill>
                  <a:srgbClr val="4E3629"/>
                </a:solidFill>
                <a:latin typeface="Calibri"/>
                <a:cs typeface="Calibri"/>
              </a:rPr>
              <a:t>del</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spc="-55">
                <a:solidFill>
                  <a:srgbClr val="4E3629"/>
                </a:solidFill>
                <a:latin typeface="Calibri"/>
                <a:cs typeface="Calibri"/>
              </a:rPr>
              <a:t>DEFAULT</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a:solidFill>
                  <a:srgbClr val="4E3629"/>
                </a:solidFill>
                <a:latin typeface="Calibri"/>
                <a:cs typeface="Calibri"/>
              </a:rPr>
              <a:t>columna</a:t>
            </a:r>
            <a:r>
              <a:rPr dirty="0" sz="2800" spc="-40">
                <a:solidFill>
                  <a:srgbClr val="4E3629"/>
                </a:solidFill>
                <a:latin typeface="Calibri"/>
                <a:cs typeface="Calibri"/>
              </a:rPr>
              <a:t> </a:t>
            </a:r>
            <a:r>
              <a:rPr dirty="0" sz="2800">
                <a:solidFill>
                  <a:srgbClr val="4E3629"/>
                </a:solidFill>
                <a:latin typeface="Calibri"/>
                <a:cs typeface="Calibri"/>
              </a:rPr>
              <a:t>silo</a:t>
            </a:r>
            <a:r>
              <a:rPr dirty="0" sz="2800" spc="-55">
                <a:solidFill>
                  <a:srgbClr val="4E3629"/>
                </a:solidFill>
                <a:latin typeface="Calibri"/>
                <a:cs typeface="Calibri"/>
              </a:rPr>
              <a:t> </a:t>
            </a:r>
            <a:r>
              <a:rPr dirty="0" sz="2800" spc="-10">
                <a:solidFill>
                  <a:srgbClr val="4E3629"/>
                </a:solidFill>
                <a:latin typeface="Calibri"/>
                <a:cs typeface="Calibri"/>
              </a:rPr>
              <a:t>afecta </a:t>
            </a:r>
            <a:r>
              <a:rPr dirty="0" sz="2800" spc="-10">
                <a:solidFill>
                  <a:srgbClr val="4E3629"/>
                </a:solidFill>
                <a:latin typeface="Calibri"/>
                <a:cs typeface="Calibri"/>
              </a:rPr>
              <a:t>	</a:t>
            </a:r>
            <a:r>
              <a:rPr dirty="0" sz="2800">
                <a:solidFill>
                  <a:srgbClr val="4E3629"/>
                </a:solidFill>
                <a:latin typeface="Calibri"/>
                <a:cs typeface="Calibri"/>
              </a:rPr>
              <a:t>a</a:t>
            </a:r>
            <a:r>
              <a:rPr dirty="0" sz="2800" spc="-50">
                <a:solidFill>
                  <a:srgbClr val="4E3629"/>
                </a:solidFill>
                <a:latin typeface="Calibri"/>
                <a:cs typeface="Calibri"/>
              </a:rPr>
              <a:t> </a:t>
            </a:r>
            <a:r>
              <a:rPr dirty="0" sz="2800">
                <a:solidFill>
                  <a:srgbClr val="4E3629"/>
                </a:solidFill>
                <a:latin typeface="Calibri"/>
                <a:cs typeface="Calibri"/>
              </a:rPr>
              <a:t>las</a:t>
            </a:r>
            <a:r>
              <a:rPr dirty="0" sz="2800" spc="-55">
                <a:solidFill>
                  <a:srgbClr val="4E3629"/>
                </a:solidFill>
                <a:latin typeface="Calibri"/>
                <a:cs typeface="Calibri"/>
              </a:rPr>
              <a:t> </a:t>
            </a:r>
            <a:r>
              <a:rPr dirty="0" sz="2800" spc="-10">
                <a:solidFill>
                  <a:srgbClr val="4E3629"/>
                </a:solidFill>
                <a:latin typeface="Calibri"/>
                <a:cs typeface="Calibri"/>
              </a:rPr>
              <a:t>inserciones</a:t>
            </a:r>
            <a:r>
              <a:rPr dirty="0" sz="2800" spc="-30">
                <a:solidFill>
                  <a:srgbClr val="4E3629"/>
                </a:solidFill>
                <a:latin typeface="Calibri"/>
                <a:cs typeface="Calibri"/>
              </a:rPr>
              <a:t> </a:t>
            </a:r>
            <a:r>
              <a:rPr dirty="0" sz="2800" spc="-10">
                <a:solidFill>
                  <a:srgbClr val="4E3629"/>
                </a:solidFill>
                <a:latin typeface="Calibri"/>
                <a:cs typeface="Calibri"/>
              </a:rPr>
              <a:t>posteriores</a:t>
            </a:r>
            <a:r>
              <a:rPr dirty="0" sz="2800" spc="-30">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385013"/>
            <a:ext cx="7129780" cy="895350"/>
          </a:xfrm>
          <a:prstGeom prst="rect"/>
        </p:spPr>
        <p:txBody>
          <a:bodyPr wrap="square" lIns="0" tIns="64769" rIns="0" bIns="0" rtlCol="0" vert="horz">
            <a:spAutoFit/>
          </a:bodyPr>
          <a:lstStyle/>
          <a:p>
            <a:pPr marL="12700" marR="5080">
              <a:lnSpc>
                <a:spcPts val="3240"/>
              </a:lnSpc>
              <a:spcBef>
                <a:spcPts val="509"/>
              </a:spcBef>
            </a:pPr>
            <a:r>
              <a:rPr dirty="0" sz="3000"/>
              <a:t>Ejemplo</a:t>
            </a:r>
            <a:r>
              <a:rPr dirty="0" sz="3000" spc="-70"/>
              <a:t> </a:t>
            </a:r>
            <a:r>
              <a:rPr dirty="0" sz="3000"/>
              <a:t>de</a:t>
            </a:r>
            <a:r>
              <a:rPr dirty="0" sz="3000" spc="-65"/>
              <a:t> </a:t>
            </a:r>
            <a:r>
              <a:rPr dirty="0" sz="3000" spc="-30"/>
              <a:t>ALTER</a:t>
            </a:r>
            <a:r>
              <a:rPr dirty="0" sz="3000" spc="-80"/>
              <a:t> </a:t>
            </a:r>
            <a:r>
              <a:rPr dirty="0" sz="3000" spc="-25"/>
              <a:t>TABLE:</a:t>
            </a:r>
            <a:r>
              <a:rPr dirty="0" sz="3000" spc="-75"/>
              <a:t> </a:t>
            </a:r>
            <a:r>
              <a:rPr dirty="0" sz="3000"/>
              <a:t>Modificación</a:t>
            </a:r>
            <a:r>
              <a:rPr dirty="0" sz="3000" spc="-80"/>
              <a:t> </a:t>
            </a:r>
            <a:r>
              <a:rPr dirty="0" sz="3000"/>
              <a:t>de</a:t>
            </a:r>
            <a:r>
              <a:rPr dirty="0" sz="3000" spc="-75"/>
              <a:t> </a:t>
            </a:r>
            <a:r>
              <a:rPr dirty="0" sz="3000" spc="-25"/>
              <a:t>una </a:t>
            </a:r>
            <a:r>
              <a:rPr dirty="0" sz="3000" spc="-10"/>
              <a:t>Columna</a:t>
            </a:r>
            <a:endParaRPr sz="3000"/>
          </a:p>
        </p:txBody>
      </p:sp>
      <p:sp>
        <p:nvSpPr>
          <p:cNvPr id="5" name="object 5" descr=""/>
          <p:cNvSpPr txBox="1"/>
          <p:nvPr/>
        </p:nvSpPr>
        <p:spPr>
          <a:xfrm>
            <a:off x="483514" y="1420495"/>
            <a:ext cx="7036434" cy="422275"/>
          </a:xfrm>
          <a:prstGeom prst="rect">
            <a:avLst/>
          </a:prstGeom>
        </p:spPr>
        <p:txBody>
          <a:bodyPr wrap="square" lIns="0" tIns="13335" rIns="0" bIns="0" rtlCol="0" vert="horz">
            <a:spAutoFit/>
          </a:bodyPr>
          <a:lstStyle/>
          <a:p>
            <a:pPr marL="184785" indent="-172085">
              <a:lnSpc>
                <a:spcPct val="100000"/>
              </a:lnSpc>
              <a:spcBef>
                <a:spcPts val="105"/>
              </a:spcBef>
              <a:buClr>
                <a:srgbClr val="D1350F"/>
              </a:buClr>
              <a:buFont typeface="Arial MT"/>
              <a:buChar char="•"/>
              <a:tabLst>
                <a:tab pos="184785" algn="l"/>
              </a:tabLst>
            </a:pPr>
            <a:r>
              <a:rPr dirty="0" sz="2600">
                <a:solidFill>
                  <a:srgbClr val="4E3629"/>
                </a:solidFill>
                <a:latin typeface="Calibri"/>
                <a:cs typeface="Calibri"/>
              </a:rPr>
              <a:t>Ejemplo:</a:t>
            </a:r>
            <a:r>
              <a:rPr dirty="0" sz="2600" spc="-30">
                <a:solidFill>
                  <a:srgbClr val="4E3629"/>
                </a:solidFill>
                <a:latin typeface="Calibri"/>
                <a:cs typeface="Calibri"/>
              </a:rPr>
              <a:t> </a:t>
            </a:r>
            <a:r>
              <a:rPr dirty="0" sz="2600">
                <a:solidFill>
                  <a:srgbClr val="4E3629"/>
                </a:solidFill>
                <a:latin typeface="Calibri"/>
                <a:cs typeface="Calibri"/>
              </a:rPr>
              <a:t>se</a:t>
            </a:r>
            <a:r>
              <a:rPr dirty="0" sz="2600" spc="-45">
                <a:solidFill>
                  <a:srgbClr val="4E3629"/>
                </a:solidFill>
                <a:latin typeface="Calibri"/>
                <a:cs typeface="Calibri"/>
              </a:rPr>
              <a:t> </a:t>
            </a:r>
            <a:r>
              <a:rPr dirty="0" sz="2600">
                <a:solidFill>
                  <a:srgbClr val="4E3629"/>
                </a:solidFill>
                <a:latin typeface="Calibri"/>
                <a:cs typeface="Calibri"/>
              </a:rPr>
              <a:t>ha</a:t>
            </a:r>
            <a:r>
              <a:rPr dirty="0" sz="2600" spc="-40">
                <a:solidFill>
                  <a:srgbClr val="4E3629"/>
                </a:solidFill>
                <a:latin typeface="Calibri"/>
                <a:cs typeface="Calibri"/>
              </a:rPr>
              <a:t> </a:t>
            </a:r>
            <a:r>
              <a:rPr dirty="0" sz="2600">
                <a:solidFill>
                  <a:srgbClr val="4E3629"/>
                </a:solidFill>
                <a:latin typeface="Calibri"/>
                <a:cs typeface="Calibri"/>
              </a:rPr>
              <a:t>creado</a:t>
            </a:r>
            <a:r>
              <a:rPr dirty="0" sz="2600" spc="-30">
                <a:solidFill>
                  <a:srgbClr val="4E3629"/>
                </a:solidFill>
                <a:latin typeface="Calibri"/>
                <a:cs typeface="Calibri"/>
              </a:rPr>
              <a:t> </a:t>
            </a:r>
            <a:r>
              <a:rPr dirty="0" sz="2600">
                <a:solidFill>
                  <a:srgbClr val="4E3629"/>
                </a:solidFill>
                <a:latin typeface="Calibri"/>
                <a:cs typeface="Calibri"/>
              </a:rPr>
              <a:t>una</a:t>
            </a:r>
            <a:r>
              <a:rPr dirty="0" sz="2600" spc="-45">
                <a:solidFill>
                  <a:srgbClr val="4E3629"/>
                </a:solidFill>
                <a:latin typeface="Calibri"/>
                <a:cs typeface="Calibri"/>
              </a:rPr>
              <a:t> </a:t>
            </a:r>
            <a:r>
              <a:rPr dirty="0" sz="2600">
                <a:solidFill>
                  <a:srgbClr val="4E3629"/>
                </a:solidFill>
                <a:latin typeface="Calibri"/>
                <a:cs typeface="Calibri"/>
              </a:rPr>
              <a:t>tabla</a:t>
            </a:r>
            <a:r>
              <a:rPr dirty="0" sz="2600" spc="-25">
                <a:solidFill>
                  <a:srgbClr val="4E3629"/>
                </a:solidFill>
                <a:latin typeface="Calibri"/>
                <a:cs typeface="Calibri"/>
              </a:rPr>
              <a:t> </a:t>
            </a:r>
            <a:r>
              <a:rPr dirty="0" sz="2600">
                <a:solidFill>
                  <a:srgbClr val="4E3629"/>
                </a:solidFill>
                <a:latin typeface="Calibri"/>
                <a:cs typeface="Calibri"/>
              </a:rPr>
              <a:t>con</a:t>
            </a:r>
            <a:r>
              <a:rPr dirty="0" sz="2600" spc="-35">
                <a:solidFill>
                  <a:srgbClr val="4E3629"/>
                </a:solidFill>
                <a:latin typeface="Calibri"/>
                <a:cs typeface="Calibri"/>
              </a:rPr>
              <a:t> </a:t>
            </a:r>
            <a:r>
              <a:rPr dirty="0" sz="2600">
                <a:solidFill>
                  <a:srgbClr val="4E3629"/>
                </a:solidFill>
                <a:latin typeface="Calibri"/>
                <a:cs typeface="Calibri"/>
              </a:rPr>
              <a:t>dos</a:t>
            </a:r>
            <a:r>
              <a:rPr dirty="0" sz="2600" spc="-45">
                <a:solidFill>
                  <a:srgbClr val="4E3629"/>
                </a:solidFill>
                <a:latin typeface="Calibri"/>
                <a:cs typeface="Calibri"/>
              </a:rPr>
              <a:t> </a:t>
            </a:r>
            <a:r>
              <a:rPr dirty="0" sz="2600" spc="-10">
                <a:solidFill>
                  <a:srgbClr val="4E3629"/>
                </a:solidFill>
                <a:latin typeface="Calibri"/>
                <a:cs typeface="Calibri"/>
              </a:rPr>
              <a:t>columnas:</a:t>
            </a:r>
            <a:endParaRPr sz="2600">
              <a:latin typeface="Calibri"/>
              <a:cs typeface="Calibri"/>
            </a:endParaRPr>
          </a:p>
        </p:txBody>
      </p:sp>
      <p:sp>
        <p:nvSpPr>
          <p:cNvPr id="6" name="object 6" descr=""/>
          <p:cNvSpPr txBox="1"/>
          <p:nvPr/>
        </p:nvSpPr>
        <p:spPr>
          <a:xfrm>
            <a:off x="393191" y="1892807"/>
            <a:ext cx="8345805" cy="786765"/>
          </a:xfrm>
          <a:prstGeom prst="rect">
            <a:avLst/>
          </a:prstGeom>
          <a:solidFill>
            <a:srgbClr val="9DBEC4">
              <a:alpha val="50199"/>
            </a:srgbClr>
          </a:solidFill>
        </p:spPr>
        <p:txBody>
          <a:bodyPr wrap="square" lIns="0" tIns="0" rIns="0" bIns="0" rtlCol="0" vert="horz">
            <a:spAutoFit/>
          </a:bodyPr>
          <a:lstStyle/>
          <a:p>
            <a:pPr>
              <a:lnSpc>
                <a:spcPts val="1805"/>
              </a:lnSpc>
            </a:pPr>
            <a:r>
              <a:rPr dirty="0" sz="1800" b="1">
                <a:solidFill>
                  <a:srgbClr val="4E3629"/>
                </a:solidFill>
                <a:latin typeface="Courier New"/>
                <a:cs typeface="Courier New"/>
              </a:rPr>
              <a:t>CREATE</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409575" marR="4788535" indent="-135890">
              <a:lnSpc>
                <a:spcPct val="100000"/>
              </a:lnSpc>
            </a:pPr>
            <a:r>
              <a:rPr dirty="0" sz="1800" b="1">
                <a:solidFill>
                  <a:srgbClr val="4E3629"/>
                </a:solidFill>
                <a:latin typeface="Courier New"/>
                <a:cs typeface="Courier New"/>
              </a:rPr>
              <a:t>(last_name</a:t>
            </a:r>
            <a:r>
              <a:rPr dirty="0" sz="1800" spc="-95" b="1">
                <a:solidFill>
                  <a:srgbClr val="4E3629"/>
                </a:solidFill>
                <a:latin typeface="Courier New"/>
                <a:cs typeface="Courier New"/>
              </a:rPr>
              <a:t> </a:t>
            </a:r>
            <a:r>
              <a:rPr dirty="0" sz="1800" spc="-10" b="1">
                <a:solidFill>
                  <a:srgbClr val="4E3629"/>
                </a:solidFill>
                <a:latin typeface="Courier New"/>
                <a:cs typeface="Courier New"/>
              </a:rPr>
              <a:t>VARCHAR2(20), </a:t>
            </a:r>
            <a:r>
              <a:rPr dirty="0" sz="1800" b="1">
                <a:solidFill>
                  <a:srgbClr val="4E3629"/>
                </a:solidFill>
                <a:latin typeface="Courier New"/>
                <a:cs typeface="Courier New"/>
              </a:rPr>
              <a:t>salary</a:t>
            </a:r>
            <a:r>
              <a:rPr dirty="0" sz="1800" spc="-60" b="1">
                <a:solidFill>
                  <a:srgbClr val="4E3629"/>
                </a:solidFill>
                <a:latin typeface="Courier New"/>
                <a:cs typeface="Courier New"/>
              </a:rPr>
              <a:t> </a:t>
            </a:r>
            <a:r>
              <a:rPr dirty="0" sz="1800" spc="-10" b="1">
                <a:solidFill>
                  <a:srgbClr val="4E3629"/>
                </a:solidFill>
                <a:latin typeface="Courier New"/>
                <a:cs typeface="Courier New"/>
              </a:rPr>
              <a:t>NUMBER(8,2));</a:t>
            </a:r>
            <a:endParaRPr sz="1800">
              <a:latin typeface="Courier New"/>
              <a:cs typeface="Courier New"/>
            </a:endParaRPr>
          </a:p>
        </p:txBody>
      </p:sp>
      <p:sp>
        <p:nvSpPr>
          <p:cNvPr id="7" name="object 7" descr=""/>
          <p:cNvSpPr/>
          <p:nvPr/>
        </p:nvSpPr>
        <p:spPr>
          <a:xfrm>
            <a:off x="393191" y="3724655"/>
            <a:ext cx="8345805" cy="454659"/>
          </a:xfrm>
          <a:custGeom>
            <a:avLst/>
            <a:gdLst/>
            <a:ahLst/>
            <a:cxnLst/>
            <a:rect l="l" t="t" r="r" b="b"/>
            <a:pathLst>
              <a:path w="8345805" h="454660">
                <a:moveTo>
                  <a:pt x="8345424" y="0"/>
                </a:moveTo>
                <a:lnTo>
                  <a:pt x="0" y="0"/>
                </a:lnTo>
                <a:lnTo>
                  <a:pt x="0" y="454152"/>
                </a:lnTo>
                <a:lnTo>
                  <a:pt x="8345424" y="454152"/>
                </a:lnTo>
                <a:lnTo>
                  <a:pt x="8345424" y="0"/>
                </a:lnTo>
                <a:close/>
              </a:path>
            </a:pathLst>
          </a:custGeom>
          <a:solidFill>
            <a:srgbClr val="9DBEC4">
              <a:alpha val="50199"/>
            </a:srgbClr>
          </a:solidFill>
        </p:spPr>
        <p:txBody>
          <a:bodyPr wrap="square" lIns="0" tIns="0" rIns="0" bIns="0" rtlCol="0"/>
          <a:lstStyle/>
          <a:p/>
        </p:txBody>
      </p:sp>
      <p:sp>
        <p:nvSpPr>
          <p:cNvPr id="8" name="object 8" descr=""/>
          <p:cNvSpPr txBox="1"/>
          <p:nvPr/>
        </p:nvSpPr>
        <p:spPr>
          <a:xfrm>
            <a:off x="380491" y="2733522"/>
            <a:ext cx="8131175" cy="1479550"/>
          </a:xfrm>
          <a:prstGeom prst="rect">
            <a:avLst/>
          </a:prstGeom>
        </p:spPr>
        <p:txBody>
          <a:bodyPr wrap="square" lIns="0" tIns="74930" rIns="0" bIns="0" rtlCol="0" vert="horz">
            <a:spAutoFit/>
          </a:bodyPr>
          <a:lstStyle/>
          <a:p>
            <a:pPr marL="287655" indent="-172085">
              <a:lnSpc>
                <a:spcPct val="100000"/>
              </a:lnSpc>
              <a:spcBef>
                <a:spcPts val="590"/>
              </a:spcBef>
              <a:buClr>
                <a:srgbClr val="D1350F"/>
              </a:buClr>
              <a:buFont typeface="Arial MT"/>
              <a:buChar char="•"/>
              <a:tabLst>
                <a:tab pos="287655" algn="l"/>
              </a:tabLst>
            </a:pPr>
            <a:r>
              <a:rPr dirty="0" sz="2600">
                <a:solidFill>
                  <a:srgbClr val="4E3629"/>
                </a:solidFill>
                <a:latin typeface="Calibri"/>
                <a:cs typeface="Calibri"/>
              </a:rPr>
              <a:t>¿Cuál</a:t>
            </a:r>
            <a:r>
              <a:rPr dirty="0" sz="2600" spc="-70">
                <a:solidFill>
                  <a:srgbClr val="4E3629"/>
                </a:solidFill>
                <a:latin typeface="Calibri"/>
                <a:cs typeface="Calibri"/>
              </a:rPr>
              <a:t> </a:t>
            </a:r>
            <a:r>
              <a:rPr dirty="0" sz="2600">
                <a:solidFill>
                  <a:srgbClr val="4E3629"/>
                </a:solidFill>
                <a:latin typeface="Calibri"/>
                <a:cs typeface="Calibri"/>
              </a:rPr>
              <a:t>de</a:t>
            </a:r>
            <a:r>
              <a:rPr dirty="0" sz="2600" spc="-60">
                <a:solidFill>
                  <a:srgbClr val="4E3629"/>
                </a:solidFill>
                <a:latin typeface="Calibri"/>
                <a:cs typeface="Calibri"/>
              </a:rPr>
              <a:t> </a:t>
            </a:r>
            <a:r>
              <a:rPr dirty="0" sz="2600">
                <a:solidFill>
                  <a:srgbClr val="4E3629"/>
                </a:solidFill>
                <a:latin typeface="Calibri"/>
                <a:cs typeface="Calibri"/>
              </a:rPr>
              <a:t>estas</a:t>
            </a:r>
            <a:r>
              <a:rPr dirty="0" sz="2600" spc="-70">
                <a:solidFill>
                  <a:srgbClr val="4E3629"/>
                </a:solidFill>
                <a:latin typeface="Calibri"/>
                <a:cs typeface="Calibri"/>
              </a:rPr>
              <a:t> </a:t>
            </a:r>
            <a:r>
              <a:rPr dirty="0" sz="2600">
                <a:solidFill>
                  <a:srgbClr val="4E3629"/>
                </a:solidFill>
                <a:latin typeface="Calibri"/>
                <a:cs typeface="Calibri"/>
              </a:rPr>
              <a:t>modificaciones</a:t>
            </a:r>
            <a:r>
              <a:rPr dirty="0" sz="2600" spc="-70">
                <a:solidFill>
                  <a:srgbClr val="4E3629"/>
                </a:solidFill>
                <a:latin typeface="Calibri"/>
                <a:cs typeface="Calibri"/>
              </a:rPr>
              <a:t> </a:t>
            </a:r>
            <a:r>
              <a:rPr dirty="0" sz="2600">
                <a:solidFill>
                  <a:srgbClr val="4E3629"/>
                </a:solidFill>
                <a:latin typeface="Calibri"/>
                <a:cs typeface="Calibri"/>
              </a:rPr>
              <a:t>estaría</a:t>
            </a:r>
            <a:r>
              <a:rPr dirty="0" sz="2600" spc="-45">
                <a:solidFill>
                  <a:srgbClr val="4E3629"/>
                </a:solidFill>
                <a:latin typeface="Calibri"/>
                <a:cs typeface="Calibri"/>
              </a:rPr>
              <a:t> </a:t>
            </a:r>
            <a:r>
              <a:rPr dirty="0" sz="2600">
                <a:solidFill>
                  <a:srgbClr val="4E3629"/>
                </a:solidFill>
                <a:latin typeface="Calibri"/>
                <a:cs typeface="Calibri"/>
              </a:rPr>
              <a:t>permitida</a:t>
            </a:r>
            <a:r>
              <a:rPr dirty="0" sz="2600" spc="-50">
                <a:solidFill>
                  <a:srgbClr val="4E3629"/>
                </a:solidFill>
                <a:latin typeface="Calibri"/>
                <a:cs typeface="Calibri"/>
              </a:rPr>
              <a:t> </a:t>
            </a:r>
            <a:r>
              <a:rPr dirty="0" sz="2600">
                <a:solidFill>
                  <a:srgbClr val="4E3629"/>
                </a:solidFill>
                <a:latin typeface="Calibri"/>
                <a:cs typeface="Calibri"/>
              </a:rPr>
              <a:t>y</a:t>
            </a:r>
            <a:r>
              <a:rPr dirty="0" sz="2600" spc="-65">
                <a:solidFill>
                  <a:srgbClr val="4E3629"/>
                </a:solidFill>
                <a:latin typeface="Calibri"/>
                <a:cs typeface="Calibri"/>
              </a:rPr>
              <a:t> </a:t>
            </a:r>
            <a:r>
              <a:rPr dirty="0" sz="2600">
                <a:solidFill>
                  <a:srgbClr val="4E3629"/>
                </a:solidFill>
                <a:latin typeface="Calibri"/>
                <a:cs typeface="Calibri"/>
              </a:rPr>
              <a:t>cuál</a:t>
            </a:r>
            <a:r>
              <a:rPr dirty="0" sz="2600" spc="-45">
                <a:solidFill>
                  <a:srgbClr val="4E3629"/>
                </a:solidFill>
                <a:latin typeface="Calibri"/>
                <a:cs typeface="Calibri"/>
              </a:rPr>
              <a:t> </a:t>
            </a:r>
            <a:r>
              <a:rPr dirty="0" sz="2600" spc="-25">
                <a:solidFill>
                  <a:srgbClr val="4E3629"/>
                </a:solidFill>
                <a:latin typeface="Calibri"/>
                <a:cs typeface="Calibri"/>
              </a:rPr>
              <a:t>no?</a:t>
            </a:r>
            <a:endParaRPr sz="2600">
              <a:latin typeface="Calibri"/>
              <a:cs typeface="Calibri"/>
            </a:endParaRPr>
          </a:p>
          <a:p>
            <a:pPr marL="287655" indent="-172085">
              <a:lnSpc>
                <a:spcPts val="3070"/>
              </a:lnSpc>
              <a:spcBef>
                <a:spcPts val="490"/>
              </a:spcBef>
              <a:buClr>
                <a:srgbClr val="D1350F"/>
              </a:buClr>
              <a:buFont typeface="Arial MT"/>
              <a:buChar char="•"/>
              <a:tabLst>
                <a:tab pos="287655" algn="l"/>
              </a:tabLst>
            </a:pPr>
            <a:r>
              <a:rPr dirty="0" sz="2600">
                <a:solidFill>
                  <a:srgbClr val="4E3629"/>
                </a:solidFill>
                <a:latin typeface="Calibri"/>
                <a:cs typeface="Calibri"/>
              </a:rPr>
              <a:t>Considere</a:t>
            </a:r>
            <a:r>
              <a:rPr dirty="0" sz="2600" spc="-60">
                <a:solidFill>
                  <a:srgbClr val="4E3629"/>
                </a:solidFill>
                <a:latin typeface="Calibri"/>
                <a:cs typeface="Calibri"/>
              </a:rPr>
              <a:t> </a:t>
            </a:r>
            <a:r>
              <a:rPr dirty="0" sz="2600">
                <a:solidFill>
                  <a:srgbClr val="4E3629"/>
                </a:solidFill>
                <a:latin typeface="Calibri"/>
                <a:cs typeface="Calibri"/>
              </a:rPr>
              <a:t>las</a:t>
            </a:r>
            <a:r>
              <a:rPr dirty="0" sz="2600" spc="-20">
                <a:solidFill>
                  <a:srgbClr val="4E3629"/>
                </a:solidFill>
                <a:latin typeface="Calibri"/>
                <a:cs typeface="Calibri"/>
              </a:rPr>
              <a:t> </a:t>
            </a:r>
            <a:r>
              <a:rPr dirty="0" sz="2600" spc="-10">
                <a:solidFill>
                  <a:srgbClr val="4E3629"/>
                </a:solidFill>
                <a:latin typeface="Calibri"/>
                <a:cs typeface="Calibri"/>
              </a:rPr>
              <a:t>respuestas</a:t>
            </a:r>
            <a:r>
              <a:rPr dirty="0" sz="2600" spc="-60">
                <a:solidFill>
                  <a:srgbClr val="4E3629"/>
                </a:solidFill>
                <a:latin typeface="Calibri"/>
                <a:cs typeface="Calibri"/>
              </a:rPr>
              <a:t> </a:t>
            </a:r>
            <a:r>
              <a:rPr dirty="0" sz="2600">
                <a:solidFill>
                  <a:srgbClr val="4E3629"/>
                </a:solidFill>
                <a:latin typeface="Calibri"/>
                <a:cs typeface="Calibri"/>
              </a:rPr>
              <a:t>con</a:t>
            </a:r>
            <a:r>
              <a:rPr dirty="0" sz="2600" spc="-25">
                <a:solidFill>
                  <a:srgbClr val="4E3629"/>
                </a:solidFill>
                <a:latin typeface="Calibri"/>
                <a:cs typeface="Calibri"/>
              </a:rPr>
              <a:t> </a:t>
            </a:r>
            <a:r>
              <a:rPr dirty="0" sz="2600">
                <a:solidFill>
                  <a:srgbClr val="4E3629"/>
                </a:solidFill>
                <a:latin typeface="Calibri"/>
                <a:cs typeface="Calibri"/>
              </a:rPr>
              <a:t>y</a:t>
            </a:r>
            <a:r>
              <a:rPr dirty="0" sz="2600" spc="-35">
                <a:solidFill>
                  <a:srgbClr val="4E3629"/>
                </a:solidFill>
                <a:latin typeface="Calibri"/>
                <a:cs typeface="Calibri"/>
              </a:rPr>
              <a:t> </a:t>
            </a:r>
            <a:r>
              <a:rPr dirty="0" sz="2600">
                <a:solidFill>
                  <a:srgbClr val="4E3629"/>
                </a:solidFill>
                <a:latin typeface="Calibri"/>
                <a:cs typeface="Calibri"/>
              </a:rPr>
              <a:t>sin</a:t>
            </a:r>
            <a:r>
              <a:rPr dirty="0" sz="2600" spc="-30">
                <a:solidFill>
                  <a:srgbClr val="4E3629"/>
                </a:solidFill>
                <a:latin typeface="Calibri"/>
                <a:cs typeface="Calibri"/>
              </a:rPr>
              <a:t> </a:t>
            </a:r>
            <a:r>
              <a:rPr dirty="0" sz="2600">
                <a:solidFill>
                  <a:srgbClr val="4E3629"/>
                </a:solidFill>
                <a:latin typeface="Calibri"/>
                <a:cs typeface="Calibri"/>
              </a:rPr>
              <a:t>filas</a:t>
            </a:r>
            <a:r>
              <a:rPr dirty="0" sz="2600" spc="-35">
                <a:solidFill>
                  <a:srgbClr val="4E3629"/>
                </a:solidFill>
                <a:latin typeface="Calibri"/>
                <a:cs typeface="Calibri"/>
              </a:rPr>
              <a:t> </a:t>
            </a:r>
            <a:r>
              <a:rPr dirty="0" sz="2600">
                <a:solidFill>
                  <a:srgbClr val="4E3629"/>
                </a:solidFill>
                <a:latin typeface="Calibri"/>
                <a:cs typeface="Calibri"/>
              </a:rPr>
              <a:t>de</a:t>
            </a:r>
            <a:r>
              <a:rPr dirty="0" sz="2600" spc="-45">
                <a:solidFill>
                  <a:srgbClr val="4E3629"/>
                </a:solidFill>
                <a:latin typeface="Calibri"/>
                <a:cs typeface="Calibri"/>
              </a:rPr>
              <a:t> </a:t>
            </a:r>
            <a:r>
              <a:rPr dirty="0" sz="2600">
                <a:solidFill>
                  <a:srgbClr val="4E3629"/>
                </a:solidFill>
                <a:latin typeface="Calibri"/>
                <a:cs typeface="Calibri"/>
              </a:rPr>
              <a:t>datos</a:t>
            </a:r>
            <a:r>
              <a:rPr dirty="0" sz="2600" spc="-25">
                <a:solidFill>
                  <a:srgbClr val="4E3629"/>
                </a:solidFill>
                <a:latin typeface="Calibri"/>
                <a:cs typeface="Calibri"/>
              </a:rPr>
              <a:t> </a:t>
            </a:r>
            <a:r>
              <a:rPr dirty="0" sz="2600">
                <a:solidFill>
                  <a:srgbClr val="4E3629"/>
                </a:solidFill>
                <a:latin typeface="Calibri"/>
                <a:cs typeface="Calibri"/>
              </a:rPr>
              <a:t>en</a:t>
            </a:r>
            <a:r>
              <a:rPr dirty="0" sz="2600" spc="-40">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spc="-10">
                <a:solidFill>
                  <a:srgbClr val="4E3629"/>
                </a:solidFill>
                <a:latin typeface="Calibri"/>
                <a:cs typeface="Calibri"/>
              </a:rPr>
              <a:t>tabla</a:t>
            </a:r>
            <a:endParaRPr sz="2600">
              <a:latin typeface="Calibri"/>
              <a:cs typeface="Calibri"/>
            </a:endParaRPr>
          </a:p>
          <a:p>
            <a:pPr marL="12700">
              <a:lnSpc>
                <a:spcPts val="2110"/>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95325">
              <a:lnSpc>
                <a:spcPct val="100000"/>
              </a:lnSpc>
            </a:pPr>
            <a:r>
              <a:rPr dirty="0" sz="1800" b="1">
                <a:solidFill>
                  <a:srgbClr val="4E3629"/>
                </a:solidFill>
                <a:latin typeface="Courier New"/>
                <a:cs typeface="Courier New"/>
              </a:rPr>
              <a:t>MODIFY</a:t>
            </a:r>
            <a:r>
              <a:rPr dirty="0" sz="1800" spc="-90" b="1">
                <a:solidFill>
                  <a:srgbClr val="4E3629"/>
                </a:solidFill>
                <a:latin typeface="Courier New"/>
                <a:cs typeface="Courier New"/>
              </a:rPr>
              <a:t> </a:t>
            </a:r>
            <a:r>
              <a:rPr dirty="0" sz="1800" b="1">
                <a:solidFill>
                  <a:srgbClr val="4E3629"/>
                </a:solidFill>
                <a:latin typeface="Courier New"/>
                <a:cs typeface="Courier New"/>
              </a:rPr>
              <a:t>(last_name</a:t>
            </a:r>
            <a:r>
              <a:rPr dirty="0" sz="1800" spc="-70" b="1">
                <a:solidFill>
                  <a:srgbClr val="4E3629"/>
                </a:solidFill>
                <a:latin typeface="Courier New"/>
                <a:cs typeface="Courier New"/>
              </a:rPr>
              <a:t> </a:t>
            </a:r>
            <a:r>
              <a:rPr dirty="0" sz="1800" spc="-10" b="1">
                <a:solidFill>
                  <a:srgbClr val="4E3629"/>
                </a:solidFill>
                <a:latin typeface="Courier New"/>
                <a:cs typeface="Courier New"/>
              </a:rPr>
              <a:t>VARCHAR2(30));</a:t>
            </a:r>
            <a:endParaRPr sz="1800">
              <a:latin typeface="Courier New"/>
              <a:cs typeface="Courier New"/>
            </a:endParaRPr>
          </a:p>
        </p:txBody>
      </p:sp>
      <p:sp>
        <p:nvSpPr>
          <p:cNvPr id="12" name="object 12"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3" name="object 13"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4" name="object 14"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12</a:t>
            </a:r>
          </a:p>
        </p:txBody>
      </p:sp>
      <p:sp>
        <p:nvSpPr>
          <p:cNvPr id="9" name="object 9" descr=""/>
          <p:cNvSpPr txBox="1"/>
          <p:nvPr/>
        </p:nvSpPr>
        <p:spPr>
          <a:xfrm>
            <a:off x="393191" y="4265676"/>
            <a:ext cx="8345805" cy="429895"/>
          </a:xfrm>
          <a:prstGeom prst="rect">
            <a:avLst/>
          </a:prstGeom>
          <a:solidFill>
            <a:srgbClr val="9DBEC4">
              <a:alpha val="50199"/>
            </a:srgbClr>
          </a:solidFill>
        </p:spPr>
        <p:txBody>
          <a:bodyPr wrap="square" lIns="0" tIns="0" rIns="0" bIns="0" rtlCol="0" vert="horz">
            <a:spAutoFit/>
          </a:bodyPr>
          <a:lstStyle/>
          <a:p>
            <a:pPr>
              <a:lnSpc>
                <a:spcPts val="148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82625">
              <a:lnSpc>
                <a:spcPts val="1900"/>
              </a:lnSpc>
            </a:pPr>
            <a:r>
              <a:rPr dirty="0" sz="1800" b="1">
                <a:solidFill>
                  <a:srgbClr val="4E3629"/>
                </a:solidFill>
                <a:latin typeface="Courier New"/>
                <a:cs typeface="Courier New"/>
              </a:rPr>
              <a:t>MODIFY</a:t>
            </a:r>
            <a:r>
              <a:rPr dirty="0" sz="1800" spc="-90" b="1">
                <a:solidFill>
                  <a:srgbClr val="4E3629"/>
                </a:solidFill>
                <a:latin typeface="Courier New"/>
                <a:cs typeface="Courier New"/>
              </a:rPr>
              <a:t> </a:t>
            </a:r>
            <a:r>
              <a:rPr dirty="0" sz="1800" b="1">
                <a:solidFill>
                  <a:srgbClr val="4E3629"/>
                </a:solidFill>
                <a:latin typeface="Courier New"/>
                <a:cs typeface="Courier New"/>
              </a:rPr>
              <a:t>(last_name</a:t>
            </a:r>
            <a:r>
              <a:rPr dirty="0" sz="1800" spc="-70" b="1">
                <a:solidFill>
                  <a:srgbClr val="4E3629"/>
                </a:solidFill>
                <a:latin typeface="Courier New"/>
                <a:cs typeface="Courier New"/>
              </a:rPr>
              <a:t> </a:t>
            </a:r>
            <a:r>
              <a:rPr dirty="0" sz="1800" spc="-10" b="1">
                <a:solidFill>
                  <a:srgbClr val="4E3629"/>
                </a:solidFill>
                <a:latin typeface="Courier New"/>
                <a:cs typeface="Courier New"/>
              </a:rPr>
              <a:t>VARCHAR2(10));</a:t>
            </a:r>
            <a:endParaRPr sz="1800">
              <a:latin typeface="Courier New"/>
              <a:cs typeface="Courier New"/>
            </a:endParaRPr>
          </a:p>
        </p:txBody>
      </p:sp>
      <p:sp>
        <p:nvSpPr>
          <p:cNvPr id="10" name="object 10" descr=""/>
          <p:cNvSpPr txBox="1"/>
          <p:nvPr/>
        </p:nvSpPr>
        <p:spPr>
          <a:xfrm>
            <a:off x="393191" y="4777740"/>
            <a:ext cx="8345805" cy="454659"/>
          </a:xfrm>
          <a:prstGeom prst="rect">
            <a:avLst/>
          </a:prstGeom>
          <a:solidFill>
            <a:srgbClr val="9DBEC4">
              <a:alpha val="50199"/>
            </a:srgbClr>
          </a:solidFill>
        </p:spPr>
        <p:txBody>
          <a:bodyPr wrap="square" lIns="0" tIns="0" rIns="0" bIns="0" rtlCol="0" vert="horz">
            <a:spAutoFit/>
          </a:bodyPr>
          <a:lstStyle/>
          <a:p>
            <a:pPr>
              <a:lnSpc>
                <a:spcPts val="158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82625">
              <a:lnSpc>
                <a:spcPts val="1989"/>
              </a:lnSpc>
            </a:pPr>
            <a:r>
              <a:rPr dirty="0" sz="1800" b="1">
                <a:solidFill>
                  <a:srgbClr val="4E3629"/>
                </a:solidFill>
                <a:latin typeface="Courier New"/>
                <a:cs typeface="Courier New"/>
              </a:rPr>
              <a:t>MODIFY</a:t>
            </a:r>
            <a:r>
              <a:rPr dirty="0" sz="1800" spc="-65" b="1">
                <a:solidFill>
                  <a:srgbClr val="4E3629"/>
                </a:solidFill>
                <a:latin typeface="Courier New"/>
                <a:cs typeface="Courier New"/>
              </a:rPr>
              <a:t> </a:t>
            </a:r>
            <a:r>
              <a:rPr dirty="0" sz="1800" b="1">
                <a:solidFill>
                  <a:srgbClr val="4E3629"/>
                </a:solidFill>
                <a:latin typeface="Courier New"/>
                <a:cs typeface="Courier New"/>
              </a:rPr>
              <a:t>(salary</a:t>
            </a:r>
            <a:r>
              <a:rPr dirty="0" sz="1800" spc="-60" b="1">
                <a:solidFill>
                  <a:srgbClr val="4E3629"/>
                </a:solidFill>
                <a:latin typeface="Courier New"/>
                <a:cs typeface="Courier New"/>
              </a:rPr>
              <a:t> </a:t>
            </a:r>
            <a:r>
              <a:rPr dirty="0" sz="1800" spc="-10" b="1">
                <a:solidFill>
                  <a:srgbClr val="4E3629"/>
                </a:solidFill>
                <a:latin typeface="Courier New"/>
                <a:cs typeface="Courier New"/>
              </a:rPr>
              <a:t>NUMBER(10,2));</a:t>
            </a:r>
            <a:endParaRPr sz="1800">
              <a:latin typeface="Courier New"/>
              <a:cs typeface="Courier New"/>
            </a:endParaRPr>
          </a:p>
        </p:txBody>
      </p:sp>
      <p:sp>
        <p:nvSpPr>
          <p:cNvPr id="11" name="object 11" descr=""/>
          <p:cNvSpPr txBox="1"/>
          <p:nvPr/>
        </p:nvSpPr>
        <p:spPr>
          <a:xfrm>
            <a:off x="393191" y="5314188"/>
            <a:ext cx="8345805" cy="483234"/>
          </a:xfrm>
          <a:prstGeom prst="rect">
            <a:avLst/>
          </a:prstGeom>
          <a:solidFill>
            <a:srgbClr val="9DBEC4">
              <a:alpha val="50199"/>
            </a:srgbClr>
          </a:solidFill>
        </p:spPr>
        <p:txBody>
          <a:bodyPr wrap="square" lIns="0" tIns="0" rIns="0" bIns="0" rtlCol="0" vert="horz">
            <a:spAutoFit/>
          </a:bodyPr>
          <a:lstStyle/>
          <a:p>
            <a:pPr>
              <a:lnSpc>
                <a:spcPts val="169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82625">
              <a:lnSpc>
                <a:spcPts val="2110"/>
              </a:lnSpc>
            </a:pPr>
            <a:r>
              <a:rPr dirty="0" sz="1800" b="1">
                <a:solidFill>
                  <a:srgbClr val="4E3629"/>
                </a:solidFill>
                <a:latin typeface="Courier New"/>
                <a:cs typeface="Courier New"/>
              </a:rPr>
              <a:t>MODIFY</a:t>
            </a:r>
            <a:r>
              <a:rPr dirty="0" sz="1800" spc="-80" b="1">
                <a:solidFill>
                  <a:srgbClr val="4E3629"/>
                </a:solidFill>
                <a:latin typeface="Courier New"/>
                <a:cs typeface="Courier New"/>
              </a:rPr>
              <a:t> </a:t>
            </a:r>
            <a:r>
              <a:rPr dirty="0" sz="1800" b="1">
                <a:solidFill>
                  <a:srgbClr val="4E3629"/>
                </a:solidFill>
                <a:latin typeface="Courier New"/>
                <a:cs typeface="Courier New"/>
              </a:rPr>
              <a:t>(salary</a:t>
            </a:r>
            <a:r>
              <a:rPr dirty="0" sz="1800" spc="-80" b="1">
                <a:solidFill>
                  <a:srgbClr val="4E3629"/>
                </a:solidFill>
                <a:latin typeface="Courier New"/>
                <a:cs typeface="Courier New"/>
              </a:rPr>
              <a:t> </a:t>
            </a:r>
            <a:r>
              <a:rPr dirty="0" sz="1800" b="1">
                <a:solidFill>
                  <a:srgbClr val="4E3629"/>
                </a:solidFill>
                <a:latin typeface="Courier New"/>
                <a:cs typeface="Courier New"/>
              </a:rPr>
              <a:t>NUMBER(8,2)</a:t>
            </a:r>
            <a:r>
              <a:rPr dirty="0" sz="1800" spc="-80" b="1">
                <a:solidFill>
                  <a:srgbClr val="4E3629"/>
                </a:solidFill>
                <a:latin typeface="Courier New"/>
                <a:cs typeface="Courier New"/>
              </a:rPr>
              <a:t> </a:t>
            </a:r>
            <a:r>
              <a:rPr dirty="0" sz="1800" b="1">
                <a:solidFill>
                  <a:srgbClr val="4E3629"/>
                </a:solidFill>
                <a:latin typeface="Courier New"/>
                <a:cs typeface="Courier New"/>
              </a:rPr>
              <a:t>DEFAULT</a:t>
            </a:r>
            <a:r>
              <a:rPr dirty="0" sz="1800" spc="-65" b="1">
                <a:solidFill>
                  <a:srgbClr val="4E3629"/>
                </a:solidFill>
                <a:latin typeface="Courier New"/>
                <a:cs typeface="Courier New"/>
              </a:rPr>
              <a:t> </a:t>
            </a:r>
            <a:r>
              <a:rPr dirty="0" sz="1800" spc="-20" b="1">
                <a:solidFill>
                  <a:srgbClr val="4E3629"/>
                </a:solidFill>
                <a:latin typeface="Courier New"/>
                <a:cs typeface="Courier New"/>
              </a:rPr>
              <a:t>50);</a:t>
            </a:r>
            <a:endParaRPr sz="1800">
              <a:latin typeface="Courier New"/>
              <a:cs typeface="Courier New"/>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385013"/>
            <a:ext cx="7129780" cy="895350"/>
          </a:xfrm>
          <a:prstGeom prst="rect"/>
        </p:spPr>
        <p:txBody>
          <a:bodyPr wrap="square" lIns="0" tIns="64769" rIns="0" bIns="0" rtlCol="0" vert="horz">
            <a:spAutoFit/>
          </a:bodyPr>
          <a:lstStyle/>
          <a:p>
            <a:pPr marL="12700" marR="5080">
              <a:lnSpc>
                <a:spcPts val="3240"/>
              </a:lnSpc>
              <a:spcBef>
                <a:spcPts val="509"/>
              </a:spcBef>
            </a:pPr>
            <a:r>
              <a:rPr dirty="0" sz="3000"/>
              <a:t>Ejemplo</a:t>
            </a:r>
            <a:r>
              <a:rPr dirty="0" sz="3000" spc="-70"/>
              <a:t> </a:t>
            </a:r>
            <a:r>
              <a:rPr dirty="0" sz="3000"/>
              <a:t>de</a:t>
            </a:r>
            <a:r>
              <a:rPr dirty="0" sz="3000" spc="-65"/>
              <a:t> </a:t>
            </a:r>
            <a:r>
              <a:rPr dirty="0" sz="3000" spc="-30"/>
              <a:t>ALTER</a:t>
            </a:r>
            <a:r>
              <a:rPr dirty="0" sz="3000" spc="-80"/>
              <a:t> </a:t>
            </a:r>
            <a:r>
              <a:rPr dirty="0" sz="3000" spc="-25"/>
              <a:t>TABLE:</a:t>
            </a:r>
            <a:r>
              <a:rPr dirty="0" sz="3000" spc="-75"/>
              <a:t> </a:t>
            </a:r>
            <a:r>
              <a:rPr dirty="0" sz="3000"/>
              <a:t>Modificación</a:t>
            </a:r>
            <a:r>
              <a:rPr dirty="0" sz="3000" spc="-80"/>
              <a:t> </a:t>
            </a:r>
            <a:r>
              <a:rPr dirty="0" sz="3000"/>
              <a:t>de</a:t>
            </a:r>
            <a:r>
              <a:rPr dirty="0" sz="3000" spc="-75"/>
              <a:t> </a:t>
            </a:r>
            <a:r>
              <a:rPr dirty="0" sz="3000" spc="-25"/>
              <a:t>una </a:t>
            </a:r>
            <a:r>
              <a:rPr dirty="0" sz="3000" spc="-10"/>
              <a:t>Columna</a:t>
            </a:r>
            <a:endParaRPr sz="3000"/>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13</a:t>
            </a:r>
          </a:p>
        </p:txBody>
      </p:sp>
      <p:sp>
        <p:nvSpPr>
          <p:cNvPr id="5" name="object 5" descr=""/>
          <p:cNvSpPr txBox="1"/>
          <p:nvPr/>
        </p:nvSpPr>
        <p:spPr>
          <a:xfrm>
            <a:off x="483514" y="1902079"/>
            <a:ext cx="8133080"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Solo</a:t>
            </a:r>
            <a:r>
              <a:rPr dirty="0" sz="2800" spc="-90">
                <a:solidFill>
                  <a:srgbClr val="4E3629"/>
                </a:solidFill>
                <a:latin typeface="Calibri"/>
                <a:cs typeface="Calibri"/>
              </a:rPr>
              <a:t> </a:t>
            </a:r>
            <a:r>
              <a:rPr dirty="0" sz="2800">
                <a:solidFill>
                  <a:srgbClr val="4E3629"/>
                </a:solidFill>
                <a:latin typeface="Calibri"/>
                <a:cs typeface="Calibri"/>
              </a:rPr>
              <a:t>estaría</a:t>
            </a:r>
            <a:r>
              <a:rPr dirty="0" sz="2800" spc="-80">
                <a:solidFill>
                  <a:srgbClr val="4E3629"/>
                </a:solidFill>
                <a:latin typeface="Calibri"/>
                <a:cs typeface="Calibri"/>
              </a:rPr>
              <a:t> </a:t>
            </a:r>
            <a:r>
              <a:rPr dirty="0" sz="2800">
                <a:solidFill>
                  <a:srgbClr val="4E3629"/>
                </a:solidFill>
                <a:latin typeface="Calibri"/>
                <a:cs typeface="Calibri"/>
              </a:rPr>
              <a:t>permitida</a:t>
            </a:r>
            <a:r>
              <a:rPr dirty="0" sz="2800" spc="-70">
                <a:solidFill>
                  <a:srgbClr val="4E3629"/>
                </a:solidFill>
                <a:latin typeface="Calibri"/>
                <a:cs typeface="Calibri"/>
              </a:rPr>
              <a:t> </a:t>
            </a:r>
            <a:r>
              <a:rPr dirty="0" sz="2800">
                <a:solidFill>
                  <a:srgbClr val="4E3629"/>
                </a:solidFill>
                <a:latin typeface="Calibri"/>
                <a:cs typeface="Calibri"/>
              </a:rPr>
              <a:t>si</a:t>
            </a:r>
            <a:r>
              <a:rPr dirty="0" sz="2800" spc="-85">
                <a:solidFill>
                  <a:srgbClr val="4E3629"/>
                </a:solidFill>
                <a:latin typeface="Calibri"/>
                <a:cs typeface="Calibri"/>
              </a:rPr>
              <a:t> </a:t>
            </a:r>
            <a:r>
              <a:rPr dirty="0" sz="2800">
                <a:solidFill>
                  <a:srgbClr val="4E3629"/>
                </a:solidFill>
                <a:latin typeface="Calibri"/>
                <a:cs typeface="Calibri"/>
              </a:rPr>
              <a:t>las</a:t>
            </a:r>
            <a:r>
              <a:rPr dirty="0" sz="2800" spc="-90">
                <a:solidFill>
                  <a:srgbClr val="4E3629"/>
                </a:solidFill>
                <a:latin typeface="Calibri"/>
                <a:cs typeface="Calibri"/>
              </a:rPr>
              <a:t> </a:t>
            </a:r>
            <a:r>
              <a:rPr dirty="0" sz="2800">
                <a:solidFill>
                  <a:srgbClr val="4E3629"/>
                </a:solidFill>
                <a:latin typeface="Calibri"/>
                <a:cs typeface="Calibri"/>
              </a:rPr>
              <a:t>columnas</a:t>
            </a:r>
            <a:r>
              <a:rPr dirty="0" sz="2800" spc="-60">
                <a:solidFill>
                  <a:srgbClr val="4E3629"/>
                </a:solidFill>
                <a:latin typeface="Calibri"/>
                <a:cs typeface="Calibri"/>
              </a:rPr>
              <a:t> </a:t>
            </a:r>
            <a:r>
              <a:rPr dirty="0" sz="2800" spc="-10">
                <a:solidFill>
                  <a:srgbClr val="4E3629"/>
                </a:solidFill>
                <a:latin typeface="Calibri"/>
                <a:cs typeface="Calibri"/>
              </a:rPr>
              <a:t>estuvieran</a:t>
            </a:r>
            <a:r>
              <a:rPr dirty="0" sz="2800" spc="-65">
                <a:solidFill>
                  <a:srgbClr val="4E3629"/>
                </a:solidFill>
                <a:latin typeface="Calibri"/>
                <a:cs typeface="Calibri"/>
              </a:rPr>
              <a:t> </a:t>
            </a:r>
            <a:r>
              <a:rPr dirty="0" sz="2800" spc="-10">
                <a:solidFill>
                  <a:srgbClr val="4E3629"/>
                </a:solidFill>
                <a:latin typeface="Calibri"/>
                <a:cs typeface="Calibri"/>
              </a:rPr>
              <a:t>vacías </a:t>
            </a:r>
            <a:r>
              <a:rPr dirty="0" sz="2800" spc="-10">
                <a:solidFill>
                  <a:srgbClr val="4E3629"/>
                </a:solidFill>
                <a:latin typeface="Calibri"/>
                <a:cs typeface="Calibri"/>
              </a:rPr>
              <a:t>	</a:t>
            </a:r>
            <a:r>
              <a:rPr dirty="0" sz="2800">
                <a:solidFill>
                  <a:srgbClr val="4E3629"/>
                </a:solidFill>
                <a:latin typeface="Calibri"/>
                <a:cs typeface="Calibri"/>
              </a:rPr>
              <a:t>o</a:t>
            </a:r>
            <a:r>
              <a:rPr dirty="0" sz="2800" spc="-70">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nombre</a:t>
            </a:r>
            <a:r>
              <a:rPr dirty="0" sz="2800" spc="-45">
                <a:solidFill>
                  <a:srgbClr val="4E3629"/>
                </a:solidFill>
                <a:latin typeface="Calibri"/>
                <a:cs typeface="Calibri"/>
              </a:rPr>
              <a:t> </a:t>
            </a:r>
            <a:r>
              <a:rPr dirty="0" sz="2800">
                <a:solidFill>
                  <a:srgbClr val="4E3629"/>
                </a:solidFill>
                <a:latin typeface="Calibri"/>
                <a:cs typeface="Calibri"/>
              </a:rPr>
              <a:t>más</a:t>
            </a:r>
            <a:r>
              <a:rPr dirty="0" sz="2800" spc="-50">
                <a:solidFill>
                  <a:srgbClr val="4E3629"/>
                </a:solidFill>
                <a:latin typeface="Calibri"/>
                <a:cs typeface="Calibri"/>
              </a:rPr>
              <a:t> </a:t>
            </a:r>
            <a:r>
              <a:rPr dirty="0" sz="2800">
                <a:solidFill>
                  <a:srgbClr val="4E3629"/>
                </a:solidFill>
                <a:latin typeface="Calibri"/>
                <a:cs typeface="Calibri"/>
              </a:rPr>
              <a:t>largo</a:t>
            </a:r>
            <a:r>
              <a:rPr dirty="0" sz="2800" spc="-65">
                <a:solidFill>
                  <a:srgbClr val="4E3629"/>
                </a:solidFill>
                <a:latin typeface="Calibri"/>
                <a:cs typeface="Calibri"/>
              </a:rPr>
              <a:t> </a:t>
            </a:r>
            <a:r>
              <a:rPr dirty="0" sz="2800">
                <a:solidFill>
                  <a:srgbClr val="4E3629"/>
                </a:solidFill>
                <a:latin typeface="Calibri"/>
                <a:cs typeface="Calibri"/>
              </a:rPr>
              <a:t>tuviera</a:t>
            </a:r>
            <a:r>
              <a:rPr dirty="0" sz="2800" spc="-50">
                <a:solidFill>
                  <a:srgbClr val="4E3629"/>
                </a:solidFill>
                <a:latin typeface="Calibri"/>
                <a:cs typeface="Calibri"/>
              </a:rPr>
              <a:t> </a:t>
            </a:r>
            <a:r>
              <a:rPr dirty="0" sz="2800">
                <a:solidFill>
                  <a:srgbClr val="4E3629"/>
                </a:solidFill>
                <a:latin typeface="Calibri"/>
                <a:cs typeface="Calibri"/>
              </a:rPr>
              <a:t>10</a:t>
            </a:r>
            <a:r>
              <a:rPr dirty="0" sz="2800" spc="-45">
                <a:solidFill>
                  <a:srgbClr val="4E3629"/>
                </a:solidFill>
                <a:latin typeface="Calibri"/>
                <a:cs typeface="Calibri"/>
              </a:rPr>
              <a:t> </a:t>
            </a:r>
            <a:r>
              <a:rPr dirty="0" sz="2800" spc="-10">
                <a:solidFill>
                  <a:srgbClr val="4E3629"/>
                </a:solidFill>
                <a:latin typeface="Calibri"/>
                <a:cs typeface="Calibri"/>
              </a:rPr>
              <a:t>caracteres</a:t>
            </a:r>
            <a:r>
              <a:rPr dirty="0" sz="2800" spc="-75">
                <a:solidFill>
                  <a:srgbClr val="4E3629"/>
                </a:solidFill>
                <a:latin typeface="Calibri"/>
                <a:cs typeface="Calibri"/>
              </a:rPr>
              <a:t> </a:t>
            </a:r>
            <a:r>
              <a:rPr dirty="0" sz="2800">
                <a:solidFill>
                  <a:srgbClr val="4E3629"/>
                </a:solidFill>
                <a:latin typeface="Calibri"/>
                <a:cs typeface="Calibri"/>
              </a:rPr>
              <a:t>o</a:t>
            </a:r>
            <a:r>
              <a:rPr dirty="0" sz="2800" spc="-65">
                <a:solidFill>
                  <a:srgbClr val="4E3629"/>
                </a:solidFill>
                <a:latin typeface="Calibri"/>
                <a:cs typeface="Calibri"/>
              </a:rPr>
              <a:t> </a:t>
            </a:r>
            <a:r>
              <a:rPr dirty="0" sz="2800" spc="-10">
                <a:solidFill>
                  <a:srgbClr val="4E3629"/>
                </a:solidFill>
                <a:latin typeface="Calibri"/>
                <a:cs typeface="Calibri"/>
              </a:rPr>
              <a:t>menos</a:t>
            </a:r>
            <a:endParaRPr sz="2800">
              <a:latin typeface="Calibri"/>
              <a:cs typeface="Calibri"/>
            </a:endParaRPr>
          </a:p>
        </p:txBody>
      </p:sp>
      <p:sp>
        <p:nvSpPr>
          <p:cNvPr id="6" name="object 6" descr=""/>
          <p:cNvSpPr txBox="1"/>
          <p:nvPr/>
        </p:nvSpPr>
        <p:spPr>
          <a:xfrm>
            <a:off x="483514" y="3743705"/>
            <a:ext cx="7633970"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Estaría</a:t>
            </a:r>
            <a:r>
              <a:rPr dirty="0" sz="2800" spc="-85">
                <a:solidFill>
                  <a:srgbClr val="4E3629"/>
                </a:solidFill>
                <a:latin typeface="Calibri"/>
                <a:cs typeface="Calibri"/>
              </a:rPr>
              <a:t> </a:t>
            </a:r>
            <a:r>
              <a:rPr dirty="0" sz="2800">
                <a:solidFill>
                  <a:srgbClr val="4E3629"/>
                </a:solidFill>
                <a:latin typeface="Calibri"/>
                <a:cs typeface="Calibri"/>
              </a:rPr>
              <a:t>permitida</a:t>
            </a:r>
            <a:r>
              <a:rPr dirty="0" sz="2800" spc="-55">
                <a:solidFill>
                  <a:srgbClr val="4E3629"/>
                </a:solidFill>
                <a:latin typeface="Calibri"/>
                <a:cs typeface="Calibri"/>
              </a:rPr>
              <a:t> </a:t>
            </a:r>
            <a:r>
              <a:rPr dirty="0" sz="2800">
                <a:solidFill>
                  <a:srgbClr val="4E3629"/>
                </a:solidFill>
                <a:latin typeface="Calibri"/>
                <a:cs typeface="Calibri"/>
              </a:rPr>
              <a:t>con</a:t>
            </a:r>
            <a:r>
              <a:rPr dirty="0" sz="2800" spc="-75">
                <a:solidFill>
                  <a:srgbClr val="4E3629"/>
                </a:solidFill>
                <a:latin typeface="Calibri"/>
                <a:cs typeface="Calibri"/>
              </a:rPr>
              <a:t> </a:t>
            </a:r>
            <a:r>
              <a:rPr dirty="0" sz="2800">
                <a:solidFill>
                  <a:srgbClr val="4E3629"/>
                </a:solidFill>
                <a:latin typeface="Calibri"/>
                <a:cs typeface="Calibri"/>
              </a:rPr>
              <a:t>o</a:t>
            </a:r>
            <a:r>
              <a:rPr dirty="0" sz="2800" spc="-85">
                <a:solidFill>
                  <a:srgbClr val="4E3629"/>
                </a:solidFill>
                <a:latin typeface="Calibri"/>
                <a:cs typeface="Calibri"/>
              </a:rPr>
              <a:t> </a:t>
            </a:r>
            <a:r>
              <a:rPr dirty="0" sz="2800">
                <a:solidFill>
                  <a:srgbClr val="4E3629"/>
                </a:solidFill>
                <a:latin typeface="Calibri"/>
                <a:cs typeface="Calibri"/>
              </a:rPr>
              <a:t>sin</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ya</a:t>
            </a:r>
            <a:r>
              <a:rPr dirty="0" sz="2800" spc="-75">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spc="-10">
                <a:solidFill>
                  <a:srgbClr val="4E3629"/>
                </a:solidFill>
                <a:latin typeface="Calibri"/>
                <a:cs typeface="Calibri"/>
              </a:rPr>
              <a:t>aumenta</a:t>
            </a:r>
            <a:r>
              <a:rPr dirty="0" sz="2800" spc="-6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ancho</a:t>
            </a:r>
            <a:r>
              <a:rPr dirty="0" sz="2800" spc="-5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p:txBody>
      </p:sp>
      <p:sp>
        <p:nvSpPr>
          <p:cNvPr id="7" name="object 7" descr=""/>
          <p:cNvSpPr txBox="1"/>
          <p:nvPr/>
        </p:nvSpPr>
        <p:spPr>
          <a:xfrm>
            <a:off x="393191" y="2994660"/>
            <a:ext cx="8345805" cy="520065"/>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82625">
              <a:lnSpc>
                <a:spcPct val="100000"/>
              </a:lnSpc>
            </a:pPr>
            <a:r>
              <a:rPr dirty="0" sz="1800" b="1">
                <a:solidFill>
                  <a:srgbClr val="4E3629"/>
                </a:solidFill>
                <a:latin typeface="Courier New"/>
                <a:cs typeface="Courier New"/>
              </a:rPr>
              <a:t>MODIFY</a:t>
            </a:r>
            <a:r>
              <a:rPr dirty="0" sz="1800" spc="-90" b="1">
                <a:solidFill>
                  <a:srgbClr val="4E3629"/>
                </a:solidFill>
                <a:latin typeface="Courier New"/>
                <a:cs typeface="Courier New"/>
              </a:rPr>
              <a:t> </a:t>
            </a:r>
            <a:r>
              <a:rPr dirty="0" sz="1800" b="1">
                <a:solidFill>
                  <a:srgbClr val="4E3629"/>
                </a:solidFill>
                <a:latin typeface="Courier New"/>
                <a:cs typeface="Courier New"/>
              </a:rPr>
              <a:t>(last_name</a:t>
            </a:r>
            <a:r>
              <a:rPr dirty="0" sz="1800" spc="-70" b="1">
                <a:solidFill>
                  <a:srgbClr val="4E3629"/>
                </a:solidFill>
                <a:latin typeface="Courier New"/>
                <a:cs typeface="Courier New"/>
              </a:rPr>
              <a:t> </a:t>
            </a:r>
            <a:r>
              <a:rPr dirty="0" sz="1800" spc="-10" b="1">
                <a:solidFill>
                  <a:srgbClr val="4E3629"/>
                </a:solidFill>
                <a:latin typeface="Courier New"/>
                <a:cs typeface="Courier New"/>
              </a:rPr>
              <a:t>VARCHAR2(10));</a:t>
            </a:r>
            <a:endParaRPr sz="1800">
              <a:latin typeface="Courier New"/>
              <a:cs typeface="Courier New"/>
            </a:endParaRPr>
          </a:p>
        </p:txBody>
      </p:sp>
      <p:sp>
        <p:nvSpPr>
          <p:cNvPr id="8" name="object 8" descr=""/>
          <p:cNvSpPr txBox="1"/>
          <p:nvPr/>
        </p:nvSpPr>
        <p:spPr>
          <a:xfrm>
            <a:off x="393191" y="4890515"/>
            <a:ext cx="8345805" cy="520065"/>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82625">
              <a:lnSpc>
                <a:spcPct val="100000"/>
              </a:lnSpc>
            </a:pPr>
            <a:r>
              <a:rPr dirty="0" sz="1800" b="1">
                <a:solidFill>
                  <a:srgbClr val="4E3629"/>
                </a:solidFill>
                <a:latin typeface="Courier New"/>
                <a:cs typeface="Courier New"/>
              </a:rPr>
              <a:t>MODIFY</a:t>
            </a:r>
            <a:r>
              <a:rPr dirty="0" sz="1800" spc="-90" b="1">
                <a:solidFill>
                  <a:srgbClr val="4E3629"/>
                </a:solidFill>
                <a:latin typeface="Courier New"/>
                <a:cs typeface="Courier New"/>
              </a:rPr>
              <a:t> </a:t>
            </a:r>
            <a:r>
              <a:rPr dirty="0" sz="1800" b="1">
                <a:solidFill>
                  <a:srgbClr val="4E3629"/>
                </a:solidFill>
                <a:latin typeface="Courier New"/>
                <a:cs typeface="Courier New"/>
              </a:rPr>
              <a:t>(last_name</a:t>
            </a:r>
            <a:r>
              <a:rPr dirty="0" sz="1800" spc="-70" b="1">
                <a:solidFill>
                  <a:srgbClr val="4E3629"/>
                </a:solidFill>
                <a:latin typeface="Courier New"/>
                <a:cs typeface="Courier New"/>
              </a:rPr>
              <a:t> </a:t>
            </a:r>
            <a:r>
              <a:rPr dirty="0" sz="1800" spc="-10" b="1">
                <a:solidFill>
                  <a:srgbClr val="4E3629"/>
                </a:solidFill>
                <a:latin typeface="Courier New"/>
                <a:cs typeface="Courier New"/>
              </a:rPr>
              <a:t>VARCHAR2(30));</a:t>
            </a:r>
            <a:endParaRPr sz="1800">
              <a:latin typeface="Courier New"/>
              <a:cs typeface="Courier New"/>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385013"/>
            <a:ext cx="7129780" cy="895350"/>
          </a:xfrm>
          <a:prstGeom prst="rect"/>
        </p:spPr>
        <p:txBody>
          <a:bodyPr wrap="square" lIns="0" tIns="64769" rIns="0" bIns="0" rtlCol="0" vert="horz">
            <a:spAutoFit/>
          </a:bodyPr>
          <a:lstStyle/>
          <a:p>
            <a:pPr marL="12700" marR="5080">
              <a:lnSpc>
                <a:spcPts val="3240"/>
              </a:lnSpc>
              <a:spcBef>
                <a:spcPts val="509"/>
              </a:spcBef>
            </a:pPr>
            <a:r>
              <a:rPr dirty="0" sz="3000"/>
              <a:t>Ejemplo</a:t>
            </a:r>
            <a:r>
              <a:rPr dirty="0" sz="3000" spc="-70"/>
              <a:t> </a:t>
            </a:r>
            <a:r>
              <a:rPr dirty="0" sz="3000"/>
              <a:t>de</a:t>
            </a:r>
            <a:r>
              <a:rPr dirty="0" sz="3000" spc="-65"/>
              <a:t> </a:t>
            </a:r>
            <a:r>
              <a:rPr dirty="0" sz="3000" spc="-30"/>
              <a:t>ALTER</a:t>
            </a:r>
            <a:r>
              <a:rPr dirty="0" sz="3000" spc="-80"/>
              <a:t> </a:t>
            </a:r>
            <a:r>
              <a:rPr dirty="0" sz="3000" spc="-25"/>
              <a:t>TABLE:</a:t>
            </a:r>
            <a:r>
              <a:rPr dirty="0" sz="3000" spc="-75"/>
              <a:t> </a:t>
            </a:r>
            <a:r>
              <a:rPr dirty="0" sz="3000"/>
              <a:t>Modificación</a:t>
            </a:r>
            <a:r>
              <a:rPr dirty="0" sz="3000" spc="-80"/>
              <a:t> </a:t>
            </a:r>
            <a:r>
              <a:rPr dirty="0" sz="3000"/>
              <a:t>de</a:t>
            </a:r>
            <a:r>
              <a:rPr dirty="0" sz="3000" spc="-75"/>
              <a:t> </a:t>
            </a:r>
            <a:r>
              <a:rPr dirty="0" sz="3000" spc="-25"/>
              <a:t>una </a:t>
            </a:r>
            <a:r>
              <a:rPr dirty="0" sz="3000" spc="-10"/>
              <a:t>Columna</a:t>
            </a:r>
            <a:endParaRPr sz="3000"/>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14</a:t>
            </a:r>
          </a:p>
        </p:txBody>
      </p:sp>
      <p:sp>
        <p:nvSpPr>
          <p:cNvPr id="5" name="object 5" descr=""/>
          <p:cNvSpPr txBox="1"/>
          <p:nvPr/>
        </p:nvSpPr>
        <p:spPr>
          <a:xfrm>
            <a:off x="483514" y="1902079"/>
            <a:ext cx="7628255"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Estaría</a:t>
            </a:r>
            <a:r>
              <a:rPr dirty="0" sz="2800" spc="-85">
                <a:solidFill>
                  <a:srgbClr val="4E3629"/>
                </a:solidFill>
                <a:latin typeface="Calibri"/>
                <a:cs typeface="Calibri"/>
              </a:rPr>
              <a:t> </a:t>
            </a:r>
            <a:r>
              <a:rPr dirty="0" sz="2800">
                <a:solidFill>
                  <a:srgbClr val="4E3629"/>
                </a:solidFill>
                <a:latin typeface="Calibri"/>
                <a:cs typeface="Calibri"/>
              </a:rPr>
              <a:t>permitida</a:t>
            </a:r>
            <a:r>
              <a:rPr dirty="0" sz="2800" spc="-55">
                <a:solidFill>
                  <a:srgbClr val="4E3629"/>
                </a:solidFill>
                <a:latin typeface="Calibri"/>
                <a:cs typeface="Calibri"/>
              </a:rPr>
              <a:t> </a:t>
            </a:r>
            <a:r>
              <a:rPr dirty="0" sz="2800">
                <a:solidFill>
                  <a:srgbClr val="4E3629"/>
                </a:solidFill>
                <a:latin typeface="Calibri"/>
                <a:cs typeface="Calibri"/>
              </a:rPr>
              <a:t>con</a:t>
            </a:r>
            <a:r>
              <a:rPr dirty="0" sz="2800" spc="-75">
                <a:solidFill>
                  <a:srgbClr val="4E3629"/>
                </a:solidFill>
                <a:latin typeface="Calibri"/>
                <a:cs typeface="Calibri"/>
              </a:rPr>
              <a:t> </a:t>
            </a:r>
            <a:r>
              <a:rPr dirty="0" sz="2800">
                <a:solidFill>
                  <a:srgbClr val="4E3629"/>
                </a:solidFill>
                <a:latin typeface="Calibri"/>
                <a:cs typeface="Calibri"/>
              </a:rPr>
              <a:t>o</a:t>
            </a:r>
            <a:r>
              <a:rPr dirty="0" sz="2800" spc="-85">
                <a:solidFill>
                  <a:srgbClr val="4E3629"/>
                </a:solidFill>
                <a:latin typeface="Calibri"/>
                <a:cs typeface="Calibri"/>
              </a:rPr>
              <a:t> </a:t>
            </a:r>
            <a:r>
              <a:rPr dirty="0" sz="2800">
                <a:solidFill>
                  <a:srgbClr val="4E3629"/>
                </a:solidFill>
                <a:latin typeface="Calibri"/>
                <a:cs typeface="Calibri"/>
              </a:rPr>
              <a:t>sin</a:t>
            </a:r>
            <a:r>
              <a:rPr dirty="0" sz="2800" spc="-6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ya</a:t>
            </a:r>
            <a:r>
              <a:rPr dirty="0" sz="2800" spc="-75">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spc="-10">
                <a:solidFill>
                  <a:srgbClr val="4E3629"/>
                </a:solidFill>
                <a:latin typeface="Calibri"/>
                <a:cs typeface="Calibri"/>
              </a:rPr>
              <a:t>aumenta</a:t>
            </a:r>
            <a:r>
              <a:rPr dirty="0" sz="2800" spc="-6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precisión</a:t>
            </a:r>
            <a:r>
              <a:rPr dirty="0" sz="2800" spc="-5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columna</a:t>
            </a:r>
            <a:endParaRPr sz="2800">
              <a:latin typeface="Calibri"/>
              <a:cs typeface="Calibri"/>
            </a:endParaRPr>
          </a:p>
        </p:txBody>
      </p:sp>
      <p:sp>
        <p:nvSpPr>
          <p:cNvPr id="6" name="object 6" descr=""/>
          <p:cNvSpPr txBox="1"/>
          <p:nvPr/>
        </p:nvSpPr>
        <p:spPr>
          <a:xfrm>
            <a:off x="483514" y="3743705"/>
            <a:ext cx="7977505"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permitiría</a:t>
            </a:r>
            <a:r>
              <a:rPr dirty="0" sz="2800" spc="-35">
                <a:solidFill>
                  <a:srgbClr val="4E3629"/>
                </a:solidFill>
                <a:latin typeface="Calibri"/>
                <a:cs typeface="Calibri"/>
              </a:rPr>
              <a:t> </a:t>
            </a:r>
            <a:r>
              <a:rPr dirty="0" sz="2800">
                <a:solidFill>
                  <a:srgbClr val="4E3629"/>
                </a:solidFill>
                <a:latin typeface="Calibri"/>
                <a:cs typeface="Calibri"/>
              </a:rPr>
              <a:t>con</a:t>
            </a:r>
            <a:r>
              <a:rPr dirty="0" sz="2800" spc="-55">
                <a:solidFill>
                  <a:srgbClr val="4E3629"/>
                </a:solidFill>
                <a:latin typeface="Calibri"/>
                <a:cs typeface="Calibri"/>
              </a:rPr>
              <a:t> </a:t>
            </a:r>
            <a:r>
              <a:rPr dirty="0" sz="2800">
                <a:solidFill>
                  <a:srgbClr val="4E3629"/>
                </a:solidFill>
                <a:latin typeface="Calibri"/>
                <a:cs typeface="Calibri"/>
              </a:rPr>
              <a:t>o</a:t>
            </a:r>
            <a:r>
              <a:rPr dirty="0" sz="2800" spc="-60">
                <a:solidFill>
                  <a:srgbClr val="4E3629"/>
                </a:solidFill>
                <a:latin typeface="Calibri"/>
                <a:cs typeface="Calibri"/>
              </a:rPr>
              <a:t> </a:t>
            </a:r>
            <a:r>
              <a:rPr dirty="0" sz="2800">
                <a:solidFill>
                  <a:srgbClr val="4E3629"/>
                </a:solidFill>
                <a:latin typeface="Calibri"/>
                <a:cs typeface="Calibri"/>
              </a:rPr>
              <a:t>sin</a:t>
            </a:r>
            <a:r>
              <a:rPr dirty="0" sz="2800" spc="-40">
                <a:solidFill>
                  <a:srgbClr val="4E3629"/>
                </a:solidFill>
                <a:latin typeface="Calibri"/>
                <a:cs typeface="Calibri"/>
              </a:rPr>
              <a:t> </a:t>
            </a:r>
            <a:r>
              <a:rPr dirty="0" sz="2800">
                <a:solidFill>
                  <a:srgbClr val="4E3629"/>
                </a:solidFill>
                <a:latin typeface="Calibri"/>
                <a:cs typeface="Calibri"/>
              </a:rPr>
              <a:t>datos,</a:t>
            </a:r>
            <a:r>
              <a:rPr dirty="0" sz="2800" spc="-50">
                <a:solidFill>
                  <a:srgbClr val="4E3629"/>
                </a:solidFill>
                <a:latin typeface="Calibri"/>
                <a:cs typeface="Calibri"/>
              </a:rPr>
              <a:t> </a:t>
            </a:r>
            <a:r>
              <a:rPr dirty="0" sz="2800">
                <a:solidFill>
                  <a:srgbClr val="4E3629"/>
                </a:solidFill>
                <a:latin typeface="Calibri"/>
                <a:cs typeface="Calibri"/>
              </a:rPr>
              <a:t>ya</a:t>
            </a:r>
            <a:r>
              <a:rPr dirty="0" sz="2800" spc="-55">
                <a:solidFill>
                  <a:srgbClr val="4E3629"/>
                </a:solidFill>
                <a:latin typeface="Calibri"/>
                <a:cs typeface="Calibri"/>
              </a:rPr>
              <a:t> </a:t>
            </a:r>
            <a:r>
              <a:rPr dirty="0" sz="2800">
                <a:solidFill>
                  <a:srgbClr val="4E3629"/>
                </a:solidFill>
                <a:latin typeface="Calibri"/>
                <a:cs typeface="Calibri"/>
              </a:rPr>
              <a:t>que</a:t>
            </a:r>
            <a:r>
              <a:rPr dirty="0" sz="2800" spc="-55">
                <a:solidFill>
                  <a:srgbClr val="4E3629"/>
                </a:solidFill>
                <a:latin typeface="Calibri"/>
                <a:cs typeface="Calibri"/>
              </a:rPr>
              <a:t> </a:t>
            </a:r>
            <a:r>
              <a:rPr dirty="0" sz="2800">
                <a:solidFill>
                  <a:srgbClr val="4E3629"/>
                </a:solidFill>
                <a:latin typeface="Calibri"/>
                <a:cs typeface="Calibri"/>
              </a:rPr>
              <a:t>solo</a:t>
            </a:r>
            <a:r>
              <a:rPr dirty="0" sz="2800" spc="-5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agrega</a:t>
            </a:r>
            <a:r>
              <a:rPr dirty="0" sz="2800" spc="-80">
                <a:solidFill>
                  <a:srgbClr val="4E3629"/>
                </a:solidFill>
                <a:latin typeface="Calibri"/>
                <a:cs typeface="Calibri"/>
              </a:rPr>
              <a:t> </a:t>
            </a:r>
            <a:r>
              <a:rPr dirty="0" sz="2800" spc="-25">
                <a:solidFill>
                  <a:srgbClr val="4E3629"/>
                </a:solidFill>
                <a:latin typeface="Calibri"/>
                <a:cs typeface="Calibri"/>
              </a:rPr>
              <a:t>un </a:t>
            </a:r>
            <a:r>
              <a:rPr dirty="0" sz="2800" spc="-25">
                <a:solidFill>
                  <a:srgbClr val="4E3629"/>
                </a:solidFill>
                <a:latin typeface="Calibri"/>
                <a:cs typeface="Calibri"/>
              </a:rPr>
              <a:t>	</a:t>
            </a:r>
            <a:r>
              <a:rPr dirty="0" sz="2800">
                <a:solidFill>
                  <a:srgbClr val="4E3629"/>
                </a:solidFill>
                <a:latin typeface="Calibri"/>
                <a:cs typeface="Calibri"/>
              </a:rPr>
              <a:t>valor</a:t>
            </a:r>
            <a:r>
              <a:rPr dirty="0" sz="2800" spc="-75">
                <a:solidFill>
                  <a:srgbClr val="4E3629"/>
                </a:solidFill>
                <a:latin typeface="Calibri"/>
                <a:cs typeface="Calibri"/>
              </a:rPr>
              <a:t> </a:t>
            </a:r>
            <a:r>
              <a:rPr dirty="0" sz="2800" spc="-10">
                <a:solidFill>
                  <a:srgbClr val="4E3629"/>
                </a:solidFill>
                <a:latin typeface="Calibri"/>
                <a:cs typeface="Calibri"/>
              </a:rPr>
              <a:t>DEFAULT</a:t>
            </a:r>
            <a:endParaRPr sz="2800">
              <a:latin typeface="Calibri"/>
              <a:cs typeface="Calibri"/>
            </a:endParaRPr>
          </a:p>
        </p:txBody>
      </p:sp>
      <p:sp>
        <p:nvSpPr>
          <p:cNvPr id="7" name="object 7" descr=""/>
          <p:cNvSpPr txBox="1"/>
          <p:nvPr/>
        </p:nvSpPr>
        <p:spPr>
          <a:xfrm>
            <a:off x="417576" y="2942844"/>
            <a:ext cx="8345805" cy="520065"/>
          </a:xfrm>
          <a:prstGeom prst="rect">
            <a:avLst/>
          </a:prstGeom>
          <a:solidFill>
            <a:srgbClr val="9DBEC4">
              <a:alpha val="50199"/>
            </a:srgbClr>
          </a:solidFill>
        </p:spPr>
        <p:txBody>
          <a:bodyPr wrap="square" lIns="0" tIns="0" rIns="0" bIns="0" rtlCol="0" vert="horz">
            <a:spAutoFit/>
          </a:bodyPr>
          <a:lstStyle/>
          <a:p>
            <a:pPr>
              <a:lnSpc>
                <a:spcPts val="183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81990">
              <a:lnSpc>
                <a:spcPct val="100000"/>
              </a:lnSpc>
            </a:pPr>
            <a:r>
              <a:rPr dirty="0" sz="1800" b="1">
                <a:solidFill>
                  <a:srgbClr val="4E3629"/>
                </a:solidFill>
                <a:latin typeface="Courier New"/>
                <a:cs typeface="Courier New"/>
              </a:rPr>
              <a:t>MODIFY</a:t>
            </a:r>
            <a:r>
              <a:rPr dirty="0" sz="1800" spc="-65" b="1">
                <a:solidFill>
                  <a:srgbClr val="4E3629"/>
                </a:solidFill>
                <a:latin typeface="Courier New"/>
                <a:cs typeface="Courier New"/>
              </a:rPr>
              <a:t> </a:t>
            </a:r>
            <a:r>
              <a:rPr dirty="0" sz="1800" b="1">
                <a:solidFill>
                  <a:srgbClr val="4E3629"/>
                </a:solidFill>
                <a:latin typeface="Courier New"/>
                <a:cs typeface="Courier New"/>
              </a:rPr>
              <a:t>(salary</a:t>
            </a:r>
            <a:r>
              <a:rPr dirty="0" sz="1800" spc="-60" b="1">
                <a:solidFill>
                  <a:srgbClr val="4E3629"/>
                </a:solidFill>
                <a:latin typeface="Courier New"/>
                <a:cs typeface="Courier New"/>
              </a:rPr>
              <a:t> </a:t>
            </a:r>
            <a:r>
              <a:rPr dirty="0" sz="1800" spc="-10" b="1">
                <a:solidFill>
                  <a:srgbClr val="4E3629"/>
                </a:solidFill>
                <a:latin typeface="Courier New"/>
                <a:cs typeface="Courier New"/>
              </a:rPr>
              <a:t>NUMBER(10,2));</a:t>
            </a:r>
            <a:endParaRPr sz="1800">
              <a:latin typeface="Courier New"/>
              <a:cs typeface="Courier New"/>
            </a:endParaRPr>
          </a:p>
        </p:txBody>
      </p:sp>
      <p:sp>
        <p:nvSpPr>
          <p:cNvPr id="8" name="object 8" descr=""/>
          <p:cNvSpPr txBox="1"/>
          <p:nvPr/>
        </p:nvSpPr>
        <p:spPr>
          <a:xfrm>
            <a:off x="417576" y="4890515"/>
            <a:ext cx="8345805" cy="520065"/>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mod_emp</a:t>
            </a:r>
            <a:endParaRPr sz="1800">
              <a:latin typeface="Courier New"/>
              <a:cs typeface="Courier New"/>
            </a:endParaRPr>
          </a:p>
          <a:p>
            <a:pPr marL="681990">
              <a:lnSpc>
                <a:spcPct val="100000"/>
              </a:lnSpc>
            </a:pPr>
            <a:r>
              <a:rPr dirty="0" sz="1800" b="1">
                <a:solidFill>
                  <a:srgbClr val="4E3629"/>
                </a:solidFill>
                <a:latin typeface="Courier New"/>
                <a:cs typeface="Courier New"/>
              </a:rPr>
              <a:t>MODIFY</a:t>
            </a:r>
            <a:r>
              <a:rPr dirty="0" sz="1800" spc="-80" b="1">
                <a:solidFill>
                  <a:srgbClr val="4E3629"/>
                </a:solidFill>
                <a:latin typeface="Courier New"/>
                <a:cs typeface="Courier New"/>
              </a:rPr>
              <a:t> </a:t>
            </a:r>
            <a:r>
              <a:rPr dirty="0" sz="1800" b="1">
                <a:solidFill>
                  <a:srgbClr val="4E3629"/>
                </a:solidFill>
                <a:latin typeface="Courier New"/>
                <a:cs typeface="Courier New"/>
              </a:rPr>
              <a:t>(salary</a:t>
            </a:r>
            <a:r>
              <a:rPr dirty="0" sz="1800" spc="-80" b="1">
                <a:solidFill>
                  <a:srgbClr val="4E3629"/>
                </a:solidFill>
                <a:latin typeface="Courier New"/>
                <a:cs typeface="Courier New"/>
              </a:rPr>
              <a:t> </a:t>
            </a:r>
            <a:r>
              <a:rPr dirty="0" sz="1800" b="1">
                <a:solidFill>
                  <a:srgbClr val="4E3629"/>
                </a:solidFill>
                <a:latin typeface="Courier New"/>
                <a:cs typeface="Courier New"/>
              </a:rPr>
              <a:t>NUMBER(8,2)</a:t>
            </a:r>
            <a:r>
              <a:rPr dirty="0" sz="1800" spc="-80" b="1">
                <a:solidFill>
                  <a:srgbClr val="4E3629"/>
                </a:solidFill>
                <a:latin typeface="Courier New"/>
                <a:cs typeface="Courier New"/>
              </a:rPr>
              <a:t> </a:t>
            </a:r>
            <a:r>
              <a:rPr dirty="0" sz="1800" b="1">
                <a:solidFill>
                  <a:srgbClr val="4E3629"/>
                </a:solidFill>
                <a:latin typeface="Courier New"/>
                <a:cs typeface="Courier New"/>
              </a:rPr>
              <a:t>DEFAULT</a:t>
            </a:r>
            <a:r>
              <a:rPr dirty="0" sz="1800" spc="-65" b="1">
                <a:solidFill>
                  <a:srgbClr val="4E3629"/>
                </a:solidFill>
                <a:latin typeface="Courier New"/>
                <a:cs typeface="Courier New"/>
              </a:rPr>
              <a:t> </a:t>
            </a:r>
            <a:r>
              <a:rPr dirty="0" sz="1800" spc="-20" b="1">
                <a:solidFill>
                  <a:srgbClr val="4E3629"/>
                </a:solidFill>
                <a:latin typeface="Courier New"/>
                <a:cs typeface="Courier New"/>
              </a:rPr>
              <a:t>50);</a:t>
            </a:r>
            <a:endParaRPr sz="1800">
              <a:latin typeface="Courier New"/>
              <a:cs typeface="Courier New"/>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ALTER</a:t>
            </a:r>
            <a:r>
              <a:rPr dirty="0" spc="-105"/>
              <a:t> </a:t>
            </a:r>
            <a:r>
              <a:rPr dirty="0" spc="-30"/>
              <a:t>TABLE:</a:t>
            </a:r>
            <a:r>
              <a:rPr dirty="0" spc="-85"/>
              <a:t> </a:t>
            </a:r>
            <a:r>
              <a:rPr dirty="0"/>
              <a:t>Borrado</a:t>
            </a:r>
            <a:r>
              <a:rPr dirty="0" spc="-100"/>
              <a:t> </a:t>
            </a:r>
            <a:r>
              <a:rPr dirty="0"/>
              <a:t>de</a:t>
            </a:r>
            <a:r>
              <a:rPr dirty="0" spc="-100"/>
              <a:t> </a:t>
            </a:r>
            <a:r>
              <a:rPr dirty="0"/>
              <a:t>una</a:t>
            </a:r>
            <a:r>
              <a:rPr dirty="0" spc="-105"/>
              <a:t> </a:t>
            </a:r>
            <a:r>
              <a:rPr dirty="0" spc="-10"/>
              <a:t>Columna</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15</a:t>
            </a:r>
          </a:p>
        </p:txBody>
      </p:sp>
      <p:sp>
        <p:nvSpPr>
          <p:cNvPr id="5" name="object 5" descr=""/>
          <p:cNvSpPr txBox="1"/>
          <p:nvPr/>
        </p:nvSpPr>
        <p:spPr>
          <a:xfrm>
            <a:off x="483514" y="1393907"/>
            <a:ext cx="7954009" cy="2656840"/>
          </a:xfrm>
          <a:prstGeom prst="rect">
            <a:avLst/>
          </a:prstGeom>
        </p:spPr>
        <p:txBody>
          <a:bodyPr wrap="square" lIns="0" tIns="34290" rIns="0" bIns="0" rtlCol="0" vert="horz">
            <a:spAutoFit/>
          </a:bodyPr>
          <a:lstStyle/>
          <a:p>
            <a:pPr marL="184150" indent="-171450">
              <a:lnSpc>
                <a:spcPct val="100000"/>
              </a:lnSpc>
              <a:spcBef>
                <a:spcPts val="270"/>
              </a:spcBef>
              <a:buClr>
                <a:srgbClr val="D1350F"/>
              </a:buClr>
              <a:buFont typeface="Arial MT"/>
              <a:buChar char="•"/>
              <a:tabLst>
                <a:tab pos="184150" algn="l"/>
              </a:tabLst>
            </a:pPr>
            <a:r>
              <a:rPr dirty="0" sz="2800">
                <a:solidFill>
                  <a:srgbClr val="4E3629"/>
                </a:solidFill>
                <a:latin typeface="Calibri"/>
                <a:cs typeface="Calibri"/>
              </a:rPr>
              <a:t>Al</a:t>
            </a:r>
            <a:r>
              <a:rPr dirty="0" sz="2800" spc="-65">
                <a:solidFill>
                  <a:srgbClr val="4E3629"/>
                </a:solidFill>
                <a:latin typeface="Calibri"/>
                <a:cs typeface="Calibri"/>
              </a:rPr>
              <a:t> </a:t>
            </a:r>
            <a:r>
              <a:rPr dirty="0" sz="2800">
                <a:solidFill>
                  <a:srgbClr val="4E3629"/>
                </a:solidFill>
                <a:latin typeface="Calibri"/>
                <a:cs typeface="Calibri"/>
              </a:rPr>
              <a:t>borrar</a:t>
            </a:r>
            <a:r>
              <a:rPr dirty="0" sz="2800" spc="-60">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columna</a:t>
            </a:r>
            <a:r>
              <a:rPr dirty="0" sz="2800" spc="-5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aplican</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spc="-10">
                <a:solidFill>
                  <a:srgbClr val="4E3629"/>
                </a:solidFill>
                <a:latin typeface="Calibri"/>
                <a:cs typeface="Calibri"/>
              </a:rPr>
              <a:t>siguientes</a:t>
            </a:r>
            <a:r>
              <a:rPr dirty="0" sz="2800" spc="-50">
                <a:solidFill>
                  <a:srgbClr val="4E3629"/>
                </a:solidFill>
                <a:latin typeface="Calibri"/>
                <a:cs typeface="Calibri"/>
              </a:rPr>
              <a:t> </a:t>
            </a:r>
            <a:r>
              <a:rPr dirty="0" sz="2800" spc="-10">
                <a:solidFill>
                  <a:srgbClr val="4E3629"/>
                </a:solidFill>
                <a:latin typeface="Calibri"/>
                <a:cs typeface="Calibri"/>
              </a:rPr>
              <a:t>reglas:</a:t>
            </a:r>
            <a:endParaRPr sz="2800">
              <a:latin typeface="Calibri"/>
              <a:cs typeface="Calibri"/>
            </a:endParaRPr>
          </a:p>
          <a:p>
            <a:pPr marL="355600">
              <a:lnSpc>
                <a:spcPct val="100000"/>
              </a:lnSpc>
              <a:spcBef>
                <a:spcPts val="145"/>
              </a:spcBef>
            </a:pPr>
            <a:r>
              <a:rPr dirty="0" sz="2400">
                <a:solidFill>
                  <a:srgbClr val="D1350F"/>
                </a:solidFill>
                <a:latin typeface="Calibri"/>
                <a:cs typeface="Calibri"/>
              </a:rPr>
              <a:t>−</a:t>
            </a:r>
            <a:r>
              <a:rPr dirty="0" sz="2400">
                <a:solidFill>
                  <a:srgbClr val="4E3629"/>
                </a:solidFill>
                <a:latin typeface="Calibri"/>
                <a:cs typeface="Calibri"/>
              </a:rPr>
              <a:t>Se</a:t>
            </a:r>
            <a:r>
              <a:rPr dirty="0" sz="2400" spc="-40">
                <a:solidFill>
                  <a:srgbClr val="4E3629"/>
                </a:solidFill>
                <a:latin typeface="Calibri"/>
                <a:cs typeface="Calibri"/>
              </a:rPr>
              <a:t> </a:t>
            </a:r>
            <a:r>
              <a:rPr dirty="0" sz="2400">
                <a:solidFill>
                  <a:srgbClr val="4E3629"/>
                </a:solidFill>
                <a:latin typeface="Calibri"/>
                <a:cs typeface="Calibri"/>
              </a:rPr>
              <a:t>puede</a:t>
            </a:r>
            <a:r>
              <a:rPr dirty="0" sz="2400" spc="-10">
                <a:solidFill>
                  <a:srgbClr val="4E3629"/>
                </a:solidFill>
                <a:latin typeface="Calibri"/>
                <a:cs typeface="Calibri"/>
              </a:rPr>
              <a:t> </a:t>
            </a:r>
            <a:r>
              <a:rPr dirty="0" sz="2400">
                <a:solidFill>
                  <a:srgbClr val="4E3629"/>
                </a:solidFill>
                <a:latin typeface="Calibri"/>
                <a:cs typeface="Calibri"/>
              </a:rPr>
              <a:t>borrar</a:t>
            </a:r>
            <a:r>
              <a:rPr dirty="0" sz="2400" spc="-35">
                <a:solidFill>
                  <a:srgbClr val="4E3629"/>
                </a:solidFill>
                <a:latin typeface="Calibri"/>
                <a:cs typeface="Calibri"/>
              </a:rPr>
              <a:t> </a:t>
            </a:r>
            <a:r>
              <a:rPr dirty="0" sz="2400">
                <a:solidFill>
                  <a:srgbClr val="4E3629"/>
                </a:solidFill>
                <a:latin typeface="Calibri"/>
                <a:cs typeface="Calibri"/>
              </a:rPr>
              <a:t>una</a:t>
            </a:r>
            <a:r>
              <a:rPr dirty="0" sz="2400" spc="-30">
                <a:solidFill>
                  <a:srgbClr val="4E3629"/>
                </a:solidFill>
                <a:latin typeface="Calibri"/>
                <a:cs typeface="Calibri"/>
              </a:rPr>
              <a:t> </a:t>
            </a:r>
            <a:r>
              <a:rPr dirty="0" sz="2400">
                <a:solidFill>
                  <a:srgbClr val="4E3629"/>
                </a:solidFill>
                <a:latin typeface="Calibri"/>
                <a:cs typeface="Calibri"/>
              </a:rPr>
              <a:t>columna</a:t>
            </a:r>
            <a:r>
              <a:rPr dirty="0" sz="2400" spc="-40">
                <a:solidFill>
                  <a:srgbClr val="4E3629"/>
                </a:solidFill>
                <a:latin typeface="Calibri"/>
                <a:cs typeface="Calibri"/>
              </a:rPr>
              <a:t> </a:t>
            </a:r>
            <a:r>
              <a:rPr dirty="0" sz="2400">
                <a:solidFill>
                  <a:srgbClr val="4E3629"/>
                </a:solidFill>
                <a:latin typeface="Calibri"/>
                <a:cs typeface="Calibri"/>
              </a:rPr>
              <a:t>que</a:t>
            </a:r>
            <a:r>
              <a:rPr dirty="0" sz="2400" spc="-15">
                <a:solidFill>
                  <a:srgbClr val="4E3629"/>
                </a:solidFill>
                <a:latin typeface="Calibri"/>
                <a:cs typeface="Calibri"/>
              </a:rPr>
              <a:t> </a:t>
            </a:r>
            <a:r>
              <a:rPr dirty="0" sz="2400" spc="-10">
                <a:solidFill>
                  <a:srgbClr val="4E3629"/>
                </a:solidFill>
                <a:latin typeface="Calibri"/>
                <a:cs typeface="Calibri"/>
              </a:rPr>
              <a:t>contenga</a:t>
            </a:r>
            <a:r>
              <a:rPr dirty="0" sz="2400" spc="-40">
                <a:solidFill>
                  <a:srgbClr val="4E3629"/>
                </a:solidFill>
                <a:latin typeface="Calibri"/>
                <a:cs typeface="Calibri"/>
              </a:rPr>
              <a:t> </a:t>
            </a:r>
            <a:r>
              <a:rPr dirty="0" sz="2400" spc="-10">
                <a:solidFill>
                  <a:srgbClr val="4E3629"/>
                </a:solidFill>
                <a:latin typeface="Calibri"/>
                <a:cs typeface="Calibri"/>
              </a:rPr>
              <a:t>datos</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Solo</a:t>
            </a:r>
            <a:r>
              <a:rPr dirty="0" sz="2400" spc="-25">
                <a:solidFill>
                  <a:srgbClr val="4E3629"/>
                </a:solidFill>
                <a:latin typeface="Calibri"/>
                <a:cs typeface="Calibri"/>
              </a:rPr>
              <a:t> </a:t>
            </a:r>
            <a:r>
              <a:rPr dirty="0" sz="2400">
                <a:solidFill>
                  <a:srgbClr val="4E3629"/>
                </a:solidFill>
                <a:latin typeface="Calibri"/>
                <a:cs typeface="Calibri"/>
              </a:rPr>
              <a:t>se</a:t>
            </a:r>
            <a:r>
              <a:rPr dirty="0" sz="2400" spc="-10">
                <a:solidFill>
                  <a:srgbClr val="4E3629"/>
                </a:solidFill>
                <a:latin typeface="Calibri"/>
                <a:cs typeface="Calibri"/>
              </a:rPr>
              <a:t> </a:t>
            </a:r>
            <a:r>
              <a:rPr dirty="0" sz="2400">
                <a:solidFill>
                  <a:srgbClr val="4E3629"/>
                </a:solidFill>
                <a:latin typeface="Calibri"/>
                <a:cs typeface="Calibri"/>
              </a:rPr>
              <a:t>puede</a:t>
            </a:r>
            <a:r>
              <a:rPr dirty="0" sz="2400" spc="-10">
                <a:solidFill>
                  <a:srgbClr val="4E3629"/>
                </a:solidFill>
                <a:latin typeface="Calibri"/>
                <a:cs typeface="Calibri"/>
              </a:rPr>
              <a:t> </a:t>
            </a:r>
            <a:r>
              <a:rPr dirty="0" sz="2400">
                <a:solidFill>
                  <a:srgbClr val="4E3629"/>
                </a:solidFill>
                <a:latin typeface="Calibri"/>
                <a:cs typeface="Calibri"/>
              </a:rPr>
              <a:t>borrar</a:t>
            </a:r>
            <a:r>
              <a:rPr dirty="0" sz="2400" spc="-25">
                <a:solidFill>
                  <a:srgbClr val="4E3629"/>
                </a:solidFill>
                <a:latin typeface="Calibri"/>
                <a:cs typeface="Calibri"/>
              </a:rPr>
              <a:t> </a:t>
            </a:r>
            <a:r>
              <a:rPr dirty="0" sz="2400">
                <a:solidFill>
                  <a:srgbClr val="4E3629"/>
                </a:solidFill>
                <a:latin typeface="Calibri"/>
                <a:cs typeface="Calibri"/>
              </a:rPr>
              <a:t>una</a:t>
            </a:r>
            <a:r>
              <a:rPr dirty="0" sz="2400" spc="-10">
                <a:solidFill>
                  <a:srgbClr val="4E3629"/>
                </a:solidFill>
                <a:latin typeface="Calibri"/>
                <a:cs typeface="Calibri"/>
              </a:rPr>
              <a:t> </a:t>
            </a:r>
            <a:r>
              <a:rPr dirty="0" sz="2400">
                <a:solidFill>
                  <a:srgbClr val="4E3629"/>
                </a:solidFill>
                <a:latin typeface="Calibri"/>
                <a:cs typeface="Calibri"/>
              </a:rPr>
              <a:t>columna</a:t>
            </a:r>
            <a:r>
              <a:rPr dirty="0" sz="2400" spc="-10">
                <a:solidFill>
                  <a:srgbClr val="4E3629"/>
                </a:solidFill>
                <a:latin typeface="Calibri"/>
                <a:cs typeface="Calibri"/>
              </a:rPr>
              <a:t> </a:t>
            </a:r>
            <a:r>
              <a:rPr dirty="0" sz="2400">
                <a:solidFill>
                  <a:srgbClr val="4E3629"/>
                </a:solidFill>
                <a:latin typeface="Calibri"/>
                <a:cs typeface="Calibri"/>
              </a:rPr>
              <a:t>cada</a:t>
            </a:r>
            <a:r>
              <a:rPr dirty="0" sz="2400" spc="-25">
                <a:solidFill>
                  <a:srgbClr val="4E3629"/>
                </a:solidFill>
                <a:latin typeface="Calibri"/>
                <a:cs typeface="Calibri"/>
              </a:rPr>
              <a:t> vez</a:t>
            </a:r>
            <a:endParaRPr sz="2400">
              <a:latin typeface="Calibri"/>
              <a:cs typeface="Calibri"/>
            </a:endParaRPr>
          </a:p>
          <a:p>
            <a:pPr marL="530860" marR="567690" indent="-175260">
              <a:lnSpc>
                <a:spcPts val="2590"/>
              </a:lnSpc>
              <a:spcBef>
                <a:spcPts val="434"/>
              </a:spcBef>
            </a:pPr>
            <a:r>
              <a:rPr dirty="0" sz="2400" spc="50">
                <a:solidFill>
                  <a:srgbClr val="D1350F"/>
                </a:solidFill>
                <a:latin typeface="Calibri"/>
                <a:cs typeface="Calibri"/>
              </a:rPr>
              <a:t>−</a:t>
            </a:r>
            <a:r>
              <a:rPr dirty="0" sz="2400" spc="50">
                <a:solidFill>
                  <a:srgbClr val="4E3629"/>
                </a:solidFill>
                <a:latin typeface="Calibri"/>
                <a:cs typeface="Calibri"/>
              </a:rPr>
              <a:t>No</a:t>
            </a:r>
            <a:r>
              <a:rPr dirty="0" sz="2400" spc="-50">
                <a:solidFill>
                  <a:srgbClr val="4E3629"/>
                </a:solidFill>
                <a:latin typeface="Calibri"/>
                <a:cs typeface="Calibri"/>
              </a:rPr>
              <a:t> </a:t>
            </a:r>
            <a:r>
              <a:rPr dirty="0" sz="2400">
                <a:solidFill>
                  <a:srgbClr val="4E3629"/>
                </a:solidFill>
                <a:latin typeface="Calibri"/>
                <a:cs typeface="Calibri"/>
              </a:rPr>
              <a:t>puede</a:t>
            </a:r>
            <a:r>
              <a:rPr dirty="0" sz="2400" spc="-30">
                <a:solidFill>
                  <a:srgbClr val="4E3629"/>
                </a:solidFill>
                <a:latin typeface="Calibri"/>
                <a:cs typeface="Calibri"/>
              </a:rPr>
              <a:t> </a:t>
            </a:r>
            <a:r>
              <a:rPr dirty="0" sz="2400">
                <a:solidFill>
                  <a:srgbClr val="4E3629"/>
                </a:solidFill>
                <a:latin typeface="Calibri"/>
                <a:cs typeface="Calibri"/>
              </a:rPr>
              <a:t>borrar</a:t>
            </a:r>
            <a:r>
              <a:rPr dirty="0" sz="2400" spc="-45">
                <a:solidFill>
                  <a:srgbClr val="4E3629"/>
                </a:solidFill>
                <a:latin typeface="Calibri"/>
                <a:cs typeface="Calibri"/>
              </a:rPr>
              <a:t> </a:t>
            </a:r>
            <a:r>
              <a:rPr dirty="0" sz="2400">
                <a:solidFill>
                  <a:srgbClr val="4E3629"/>
                </a:solidFill>
                <a:latin typeface="Calibri"/>
                <a:cs typeface="Calibri"/>
              </a:rPr>
              <a:t>todas</a:t>
            </a:r>
            <a:r>
              <a:rPr dirty="0" sz="2400" spc="-50">
                <a:solidFill>
                  <a:srgbClr val="4E3629"/>
                </a:solidFill>
                <a:latin typeface="Calibri"/>
                <a:cs typeface="Calibri"/>
              </a:rPr>
              <a:t> </a:t>
            </a:r>
            <a:r>
              <a:rPr dirty="0" sz="2400">
                <a:solidFill>
                  <a:srgbClr val="4E3629"/>
                </a:solidFill>
                <a:latin typeface="Calibri"/>
                <a:cs typeface="Calibri"/>
              </a:rPr>
              <a:t>las</a:t>
            </a:r>
            <a:r>
              <a:rPr dirty="0" sz="2400" spc="-50">
                <a:solidFill>
                  <a:srgbClr val="4E3629"/>
                </a:solidFill>
                <a:latin typeface="Calibri"/>
                <a:cs typeface="Calibri"/>
              </a:rPr>
              <a:t> </a:t>
            </a:r>
            <a:r>
              <a:rPr dirty="0" sz="2400">
                <a:solidFill>
                  <a:srgbClr val="4E3629"/>
                </a:solidFill>
                <a:latin typeface="Calibri"/>
                <a:cs typeface="Calibri"/>
              </a:rPr>
              <a:t>columnas</a:t>
            </a:r>
            <a:r>
              <a:rPr dirty="0" sz="2400" spc="-45">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a:solidFill>
                  <a:srgbClr val="4E3629"/>
                </a:solidFill>
                <a:latin typeface="Calibri"/>
                <a:cs typeface="Calibri"/>
              </a:rPr>
              <a:t>una</a:t>
            </a:r>
            <a:r>
              <a:rPr dirty="0" sz="2400" spc="-45">
                <a:solidFill>
                  <a:srgbClr val="4E3629"/>
                </a:solidFill>
                <a:latin typeface="Calibri"/>
                <a:cs typeface="Calibri"/>
              </a:rPr>
              <a:t> </a:t>
            </a:r>
            <a:r>
              <a:rPr dirty="0" sz="2400">
                <a:solidFill>
                  <a:srgbClr val="4E3629"/>
                </a:solidFill>
                <a:latin typeface="Calibri"/>
                <a:cs typeface="Calibri"/>
              </a:rPr>
              <a:t>tabla;</a:t>
            </a:r>
            <a:r>
              <a:rPr dirty="0" sz="2400" spc="-55">
                <a:solidFill>
                  <a:srgbClr val="4E3629"/>
                </a:solidFill>
                <a:latin typeface="Calibri"/>
                <a:cs typeface="Calibri"/>
              </a:rPr>
              <a:t> </a:t>
            </a:r>
            <a:r>
              <a:rPr dirty="0" sz="2400" spc="-20">
                <a:solidFill>
                  <a:srgbClr val="4E3629"/>
                </a:solidFill>
                <a:latin typeface="Calibri"/>
                <a:cs typeface="Calibri"/>
              </a:rPr>
              <a:t>debe </a:t>
            </a:r>
            <a:r>
              <a:rPr dirty="0" sz="2400">
                <a:solidFill>
                  <a:srgbClr val="4E3629"/>
                </a:solidFill>
                <a:latin typeface="Calibri"/>
                <a:cs typeface="Calibri"/>
              </a:rPr>
              <a:t>permanecer</a:t>
            </a:r>
            <a:r>
              <a:rPr dirty="0" sz="2400" spc="-70">
                <a:solidFill>
                  <a:srgbClr val="4E3629"/>
                </a:solidFill>
                <a:latin typeface="Calibri"/>
                <a:cs typeface="Calibri"/>
              </a:rPr>
              <a:t> </a:t>
            </a:r>
            <a:r>
              <a:rPr dirty="0" sz="2400">
                <a:solidFill>
                  <a:srgbClr val="4E3629"/>
                </a:solidFill>
                <a:latin typeface="Calibri"/>
                <a:cs typeface="Calibri"/>
              </a:rPr>
              <a:t>al</a:t>
            </a:r>
            <a:r>
              <a:rPr dirty="0" sz="2400" spc="-50">
                <a:solidFill>
                  <a:srgbClr val="4E3629"/>
                </a:solidFill>
                <a:latin typeface="Calibri"/>
                <a:cs typeface="Calibri"/>
              </a:rPr>
              <a:t> </a:t>
            </a:r>
            <a:r>
              <a:rPr dirty="0" sz="2400">
                <a:solidFill>
                  <a:srgbClr val="4E3629"/>
                </a:solidFill>
                <a:latin typeface="Calibri"/>
                <a:cs typeface="Calibri"/>
              </a:rPr>
              <a:t>menos</a:t>
            </a:r>
            <a:r>
              <a:rPr dirty="0" sz="2400" spc="-55">
                <a:solidFill>
                  <a:srgbClr val="4E3629"/>
                </a:solidFill>
                <a:latin typeface="Calibri"/>
                <a:cs typeface="Calibri"/>
              </a:rPr>
              <a:t> </a:t>
            </a:r>
            <a:r>
              <a:rPr dirty="0" sz="2400">
                <a:solidFill>
                  <a:srgbClr val="4E3629"/>
                </a:solidFill>
                <a:latin typeface="Calibri"/>
                <a:cs typeface="Calibri"/>
              </a:rPr>
              <a:t>una</a:t>
            </a:r>
            <a:r>
              <a:rPr dirty="0" sz="2400" spc="-50">
                <a:solidFill>
                  <a:srgbClr val="4E3629"/>
                </a:solidFill>
                <a:latin typeface="Calibri"/>
                <a:cs typeface="Calibri"/>
              </a:rPr>
              <a:t> </a:t>
            </a:r>
            <a:r>
              <a:rPr dirty="0" sz="2400" spc="-10">
                <a:solidFill>
                  <a:srgbClr val="4E3629"/>
                </a:solidFill>
                <a:latin typeface="Calibri"/>
                <a:cs typeface="Calibri"/>
              </a:rPr>
              <a:t>columna</a:t>
            </a:r>
            <a:endParaRPr sz="2400">
              <a:latin typeface="Calibri"/>
              <a:cs typeface="Calibri"/>
            </a:endParaRPr>
          </a:p>
          <a:p>
            <a:pPr marL="530860" marR="45720" indent="-175260">
              <a:lnSpc>
                <a:spcPts val="2590"/>
              </a:lnSpc>
              <a:spcBef>
                <a:spcPts val="415"/>
              </a:spcBef>
            </a:pPr>
            <a:r>
              <a:rPr dirty="0" sz="2400">
                <a:solidFill>
                  <a:srgbClr val="D1350F"/>
                </a:solidFill>
                <a:latin typeface="Calibri"/>
                <a:cs typeface="Calibri"/>
              </a:rPr>
              <a:t>−</a:t>
            </a:r>
            <a:r>
              <a:rPr dirty="0" sz="2400">
                <a:solidFill>
                  <a:srgbClr val="4E3629"/>
                </a:solidFill>
                <a:latin typeface="Calibri"/>
                <a:cs typeface="Calibri"/>
              </a:rPr>
              <a:t>Una</a:t>
            </a:r>
            <a:r>
              <a:rPr dirty="0" sz="2400" spc="-45">
                <a:solidFill>
                  <a:srgbClr val="4E3629"/>
                </a:solidFill>
                <a:latin typeface="Calibri"/>
                <a:cs typeface="Calibri"/>
              </a:rPr>
              <a:t> </a:t>
            </a:r>
            <a:r>
              <a:rPr dirty="0" sz="2400">
                <a:solidFill>
                  <a:srgbClr val="4E3629"/>
                </a:solidFill>
                <a:latin typeface="Calibri"/>
                <a:cs typeface="Calibri"/>
              </a:rPr>
              <a:t>vez</a:t>
            </a:r>
            <a:r>
              <a:rPr dirty="0" sz="2400" spc="-30">
                <a:solidFill>
                  <a:srgbClr val="4E3629"/>
                </a:solidFill>
                <a:latin typeface="Calibri"/>
                <a:cs typeface="Calibri"/>
              </a:rPr>
              <a:t> </a:t>
            </a:r>
            <a:r>
              <a:rPr dirty="0" sz="2400">
                <a:solidFill>
                  <a:srgbClr val="4E3629"/>
                </a:solidFill>
                <a:latin typeface="Calibri"/>
                <a:cs typeface="Calibri"/>
              </a:rPr>
              <a:t>borrada</a:t>
            </a:r>
            <a:r>
              <a:rPr dirty="0" sz="2400" spc="-45">
                <a:solidFill>
                  <a:srgbClr val="4E3629"/>
                </a:solidFill>
                <a:latin typeface="Calibri"/>
                <a:cs typeface="Calibri"/>
              </a:rPr>
              <a:t> </a:t>
            </a:r>
            <a:r>
              <a:rPr dirty="0" sz="2400">
                <a:solidFill>
                  <a:srgbClr val="4E3629"/>
                </a:solidFill>
                <a:latin typeface="Calibri"/>
                <a:cs typeface="Calibri"/>
              </a:rPr>
              <a:t>la</a:t>
            </a:r>
            <a:r>
              <a:rPr dirty="0" sz="2400" spc="-40">
                <a:solidFill>
                  <a:srgbClr val="4E3629"/>
                </a:solidFill>
                <a:latin typeface="Calibri"/>
                <a:cs typeface="Calibri"/>
              </a:rPr>
              <a:t> </a:t>
            </a:r>
            <a:r>
              <a:rPr dirty="0" sz="2400">
                <a:solidFill>
                  <a:srgbClr val="4E3629"/>
                </a:solidFill>
                <a:latin typeface="Calibri"/>
                <a:cs typeface="Calibri"/>
              </a:rPr>
              <a:t>columna,</a:t>
            </a:r>
            <a:r>
              <a:rPr dirty="0" sz="2400" spc="-50">
                <a:solidFill>
                  <a:srgbClr val="4E3629"/>
                </a:solidFill>
                <a:latin typeface="Calibri"/>
                <a:cs typeface="Calibri"/>
              </a:rPr>
              <a:t> </a:t>
            </a:r>
            <a:r>
              <a:rPr dirty="0" sz="2400">
                <a:solidFill>
                  <a:srgbClr val="4E3629"/>
                </a:solidFill>
                <a:latin typeface="Calibri"/>
                <a:cs typeface="Calibri"/>
              </a:rPr>
              <a:t>los</a:t>
            </a:r>
            <a:r>
              <a:rPr dirty="0" sz="2400" spc="-40">
                <a:solidFill>
                  <a:srgbClr val="4E3629"/>
                </a:solidFill>
                <a:latin typeface="Calibri"/>
                <a:cs typeface="Calibri"/>
              </a:rPr>
              <a:t> </a:t>
            </a:r>
            <a:r>
              <a:rPr dirty="0" sz="2400">
                <a:solidFill>
                  <a:srgbClr val="4E3629"/>
                </a:solidFill>
                <a:latin typeface="Calibri"/>
                <a:cs typeface="Calibri"/>
              </a:rPr>
              <a:t>valores</a:t>
            </a:r>
            <a:r>
              <a:rPr dirty="0" sz="2400" spc="-40">
                <a:solidFill>
                  <a:srgbClr val="4E3629"/>
                </a:solidFill>
                <a:latin typeface="Calibri"/>
                <a:cs typeface="Calibri"/>
              </a:rPr>
              <a:t> </a:t>
            </a:r>
            <a:r>
              <a:rPr dirty="0" sz="2400">
                <a:solidFill>
                  <a:srgbClr val="4E3629"/>
                </a:solidFill>
                <a:latin typeface="Calibri"/>
                <a:cs typeface="Calibri"/>
              </a:rPr>
              <a:t>de</a:t>
            </a:r>
            <a:r>
              <a:rPr dirty="0" sz="2400" spc="-40">
                <a:solidFill>
                  <a:srgbClr val="4E3629"/>
                </a:solidFill>
                <a:latin typeface="Calibri"/>
                <a:cs typeface="Calibri"/>
              </a:rPr>
              <a:t> </a:t>
            </a:r>
            <a:r>
              <a:rPr dirty="0" sz="2400">
                <a:solidFill>
                  <a:srgbClr val="4E3629"/>
                </a:solidFill>
                <a:latin typeface="Calibri"/>
                <a:cs typeface="Calibri"/>
              </a:rPr>
              <a:t>datos</a:t>
            </a:r>
            <a:r>
              <a:rPr dirty="0" sz="2400" spc="-45">
                <a:solidFill>
                  <a:srgbClr val="4E3629"/>
                </a:solidFill>
                <a:latin typeface="Calibri"/>
                <a:cs typeface="Calibri"/>
              </a:rPr>
              <a:t> </a:t>
            </a:r>
            <a:r>
              <a:rPr dirty="0" sz="2400">
                <a:solidFill>
                  <a:srgbClr val="4E3629"/>
                </a:solidFill>
                <a:latin typeface="Calibri"/>
                <a:cs typeface="Calibri"/>
              </a:rPr>
              <a:t>de</a:t>
            </a:r>
            <a:r>
              <a:rPr dirty="0" sz="2400" spc="-35">
                <a:solidFill>
                  <a:srgbClr val="4E3629"/>
                </a:solidFill>
                <a:latin typeface="Calibri"/>
                <a:cs typeface="Calibri"/>
              </a:rPr>
              <a:t> </a:t>
            </a:r>
            <a:r>
              <a:rPr dirty="0" sz="2400">
                <a:solidFill>
                  <a:srgbClr val="4E3629"/>
                </a:solidFill>
                <a:latin typeface="Calibri"/>
                <a:cs typeface="Calibri"/>
              </a:rPr>
              <a:t>esta</a:t>
            </a:r>
            <a:r>
              <a:rPr dirty="0" sz="2400" spc="-45">
                <a:solidFill>
                  <a:srgbClr val="4E3629"/>
                </a:solidFill>
                <a:latin typeface="Calibri"/>
                <a:cs typeface="Calibri"/>
              </a:rPr>
              <a:t> </a:t>
            </a:r>
            <a:r>
              <a:rPr dirty="0" sz="2400" spc="-25">
                <a:solidFill>
                  <a:srgbClr val="4E3629"/>
                </a:solidFill>
                <a:latin typeface="Calibri"/>
                <a:cs typeface="Calibri"/>
              </a:rPr>
              <a:t>no </a:t>
            </a:r>
            <a:r>
              <a:rPr dirty="0" sz="2400">
                <a:solidFill>
                  <a:srgbClr val="4E3629"/>
                </a:solidFill>
                <a:latin typeface="Calibri"/>
                <a:cs typeface="Calibri"/>
              </a:rPr>
              <a:t>se</a:t>
            </a:r>
            <a:r>
              <a:rPr dirty="0" sz="2400" spc="-65">
                <a:solidFill>
                  <a:srgbClr val="4E3629"/>
                </a:solidFill>
                <a:latin typeface="Calibri"/>
                <a:cs typeface="Calibri"/>
              </a:rPr>
              <a:t> </a:t>
            </a:r>
            <a:r>
              <a:rPr dirty="0" sz="2400">
                <a:solidFill>
                  <a:srgbClr val="4E3629"/>
                </a:solidFill>
                <a:latin typeface="Calibri"/>
                <a:cs typeface="Calibri"/>
              </a:rPr>
              <a:t>pueden</a:t>
            </a:r>
            <a:r>
              <a:rPr dirty="0" sz="2400" spc="-55">
                <a:solidFill>
                  <a:srgbClr val="4E3629"/>
                </a:solidFill>
                <a:latin typeface="Calibri"/>
                <a:cs typeface="Calibri"/>
              </a:rPr>
              <a:t> </a:t>
            </a:r>
            <a:r>
              <a:rPr dirty="0" sz="2400" spc="-10">
                <a:solidFill>
                  <a:srgbClr val="4E3629"/>
                </a:solidFill>
                <a:latin typeface="Calibri"/>
                <a:cs typeface="Calibri"/>
              </a:rPr>
              <a:t>recuperar</a:t>
            </a:r>
            <a:endParaRPr sz="2400">
              <a:latin typeface="Calibri"/>
              <a:cs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30"/>
              <a:t>ALTER</a:t>
            </a:r>
            <a:r>
              <a:rPr dirty="0" spc="-105"/>
              <a:t> </a:t>
            </a:r>
            <a:r>
              <a:rPr dirty="0" spc="-30"/>
              <a:t>TABLE:</a:t>
            </a:r>
            <a:r>
              <a:rPr dirty="0" spc="-85"/>
              <a:t> </a:t>
            </a:r>
            <a:r>
              <a:rPr dirty="0"/>
              <a:t>Borrado</a:t>
            </a:r>
            <a:r>
              <a:rPr dirty="0" spc="-100"/>
              <a:t> </a:t>
            </a:r>
            <a:r>
              <a:rPr dirty="0"/>
              <a:t>de</a:t>
            </a:r>
            <a:r>
              <a:rPr dirty="0" spc="-100"/>
              <a:t> </a:t>
            </a:r>
            <a:r>
              <a:rPr dirty="0"/>
              <a:t>una</a:t>
            </a:r>
            <a:r>
              <a:rPr dirty="0" spc="-105"/>
              <a:t> </a:t>
            </a:r>
            <a:r>
              <a:rPr dirty="0" spc="-10"/>
              <a:t>Columna</a:t>
            </a:r>
          </a:p>
        </p:txBody>
      </p:sp>
      <p:sp>
        <p:nvSpPr>
          <p:cNvPr id="10" name="object 10"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16</a:t>
            </a:r>
          </a:p>
        </p:txBody>
      </p:sp>
      <p:sp>
        <p:nvSpPr>
          <p:cNvPr id="5" name="object 5" descr=""/>
          <p:cNvSpPr txBox="1"/>
          <p:nvPr/>
        </p:nvSpPr>
        <p:spPr>
          <a:xfrm>
            <a:off x="483514" y="1415923"/>
            <a:ext cx="2011045"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a:solidFill>
                  <a:srgbClr val="4E3629"/>
                </a:solidFill>
                <a:latin typeface="Calibri"/>
                <a:cs typeface="Calibri"/>
              </a:rPr>
              <a:t>Sintaxis</a:t>
            </a:r>
            <a:r>
              <a:rPr dirty="0" sz="2800" spc="-130">
                <a:solidFill>
                  <a:srgbClr val="4E3629"/>
                </a:solidFill>
                <a:latin typeface="Calibri"/>
                <a:cs typeface="Calibri"/>
              </a:rPr>
              <a:t> </a:t>
            </a:r>
            <a:r>
              <a:rPr dirty="0" sz="2800" spc="-20">
                <a:solidFill>
                  <a:srgbClr val="4E3629"/>
                </a:solidFill>
                <a:latin typeface="Calibri"/>
                <a:cs typeface="Calibri"/>
              </a:rPr>
              <a:t>SQL:</a:t>
            </a:r>
            <a:endParaRPr sz="2800">
              <a:latin typeface="Calibri"/>
              <a:cs typeface="Calibri"/>
            </a:endParaRPr>
          </a:p>
        </p:txBody>
      </p:sp>
      <p:sp>
        <p:nvSpPr>
          <p:cNvPr id="6" name="object 6" descr=""/>
          <p:cNvSpPr txBox="1"/>
          <p:nvPr/>
        </p:nvSpPr>
        <p:spPr>
          <a:xfrm>
            <a:off x="483514" y="2873120"/>
            <a:ext cx="203708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a:solidFill>
                  <a:srgbClr val="4E3629"/>
                </a:solidFill>
                <a:latin typeface="Calibri"/>
                <a:cs typeface="Calibri"/>
              </a:rPr>
              <a:t>Por</a:t>
            </a:r>
            <a:r>
              <a:rPr dirty="0" sz="2800" spc="-95">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p:txBody>
      </p:sp>
      <p:sp>
        <p:nvSpPr>
          <p:cNvPr id="7" name="object 7" descr=""/>
          <p:cNvSpPr txBox="1"/>
          <p:nvPr/>
        </p:nvSpPr>
        <p:spPr>
          <a:xfrm>
            <a:off x="405384" y="2071116"/>
            <a:ext cx="8345805" cy="520065"/>
          </a:xfrm>
          <a:prstGeom prst="rect">
            <a:avLst/>
          </a:prstGeom>
          <a:solidFill>
            <a:srgbClr val="9DBEC4">
              <a:alpha val="50199"/>
            </a:srgbClr>
          </a:solidFill>
        </p:spPr>
        <p:txBody>
          <a:bodyPr wrap="square" lIns="0" tIns="0" rIns="0" bIns="0" rtlCol="0" vert="horz">
            <a:spAutoFit/>
          </a:bodyPr>
          <a:lstStyle/>
          <a:p>
            <a:pPr>
              <a:lnSpc>
                <a:spcPts val="1839"/>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tablename</a:t>
            </a:r>
            <a:endParaRPr sz="1800">
              <a:latin typeface="Courier New"/>
              <a:cs typeface="Courier New"/>
            </a:endParaRPr>
          </a:p>
          <a:p>
            <a:pPr>
              <a:lnSpc>
                <a:spcPct val="100000"/>
              </a:lnSpc>
            </a:pPr>
            <a:r>
              <a:rPr dirty="0" sz="1800" b="1">
                <a:solidFill>
                  <a:srgbClr val="4E3629"/>
                </a:solidFill>
                <a:latin typeface="Courier New"/>
                <a:cs typeface="Courier New"/>
              </a:rPr>
              <a:t>DROP</a:t>
            </a:r>
            <a:r>
              <a:rPr dirty="0" sz="1800" spc="-65" b="1">
                <a:solidFill>
                  <a:srgbClr val="4E3629"/>
                </a:solidFill>
                <a:latin typeface="Courier New"/>
                <a:cs typeface="Courier New"/>
              </a:rPr>
              <a:t> </a:t>
            </a:r>
            <a:r>
              <a:rPr dirty="0" sz="1800" b="1">
                <a:solidFill>
                  <a:srgbClr val="4E3629"/>
                </a:solidFill>
                <a:latin typeface="Courier New"/>
                <a:cs typeface="Courier New"/>
              </a:rPr>
              <a:t>COLUMN</a:t>
            </a:r>
            <a:r>
              <a:rPr dirty="0" sz="1800" spc="-50" b="1">
                <a:solidFill>
                  <a:srgbClr val="4E3629"/>
                </a:solidFill>
                <a:latin typeface="Courier New"/>
                <a:cs typeface="Courier New"/>
              </a:rPr>
              <a:t> </a:t>
            </a:r>
            <a:r>
              <a:rPr dirty="0" sz="1800" b="1">
                <a:solidFill>
                  <a:srgbClr val="4E3629"/>
                </a:solidFill>
                <a:latin typeface="Courier New"/>
                <a:cs typeface="Courier New"/>
              </a:rPr>
              <a:t>column</a:t>
            </a:r>
            <a:r>
              <a:rPr dirty="0" sz="1800" spc="-45" b="1">
                <a:solidFill>
                  <a:srgbClr val="4E3629"/>
                </a:solidFill>
                <a:latin typeface="Courier New"/>
                <a:cs typeface="Courier New"/>
              </a:rPr>
              <a:t> </a:t>
            </a:r>
            <a:r>
              <a:rPr dirty="0" sz="1800" spc="-10" b="1">
                <a:solidFill>
                  <a:srgbClr val="4E3629"/>
                </a:solidFill>
                <a:latin typeface="Courier New"/>
                <a:cs typeface="Courier New"/>
              </a:rPr>
              <a:t>name;</a:t>
            </a:r>
            <a:endParaRPr sz="1800">
              <a:latin typeface="Courier New"/>
              <a:cs typeface="Courier New"/>
            </a:endParaRPr>
          </a:p>
        </p:txBody>
      </p:sp>
      <p:sp>
        <p:nvSpPr>
          <p:cNvPr id="8" name="object 8" descr=""/>
          <p:cNvSpPr txBox="1"/>
          <p:nvPr/>
        </p:nvSpPr>
        <p:spPr>
          <a:xfrm>
            <a:off x="399288" y="3520440"/>
            <a:ext cx="8345805" cy="520065"/>
          </a:xfrm>
          <a:prstGeom prst="rect">
            <a:avLst/>
          </a:prstGeom>
          <a:solidFill>
            <a:srgbClr val="9DBEC4">
              <a:alpha val="50199"/>
            </a:srgbClr>
          </a:solidFill>
        </p:spPr>
        <p:txBody>
          <a:bodyPr wrap="square" lIns="0" tIns="0" rIns="0" bIns="0" rtlCol="0" vert="horz">
            <a:spAutoFit/>
          </a:bodyPr>
          <a:lstStyle/>
          <a:p>
            <a:pPr>
              <a:lnSpc>
                <a:spcPts val="1835"/>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my_cd_collection</a:t>
            </a:r>
            <a:endParaRPr sz="1800">
              <a:latin typeface="Courier New"/>
              <a:cs typeface="Courier New"/>
            </a:endParaRPr>
          </a:p>
          <a:p>
            <a:pPr>
              <a:lnSpc>
                <a:spcPct val="100000"/>
              </a:lnSpc>
            </a:pPr>
            <a:r>
              <a:rPr dirty="0" sz="1800" b="1">
                <a:solidFill>
                  <a:srgbClr val="4E3629"/>
                </a:solidFill>
                <a:latin typeface="Courier New"/>
                <a:cs typeface="Courier New"/>
              </a:rPr>
              <a:t>DROP</a:t>
            </a:r>
            <a:r>
              <a:rPr dirty="0" sz="1800" spc="-50" b="1">
                <a:solidFill>
                  <a:srgbClr val="4E3629"/>
                </a:solidFill>
                <a:latin typeface="Courier New"/>
                <a:cs typeface="Courier New"/>
              </a:rPr>
              <a:t> </a:t>
            </a:r>
            <a:r>
              <a:rPr dirty="0" sz="1800" b="1">
                <a:solidFill>
                  <a:srgbClr val="4E3629"/>
                </a:solidFill>
                <a:latin typeface="Courier New"/>
                <a:cs typeface="Courier New"/>
              </a:rPr>
              <a:t>COLUMN</a:t>
            </a:r>
            <a:r>
              <a:rPr dirty="0" sz="1800" spc="-45" b="1">
                <a:solidFill>
                  <a:srgbClr val="4E3629"/>
                </a:solidFill>
                <a:latin typeface="Courier New"/>
                <a:cs typeface="Courier New"/>
              </a:rPr>
              <a:t> </a:t>
            </a:r>
            <a:r>
              <a:rPr dirty="0" sz="1800" spc="-10" b="1">
                <a:solidFill>
                  <a:srgbClr val="4E3629"/>
                </a:solidFill>
                <a:latin typeface="Courier New"/>
                <a:cs typeface="Courier New"/>
              </a:rPr>
              <a:t>release_date;</a:t>
            </a:r>
            <a:endParaRPr sz="1800">
              <a:latin typeface="Courier New"/>
              <a:cs typeface="Courier New"/>
            </a:endParaRPr>
          </a:p>
        </p:txBody>
      </p:sp>
      <p:sp>
        <p:nvSpPr>
          <p:cNvPr id="9" name="object 9" descr=""/>
          <p:cNvSpPr txBox="1"/>
          <p:nvPr/>
        </p:nvSpPr>
        <p:spPr>
          <a:xfrm>
            <a:off x="405384" y="4404359"/>
            <a:ext cx="8345805" cy="518159"/>
          </a:xfrm>
          <a:prstGeom prst="rect">
            <a:avLst/>
          </a:prstGeom>
          <a:solidFill>
            <a:srgbClr val="9DBEC4">
              <a:alpha val="50199"/>
            </a:srgbClr>
          </a:solidFill>
        </p:spPr>
        <p:txBody>
          <a:bodyPr wrap="square" lIns="0" tIns="0" rIns="0" bIns="0" rtlCol="0" vert="horz">
            <a:spAutoFit/>
          </a:bodyPr>
          <a:lstStyle/>
          <a:p>
            <a:pPr>
              <a:lnSpc>
                <a:spcPts val="1835"/>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my_friends</a:t>
            </a:r>
            <a:endParaRPr sz="1800">
              <a:latin typeface="Courier New"/>
              <a:cs typeface="Courier New"/>
            </a:endParaRPr>
          </a:p>
          <a:p>
            <a:pPr>
              <a:lnSpc>
                <a:spcPct val="100000"/>
              </a:lnSpc>
            </a:pPr>
            <a:r>
              <a:rPr dirty="0" sz="1800" b="1">
                <a:solidFill>
                  <a:srgbClr val="4E3629"/>
                </a:solidFill>
                <a:latin typeface="Courier New"/>
                <a:cs typeface="Courier New"/>
              </a:rPr>
              <a:t>DROP</a:t>
            </a:r>
            <a:r>
              <a:rPr dirty="0" sz="1800" spc="-50" b="1">
                <a:solidFill>
                  <a:srgbClr val="4E3629"/>
                </a:solidFill>
                <a:latin typeface="Courier New"/>
                <a:cs typeface="Courier New"/>
              </a:rPr>
              <a:t> </a:t>
            </a:r>
            <a:r>
              <a:rPr dirty="0" sz="1800" b="1">
                <a:solidFill>
                  <a:srgbClr val="4E3629"/>
                </a:solidFill>
                <a:latin typeface="Courier New"/>
                <a:cs typeface="Courier New"/>
              </a:rPr>
              <a:t>COLUMN</a:t>
            </a:r>
            <a:r>
              <a:rPr dirty="0" sz="1800" spc="-45" b="1">
                <a:solidFill>
                  <a:srgbClr val="4E3629"/>
                </a:solidFill>
                <a:latin typeface="Courier New"/>
                <a:cs typeface="Courier New"/>
              </a:rPr>
              <a:t> </a:t>
            </a:r>
            <a:r>
              <a:rPr dirty="0" sz="1800" spc="-10" b="1">
                <a:solidFill>
                  <a:srgbClr val="4E3629"/>
                </a:solidFill>
                <a:latin typeface="Courier New"/>
                <a:cs typeface="Courier New"/>
              </a:rPr>
              <a:t>favorite_game;</a:t>
            </a:r>
            <a:endParaRPr sz="1800">
              <a:latin typeface="Courier New"/>
              <a:cs typeface="Courier New"/>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SET</a:t>
            </a:r>
            <a:r>
              <a:rPr dirty="0" spc="-60"/>
              <a:t> </a:t>
            </a:r>
            <a:r>
              <a:rPr dirty="0"/>
              <a:t>UNUSED</a:t>
            </a:r>
            <a:r>
              <a:rPr dirty="0" spc="-65"/>
              <a:t> </a:t>
            </a:r>
            <a:r>
              <a:rPr dirty="0"/>
              <a:t>para</a:t>
            </a:r>
            <a:r>
              <a:rPr dirty="0" spc="-60"/>
              <a:t> </a:t>
            </a:r>
            <a:r>
              <a:rPr dirty="0" spc="-10"/>
              <a:t>Columnas</a:t>
            </a:r>
          </a:p>
        </p:txBody>
      </p:sp>
      <p:sp>
        <p:nvSpPr>
          <p:cNvPr id="8" name="object 8"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17</a:t>
            </a:r>
          </a:p>
        </p:txBody>
      </p:sp>
      <p:sp>
        <p:nvSpPr>
          <p:cNvPr id="5" name="object 5" descr=""/>
          <p:cNvSpPr txBox="1"/>
          <p:nvPr/>
        </p:nvSpPr>
        <p:spPr>
          <a:xfrm>
            <a:off x="483514" y="1420495"/>
            <a:ext cx="7982584" cy="4039870"/>
          </a:xfrm>
          <a:prstGeom prst="rect">
            <a:avLst/>
          </a:prstGeom>
        </p:spPr>
        <p:txBody>
          <a:bodyPr wrap="square" lIns="0" tIns="57785" rIns="0" bIns="0" rtlCol="0" vert="horz">
            <a:spAutoFit/>
          </a:bodyPr>
          <a:lstStyle/>
          <a:p>
            <a:pPr marL="184785" marR="646430" indent="-172720">
              <a:lnSpc>
                <a:spcPts val="2810"/>
              </a:lnSpc>
              <a:spcBef>
                <a:spcPts val="455"/>
              </a:spcBef>
              <a:buClr>
                <a:srgbClr val="D1350F"/>
              </a:buClr>
              <a:buFont typeface="Arial MT"/>
              <a:buChar char="•"/>
              <a:tabLst>
                <a:tab pos="184785" algn="l"/>
              </a:tabLst>
            </a:pPr>
            <a:r>
              <a:rPr dirty="0" sz="2600">
                <a:solidFill>
                  <a:srgbClr val="4E3629"/>
                </a:solidFill>
                <a:latin typeface="Calibri"/>
                <a:cs typeface="Calibri"/>
              </a:rPr>
              <a:t>Borrar</a:t>
            </a:r>
            <a:r>
              <a:rPr dirty="0" sz="2600" spc="-40">
                <a:solidFill>
                  <a:srgbClr val="4E3629"/>
                </a:solidFill>
                <a:latin typeface="Calibri"/>
                <a:cs typeface="Calibri"/>
              </a:rPr>
              <a:t> </a:t>
            </a:r>
            <a:r>
              <a:rPr dirty="0" sz="2600">
                <a:solidFill>
                  <a:srgbClr val="4E3629"/>
                </a:solidFill>
                <a:latin typeface="Calibri"/>
                <a:cs typeface="Calibri"/>
              </a:rPr>
              <a:t>una</a:t>
            </a:r>
            <a:r>
              <a:rPr dirty="0" sz="2600" spc="-40">
                <a:solidFill>
                  <a:srgbClr val="4E3629"/>
                </a:solidFill>
                <a:latin typeface="Calibri"/>
                <a:cs typeface="Calibri"/>
              </a:rPr>
              <a:t> </a:t>
            </a:r>
            <a:r>
              <a:rPr dirty="0" sz="2600">
                <a:solidFill>
                  <a:srgbClr val="4E3629"/>
                </a:solidFill>
                <a:latin typeface="Calibri"/>
                <a:cs typeface="Calibri"/>
              </a:rPr>
              <a:t>columna</a:t>
            </a:r>
            <a:r>
              <a:rPr dirty="0" sz="2600" spc="-40">
                <a:solidFill>
                  <a:srgbClr val="4E3629"/>
                </a:solidFill>
                <a:latin typeface="Calibri"/>
                <a:cs typeface="Calibri"/>
              </a:rPr>
              <a:t> </a:t>
            </a:r>
            <a:r>
              <a:rPr dirty="0" sz="2600">
                <a:solidFill>
                  <a:srgbClr val="4E3629"/>
                </a:solidFill>
                <a:latin typeface="Calibri"/>
                <a:cs typeface="Calibri"/>
              </a:rPr>
              <a:t>de</a:t>
            </a:r>
            <a:r>
              <a:rPr dirty="0" sz="2600" spc="-55">
                <a:solidFill>
                  <a:srgbClr val="4E3629"/>
                </a:solidFill>
                <a:latin typeface="Calibri"/>
                <a:cs typeface="Calibri"/>
              </a:rPr>
              <a:t> </a:t>
            </a:r>
            <a:r>
              <a:rPr dirty="0" sz="2600">
                <a:solidFill>
                  <a:srgbClr val="4E3629"/>
                </a:solidFill>
                <a:latin typeface="Calibri"/>
                <a:cs typeface="Calibri"/>
              </a:rPr>
              <a:t>una</a:t>
            </a:r>
            <a:r>
              <a:rPr dirty="0" sz="2600" spc="-50">
                <a:solidFill>
                  <a:srgbClr val="4E3629"/>
                </a:solidFill>
                <a:latin typeface="Calibri"/>
                <a:cs typeface="Calibri"/>
              </a:rPr>
              <a:t> </a:t>
            </a:r>
            <a:r>
              <a:rPr dirty="0" sz="2600">
                <a:solidFill>
                  <a:srgbClr val="4E3629"/>
                </a:solidFill>
                <a:latin typeface="Calibri"/>
                <a:cs typeface="Calibri"/>
              </a:rPr>
              <a:t>tabla</a:t>
            </a:r>
            <a:r>
              <a:rPr dirty="0" sz="2600" spc="-40">
                <a:solidFill>
                  <a:srgbClr val="4E3629"/>
                </a:solidFill>
                <a:latin typeface="Calibri"/>
                <a:cs typeface="Calibri"/>
              </a:rPr>
              <a:t> </a:t>
            </a:r>
            <a:r>
              <a:rPr dirty="0" sz="2600">
                <a:solidFill>
                  <a:srgbClr val="4E3629"/>
                </a:solidFill>
                <a:latin typeface="Calibri"/>
                <a:cs typeface="Calibri"/>
              </a:rPr>
              <a:t>grande</a:t>
            </a:r>
            <a:r>
              <a:rPr dirty="0" sz="2600" spc="-60">
                <a:solidFill>
                  <a:srgbClr val="4E3629"/>
                </a:solidFill>
                <a:latin typeface="Calibri"/>
                <a:cs typeface="Calibri"/>
              </a:rPr>
              <a:t> </a:t>
            </a:r>
            <a:r>
              <a:rPr dirty="0" sz="2600">
                <a:solidFill>
                  <a:srgbClr val="4E3629"/>
                </a:solidFill>
                <a:latin typeface="Calibri"/>
                <a:cs typeface="Calibri"/>
              </a:rPr>
              <a:t>puede</a:t>
            </a:r>
            <a:r>
              <a:rPr dirty="0" sz="2600" spc="-75">
                <a:solidFill>
                  <a:srgbClr val="4E3629"/>
                </a:solidFill>
                <a:latin typeface="Calibri"/>
                <a:cs typeface="Calibri"/>
              </a:rPr>
              <a:t> </a:t>
            </a:r>
            <a:r>
              <a:rPr dirty="0" sz="2600" spc="-10">
                <a:solidFill>
                  <a:srgbClr val="4E3629"/>
                </a:solidFill>
                <a:latin typeface="Calibri"/>
                <a:cs typeface="Calibri"/>
              </a:rPr>
              <a:t>llevar </a:t>
            </a:r>
            <a:r>
              <a:rPr dirty="0" sz="2600">
                <a:solidFill>
                  <a:srgbClr val="4E3629"/>
                </a:solidFill>
                <a:latin typeface="Calibri"/>
                <a:cs typeface="Calibri"/>
              </a:rPr>
              <a:t>mucho</a:t>
            </a:r>
            <a:r>
              <a:rPr dirty="0" sz="2600" spc="-35">
                <a:solidFill>
                  <a:srgbClr val="4E3629"/>
                </a:solidFill>
                <a:latin typeface="Calibri"/>
                <a:cs typeface="Calibri"/>
              </a:rPr>
              <a:t> </a:t>
            </a:r>
            <a:r>
              <a:rPr dirty="0" sz="2600" spc="-10">
                <a:solidFill>
                  <a:srgbClr val="4E3629"/>
                </a:solidFill>
                <a:latin typeface="Calibri"/>
                <a:cs typeface="Calibri"/>
              </a:rPr>
              <a:t>tiempo</a:t>
            </a:r>
            <a:endParaRPr sz="2600">
              <a:latin typeface="Calibri"/>
              <a:cs typeface="Calibri"/>
            </a:endParaRPr>
          </a:p>
          <a:p>
            <a:pPr marL="184785" marR="429895" indent="-172720">
              <a:lnSpc>
                <a:spcPts val="2810"/>
              </a:lnSpc>
              <a:spcBef>
                <a:spcPts val="800"/>
              </a:spcBef>
              <a:buClr>
                <a:srgbClr val="D1350F"/>
              </a:buClr>
              <a:buFont typeface="Arial MT"/>
              <a:buChar char="•"/>
              <a:tabLst>
                <a:tab pos="184785" algn="l"/>
              </a:tabLst>
            </a:pPr>
            <a:r>
              <a:rPr dirty="0" sz="2600">
                <a:solidFill>
                  <a:srgbClr val="4E3629"/>
                </a:solidFill>
                <a:latin typeface="Calibri"/>
                <a:cs typeface="Calibri"/>
              </a:rPr>
              <a:t>Una</a:t>
            </a:r>
            <a:r>
              <a:rPr dirty="0" sz="2600" spc="-60">
                <a:solidFill>
                  <a:srgbClr val="4E3629"/>
                </a:solidFill>
                <a:latin typeface="Calibri"/>
                <a:cs typeface="Calibri"/>
              </a:rPr>
              <a:t> </a:t>
            </a:r>
            <a:r>
              <a:rPr dirty="0" sz="2600" spc="-10">
                <a:solidFill>
                  <a:srgbClr val="4E3629"/>
                </a:solidFill>
                <a:latin typeface="Calibri"/>
                <a:cs typeface="Calibri"/>
              </a:rPr>
              <a:t>alternativa</a:t>
            </a:r>
            <a:r>
              <a:rPr dirty="0" sz="2600" spc="-50">
                <a:solidFill>
                  <a:srgbClr val="4E3629"/>
                </a:solidFill>
                <a:latin typeface="Calibri"/>
                <a:cs typeface="Calibri"/>
              </a:rPr>
              <a:t> </a:t>
            </a:r>
            <a:r>
              <a:rPr dirty="0" sz="2600">
                <a:solidFill>
                  <a:srgbClr val="4E3629"/>
                </a:solidFill>
                <a:latin typeface="Calibri"/>
                <a:cs typeface="Calibri"/>
              </a:rPr>
              <a:t>más</a:t>
            </a:r>
            <a:r>
              <a:rPr dirty="0" sz="2600" spc="-60">
                <a:solidFill>
                  <a:srgbClr val="4E3629"/>
                </a:solidFill>
                <a:latin typeface="Calibri"/>
                <a:cs typeface="Calibri"/>
              </a:rPr>
              <a:t> </a:t>
            </a:r>
            <a:r>
              <a:rPr dirty="0" sz="2600">
                <a:solidFill>
                  <a:srgbClr val="4E3629"/>
                </a:solidFill>
                <a:latin typeface="Calibri"/>
                <a:cs typeface="Calibri"/>
              </a:rPr>
              <a:t>rápida</a:t>
            </a:r>
            <a:r>
              <a:rPr dirty="0" sz="2600" spc="-50">
                <a:solidFill>
                  <a:srgbClr val="4E3629"/>
                </a:solidFill>
                <a:latin typeface="Calibri"/>
                <a:cs typeface="Calibri"/>
              </a:rPr>
              <a:t> </a:t>
            </a:r>
            <a:r>
              <a:rPr dirty="0" sz="2600">
                <a:solidFill>
                  <a:srgbClr val="4E3629"/>
                </a:solidFill>
                <a:latin typeface="Calibri"/>
                <a:cs typeface="Calibri"/>
              </a:rPr>
              <a:t>es</a:t>
            </a:r>
            <a:r>
              <a:rPr dirty="0" sz="2600" spc="-50">
                <a:solidFill>
                  <a:srgbClr val="4E3629"/>
                </a:solidFill>
                <a:latin typeface="Calibri"/>
                <a:cs typeface="Calibri"/>
              </a:rPr>
              <a:t> </a:t>
            </a:r>
            <a:r>
              <a:rPr dirty="0" sz="2600">
                <a:solidFill>
                  <a:srgbClr val="4E3629"/>
                </a:solidFill>
                <a:latin typeface="Calibri"/>
                <a:cs typeface="Calibri"/>
              </a:rPr>
              <a:t>marcar</a:t>
            </a:r>
            <a:r>
              <a:rPr dirty="0" sz="2600" spc="-40">
                <a:solidFill>
                  <a:srgbClr val="4E3629"/>
                </a:solidFill>
                <a:latin typeface="Calibri"/>
                <a:cs typeface="Calibri"/>
              </a:rPr>
              <a:t> </a:t>
            </a:r>
            <a:r>
              <a:rPr dirty="0" sz="2600">
                <a:solidFill>
                  <a:srgbClr val="4E3629"/>
                </a:solidFill>
                <a:latin typeface="Calibri"/>
                <a:cs typeface="Calibri"/>
              </a:rPr>
              <a:t>la</a:t>
            </a:r>
            <a:r>
              <a:rPr dirty="0" sz="2600" spc="-40">
                <a:solidFill>
                  <a:srgbClr val="4E3629"/>
                </a:solidFill>
                <a:latin typeface="Calibri"/>
                <a:cs typeface="Calibri"/>
              </a:rPr>
              <a:t> </a:t>
            </a:r>
            <a:r>
              <a:rPr dirty="0" sz="2600">
                <a:solidFill>
                  <a:srgbClr val="4E3629"/>
                </a:solidFill>
                <a:latin typeface="Calibri"/>
                <a:cs typeface="Calibri"/>
              </a:rPr>
              <a:t>columna</a:t>
            </a:r>
            <a:r>
              <a:rPr dirty="0" sz="2600" spc="-35">
                <a:solidFill>
                  <a:srgbClr val="4E3629"/>
                </a:solidFill>
                <a:latin typeface="Calibri"/>
                <a:cs typeface="Calibri"/>
              </a:rPr>
              <a:t> </a:t>
            </a:r>
            <a:r>
              <a:rPr dirty="0" sz="2600" spc="-20">
                <a:solidFill>
                  <a:srgbClr val="4E3629"/>
                </a:solidFill>
                <a:latin typeface="Calibri"/>
                <a:cs typeface="Calibri"/>
              </a:rPr>
              <a:t>como </a:t>
            </a:r>
            <a:r>
              <a:rPr dirty="0" sz="2600">
                <a:solidFill>
                  <a:srgbClr val="4E3629"/>
                </a:solidFill>
                <a:latin typeface="Calibri"/>
                <a:cs typeface="Calibri"/>
              </a:rPr>
              <a:t>no</a:t>
            </a:r>
            <a:r>
              <a:rPr dirty="0" sz="2600" spc="-10">
                <a:solidFill>
                  <a:srgbClr val="4E3629"/>
                </a:solidFill>
                <a:latin typeface="Calibri"/>
                <a:cs typeface="Calibri"/>
              </a:rPr>
              <a:t> utilizable</a:t>
            </a:r>
            <a:endParaRPr sz="2600">
              <a:latin typeface="Calibri"/>
              <a:cs typeface="Calibri"/>
            </a:endParaRPr>
          </a:p>
          <a:p>
            <a:pPr marL="184785" marR="5080" indent="-172720">
              <a:lnSpc>
                <a:spcPct val="90000"/>
              </a:lnSpc>
              <a:spcBef>
                <a:spcPts val="750"/>
              </a:spcBef>
              <a:buClr>
                <a:srgbClr val="D1350F"/>
              </a:buClr>
              <a:buFont typeface="Arial MT"/>
              <a:buChar char="•"/>
              <a:tabLst>
                <a:tab pos="184785" algn="l"/>
              </a:tabLst>
            </a:pPr>
            <a:r>
              <a:rPr dirty="0" sz="2600">
                <a:solidFill>
                  <a:srgbClr val="4E3629"/>
                </a:solidFill>
                <a:latin typeface="Calibri"/>
                <a:cs typeface="Calibri"/>
              </a:rPr>
              <a:t>Los</a:t>
            </a:r>
            <a:r>
              <a:rPr dirty="0" sz="2600" spc="-35">
                <a:solidFill>
                  <a:srgbClr val="4E3629"/>
                </a:solidFill>
                <a:latin typeface="Calibri"/>
                <a:cs typeface="Calibri"/>
              </a:rPr>
              <a:t> </a:t>
            </a:r>
            <a:r>
              <a:rPr dirty="0" sz="2600">
                <a:solidFill>
                  <a:srgbClr val="4E3629"/>
                </a:solidFill>
                <a:latin typeface="Calibri"/>
                <a:cs typeface="Calibri"/>
              </a:rPr>
              <a:t>valores</a:t>
            </a:r>
            <a:r>
              <a:rPr dirty="0" sz="2600" spc="-35">
                <a:solidFill>
                  <a:srgbClr val="4E3629"/>
                </a:solidFill>
                <a:latin typeface="Calibri"/>
                <a:cs typeface="Calibri"/>
              </a:rPr>
              <a:t> </a:t>
            </a:r>
            <a:r>
              <a:rPr dirty="0" sz="2600">
                <a:solidFill>
                  <a:srgbClr val="4E3629"/>
                </a:solidFill>
                <a:latin typeface="Calibri"/>
                <a:cs typeface="Calibri"/>
              </a:rPr>
              <a:t>de</a:t>
            </a:r>
            <a:r>
              <a:rPr dirty="0" sz="2600" spc="-45">
                <a:solidFill>
                  <a:srgbClr val="4E3629"/>
                </a:solidFill>
                <a:latin typeface="Calibri"/>
                <a:cs typeface="Calibri"/>
              </a:rPr>
              <a:t> </a:t>
            </a:r>
            <a:r>
              <a:rPr dirty="0" sz="2600">
                <a:solidFill>
                  <a:srgbClr val="4E3629"/>
                </a:solidFill>
                <a:latin typeface="Calibri"/>
                <a:cs typeface="Calibri"/>
              </a:rPr>
              <a:t>columna</a:t>
            </a:r>
            <a:r>
              <a:rPr dirty="0" sz="2600" spc="-50">
                <a:solidFill>
                  <a:srgbClr val="4E3629"/>
                </a:solidFill>
                <a:latin typeface="Calibri"/>
                <a:cs typeface="Calibri"/>
              </a:rPr>
              <a:t> </a:t>
            </a:r>
            <a:r>
              <a:rPr dirty="0" sz="2600">
                <a:solidFill>
                  <a:srgbClr val="4E3629"/>
                </a:solidFill>
                <a:latin typeface="Calibri"/>
                <a:cs typeface="Calibri"/>
              </a:rPr>
              <a:t>permanecen</a:t>
            </a:r>
            <a:r>
              <a:rPr dirty="0" sz="2600" spc="-80">
                <a:solidFill>
                  <a:srgbClr val="4E3629"/>
                </a:solidFill>
                <a:latin typeface="Calibri"/>
                <a:cs typeface="Calibri"/>
              </a:rPr>
              <a:t> </a:t>
            </a:r>
            <a:r>
              <a:rPr dirty="0" sz="2600">
                <a:solidFill>
                  <a:srgbClr val="4E3629"/>
                </a:solidFill>
                <a:latin typeface="Calibri"/>
                <a:cs typeface="Calibri"/>
              </a:rPr>
              <a:t>en</a:t>
            </a:r>
            <a:r>
              <a:rPr dirty="0" sz="2600" spc="-45">
                <a:solidFill>
                  <a:srgbClr val="4E3629"/>
                </a:solidFill>
                <a:latin typeface="Calibri"/>
                <a:cs typeface="Calibri"/>
              </a:rPr>
              <a:t> </a:t>
            </a:r>
            <a:r>
              <a:rPr dirty="0" sz="2600">
                <a:solidFill>
                  <a:srgbClr val="4E3629"/>
                </a:solidFill>
                <a:latin typeface="Calibri"/>
                <a:cs typeface="Calibri"/>
              </a:rPr>
              <a:t>la</a:t>
            </a:r>
            <a:r>
              <a:rPr dirty="0" sz="2600" spc="-30">
                <a:solidFill>
                  <a:srgbClr val="4E3629"/>
                </a:solidFill>
                <a:latin typeface="Calibri"/>
                <a:cs typeface="Calibri"/>
              </a:rPr>
              <a:t> </a:t>
            </a:r>
            <a:r>
              <a:rPr dirty="0" sz="2600">
                <a:solidFill>
                  <a:srgbClr val="4E3629"/>
                </a:solidFill>
                <a:latin typeface="Calibri"/>
                <a:cs typeface="Calibri"/>
              </a:rPr>
              <a:t>base</a:t>
            </a:r>
            <a:r>
              <a:rPr dirty="0" sz="2600" spc="-40">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spc="-10">
                <a:solidFill>
                  <a:srgbClr val="4E3629"/>
                </a:solidFill>
                <a:latin typeface="Calibri"/>
                <a:cs typeface="Calibri"/>
              </a:rPr>
              <a:t>datos, </a:t>
            </a:r>
            <a:r>
              <a:rPr dirty="0" sz="2600">
                <a:solidFill>
                  <a:srgbClr val="4E3629"/>
                </a:solidFill>
                <a:latin typeface="Calibri"/>
                <a:cs typeface="Calibri"/>
              </a:rPr>
              <a:t>pero</a:t>
            </a:r>
            <a:r>
              <a:rPr dirty="0" sz="2600" spc="-45">
                <a:solidFill>
                  <a:srgbClr val="4E3629"/>
                </a:solidFill>
                <a:latin typeface="Calibri"/>
                <a:cs typeface="Calibri"/>
              </a:rPr>
              <a:t> </a:t>
            </a:r>
            <a:r>
              <a:rPr dirty="0" sz="2600">
                <a:solidFill>
                  <a:srgbClr val="4E3629"/>
                </a:solidFill>
                <a:latin typeface="Calibri"/>
                <a:cs typeface="Calibri"/>
              </a:rPr>
              <a:t>no</a:t>
            </a:r>
            <a:r>
              <a:rPr dirty="0" sz="2600" spc="-30">
                <a:solidFill>
                  <a:srgbClr val="4E3629"/>
                </a:solidFill>
                <a:latin typeface="Calibri"/>
                <a:cs typeface="Calibri"/>
              </a:rPr>
              <a:t> </a:t>
            </a:r>
            <a:r>
              <a:rPr dirty="0" sz="2600">
                <a:solidFill>
                  <a:srgbClr val="4E3629"/>
                </a:solidFill>
                <a:latin typeface="Calibri"/>
                <a:cs typeface="Calibri"/>
              </a:rPr>
              <a:t>se</a:t>
            </a:r>
            <a:r>
              <a:rPr dirty="0" sz="2600" spc="-35">
                <a:solidFill>
                  <a:srgbClr val="4E3629"/>
                </a:solidFill>
                <a:latin typeface="Calibri"/>
                <a:cs typeface="Calibri"/>
              </a:rPr>
              <a:t> </a:t>
            </a:r>
            <a:r>
              <a:rPr dirty="0" sz="2600">
                <a:solidFill>
                  <a:srgbClr val="4E3629"/>
                </a:solidFill>
                <a:latin typeface="Calibri"/>
                <a:cs typeface="Calibri"/>
              </a:rPr>
              <a:t>puede</a:t>
            </a:r>
            <a:r>
              <a:rPr dirty="0" sz="2600" spc="-60">
                <a:solidFill>
                  <a:srgbClr val="4E3629"/>
                </a:solidFill>
                <a:latin typeface="Calibri"/>
                <a:cs typeface="Calibri"/>
              </a:rPr>
              <a:t> </a:t>
            </a:r>
            <a:r>
              <a:rPr dirty="0" sz="2600">
                <a:solidFill>
                  <a:srgbClr val="4E3629"/>
                </a:solidFill>
                <a:latin typeface="Calibri"/>
                <a:cs typeface="Calibri"/>
              </a:rPr>
              <a:t>acceder</a:t>
            </a:r>
            <a:r>
              <a:rPr dirty="0" sz="2600" spc="-50">
                <a:solidFill>
                  <a:srgbClr val="4E3629"/>
                </a:solidFill>
                <a:latin typeface="Calibri"/>
                <a:cs typeface="Calibri"/>
              </a:rPr>
              <a:t> </a:t>
            </a:r>
            <a:r>
              <a:rPr dirty="0" sz="2600">
                <a:solidFill>
                  <a:srgbClr val="4E3629"/>
                </a:solidFill>
                <a:latin typeface="Calibri"/>
                <a:cs typeface="Calibri"/>
              </a:rPr>
              <a:t>a</a:t>
            </a:r>
            <a:r>
              <a:rPr dirty="0" sz="2600" spc="-15">
                <a:solidFill>
                  <a:srgbClr val="4E3629"/>
                </a:solidFill>
                <a:latin typeface="Calibri"/>
                <a:cs typeface="Calibri"/>
              </a:rPr>
              <a:t> </a:t>
            </a:r>
            <a:r>
              <a:rPr dirty="0" sz="2600">
                <a:solidFill>
                  <a:srgbClr val="4E3629"/>
                </a:solidFill>
                <a:latin typeface="Calibri"/>
                <a:cs typeface="Calibri"/>
              </a:rPr>
              <a:t>ellos</a:t>
            </a:r>
            <a:r>
              <a:rPr dirty="0" sz="2600" spc="-35">
                <a:solidFill>
                  <a:srgbClr val="4E3629"/>
                </a:solidFill>
                <a:latin typeface="Calibri"/>
                <a:cs typeface="Calibri"/>
              </a:rPr>
              <a:t> </a:t>
            </a:r>
            <a:r>
              <a:rPr dirty="0" sz="2600">
                <a:solidFill>
                  <a:srgbClr val="4E3629"/>
                </a:solidFill>
                <a:latin typeface="Calibri"/>
                <a:cs typeface="Calibri"/>
              </a:rPr>
              <a:t>de</a:t>
            </a:r>
            <a:r>
              <a:rPr dirty="0" sz="2600" spc="-40">
                <a:solidFill>
                  <a:srgbClr val="4E3629"/>
                </a:solidFill>
                <a:latin typeface="Calibri"/>
                <a:cs typeface="Calibri"/>
              </a:rPr>
              <a:t> </a:t>
            </a:r>
            <a:r>
              <a:rPr dirty="0" sz="2600">
                <a:solidFill>
                  <a:srgbClr val="4E3629"/>
                </a:solidFill>
                <a:latin typeface="Calibri"/>
                <a:cs typeface="Calibri"/>
              </a:rPr>
              <a:t>ninguna</a:t>
            </a:r>
            <a:r>
              <a:rPr dirty="0" sz="2600" spc="-45">
                <a:solidFill>
                  <a:srgbClr val="4E3629"/>
                </a:solidFill>
                <a:latin typeface="Calibri"/>
                <a:cs typeface="Calibri"/>
              </a:rPr>
              <a:t> </a:t>
            </a:r>
            <a:r>
              <a:rPr dirty="0" sz="2600">
                <a:solidFill>
                  <a:srgbClr val="4E3629"/>
                </a:solidFill>
                <a:latin typeface="Calibri"/>
                <a:cs typeface="Calibri"/>
              </a:rPr>
              <a:t>forma,</a:t>
            </a:r>
            <a:r>
              <a:rPr dirty="0" sz="2600" spc="-25">
                <a:solidFill>
                  <a:srgbClr val="4E3629"/>
                </a:solidFill>
                <a:latin typeface="Calibri"/>
                <a:cs typeface="Calibri"/>
              </a:rPr>
              <a:t> </a:t>
            </a:r>
            <a:r>
              <a:rPr dirty="0" sz="2600">
                <a:solidFill>
                  <a:srgbClr val="4E3629"/>
                </a:solidFill>
                <a:latin typeface="Calibri"/>
                <a:cs typeface="Calibri"/>
              </a:rPr>
              <a:t>por</a:t>
            </a:r>
            <a:r>
              <a:rPr dirty="0" sz="2600" spc="-25">
                <a:solidFill>
                  <a:srgbClr val="4E3629"/>
                </a:solidFill>
                <a:latin typeface="Calibri"/>
                <a:cs typeface="Calibri"/>
              </a:rPr>
              <a:t> lo </a:t>
            </a:r>
            <a:r>
              <a:rPr dirty="0" sz="2600">
                <a:solidFill>
                  <a:srgbClr val="4E3629"/>
                </a:solidFill>
                <a:latin typeface="Calibri"/>
                <a:cs typeface="Calibri"/>
              </a:rPr>
              <a:t>que</a:t>
            </a:r>
            <a:r>
              <a:rPr dirty="0" sz="2600" spc="-50">
                <a:solidFill>
                  <a:srgbClr val="4E3629"/>
                </a:solidFill>
                <a:latin typeface="Calibri"/>
                <a:cs typeface="Calibri"/>
              </a:rPr>
              <a:t> </a:t>
            </a:r>
            <a:r>
              <a:rPr dirty="0" sz="2600">
                <a:solidFill>
                  <a:srgbClr val="4E3629"/>
                </a:solidFill>
                <a:latin typeface="Calibri"/>
                <a:cs typeface="Calibri"/>
              </a:rPr>
              <a:t>el</a:t>
            </a:r>
            <a:r>
              <a:rPr dirty="0" sz="2600" spc="-25">
                <a:solidFill>
                  <a:srgbClr val="4E3629"/>
                </a:solidFill>
                <a:latin typeface="Calibri"/>
                <a:cs typeface="Calibri"/>
              </a:rPr>
              <a:t> </a:t>
            </a:r>
            <a:r>
              <a:rPr dirty="0" sz="2600" spc="-10">
                <a:solidFill>
                  <a:srgbClr val="4E3629"/>
                </a:solidFill>
                <a:latin typeface="Calibri"/>
                <a:cs typeface="Calibri"/>
              </a:rPr>
              <a:t>efecto</a:t>
            </a:r>
            <a:r>
              <a:rPr dirty="0" sz="2600" spc="-55">
                <a:solidFill>
                  <a:srgbClr val="4E3629"/>
                </a:solidFill>
                <a:latin typeface="Calibri"/>
                <a:cs typeface="Calibri"/>
              </a:rPr>
              <a:t> </a:t>
            </a:r>
            <a:r>
              <a:rPr dirty="0" sz="2600">
                <a:solidFill>
                  <a:srgbClr val="4E3629"/>
                </a:solidFill>
                <a:latin typeface="Calibri"/>
                <a:cs typeface="Calibri"/>
              </a:rPr>
              <a:t>es</a:t>
            </a:r>
            <a:r>
              <a:rPr dirty="0" sz="2600" spc="-50">
                <a:solidFill>
                  <a:srgbClr val="4E3629"/>
                </a:solidFill>
                <a:latin typeface="Calibri"/>
                <a:cs typeface="Calibri"/>
              </a:rPr>
              <a:t> </a:t>
            </a:r>
            <a:r>
              <a:rPr dirty="0" sz="2600">
                <a:solidFill>
                  <a:srgbClr val="4E3629"/>
                </a:solidFill>
                <a:latin typeface="Calibri"/>
                <a:cs typeface="Calibri"/>
              </a:rPr>
              <a:t>el</a:t>
            </a:r>
            <a:r>
              <a:rPr dirty="0" sz="2600" spc="-40">
                <a:solidFill>
                  <a:srgbClr val="4E3629"/>
                </a:solidFill>
                <a:latin typeface="Calibri"/>
                <a:cs typeface="Calibri"/>
              </a:rPr>
              <a:t> </a:t>
            </a:r>
            <a:r>
              <a:rPr dirty="0" sz="2600">
                <a:solidFill>
                  <a:srgbClr val="4E3629"/>
                </a:solidFill>
                <a:latin typeface="Calibri"/>
                <a:cs typeface="Calibri"/>
              </a:rPr>
              <a:t>mismo</a:t>
            </a:r>
            <a:r>
              <a:rPr dirty="0" sz="2600" spc="-40">
                <a:solidFill>
                  <a:srgbClr val="4E3629"/>
                </a:solidFill>
                <a:latin typeface="Calibri"/>
                <a:cs typeface="Calibri"/>
              </a:rPr>
              <a:t> </a:t>
            </a:r>
            <a:r>
              <a:rPr dirty="0" sz="2600">
                <a:solidFill>
                  <a:srgbClr val="4E3629"/>
                </a:solidFill>
                <a:latin typeface="Calibri"/>
                <a:cs typeface="Calibri"/>
              </a:rPr>
              <a:t>que</a:t>
            </a:r>
            <a:r>
              <a:rPr dirty="0" sz="2600" spc="-50">
                <a:solidFill>
                  <a:srgbClr val="4E3629"/>
                </a:solidFill>
                <a:latin typeface="Calibri"/>
                <a:cs typeface="Calibri"/>
              </a:rPr>
              <a:t> </a:t>
            </a:r>
            <a:r>
              <a:rPr dirty="0" sz="2600">
                <a:solidFill>
                  <a:srgbClr val="4E3629"/>
                </a:solidFill>
                <a:latin typeface="Calibri"/>
                <a:cs typeface="Calibri"/>
              </a:rPr>
              <a:t>borrar</a:t>
            </a:r>
            <a:r>
              <a:rPr dirty="0" sz="2600" spc="-25">
                <a:solidFill>
                  <a:srgbClr val="4E3629"/>
                </a:solidFill>
                <a:latin typeface="Calibri"/>
                <a:cs typeface="Calibri"/>
              </a:rPr>
              <a:t> </a:t>
            </a:r>
            <a:r>
              <a:rPr dirty="0" sz="2600">
                <a:solidFill>
                  <a:srgbClr val="4E3629"/>
                </a:solidFill>
                <a:latin typeface="Calibri"/>
                <a:cs typeface="Calibri"/>
              </a:rPr>
              <a:t>la</a:t>
            </a:r>
            <a:r>
              <a:rPr dirty="0" sz="2600" spc="-15">
                <a:solidFill>
                  <a:srgbClr val="4E3629"/>
                </a:solidFill>
                <a:latin typeface="Calibri"/>
                <a:cs typeface="Calibri"/>
              </a:rPr>
              <a:t> </a:t>
            </a:r>
            <a:r>
              <a:rPr dirty="0" sz="2600" spc="-10">
                <a:solidFill>
                  <a:srgbClr val="4E3629"/>
                </a:solidFill>
                <a:latin typeface="Calibri"/>
                <a:cs typeface="Calibri"/>
              </a:rPr>
              <a:t>columna</a:t>
            </a:r>
            <a:endParaRPr sz="2600">
              <a:latin typeface="Calibri"/>
              <a:cs typeface="Calibri"/>
            </a:endParaRPr>
          </a:p>
          <a:p>
            <a:pPr marL="184785" marR="85090" indent="-172720">
              <a:lnSpc>
                <a:spcPts val="2810"/>
              </a:lnSpc>
              <a:spcBef>
                <a:spcPts val="845"/>
              </a:spcBef>
              <a:buClr>
                <a:srgbClr val="D1350F"/>
              </a:buClr>
              <a:buFont typeface="Arial MT"/>
              <a:buChar char="•"/>
              <a:tabLst>
                <a:tab pos="184785" algn="l"/>
              </a:tabLst>
            </a:pPr>
            <a:r>
              <a:rPr dirty="0" sz="2600">
                <a:solidFill>
                  <a:srgbClr val="4E3629"/>
                </a:solidFill>
                <a:latin typeface="Calibri"/>
                <a:cs typeface="Calibri"/>
              </a:rPr>
              <a:t>De</a:t>
            </a:r>
            <a:r>
              <a:rPr dirty="0" sz="2600" spc="-40">
                <a:solidFill>
                  <a:srgbClr val="4E3629"/>
                </a:solidFill>
                <a:latin typeface="Calibri"/>
                <a:cs typeface="Calibri"/>
              </a:rPr>
              <a:t> </a:t>
            </a:r>
            <a:r>
              <a:rPr dirty="0" sz="2600">
                <a:solidFill>
                  <a:srgbClr val="4E3629"/>
                </a:solidFill>
                <a:latin typeface="Calibri"/>
                <a:cs typeface="Calibri"/>
              </a:rPr>
              <a:t>hecho,</a:t>
            </a:r>
            <a:r>
              <a:rPr dirty="0" sz="2600" spc="-70">
                <a:solidFill>
                  <a:srgbClr val="4E3629"/>
                </a:solidFill>
                <a:latin typeface="Calibri"/>
                <a:cs typeface="Calibri"/>
              </a:rPr>
              <a:t> </a:t>
            </a:r>
            <a:r>
              <a:rPr dirty="0" sz="2600">
                <a:solidFill>
                  <a:srgbClr val="4E3629"/>
                </a:solidFill>
                <a:latin typeface="Calibri"/>
                <a:cs typeface="Calibri"/>
              </a:rPr>
              <a:t>puede</a:t>
            </a:r>
            <a:r>
              <a:rPr dirty="0" sz="2600" spc="-60">
                <a:solidFill>
                  <a:srgbClr val="4E3629"/>
                </a:solidFill>
                <a:latin typeface="Calibri"/>
                <a:cs typeface="Calibri"/>
              </a:rPr>
              <a:t> </a:t>
            </a:r>
            <a:r>
              <a:rPr dirty="0" sz="2600">
                <a:solidFill>
                  <a:srgbClr val="4E3629"/>
                </a:solidFill>
                <a:latin typeface="Calibri"/>
                <a:cs typeface="Calibri"/>
              </a:rPr>
              <a:t>agregar</a:t>
            </a:r>
            <a:r>
              <a:rPr dirty="0" sz="2600" spc="-40">
                <a:solidFill>
                  <a:srgbClr val="4E3629"/>
                </a:solidFill>
                <a:latin typeface="Calibri"/>
                <a:cs typeface="Calibri"/>
              </a:rPr>
              <a:t> </a:t>
            </a:r>
            <a:r>
              <a:rPr dirty="0" sz="2600">
                <a:solidFill>
                  <a:srgbClr val="4E3629"/>
                </a:solidFill>
                <a:latin typeface="Calibri"/>
                <a:cs typeface="Calibri"/>
              </a:rPr>
              <a:t>una</a:t>
            </a:r>
            <a:r>
              <a:rPr dirty="0" sz="2600" spc="-40">
                <a:solidFill>
                  <a:srgbClr val="4E3629"/>
                </a:solidFill>
                <a:latin typeface="Calibri"/>
                <a:cs typeface="Calibri"/>
              </a:rPr>
              <a:t> </a:t>
            </a:r>
            <a:r>
              <a:rPr dirty="0" sz="2600">
                <a:solidFill>
                  <a:srgbClr val="4E3629"/>
                </a:solidFill>
                <a:latin typeface="Calibri"/>
                <a:cs typeface="Calibri"/>
              </a:rPr>
              <a:t>nueva</a:t>
            </a:r>
            <a:r>
              <a:rPr dirty="0" sz="2600" spc="-60">
                <a:solidFill>
                  <a:srgbClr val="4E3629"/>
                </a:solidFill>
                <a:latin typeface="Calibri"/>
                <a:cs typeface="Calibri"/>
              </a:rPr>
              <a:t> </a:t>
            </a:r>
            <a:r>
              <a:rPr dirty="0" sz="2600">
                <a:solidFill>
                  <a:srgbClr val="4E3629"/>
                </a:solidFill>
                <a:latin typeface="Calibri"/>
                <a:cs typeface="Calibri"/>
              </a:rPr>
              <a:t>columna</a:t>
            </a:r>
            <a:r>
              <a:rPr dirty="0" sz="2600" spc="-40">
                <a:solidFill>
                  <a:srgbClr val="4E3629"/>
                </a:solidFill>
                <a:latin typeface="Calibri"/>
                <a:cs typeface="Calibri"/>
              </a:rPr>
              <a:t> </a:t>
            </a:r>
            <a:r>
              <a:rPr dirty="0" sz="2600">
                <a:solidFill>
                  <a:srgbClr val="4E3629"/>
                </a:solidFill>
                <a:latin typeface="Calibri"/>
                <a:cs typeface="Calibri"/>
              </a:rPr>
              <a:t>a</a:t>
            </a:r>
            <a:r>
              <a:rPr dirty="0" sz="2600" spc="-40">
                <a:solidFill>
                  <a:srgbClr val="4E3629"/>
                </a:solidFill>
                <a:latin typeface="Calibri"/>
                <a:cs typeface="Calibri"/>
              </a:rPr>
              <a:t> </a:t>
            </a:r>
            <a:r>
              <a:rPr dirty="0" sz="2600">
                <a:solidFill>
                  <a:srgbClr val="4E3629"/>
                </a:solidFill>
                <a:latin typeface="Calibri"/>
                <a:cs typeface="Calibri"/>
              </a:rPr>
              <a:t>la</a:t>
            </a:r>
            <a:r>
              <a:rPr dirty="0" sz="2600" spc="-40">
                <a:solidFill>
                  <a:srgbClr val="4E3629"/>
                </a:solidFill>
                <a:latin typeface="Calibri"/>
                <a:cs typeface="Calibri"/>
              </a:rPr>
              <a:t> </a:t>
            </a:r>
            <a:r>
              <a:rPr dirty="0" sz="2600">
                <a:solidFill>
                  <a:srgbClr val="4E3629"/>
                </a:solidFill>
                <a:latin typeface="Calibri"/>
                <a:cs typeface="Calibri"/>
              </a:rPr>
              <a:t>base</a:t>
            </a:r>
            <a:r>
              <a:rPr dirty="0" sz="2600" spc="-65">
                <a:solidFill>
                  <a:srgbClr val="4E3629"/>
                </a:solidFill>
                <a:latin typeface="Calibri"/>
                <a:cs typeface="Calibri"/>
              </a:rPr>
              <a:t> </a:t>
            </a:r>
            <a:r>
              <a:rPr dirty="0" sz="2600" spc="-25">
                <a:solidFill>
                  <a:srgbClr val="4E3629"/>
                </a:solidFill>
                <a:latin typeface="Calibri"/>
                <a:cs typeface="Calibri"/>
              </a:rPr>
              <a:t>de </a:t>
            </a:r>
            <a:r>
              <a:rPr dirty="0" sz="2600">
                <a:solidFill>
                  <a:srgbClr val="4E3629"/>
                </a:solidFill>
                <a:latin typeface="Calibri"/>
                <a:cs typeface="Calibri"/>
              </a:rPr>
              <a:t>datos</a:t>
            </a:r>
            <a:r>
              <a:rPr dirty="0" sz="2600" spc="-50">
                <a:solidFill>
                  <a:srgbClr val="4E3629"/>
                </a:solidFill>
                <a:latin typeface="Calibri"/>
                <a:cs typeface="Calibri"/>
              </a:rPr>
              <a:t> </a:t>
            </a:r>
            <a:r>
              <a:rPr dirty="0" sz="2600">
                <a:solidFill>
                  <a:srgbClr val="4E3629"/>
                </a:solidFill>
                <a:latin typeface="Calibri"/>
                <a:cs typeface="Calibri"/>
              </a:rPr>
              <a:t>con</a:t>
            </a:r>
            <a:r>
              <a:rPr dirty="0" sz="2600" spc="-30">
                <a:solidFill>
                  <a:srgbClr val="4E3629"/>
                </a:solidFill>
                <a:latin typeface="Calibri"/>
                <a:cs typeface="Calibri"/>
              </a:rPr>
              <a:t> </a:t>
            </a:r>
            <a:r>
              <a:rPr dirty="0" sz="2600">
                <a:solidFill>
                  <a:srgbClr val="4E3629"/>
                </a:solidFill>
                <a:latin typeface="Calibri"/>
                <a:cs typeface="Calibri"/>
              </a:rPr>
              <a:t>el</a:t>
            </a:r>
            <a:r>
              <a:rPr dirty="0" sz="2600" spc="-30">
                <a:solidFill>
                  <a:srgbClr val="4E3629"/>
                </a:solidFill>
                <a:latin typeface="Calibri"/>
                <a:cs typeface="Calibri"/>
              </a:rPr>
              <a:t> </a:t>
            </a:r>
            <a:r>
              <a:rPr dirty="0" sz="2600">
                <a:solidFill>
                  <a:srgbClr val="4E3629"/>
                </a:solidFill>
                <a:latin typeface="Calibri"/>
                <a:cs typeface="Calibri"/>
              </a:rPr>
              <a:t>mismo</a:t>
            </a:r>
            <a:r>
              <a:rPr dirty="0" sz="2600" spc="-45">
                <a:solidFill>
                  <a:srgbClr val="4E3629"/>
                </a:solidFill>
                <a:latin typeface="Calibri"/>
                <a:cs typeface="Calibri"/>
              </a:rPr>
              <a:t> </a:t>
            </a:r>
            <a:r>
              <a:rPr dirty="0" sz="2600">
                <a:solidFill>
                  <a:srgbClr val="4E3629"/>
                </a:solidFill>
                <a:latin typeface="Calibri"/>
                <a:cs typeface="Calibri"/>
              </a:rPr>
              <a:t>nombre</a:t>
            </a:r>
            <a:r>
              <a:rPr dirty="0" sz="2600" spc="-40">
                <a:solidFill>
                  <a:srgbClr val="4E3629"/>
                </a:solidFill>
                <a:latin typeface="Calibri"/>
                <a:cs typeface="Calibri"/>
              </a:rPr>
              <a:t> </a:t>
            </a:r>
            <a:r>
              <a:rPr dirty="0" sz="2600">
                <a:solidFill>
                  <a:srgbClr val="4E3629"/>
                </a:solidFill>
                <a:latin typeface="Calibri"/>
                <a:cs typeface="Calibri"/>
              </a:rPr>
              <a:t>que</a:t>
            </a:r>
            <a:r>
              <a:rPr dirty="0" sz="2600" spc="-40">
                <a:solidFill>
                  <a:srgbClr val="4E3629"/>
                </a:solidFill>
                <a:latin typeface="Calibri"/>
                <a:cs typeface="Calibri"/>
              </a:rPr>
              <a:t> </a:t>
            </a:r>
            <a:r>
              <a:rPr dirty="0" sz="2600">
                <a:solidFill>
                  <a:srgbClr val="4E3629"/>
                </a:solidFill>
                <a:latin typeface="Calibri"/>
                <a:cs typeface="Calibri"/>
              </a:rPr>
              <a:t>la</a:t>
            </a:r>
            <a:r>
              <a:rPr dirty="0" sz="2600" spc="-25">
                <a:solidFill>
                  <a:srgbClr val="4E3629"/>
                </a:solidFill>
                <a:latin typeface="Calibri"/>
                <a:cs typeface="Calibri"/>
              </a:rPr>
              <a:t> </a:t>
            </a:r>
            <a:r>
              <a:rPr dirty="0" sz="2600">
                <a:solidFill>
                  <a:srgbClr val="4E3629"/>
                </a:solidFill>
                <a:latin typeface="Calibri"/>
                <a:cs typeface="Calibri"/>
              </a:rPr>
              <a:t>columna</a:t>
            </a:r>
            <a:r>
              <a:rPr dirty="0" sz="2600" spc="-50">
                <a:solidFill>
                  <a:srgbClr val="4E3629"/>
                </a:solidFill>
                <a:latin typeface="Calibri"/>
                <a:cs typeface="Calibri"/>
              </a:rPr>
              <a:t> </a:t>
            </a:r>
            <a:r>
              <a:rPr dirty="0" sz="2600">
                <a:solidFill>
                  <a:srgbClr val="4E3629"/>
                </a:solidFill>
                <a:latin typeface="Calibri"/>
                <a:cs typeface="Calibri"/>
              </a:rPr>
              <a:t>no</a:t>
            </a:r>
            <a:r>
              <a:rPr dirty="0" sz="2600" spc="-20">
                <a:solidFill>
                  <a:srgbClr val="4E3629"/>
                </a:solidFill>
                <a:latin typeface="Calibri"/>
                <a:cs typeface="Calibri"/>
              </a:rPr>
              <a:t> </a:t>
            </a:r>
            <a:r>
              <a:rPr dirty="0" sz="2600" spc="-10">
                <a:solidFill>
                  <a:srgbClr val="4E3629"/>
                </a:solidFill>
                <a:latin typeface="Calibri"/>
                <a:cs typeface="Calibri"/>
              </a:rPr>
              <a:t>utilizada</a:t>
            </a:r>
            <a:endParaRPr sz="2600">
              <a:latin typeface="Calibri"/>
              <a:cs typeface="Calibri"/>
            </a:endParaRPr>
          </a:p>
          <a:p>
            <a:pPr marL="184785" indent="-172085">
              <a:lnSpc>
                <a:spcPct val="100000"/>
              </a:lnSpc>
              <a:spcBef>
                <a:spcPts val="445"/>
              </a:spcBef>
              <a:buClr>
                <a:srgbClr val="D1350F"/>
              </a:buClr>
              <a:buFont typeface="Arial MT"/>
              <a:buChar char="•"/>
              <a:tabLst>
                <a:tab pos="184785" algn="l"/>
              </a:tabLst>
            </a:pPr>
            <a:r>
              <a:rPr dirty="0" sz="2600">
                <a:solidFill>
                  <a:srgbClr val="4E3629"/>
                </a:solidFill>
                <a:latin typeface="Calibri"/>
                <a:cs typeface="Calibri"/>
              </a:rPr>
              <a:t>Las</a:t>
            </a:r>
            <a:r>
              <a:rPr dirty="0" sz="2600" spc="-60">
                <a:solidFill>
                  <a:srgbClr val="4E3629"/>
                </a:solidFill>
                <a:latin typeface="Calibri"/>
                <a:cs typeface="Calibri"/>
              </a:rPr>
              <a:t> </a:t>
            </a:r>
            <a:r>
              <a:rPr dirty="0" sz="2600">
                <a:solidFill>
                  <a:srgbClr val="4E3629"/>
                </a:solidFill>
                <a:latin typeface="Calibri"/>
                <a:cs typeface="Calibri"/>
              </a:rPr>
              <a:t>columnas</a:t>
            </a:r>
            <a:r>
              <a:rPr dirty="0" sz="2600" spc="-55">
                <a:solidFill>
                  <a:srgbClr val="4E3629"/>
                </a:solidFill>
                <a:latin typeface="Calibri"/>
                <a:cs typeface="Calibri"/>
              </a:rPr>
              <a:t> </a:t>
            </a:r>
            <a:r>
              <a:rPr dirty="0" sz="2600">
                <a:solidFill>
                  <a:srgbClr val="4E3629"/>
                </a:solidFill>
                <a:latin typeface="Calibri"/>
                <a:cs typeface="Calibri"/>
              </a:rPr>
              <a:t>no</a:t>
            </a:r>
            <a:r>
              <a:rPr dirty="0" sz="2600" spc="-40">
                <a:solidFill>
                  <a:srgbClr val="4E3629"/>
                </a:solidFill>
                <a:latin typeface="Calibri"/>
                <a:cs typeface="Calibri"/>
              </a:rPr>
              <a:t> </a:t>
            </a:r>
            <a:r>
              <a:rPr dirty="0" sz="2600">
                <a:solidFill>
                  <a:srgbClr val="4E3629"/>
                </a:solidFill>
                <a:latin typeface="Calibri"/>
                <a:cs typeface="Calibri"/>
              </a:rPr>
              <a:t>utilizadas</a:t>
            </a:r>
            <a:r>
              <a:rPr dirty="0" sz="2600" spc="-55">
                <a:solidFill>
                  <a:srgbClr val="4E3629"/>
                </a:solidFill>
                <a:latin typeface="Calibri"/>
                <a:cs typeface="Calibri"/>
              </a:rPr>
              <a:t> </a:t>
            </a:r>
            <a:r>
              <a:rPr dirty="0" sz="2600" spc="-10">
                <a:solidFill>
                  <a:srgbClr val="4E3629"/>
                </a:solidFill>
                <a:latin typeface="Calibri"/>
                <a:cs typeface="Calibri"/>
              </a:rPr>
              <a:t>existen,</a:t>
            </a:r>
            <a:r>
              <a:rPr dirty="0" sz="2600" spc="-75">
                <a:solidFill>
                  <a:srgbClr val="4E3629"/>
                </a:solidFill>
                <a:latin typeface="Calibri"/>
                <a:cs typeface="Calibri"/>
              </a:rPr>
              <a:t> </a:t>
            </a:r>
            <a:r>
              <a:rPr dirty="0" sz="2600">
                <a:solidFill>
                  <a:srgbClr val="4E3629"/>
                </a:solidFill>
                <a:latin typeface="Calibri"/>
                <a:cs typeface="Calibri"/>
              </a:rPr>
              <a:t>pero</a:t>
            </a:r>
            <a:r>
              <a:rPr dirty="0" sz="2600" spc="-60">
                <a:solidFill>
                  <a:srgbClr val="4E3629"/>
                </a:solidFill>
                <a:latin typeface="Calibri"/>
                <a:cs typeface="Calibri"/>
              </a:rPr>
              <a:t> </a:t>
            </a:r>
            <a:r>
              <a:rPr dirty="0" sz="2600">
                <a:solidFill>
                  <a:srgbClr val="4E3629"/>
                </a:solidFill>
                <a:latin typeface="Calibri"/>
                <a:cs typeface="Calibri"/>
              </a:rPr>
              <a:t>son</a:t>
            </a:r>
            <a:r>
              <a:rPr dirty="0" sz="2600" spc="-60">
                <a:solidFill>
                  <a:srgbClr val="4E3629"/>
                </a:solidFill>
                <a:latin typeface="Calibri"/>
                <a:cs typeface="Calibri"/>
              </a:rPr>
              <a:t> </a:t>
            </a:r>
            <a:r>
              <a:rPr dirty="0" sz="2600" spc="-10">
                <a:solidFill>
                  <a:srgbClr val="4E3629"/>
                </a:solidFill>
                <a:latin typeface="Calibri"/>
                <a:cs typeface="Calibri"/>
              </a:rPr>
              <a:t>invisibles</a:t>
            </a:r>
            <a:endParaRPr sz="2600">
              <a:latin typeface="Calibri"/>
              <a:cs typeface="Calibri"/>
            </a:endParaRPr>
          </a:p>
        </p:txBody>
      </p:sp>
      <p:sp>
        <p:nvSpPr>
          <p:cNvPr id="6" name="object 6" descr=""/>
          <p:cNvSpPr txBox="1"/>
          <p:nvPr/>
        </p:nvSpPr>
        <p:spPr>
          <a:xfrm>
            <a:off x="483514" y="5495035"/>
            <a:ext cx="1296670" cy="422275"/>
          </a:xfrm>
          <a:prstGeom prst="rect">
            <a:avLst/>
          </a:prstGeom>
        </p:spPr>
        <p:txBody>
          <a:bodyPr wrap="square" lIns="0" tIns="12700" rIns="0" bIns="0" rtlCol="0" vert="horz">
            <a:spAutoFit/>
          </a:bodyPr>
          <a:lstStyle/>
          <a:p>
            <a:pPr marL="184785" indent="-172085">
              <a:lnSpc>
                <a:spcPct val="100000"/>
              </a:lnSpc>
              <a:spcBef>
                <a:spcPts val="100"/>
              </a:spcBef>
              <a:buClr>
                <a:srgbClr val="D1350F"/>
              </a:buClr>
              <a:buFont typeface="Arial MT"/>
              <a:buChar char="•"/>
              <a:tabLst>
                <a:tab pos="184785" algn="l"/>
              </a:tabLst>
            </a:pPr>
            <a:r>
              <a:rPr dirty="0" sz="2600" spc="-10">
                <a:solidFill>
                  <a:srgbClr val="4E3629"/>
                </a:solidFill>
                <a:latin typeface="Calibri"/>
                <a:cs typeface="Calibri"/>
              </a:rPr>
              <a:t>Sintaxis:</a:t>
            </a:r>
            <a:endParaRPr sz="2600">
              <a:latin typeface="Calibri"/>
              <a:cs typeface="Calibri"/>
            </a:endParaRPr>
          </a:p>
        </p:txBody>
      </p:sp>
      <p:sp>
        <p:nvSpPr>
          <p:cNvPr id="7" name="object 7" descr=""/>
          <p:cNvSpPr txBox="1"/>
          <p:nvPr/>
        </p:nvSpPr>
        <p:spPr>
          <a:xfrm>
            <a:off x="1876044" y="5602223"/>
            <a:ext cx="6863080" cy="321945"/>
          </a:xfrm>
          <a:prstGeom prst="rect">
            <a:avLst/>
          </a:prstGeom>
          <a:solidFill>
            <a:srgbClr val="9DBEC4">
              <a:alpha val="50199"/>
            </a:srgbClr>
          </a:solidFill>
        </p:spPr>
        <p:txBody>
          <a:bodyPr wrap="square" lIns="0" tIns="0" rIns="0" bIns="0" rtlCol="0" vert="horz">
            <a:spAutoFit/>
          </a:bodyPr>
          <a:lstStyle/>
          <a:p>
            <a:pPr>
              <a:lnSpc>
                <a:spcPts val="2145"/>
              </a:lnSpc>
            </a:pPr>
            <a:r>
              <a:rPr dirty="0" sz="1800" b="1">
                <a:solidFill>
                  <a:srgbClr val="4E3629"/>
                </a:solidFill>
                <a:latin typeface="Courier New"/>
                <a:cs typeface="Courier New"/>
              </a:rPr>
              <a:t>ALTER</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b="1">
                <a:solidFill>
                  <a:srgbClr val="4E3629"/>
                </a:solidFill>
                <a:latin typeface="Courier New"/>
                <a:cs typeface="Courier New"/>
              </a:rPr>
              <a:t>tablename</a:t>
            </a:r>
            <a:r>
              <a:rPr dirty="0" sz="1800" spc="-60" b="1">
                <a:solidFill>
                  <a:srgbClr val="4E3629"/>
                </a:solidFill>
                <a:latin typeface="Courier New"/>
                <a:cs typeface="Courier New"/>
              </a:rPr>
              <a:t> </a:t>
            </a:r>
            <a:r>
              <a:rPr dirty="0" sz="1800" b="1">
                <a:solidFill>
                  <a:srgbClr val="4E3629"/>
                </a:solidFill>
                <a:latin typeface="Courier New"/>
                <a:cs typeface="Courier New"/>
              </a:rPr>
              <a:t>SET</a:t>
            </a:r>
            <a:r>
              <a:rPr dirty="0" sz="1800" spc="-55" b="1">
                <a:solidFill>
                  <a:srgbClr val="4E3629"/>
                </a:solidFill>
                <a:latin typeface="Courier New"/>
                <a:cs typeface="Courier New"/>
              </a:rPr>
              <a:t> </a:t>
            </a:r>
            <a:r>
              <a:rPr dirty="0" sz="1800" b="1">
                <a:solidFill>
                  <a:srgbClr val="4E3629"/>
                </a:solidFill>
                <a:latin typeface="Courier New"/>
                <a:cs typeface="Courier New"/>
              </a:rPr>
              <a:t>UNUSED</a:t>
            </a:r>
            <a:r>
              <a:rPr dirty="0" sz="1800" spc="-70" b="1">
                <a:solidFill>
                  <a:srgbClr val="4E3629"/>
                </a:solidFill>
                <a:latin typeface="Courier New"/>
                <a:cs typeface="Courier New"/>
              </a:rPr>
              <a:t> </a:t>
            </a:r>
            <a:r>
              <a:rPr dirty="0" sz="1800" b="1">
                <a:solidFill>
                  <a:srgbClr val="4E3629"/>
                </a:solidFill>
                <a:latin typeface="Courier New"/>
                <a:cs typeface="Courier New"/>
              </a:rPr>
              <a:t>(column</a:t>
            </a:r>
            <a:r>
              <a:rPr dirty="0" sz="1800" spc="-55" b="1">
                <a:solidFill>
                  <a:srgbClr val="4E3629"/>
                </a:solidFill>
                <a:latin typeface="Courier New"/>
                <a:cs typeface="Courier New"/>
              </a:rPr>
              <a:t> </a:t>
            </a:r>
            <a:r>
              <a:rPr dirty="0" sz="1800" spc="-10" b="1">
                <a:solidFill>
                  <a:srgbClr val="4E3629"/>
                </a:solidFill>
                <a:latin typeface="Courier New"/>
                <a:cs typeface="Courier New"/>
              </a:rPr>
              <a:t>name);</a:t>
            </a:r>
            <a:endParaRPr sz="1800">
              <a:latin typeface="Courier New"/>
              <a:cs typeface="Courier New"/>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Ejemplo</a:t>
            </a:r>
            <a:r>
              <a:rPr dirty="0" spc="-60"/>
              <a:t> </a:t>
            </a:r>
            <a:r>
              <a:rPr dirty="0"/>
              <a:t>de</a:t>
            </a:r>
            <a:r>
              <a:rPr dirty="0" spc="-60"/>
              <a:t> </a:t>
            </a:r>
            <a:r>
              <a:rPr dirty="0"/>
              <a:t>SET</a:t>
            </a:r>
            <a:r>
              <a:rPr dirty="0" spc="-60"/>
              <a:t> </a:t>
            </a:r>
            <a:r>
              <a:rPr dirty="0"/>
              <a:t>UNUSED</a:t>
            </a:r>
            <a:r>
              <a:rPr dirty="0" spc="-65"/>
              <a:t> </a:t>
            </a:r>
            <a:r>
              <a:rPr dirty="0"/>
              <a:t>para</a:t>
            </a:r>
            <a:r>
              <a:rPr dirty="0" spc="-70"/>
              <a:t> </a:t>
            </a:r>
            <a:r>
              <a:rPr dirty="0" spc="-10"/>
              <a:t>Columnas</a:t>
            </a:r>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18</a:t>
            </a:r>
          </a:p>
        </p:txBody>
      </p:sp>
      <p:sp>
        <p:nvSpPr>
          <p:cNvPr id="5" name="object 5" descr=""/>
          <p:cNvSpPr txBox="1"/>
          <p:nvPr/>
        </p:nvSpPr>
        <p:spPr>
          <a:xfrm>
            <a:off x="483514" y="1415923"/>
            <a:ext cx="146685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spc="-10">
                <a:solidFill>
                  <a:srgbClr val="4E3629"/>
                </a:solidFill>
                <a:latin typeface="Calibri"/>
                <a:cs typeface="Calibri"/>
              </a:rPr>
              <a:t>Ejemplo:</a:t>
            </a:r>
            <a:endParaRPr sz="2800">
              <a:latin typeface="Calibri"/>
              <a:cs typeface="Calibri"/>
            </a:endParaRPr>
          </a:p>
        </p:txBody>
      </p:sp>
      <p:sp>
        <p:nvSpPr>
          <p:cNvPr id="6" name="object 6" descr=""/>
          <p:cNvSpPr txBox="1"/>
          <p:nvPr/>
        </p:nvSpPr>
        <p:spPr>
          <a:xfrm>
            <a:off x="483514" y="2388488"/>
            <a:ext cx="7872730" cy="2574925"/>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DROP</a:t>
            </a:r>
            <a:r>
              <a:rPr dirty="0" sz="2800" spc="-90">
                <a:solidFill>
                  <a:srgbClr val="4E3629"/>
                </a:solidFill>
                <a:latin typeface="Calibri"/>
                <a:cs typeface="Calibri"/>
              </a:rPr>
              <a:t> </a:t>
            </a:r>
            <a:r>
              <a:rPr dirty="0" sz="2800">
                <a:solidFill>
                  <a:srgbClr val="4E3629"/>
                </a:solidFill>
                <a:latin typeface="Calibri"/>
                <a:cs typeface="Calibri"/>
              </a:rPr>
              <a:t>UNUSED</a:t>
            </a:r>
            <a:r>
              <a:rPr dirty="0" sz="2800" spc="-85">
                <a:solidFill>
                  <a:srgbClr val="4E3629"/>
                </a:solidFill>
                <a:latin typeface="Calibri"/>
                <a:cs typeface="Calibri"/>
              </a:rPr>
              <a:t> </a:t>
            </a:r>
            <a:r>
              <a:rPr dirty="0" sz="2800">
                <a:solidFill>
                  <a:srgbClr val="4E3629"/>
                </a:solidFill>
                <a:latin typeface="Calibri"/>
                <a:cs typeface="Calibri"/>
              </a:rPr>
              <a:t>COLUMNS</a:t>
            </a:r>
            <a:r>
              <a:rPr dirty="0" sz="2800" spc="-70">
                <a:solidFill>
                  <a:srgbClr val="4E3629"/>
                </a:solidFill>
                <a:latin typeface="Calibri"/>
                <a:cs typeface="Calibri"/>
              </a:rPr>
              <a:t> </a:t>
            </a:r>
            <a:r>
              <a:rPr dirty="0" sz="2800">
                <a:solidFill>
                  <a:srgbClr val="4E3629"/>
                </a:solidFill>
                <a:latin typeface="Calibri"/>
                <a:cs typeface="Calibri"/>
              </a:rPr>
              <a:t>elimina</a:t>
            </a:r>
            <a:r>
              <a:rPr dirty="0" sz="2800" spc="-90">
                <a:solidFill>
                  <a:srgbClr val="4E3629"/>
                </a:solidFill>
                <a:latin typeface="Calibri"/>
                <a:cs typeface="Calibri"/>
              </a:rPr>
              <a:t> </a:t>
            </a:r>
            <a:r>
              <a:rPr dirty="0" sz="2800">
                <a:solidFill>
                  <a:srgbClr val="4E3629"/>
                </a:solidFill>
                <a:latin typeface="Calibri"/>
                <a:cs typeface="Calibri"/>
              </a:rPr>
              <a:t>todas</a:t>
            </a:r>
            <a:r>
              <a:rPr dirty="0" sz="2800" spc="-85">
                <a:solidFill>
                  <a:srgbClr val="4E3629"/>
                </a:solidFill>
                <a:latin typeface="Calibri"/>
                <a:cs typeface="Calibri"/>
              </a:rPr>
              <a:t> </a:t>
            </a:r>
            <a:r>
              <a:rPr dirty="0" sz="2800">
                <a:solidFill>
                  <a:srgbClr val="4E3629"/>
                </a:solidFill>
                <a:latin typeface="Calibri"/>
                <a:cs typeface="Calibri"/>
              </a:rPr>
              <a:t>las</a:t>
            </a:r>
            <a:r>
              <a:rPr dirty="0" sz="2800" spc="-105">
                <a:solidFill>
                  <a:srgbClr val="4E3629"/>
                </a:solidFill>
                <a:latin typeface="Calibri"/>
                <a:cs typeface="Calibri"/>
              </a:rPr>
              <a:t> </a:t>
            </a:r>
            <a:r>
              <a:rPr dirty="0" sz="2800" spc="-10">
                <a:solidFill>
                  <a:srgbClr val="4E3629"/>
                </a:solidFill>
                <a:latin typeface="Calibri"/>
                <a:cs typeface="Calibri"/>
              </a:rPr>
              <a:t>columnas 	marcadas</a:t>
            </a:r>
            <a:r>
              <a:rPr dirty="0" sz="2800" spc="-85">
                <a:solidFill>
                  <a:srgbClr val="4E3629"/>
                </a:solidFill>
                <a:latin typeface="Calibri"/>
                <a:cs typeface="Calibri"/>
              </a:rPr>
              <a:t> </a:t>
            </a:r>
            <a:r>
              <a:rPr dirty="0" sz="2800" spc="-10">
                <a:solidFill>
                  <a:srgbClr val="4E3629"/>
                </a:solidFill>
                <a:latin typeface="Calibri"/>
                <a:cs typeface="Calibri"/>
              </a:rPr>
              <a:t>actualmente</a:t>
            </a:r>
            <a:r>
              <a:rPr dirty="0" sz="2800" spc="-75">
                <a:solidFill>
                  <a:srgbClr val="4E3629"/>
                </a:solidFill>
                <a:latin typeface="Calibri"/>
                <a:cs typeface="Calibri"/>
              </a:rPr>
              <a:t> </a:t>
            </a:r>
            <a:r>
              <a:rPr dirty="0" sz="2800">
                <a:solidFill>
                  <a:srgbClr val="4E3629"/>
                </a:solidFill>
                <a:latin typeface="Calibri"/>
                <a:cs typeface="Calibri"/>
              </a:rPr>
              <a:t>como</a:t>
            </a:r>
            <a:r>
              <a:rPr dirty="0" sz="2800" spc="-90">
                <a:solidFill>
                  <a:srgbClr val="4E3629"/>
                </a:solidFill>
                <a:latin typeface="Calibri"/>
                <a:cs typeface="Calibri"/>
              </a:rPr>
              <a:t> </a:t>
            </a:r>
            <a:r>
              <a:rPr dirty="0" sz="2800">
                <a:solidFill>
                  <a:srgbClr val="4E3629"/>
                </a:solidFill>
                <a:latin typeface="Calibri"/>
                <a:cs typeface="Calibri"/>
              </a:rPr>
              <a:t>no</a:t>
            </a:r>
            <a:r>
              <a:rPr dirty="0" sz="2800" spc="-70">
                <a:solidFill>
                  <a:srgbClr val="4E3629"/>
                </a:solidFill>
                <a:latin typeface="Calibri"/>
                <a:cs typeface="Calibri"/>
              </a:rPr>
              <a:t> </a:t>
            </a:r>
            <a:r>
              <a:rPr dirty="0" sz="2800" spc="-10">
                <a:solidFill>
                  <a:srgbClr val="4E3629"/>
                </a:solidFill>
                <a:latin typeface="Calibri"/>
                <a:cs typeface="Calibri"/>
              </a:rPr>
              <a:t>utilizadas</a:t>
            </a:r>
            <a:endParaRPr sz="2800">
              <a:latin typeface="Calibri"/>
              <a:cs typeface="Calibri"/>
            </a:endParaRPr>
          </a:p>
          <a:p>
            <a:pPr marL="183515" marR="845185" indent="-171450">
              <a:lnSpc>
                <a:spcPct val="90000"/>
              </a:lnSpc>
              <a:spcBef>
                <a:spcPts val="750"/>
              </a:spcBef>
              <a:buClr>
                <a:srgbClr val="D1350F"/>
              </a:buClr>
              <a:buFont typeface="Arial MT"/>
              <a:buChar char="•"/>
              <a:tabLst>
                <a:tab pos="184785" algn="l"/>
              </a:tabLst>
            </a:pPr>
            <a:r>
              <a:rPr dirty="0" sz="2800">
                <a:solidFill>
                  <a:srgbClr val="4E3629"/>
                </a:solidFill>
                <a:latin typeface="Calibri"/>
                <a:cs typeface="Calibri"/>
              </a:rPr>
              <a:t>Utilice</a:t>
            </a:r>
            <a:r>
              <a:rPr dirty="0" sz="2800" spc="-100">
                <a:solidFill>
                  <a:srgbClr val="4E3629"/>
                </a:solidFill>
                <a:latin typeface="Calibri"/>
                <a:cs typeface="Calibri"/>
              </a:rPr>
              <a:t> </a:t>
            </a:r>
            <a:r>
              <a:rPr dirty="0" sz="2800">
                <a:solidFill>
                  <a:srgbClr val="4E3629"/>
                </a:solidFill>
                <a:latin typeface="Calibri"/>
                <a:cs typeface="Calibri"/>
              </a:rPr>
              <a:t>esta</a:t>
            </a:r>
            <a:r>
              <a:rPr dirty="0" sz="2800" spc="-85">
                <a:solidFill>
                  <a:srgbClr val="4E3629"/>
                </a:solidFill>
                <a:latin typeface="Calibri"/>
                <a:cs typeface="Calibri"/>
              </a:rPr>
              <a:t> </a:t>
            </a:r>
            <a:r>
              <a:rPr dirty="0" sz="2800" spc="-10">
                <a:solidFill>
                  <a:srgbClr val="4E3629"/>
                </a:solidFill>
                <a:latin typeface="Calibri"/>
                <a:cs typeface="Calibri"/>
              </a:rPr>
              <a:t>sentencia</a:t>
            </a:r>
            <a:r>
              <a:rPr dirty="0" sz="2800" spc="-90">
                <a:solidFill>
                  <a:srgbClr val="4E3629"/>
                </a:solidFill>
                <a:latin typeface="Calibri"/>
                <a:cs typeface="Calibri"/>
              </a:rPr>
              <a:t> </a:t>
            </a:r>
            <a:r>
              <a:rPr dirty="0" sz="2800">
                <a:solidFill>
                  <a:srgbClr val="4E3629"/>
                </a:solidFill>
                <a:latin typeface="Calibri"/>
                <a:cs typeface="Calibri"/>
              </a:rPr>
              <a:t>cuando</a:t>
            </a:r>
            <a:r>
              <a:rPr dirty="0" sz="2800" spc="-80">
                <a:solidFill>
                  <a:srgbClr val="4E3629"/>
                </a:solidFill>
                <a:latin typeface="Calibri"/>
                <a:cs typeface="Calibri"/>
              </a:rPr>
              <a:t> </a:t>
            </a:r>
            <a:r>
              <a:rPr dirty="0" sz="2800">
                <a:solidFill>
                  <a:srgbClr val="4E3629"/>
                </a:solidFill>
                <a:latin typeface="Calibri"/>
                <a:cs typeface="Calibri"/>
              </a:rPr>
              <a:t>desee</a:t>
            </a:r>
            <a:r>
              <a:rPr dirty="0" sz="2800" spc="-100">
                <a:solidFill>
                  <a:srgbClr val="4E3629"/>
                </a:solidFill>
                <a:latin typeface="Calibri"/>
                <a:cs typeface="Calibri"/>
              </a:rPr>
              <a:t> </a:t>
            </a:r>
            <a:r>
              <a:rPr dirty="0" sz="2800">
                <a:solidFill>
                  <a:srgbClr val="4E3629"/>
                </a:solidFill>
                <a:latin typeface="Calibri"/>
                <a:cs typeface="Calibri"/>
              </a:rPr>
              <a:t>reclamar</a:t>
            </a:r>
            <a:r>
              <a:rPr dirty="0" sz="2800" spc="-10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espacio</a:t>
            </a:r>
            <a:r>
              <a:rPr dirty="0" sz="2800" spc="-4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disco</a:t>
            </a:r>
            <a:r>
              <a:rPr dirty="0" sz="2800" spc="-35">
                <a:solidFill>
                  <a:srgbClr val="4E3629"/>
                </a:solidFill>
                <a:latin typeface="Calibri"/>
                <a:cs typeface="Calibri"/>
              </a:rPr>
              <a:t> </a:t>
            </a:r>
            <a:r>
              <a:rPr dirty="0" sz="2800">
                <a:solidFill>
                  <a:srgbClr val="4E3629"/>
                </a:solidFill>
                <a:latin typeface="Calibri"/>
                <a:cs typeface="Calibri"/>
              </a:rPr>
              <a:t>adicional</a:t>
            </a:r>
            <a:r>
              <a:rPr dirty="0" sz="2800" spc="-55">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las</a:t>
            </a:r>
            <a:r>
              <a:rPr dirty="0" sz="2800" spc="-55">
                <a:solidFill>
                  <a:srgbClr val="4E3629"/>
                </a:solidFill>
                <a:latin typeface="Calibri"/>
                <a:cs typeface="Calibri"/>
              </a:rPr>
              <a:t> </a:t>
            </a:r>
            <a:r>
              <a:rPr dirty="0" sz="2800">
                <a:solidFill>
                  <a:srgbClr val="4E3629"/>
                </a:solidFill>
                <a:latin typeface="Calibri"/>
                <a:cs typeface="Calibri"/>
              </a:rPr>
              <a:t>columnas</a:t>
            </a:r>
            <a:r>
              <a:rPr dirty="0" sz="2800" spc="-20">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utilizadas</a:t>
            </a:r>
            <a:r>
              <a:rPr dirty="0" sz="2800" spc="-65">
                <a:solidFill>
                  <a:srgbClr val="4E3629"/>
                </a:solidFill>
                <a:latin typeface="Calibri"/>
                <a:cs typeface="Calibri"/>
              </a:rPr>
              <a:t> </a:t>
            </a:r>
            <a:r>
              <a:rPr dirty="0" sz="2800">
                <a:solidFill>
                  <a:srgbClr val="4E3629"/>
                </a:solidFill>
                <a:latin typeface="Calibri"/>
                <a:cs typeface="Calibri"/>
              </a:rPr>
              <a:t>en</a:t>
            </a:r>
            <a:r>
              <a:rPr dirty="0" sz="2800" spc="-80">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spc="-10">
                <a:solidFill>
                  <a:srgbClr val="4E3629"/>
                </a:solidFill>
                <a:latin typeface="Calibri"/>
                <a:cs typeface="Calibri"/>
              </a:rPr>
              <a:t>tabla</a:t>
            </a:r>
            <a:endParaRPr sz="2800">
              <a:latin typeface="Calibri"/>
              <a:cs typeface="Calibri"/>
            </a:endParaRPr>
          </a:p>
          <a:p>
            <a:pPr marL="184150" indent="-171450">
              <a:lnSpc>
                <a:spcPct val="100000"/>
              </a:lnSpc>
              <a:spcBef>
                <a:spcPts val="470"/>
              </a:spcBef>
              <a:buClr>
                <a:srgbClr val="D1350F"/>
              </a:buClr>
              <a:buFont typeface="Arial MT"/>
              <a:buChar char="•"/>
              <a:tabLst>
                <a:tab pos="184150" algn="l"/>
              </a:tabLst>
            </a:pPr>
            <a:r>
              <a:rPr dirty="0" sz="2800" spc="-10">
                <a:solidFill>
                  <a:srgbClr val="4E3629"/>
                </a:solidFill>
                <a:latin typeface="Calibri"/>
                <a:cs typeface="Calibri"/>
              </a:rPr>
              <a:t>Ejemplo:</a:t>
            </a:r>
            <a:endParaRPr sz="2800">
              <a:latin typeface="Calibri"/>
              <a:cs typeface="Calibri"/>
            </a:endParaRPr>
          </a:p>
        </p:txBody>
      </p:sp>
      <p:sp>
        <p:nvSpPr>
          <p:cNvPr id="7" name="object 7" descr=""/>
          <p:cNvSpPr txBox="1"/>
          <p:nvPr/>
        </p:nvSpPr>
        <p:spPr>
          <a:xfrm>
            <a:off x="393191" y="1840992"/>
            <a:ext cx="8345805" cy="535305"/>
          </a:xfrm>
          <a:prstGeom prst="rect">
            <a:avLst/>
          </a:prstGeom>
          <a:solidFill>
            <a:srgbClr val="9DBEC4">
              <a:alpha val="50199"/>
            </a:srgbClr>
          </a:solidFill>
        </p:spPr>
        <p:txBody>
          <a:bodyPr wrap="square" lIns="0" tIns="0" rIns="0" bIns="0" rtlCol="0" vert="horz">
            <a:spAutoFit/>
          </a:bodyPr>
          <a:lstStyle/>
          <a:p>
            <a:pPr>
              <a:lnSpc>
                <a:spcPts val="189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marL="409575">
              <a:lnSpc>
                <a:spcPct val="100000"/>
              </a:lnSpc>
            </a:pPr>
            <a:r>
              <a:rPr dirty="0" sz="1800" b="1">
                <a:solidFill>
                  <a:srgbClr val="4E3629"/>
                </a:solidFill>
                <a:latin typeface="Courier New"/>
                <a:cs typeface="Courier New"/>
              </a:rPr>
              <a:t>SET</a:t>
            </a:r>
            <a:r>
              <a:rPr dirty="0" sz="1800" spc="-35" b="1">
                <a:solidFill>
                  <a:srgbClr val="4E3629"/>
                </a:solidFill>
                <a:latin typeface="Courier New"/>
                <a:cs typeface="Courier New"/>
              </a:rPr>
              <a:t> </a:t>
            </a:r>
            <a:r>
              <a:rPr dirty="0" sz="1800" b="1">
                <a:solidFill>
                  <a:srgbClr val="4E3629"/>
                </a:solidFill>
                <a:latin typeface="Courier New"/>
                <a:cs typeface="Courier New"/>
              </a:rPr>
              <a:t>UNUSED</a:t>
            </a:r>
            <a:r>
              <a:rPr dirty="0" sz="1800" spc="-30" b="1">
                <a:solidFill>
                  <a:srgbClr val="4E3629"/>
                </a:solidFill>
                <a:latin typeface="Courier New"/>
                <a:cs typeface="Courier New"/>
              </a:rPr>
              <a:t> </a:t>
            </a:r>
            <a:r>
              <a:rPr dirty="0" sz="1800" spc="-10" b="1">
                <a:solidFill>
                  <a:srgbClr val="4E3629"/>
                </a:solidFill>
                <a:latin typeface="Courier New"/>
                <a:cs typeface="Courier New"/>
              </a:rPr>
              <a:t>(email);</a:t>
            </a:r>
            <a:endParaRPr sz="1800">
              <a:latin typeface="Courier New"/>
              <a:cs typeface="Courier New"/>
            </a:endParaRPr>
          </a:p>
        </p:txBody>
      </p:sp>
      <p:sp>
        <p:nvSpPr>
          <p:cNvPr id="8" name="object 8" descr=""/>
          <p:cNvSpPr txBox="1"/>
          <p:nvPr/>
        </p:nvSpPr>
        <p:spPr>
          <a:xfrm>
            <a:off x="393191" y="4962144"/>
            <a:ext cx="8345805" cy="536575"/>
          </a:xfrm>
          <a:prstGeom prst="rect">
            <a:avLst/>
          </a:prstGeom>
          <a:solidFill>
            <a:srgbClr val="9DBEC4">
              <a:alpha val="50199"/>
            </a:srgbClr>
          </a:solidFill>
        </p:spPr>
        <p:txBody>
          <a:bodyPr wrap="square" lIns="0" tIns="0" rIns="0" bIns="0" rtlCol="0" vert="horz">
            <a:spAutoFit/>
          </a:bodyPr>
          <a:lstStyle/>
          <a:p>
            <a:pPr algn="ctr" marR="4788535">
              <a:lnSpc>
                <a:spcPts val="1905"/>
              </a:lnSpc>
            </a:pPr>
            <a:r>
              <a:rPr dirty="0" sz="1800" b="1">
                <a:solidFill>
                  <a:srgbClr val="4E3629"/>
                </a:solidFill>
                <a:latin typeface="Courier New"/>
                <a:cs typeface="Courier New"/>
              </a:rPr>
              <a:t>ALTER</a:t>
            </a:r>
            <a:r>
              <a:rPr dirty="0" sz="1800" spc="-50" b="1">
                <a:solidFill>
                  <a:srgbClr val="4E3629"/>
                </a:solidFill>
                <a:latin typeface="Courier New"/>
                <a:cs typeface="Courier New"/>
              </a:rPr>
              <a:t> </a:t>
            </a:r>
            <a:r>
              <a:rPr dirty="0" sz="1800" b="1">
                <a:solidFill>
                  <a:srgbClr val="4E3629"/>
                </a:solidFill>
                <a:latin typeface="Courier New"/>
                <a:cs typeface="Courier New"/>
              </a:rPr>
              <a:t>TABLE</a:t>
            </a:r>
            <a:r>
              <a:rPr dirty="0" sz="1800" spc="-45"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algn="ctr" marR="4782185">
              <a:lnSpc>
                <a:spcPct val="100000"/>
              </a:lnSpc>
            </a:pPr>
            <a:r>
              <a:rPr dirty="0" sz="1800" b="1">
                <a:solidFill>
                  <a:srgbClr val="4E3629"/>
                </a:solidFill>
                <a:latin typeface="Courier New"/>
                <a:cs typeface="Courier New"/>
              </a:rPr>
              <a:t>DROP</a:t>
            </a:r>
            <a:r>
              <a:rPr dirty="0" sz="1800" spc="-35" b="1">
                <a:solidFill>
                  <a:srgbClr val="4E3629"/>
                </a:solidFill>
                <a:latin typeface="Courier New"/>
                <a:cs typeface="Courier New"/>
              </a:rPr>
              <a:t> </a:t>
            </a:r>
            <a:r>
              <a:rPr dirty="0" sz="1800" b="1">
                <a:solidFill>
                  <a:srgbClr val="4E3629"/>
                </a:solidFill>
                <a:latin typeface="Courier New"/>
                <a:cs typeface="Courier New"/>
              </a:rPr>
              <a:t>UNUSED</a:t>
            </a:r>
            <a:r>
              <a:rPr dirty="0" sz="1800" spc="-35" b="1">
                <a:solidFill>
                  <a:srgbClr val="4E3629"/>
                </a:solidFill>
                <a:latin typeface="Courier New"/>
                <a:cs typeface="Courier New"/>
              </a:rPr>
              <a:t> </a:t>
            </a:r>
            <a:r>
              <a:rPr dirty="0" sz="1800" spc="-10" b="1">
                <a:solidFill>
                  <a:srgbClr val="4E3629"/>
                </a:solidFill>
                <a:latin typeface="Courier New"/>
                <a:cs typeface="Courier New"/>
              </a:rPr>
              <a:t>COLUMNS;</a:t>
            </a:r>
            <a:endParaRPr sz="1800">
              <a:latin typeface="Courier New"/>
              <a:cs typeface="Courier New"/>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4363720" cy="528320"/>
          </a:xfrm>
          <a:prstGeom prst="rect"/>
        </p:spPr>
        <p:txBody>
          <a:bodyPr wrap="square" lIns="0" tIns="12700" rIns="0" bIns="0" rtlCol="0" vert="horz">
            <a:spAutoFit/>
          </a:bodyPr>
          <a:lstStyle/>
          <a:p>
            <a:pPr marL="12700">
              <a:lnSpc>
                <a:spcPct val="100000"/>
              </a:lnSpc>
              <a:spcBef>
                <a:spcPts val="100"/>
              </a:spcBef>
            </a:pPr>
            <a:r>
              <a:rPr dirty="0"/>
              <a:t>Resumen</a:t>
            </a:r>
            <a:r>
              <a:rPr dirty="0" spc="-75"/>
              <a:t> </a:t>
            </a:r>
            <a:r>
              <a:rPr dirty="0"/>
              <a:t>de</a:t>
            </a:r>
            <a:r>
              <a:rPr dirty="0" spc="-75"/>
              <a:t> </a:t>
            </a:r>
            <a:r>
              <a:rPr dirty="0" spc="-30"/>
              <a:t>ALTER</a:t>
            </a:r>
            <a:r>
              <a:rPr dirty="0" spc="-80"/>
              <a:t> </a:t>
            </a:r>
            <a:r>
              <a:rPr dirty="0" spc="-35"/>
              <a:t>TABLE</a:t>
            </a:r>
          </a:p>
        </p:txBody>
      </p:sp>
      <p:sp>
        <p:nvSpPr>
          <p:cNvPr id="7" name="object 7"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19</a:t>
            </a:r>
          </a:p>
        </p:txBody>
      </p:sp>
      <p:sp>
        <p:nvSpPr>
          <p:cNvPr id="5" name="object 5" descr=""/>
          <p:cNvSpPr txBox="1"/>
          <p:nvPr/>
        </p:nvSpPr>
        <p:spPr>
          <a:xfrm>
            <a:off x="483514" y="1415923"/>
            <a:ext cx="8175625"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este</a:t>
            </a:r>
            <a:r>
              <a:rPr dirty="0" sz="2800" spc="-75">
                <a:solidFill>
                  <a:srgbClr val="4E3629"/>
                </a:solidFill>
                <a:latin typeface="Calibri"/>
                <a:cs typeface="Calibri"/>
              </a:rPr>
              <a:t> </a:t>
            </a:r>
            <a:r>
              <a:rPr dirty="0" sz="2800">
                <a:solidFill>
                  <a:srgbClr val="4E3629"/>
                </a:solidFill>
                <a:latin typeface="Calibri"/>
                <a:cs typeface="Calibri"/>
              </a:rPr>
              <a:t>gráfico</a:t>
            </a:r>
            <a:r>
              <a:rPr dirty="0" sz="2800" spc="-8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resumen</a:t>
            </a:r>
            <a:r>
              <a:rPr dirty="0" sz="2800" spc="-60">
                <a:solidFill>
                  <a:srgbClr val="4E3629"/>
                </a:solidFill>
                <a:latin typeface="Calibri"/>
                <a:cs typeface="Calibri"/>
              </a:rPr>
              <a:t> </a:t>
            </a:r>
            <a:r>
              <a:rPr dirty="0" sz="2800">
                <a:solidFill>
                  <a:srgbClr val="4E3629"/>
                </a:solidFill>
                <a:latin typeface="Calibri"/>
                <a:cs typeface="Calibri"/>
              </a:rPr>
              <a:t>los</a:t>
            </a:r>
            <a:r>
              <a:rPr dirty="0" sz="2800" spc="-85">
                <a:solidFill>
                  <a:srgbClr val="4E3629"/>
                </a:solidFill>
                <a:latin typeface="Calibri"/>
                <a:cs typeface="Calibri"/>
              </a:rPr>
              <a:t> </a:t>
            </a:r>
            <a:r>
              <a:rPr dirty="0" sz="2800">
                <a:solidFill>
                  <a:srgbClr val="4E3629"/>
                </a:solidFill>
                <a:latin typeface="Calibri"/>
                <a:cs typeface="Calibri"/>
              </a:rPr>
              <a:t>usos</a:t>
            </a:r>
            <a:r>
              <a:rPr dirty="0" sz="2800" spc="-55">
                <a:solidFill>
                  <a:srgbClr val="4E3629"/>
                </a:solidFill>
                <a:latin typeface="Calibri"/>
                <a:cs typeface="Calibri"/>
              </a:rPr>
              <a:t> </a:t>
            </a:r>
            <a:r>
              <a:rPr dirty="0" sz="2800">
                <a:solidFill>
                  <a:srgbClr val="4E3629"/>
                </a:solidFill>
                <a:latin typeface="Calibri"/>
                <a:cs typeface="Calibri"/>
              </a:rPr>
              <a:t>del</a:t>
            </a:r>
            <a:r>
              <a:rPr dirty="0" sz="2800" spc="-95">
                <a:solidFill>
                  <a:srgbClr val="4E3629"/>
                </a:solidFill>
                <a:latin typeface="Calibri"/>
                <a:cs typeface="Calibri"/>
              </a:rPr>
              <a:t> </a:t>
            </a:r>
            <a:r>
              <a:rPr dirty="0" sz="2800">
                <a:solidFill>
                  <a:srgbClr val="4E3629"/>
                </a:solidFill>
                <a:latin typeface="Calibri"/>
                <a:cs typeface="Calibri"/>
              </a:rPr>
              <a:t>comando</a:t>
            </a:r>
            <a:r>
              <a:rPr dirty="0" sz="2800" spc="-60">
                <a:solidFill>
                  <a:srgbClr val="4E3629"/>
                </a:solidFill>
                <a:latin typeface="Calibri"/>
                <a:cs typeface="Calibri"/>
              </a:rPr>
              <a:t> </a:t>
            </a:r>
            <a:r>
              <a:rPr dirty="0" sz="2800" spc="-10">
                <a:solidFill>
                  <a:srgbClr val="4E3629"/>
                </a:solidFill>
                <a:latin typeface="Calibri"/>
                <a:cs typeface="Calibri"/>
              </a:rPr>
              <a:t>ALTER 	TABLE:</a:t>
            </a:r>
            <a:endParaRPr sz="2800">
              <a:latin typeface="Calibri"/>
              <a:cs typeface="Calibri"/>
            </a:endParaRPr>
          </a:p>
        </p:txBody>
      </p:sp>
      <p:graphicFrame>
        <p:nvGraphicFramePr>
          <p:cNvPr id="6" name="object 6" descr=""/>
          <p:cNvGraphicFramePr>
            <a:graphicFrameLocks noGrp="1"/>
          </p:cNvGraphicFramePr>
          <p:nvPr/>
        </p:nvGraphicFramePr>
        <p:xfrm>
          <a:off x="398462" y="2393314"/>
          <a:ext cx="8436610" cy="3134360"/>
        </p:xfrm>
        <a:graphic>
          <a:graphicData uri="http://schemas.openxmlformats.org/drawingml/2006/table">
            <a:tbl>
              <a:tblPr firstRow="1" bandRow="1">
                <a:tableStyleId>{2D5ABB26-0587-4C30-8999-92F81FD0307C}</a:tableStyleId>
              </a:tblPr>
              <a:tblGrid>
                <a:gridCol w="2948305"/>
                <a:gridCol w="2047874"/>
                <a:gridCol w="3351529"/>
              </a:tblGrid>
              <a:tr h="265430">
                <a:tc>
                  <a:txBody>
                    <a:bodyPr/>
                    <a:lstStyle/>
                    <a:p>
                      <a:pPr marL="13970">
                        <a:lnSpc>
                          <a:spcPct val="100000"/>
                        </a:lnSpc>
                        <a:spcBef>
                          <a:spcPts val="195"/>
                        </a:spcBef>
                      </a:pPr>
                      <a:r>
                        <a:rPr dirty="0" sz="1300" spc="-10" b="1">
                          <a:solidFill>
                            <a:srgbClr val="4E3629"/>
                          </a:solidFill>
                          <a:latin typeface="Calibri"/>
                          <a:cs typeface="Calibri"/>
                        </a:rPr>
                        <a:t>Sintaxis</a:t>
                      </a:r>
                      <a:endParaRPr sz="1300">
                        <a:latin typeface="Calibri"/>
                        <a:cs typeface="Calibri"/>
                      </a:endParaRPr>
                    </a:p>
                  </a:txBody>
                  <a:tcPr marL="0" marR="0" marB="0" marT="247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4604">
                        <a:lnSpc>
                          <a:spcPct val="100000"/>
                        </a:lnSpc>
                        <a:spcBef>
                          <a:spcPts val="195"/>
                        </a:spcBef>
                      </a:pPr>
                      <a:r>
                        <a:rPr dirty="0" sz="1300" spc="-10" b="1">
                          <a:solidFill>
                            <a:srgbClr val="4E3629"/>
                          </a:solidFill>
                          <a:latin typeface="Calibri"/>
                          <a:cs typeface="Calibri"/>
                        </a:rPr>
                        <a:t>Resultados</a:t>
                      </a:r>
                      <a:endParaRPr sz="1300">
                        <a:latin typeface="Calibri"/>
                        <a:cs typeface="Calibri"/>
                      </a:endParaRPr>
                    </a:p>
                  </a:txBody>
                  <a:tcPr marL="0" marR="0" marB="0" marT="247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4604">
                        <a:lnSpc>
                          <a:spcPct val="100000"/>
                        </a:lnSpc>
                        <a:spcBef>
                          <a:spcPts val="195"/>
                        </a:spcBef>
                      </a:pPr>
                      <a:r>
                        <a:rPr dirty="0" sz="1300" spc="-10" b="1">
                          <a:solidFill>
                            <a:srgbClr val="4E3629"/>
                          </a:solidFill>
                          <a:latin typeface="Calibri"/>
                          <a:cs typeface="Calibri"/>
                        </a:rPr>
                        <a:t>Problemas</a:t>
                      </a:r>
                      <a:endParaRPr sz="1300">
                        <a:latin typeface="Calibri"/>
                        <a:cs typeface="Calibri"/>
                      </a:endParaRPr>
                    </a:p>
                  </a:txBody>
                  <a:tcPr marL="0" marR="0" marB="0" marT="247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573405">
                <a:tc>
                  <a:txBody>
                    <a:bodyPr/>
                    <a:lstStyle/>
                    <a:p>
                      <a:pPr marL="13970" marR="59055">
                        <a:lnSpc>
                          <a:spcPct val="100000"/>
                        </a:lnSpc>
                        <a:spcBef>
                          <a:spcPts val="30"/>
                        </a:spcBef>
                      </a:pPr>
                      <a:r>
                        <a:rPr dirty="0" sz="1200" spc="-20">
                          <a:solidFill>
                            <a:srgbClr val="4E3629"/>
                          </a:solidFill>
                          <a:latin typeface="Calibri"/>
                          <a:cs typeface="Calibri"/>
                        </a:rPr>
                        <a:t>ALTER</a:t>
                      </a:r>
                      <a:r>
                        <a:rPr dirty="0" sz="1200" spc="-35">
                          <a:solidFill>
                            <a:srgbClr val="4E3629"/>
                          </a:solidFill>
                          <a:latin typeface="Calibri"/>
                          <a:cs typeface="Calibri"/>
                        </a:rPr>
                        <a:t> </a:t>
                      </a:r>
                      <a:r>
                        <a:rPr dirty="0" sz="1200" spc="-20">
                          <a:solidFill>
                            <a:srgbClr val="4E3629"/>
                          </a:solidFill>
                          <a:latin typeface="Calibri"/>
                          <a:cs typeface="Calibri"/>
                        </a:rPr>
                        <a:t>TABLE </a:t>
                      </a:r>
                      <a:r>
                        <a:rPr dirty="0" sz="1200">
                          <a:solidFill>
                            <a:srgbClr val="4E3629"/>
                          </a:solidFill>
                          <a:latin typeface="Calibri"/>
                          <a:cs typeface="Calibri"/>
                        </a:rPr>
                        <a:t>tablename</a:t>
                      </a:r>
                      <a:r>
                        <a:rPr dirty="0" sz="1200" spc="-55">
                          <a:solidFill>
                            <a:srgbClr val="4E3629"/>
                          </a:solidFill>
                          <a:latin typeface="Calibri"/>
                          <a:cs typeface="Calibri"/>
                        </a:rPr>
                        <a:t> </a:t>
                      </a:r>
                      <a:r>
                        <a:rPr dirty="0" sz="1200">
                          <a:solidFill>
                            <a:srgbClr val="4E3629"/>
                          </a:solidFill>
                          <a:latin typeface="Calibri"/>
                          <a:cs typeface="Calibri"/>
                        </a:rPr>
                        <a:t>ADD</a:t>
                      </a:r>
                      <a:r>
                        <a:rPr dirty="0" sz="1200" spc="-30">
                          <a:solidFill>
                            <a:srgbClr val="4E3629"/>
                          </a:solidFill>
                          <a:latin typeface="Calibri"/>
                          <a:cs typeface="Calibri"/>
                        </a:rPr>
                        <a:t> </a:t>
                      </a:r>
                      <a:r>
                        <a:rPr dirty="0" sz="1200">
                          <a:solidFill>
                            <a:srgbClr val="4E3629"/>
                          </a:solidFill>
                          <a:latin typeface="Calibri"/>
                          <a:cs typeface="Calibri"/>
                        </a:rPr>
                        <a:t>(column</a:t>
                      </a:r>
                      <a:r>
                        <a:rPr dirty="0" sz="1200" spc="-25">
                          <a:solidFill>
                            <a:srgbClr val="4E3629"/>
                          </a:solidFill>
                          <a:latin typeface="Calibri"/>
                          <a:cs typeface="Calibri"/>
                        </a:rPr>
                        <a:t> </a:t>
                      </a:r>
                      <a:r>
                        <a:rPr dirty="0" sz="1200" spc="-20">
                          <a:solidFill>
                            <a:srgbClr val="4E3629"/>
                          </a:solidFill>
                          <a:latin typeface="Calibri"/>
                          <a:cs typeface="Calibri"/>
                        </a:rPr>
                        <a:t>name </a:t>
                      </a:r>
                      <a:r>
                        <a:rPr dirty="0" sz="1200">
                          <a:solidFill>
                            <a:srgbClr val="4E3629"/>
                          </a:solidFill>
                          <a:latin typeface="Calibri"/>
                          <a:cs typeface="Calibri"/>
                        </a:rPr>
                        <a:t>data</a:t>
                      </a:r>
                      <a:r>
                        <a:rPr dirty="0" sz="1200" spc="-25">
                          <a:solidFill>
                            <a:srgbClr val="4E3629"/>
                          </a:solidFill>
                          <a:latin typeface="Calibri"/>
                          <a:cs typeface="Calibri"/>
                        </a:rPr>
                        <a:t> </a:t>
                      </a:r>
                      <a:r>
                        <a:rPr dirty="0" sz="1200">
                          <a:solidFill>
                            <a:srgbClr val="4E3629"/>
                          </a:solidFill>
                          <a:latin typeface="Calibri"/>
                          <a:cs typeface="Calibri"/>
                        </a:rPr>
                        <a:t>type</a:t>
                      </a:r>
                      <a:r>
                        <a:rPr dirty="0" sz="1200" spc="-25">
                          <a:solidFill>
                            <a:srgbClr val="4E3629"/>
                          </a:solidFill>
                          <a:latin typeface="Calibri"/>
                          <a:cs typeface="Calibri"/>
                        </a:rPr>
                        <a:t> [DEFAULT</a:t>
                      </a:r>
                      <a:r>
                        <a:rPr dirty="0" sz="1200" spc="-5">
                          <a:solidFill>
                            <a:srgbClr val="4E3629"/>
                          </a:solidFill>
                          <a:latin typeface="Calibri"/>
                          <a:cs typeface="Calibri"/>
                        </a:rPr>
                        <a:t> </a:t>
                      </a:r>
                      <a:r>
                        <a:rPr dirty="0" sz="1200" spc="-10">
                          <a:solidFill>
                            <a:srgbClr val="4E3629"/>
                          </a:solidFill>
                          <a:latin typeface="Calibri"/>
                          <a:cs typeface="Calibri"/>
                        </a:rPr>
                        <a:t>expression],</a:t>
                      </a:r>
                      <a:r>
                        <a:rPr dirty="0" sz="1200" spc="-35">
                          <a:solidFill>
                            <a:srgbClr val="4E3629"/>
                          </a:solidFill>
                          <a:latin typeface="Calibri"/>
                          <a:cs typeface="Calibri"/>
                        </a:rPr>
                        <a:t> </a:t>
                      </a:r>
                      <a:r>
                        <a:rPr dirty="0" sz="1200">
                          <a:solidFill>
                            <a:srgbClr val="4E3629"/>
                          </a:solidFill>
                          <a:latin typeface="Calibri"/>
                          <a:cs typeface="Calibri"/>
                        </a:rPr>
                        <a:t>column </a:t>
                      </a:r>
                      <a:r>
                        <a:rPr dirty="0" sz="1200" spc="-20">
                          <a:solidFill>
                            <a:srgbClr val="4E3629"/>
                          </a:solidFill>
                          <a:latin typeface="Calibri"/>
                          <a:cs typeface="Calibri"/>
                        </a:rPr>
                        <a:t>name </a:t>
                      </a:r>
                      <a:r>
                        <a:rPr dirty="0" sz="1200">
                          <a:solidFill>
                            <a:srgbClr val="4E3629"/>
                          </a:solidFill>
                          <a:latin typeface="Calibri"/>
                          <a:cs typeface="Calibri"/>
                        </a:rPr>
                        <a:t>data</a:t>
                      </a:r>
                      <a:r>
                        <a:rPr dirty="0" sz="1200" spc="-30">
                          <a:solidFill>
                            <a:srgbClr val="4E3629"/>
                          </a:solidFill>
                          <a:latin typeface="Calibri"/>
                          <a:cs typeface="Calibri"/>
                        </a:rPr>
                        <a:t> </a:t>
                      </a:r>
                      <a:r>
                        <a:rPr dirty="0" sz="1200">
                          <a:solidFill>
                            <a:srgbClr val="4E3629"/>
                          </a:solidFill>
                          <a:latin typeface="Calibri"/>
                          <a:cs typeface="Calibri"/>
                        </a:rPr>
                        <a:t>type</a:t>
                      </a:r>
                      <a:r>
                        <a:rPr dirty="0" sz="1200" spc="-25">
                          <a:solidFill>
                            <a:srgbClr val="4E3629"/>
                          </a:solidFill>
                          <a:latin typeface="Calibri"/>
                          <a:cs typeface="Calibri"/>
                        </a:rPr>
                        <a:t> [DEFAULT</a:t>
                      </a:r>
                      <a:r>
                        <a:rPr dirty="0" sz="1200" spc="-5">
                          <a:solidFill>
                            <a:srgbClr val="4E3629"/>
                          </a:solidFill>
                          <a:latin typeface="Calibri"/>
                          <a:cs typeface="Calibri"/>
                        </a:rPr>
                        <a:t> </a:t>
                      </a:r>
                      <a:r>
                        <a:rPr dirty="0" sz="1200" spc="-10">
                          <a:solidFill>
                            <a:srgbClr val="4E3629"/>
                          </a:solidFill>
                          <a:latin typeface="Calibri"/>
                          <a:cs typeface="Calibri"/>
                        </a:rPr>
                        <a:t>expression],</a:t>
                      </a:r>
                      <a:r>
                        <a:rPr dirty="0" sz="1200" spc="-40">
                          <a:solidFill>
                            <a:srgbClr val="4E3629"/>
                          </a:solidFill>
                          <a:latin typeface="Calibri"/>
                          <a:cs typeface="Calibri"/>
                        </a:rPr>
                        <a:t> </a:t>
                      </a:r>
                      <a:r>
                        <a:rPr dirty="0" sz="1200" spc="-50">
                          <a:solidFill>
                            <a:srgbClr val="4E3629"/>
                          </a:solidFill>
                          <a:latin typeface="Calibri"/>
                          <a:cs typeface="Calibri"/>
                        </a:rPr>
                        <a:t>…</a:t>
                      </a:r>
                      <a:endParaRPr sz="1200">
                        <a:latin typeface="Calibri"/>
                        <a:cs typeface="Calibri"/>
                      </a:endParaRPr>
                    </a:p>
                  </a:txBody>
                  <a:tcPr marL="0" marR="0" marB="0" marT="381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4604">
                        <a:lnSpc>
                          <a:spcPct val="100000"/>
                        </a:lnSpc>
                        <a:spcBef>
                          <a:spcPts val="750"/>
                        </a:spcBef>
                      </a:pPr>
                      <a:r>
                        <a:rPr dirty="0" sz="1200">
                          <a:solidFill>
                            <a:srgbClr val="4E3629"/>
                          </a:solidFill>
                          <a:latin typeface="Calibri"/>
                          <a:cs typeface="Calibri"/>
                        </a:rPr>
                        <a:t>Agrega</a:t>
                      </a:r>
                      <a:r>
                        <a:rPr dirty="0" sz="1200" spc="-30">
                          <a:solidFill>
                            <a:srgbClr val="4E3629"/>
                          </a:solidFill>
                          <a:latin typeface="Calibri"/>
                          <a:cs typeface="Calibri"/>
                        </a:rPr>
                        <a:t> </a:t>
                      </a:r>
                      <a:r>
                        <a:rPr dirty="0" sz="1200">
                          <a:solidFill>
                            <a:srgbClr val="4E3629"/>
                          </a:solidFill>
                          <a:latin typeface="Calibri"/>
                          <a:cs typeface="Calibri"/>
                        </a:rPr>
                        <a:t>una</a:t>
                      </a:r>
                      <a:r>
                        <a:rPr dirty="0" sz="1200" spc="-40">
                          <a:solidFill>
                            <a:srgbClr val="4E3629"/>
                          </a:solidFill>
                          <a:latin typeface="Calibri"/>
                          <a:cs typeface="Calibri"/>
                        </a:rPr>
                        <a:t> </a:t>
                      </a:r>
                      <a:r>
                        <a:rPr dirty="0" sz="1200">
                          <a:solidFill>
                            <a:srgbClr val="4E3629"/>
                          </a:solidFill>
                          <a:latin typeface="Calibri"/>
                          <a:cs typeface="Calibri"/>
                        </a:rPr>
                        <a:t>nueva</a:t>
                      </a:r>
                      <a:r>
                        <a:rPr dirty="0" sz="1200" spc="-45">
                          <a:solidFill>
                            <a:srgbClr val="4E3629"/>
                          </a:solidFill>
                          <a:latin typeface="Calibri"/>
                          <a:cs typeface="Calibri"/>
                        </a:rPr>
                        <a:t> </a:t>
                      </a:r>
                      <a:r>
                        <a:rPr dirty="0" sz="1200">
                          <a:solidFill>
                            <a:srgbClr val="4E3629"/>
                          </a:solidFill>
                          <a:latin typeface="Calibri"/>
                          <a:cs typeface="Calibri"/>
                        </a:rPr>
                        <a:t>columna</a:t>
                      </a:r>
                      <a:r>
                        <a:rPr dirty="0" sz="1200" spc="-20">
                          <a:solidFill>
                            <a:srgbClr val="4E3629"/>
                          </a:solidFill>
                          <a:latin typeface="Calibri"/>
                          <a:cs typeface="Calibri"/>
                        </a:rPr>
                        <a:t> </a:t>
                      </a:r>
                      <a:r>
                        <a:rPr dirty="0" sz="1200">
                          <a:solidFill>
                            <a:srgbClr val="4E3629"/>
                          </a:solidFill>
                          <a:latin typeface="Calibri"/>
                          <a:cs typeface="Calibri"/>
                        </a:rPr>
                        <a:t>a</a:t>
                      </a:r>
                      <a:r>
                        <a:rPr dirty="0" sz="1200" spc="-20">
                          <a:solidFill>
                            <a:srgbClr val="4E3629"/>
                          </a:solidFill>
                          <a:latin typeface="Calibri"/>
                          <a:cs typeface="Calibri"/>
                        </a:rPr>
                        <a:t> </a:t>
                      </a:r>
                      <a:r>
                        <a:rPr dirty="0" sz="1200" spc="-25">
                          <a:solidFill>
                            <a:srgbClr val="4E3629"/>
                          </a:solidFill>
                          <a:latin typeface="Calibri"/>
                          <a:cs typeface="Calibri"/>
                        </a:rPr>
                        <a:t>la</a:t>
                      </a:r>
                      <a:endParaRPr sz="1200">
                        <a:latin typeface="Calibri"/>
                        <a:cs typeface="Calibri"/>
                      </a:endParaRPr>
                    </a:p>
                    <a:p>
                      <a:pPr marL="14604">
                        <a:lnSpc>
                          <a:spcPct val="100000"/>
                        </a:lnSpc>
                        <a:spcBef>
                          <a:spcPts val="5"/>
                        </a:spcBef>
                      </a:pPr>
                      <a:r>
                        <a:rPr dirty="0" sz="1200" spc="-10">
                          <a:solidFill>
                            <a:srgbClr val="4E3629"/>
                          </a:solidFill>
                          <a:latin typeface="Calibri"/>
                          <a:cs typeface="Calibri"/>
                        </a:rPr>
                        <a:t>tabla</a:t>
                      </a:r>
                      <a:endParaRPr sz="1200">
                        <a:latin typeface="Calibri"/>
                        <a:cs typeface="Calibri"/>
                      </a:endParaRPr>
                    </a:p>
                  </a:txBody>
                  <a:tcPr marL="0" marR="0" marB="0" marT="9525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algn="just" marL="14604" marR="520065">
                        <a:lnSpc>
                          <a:spcPct val="100000"/>
                        </a:lnSpc>
                        <a:spcBef>
                          <a:spcPts val="30"/>
                        </a:spcBef>
                      </a:pPr>
                      <a:r>
                        <a:rPr dirty="0" sz="1200">
                          <a:solidFill>
                            <a:srgbClr val="4E3629"/>
                          </a:solidFill>
                          <a:latin typeface="Calibri"/>
                          <a:cs typeface="Calibri"/>
                        </a:rPr>
                        <a:t>No puede</a:t>
                      </a:r>
                      <a:r>
                        <a:rPr dirty="0" sz="1200" spc="-35">
                          <a:solidFill>
                            <a:srgbClr val="4E3629"/>
                          </a:solidFill>
                          <a:latin typeface="Calibri"/>
                          <a:cs typeface="Calibri"/>
                        </a:rPr>
                        <a:t> </a:t>
                      </a:r>
                      <a:r>
                        <a:rPr dirty="0" sz="1200" spc="-10">
                          <a:solidFill>
                            <a:srgbClr val="4E3629"/>
                          </a:solidFill>
                          <a:latin typeface="Calibri"/>
                          <a:cs typeface="Calibri"/>
                        </a:rPr>
                        <a:t>especificar </a:t>
                      </a:r>
                      <a:r>
                        <a:rPr dirty="0" sz="1200">
                          <a:solidFill>
                            <a:srgbClr val="4E3629"/>
                          </a:solidFill>
                          <a:latin typeface="Calibri"/>
                          <a:cs typeface="Calibri"/>
                        </a:rPr>
                        <a:t>dónde</a:t>
                      </a:r>
                      <a:r>
                        <a:rPr dirty="0" sz="1200" spc="-20">
                          <a:solidFill>
                            <a:srgbClr val="4E3629"/>
                          </a:solidFill>
                          <a:latin typeface="Calibri"/>
                          <a:cs typeface="Calibri"/>
                        </a:rPr>
                        <a:t> </a:t>
                      </a:r>
                      <a:r>
                        <a:rPr dirty="0" sz="1200">
                          <a:solidFill>
                            <a:srgbClr val="4E3629"/>
                          </a:solidFill>
                          <a:latin typeface="Calibri"/>
                          <a:cs typeface="Calibri"/>
                        </a:rPr>
                        <a:t>debe</a:t>
                      </a:r>
                      <a:r>
                        <a:rPr dirty="0" sz="1200" spc="-25">
                          <a:solidFill>
                            <a:srgbClr val="4E3629"/>
                          </a:solidFill>
                          <a:latin typeface="Calibri"/>
                          <a:cs typeface="Calibri"/>
                        </a:rPr>
                        <a:t> </a:t>
                      </a:r>
                      <a:r>
                        <a:rPr dirty="0" sz="1200">
                          <a:solidFill>
                            <a:srgbClr val="4E3629"/>
                          </a:solidFill>
                          <a:latin typeface="Calibri"/>
                          <a:cs typeface="Calibri"/>
                        </a:rPr>
                        <a:t>aparecer</a:t>
                      </a:r>
                      <a:r>
                        <a:rPr dirty="0" sz="1200" spc="-25">
                          <a:solidFill>
                            <a:srgbClr val="4E3629"/>
                          </a:solidFill>
                          <a:latin typeface="Calibri"/>
                          <a:cs typeface="Calibri"/>
                        </a:rPr>
                        <a:t> la </a:t>
                      </a:r>
                      <a:r>
                        <a:rPr dirty="0" sz="1200">
                          <a:solidFill>
                            <a:srgbClr val="4E3629"/>
                          </a:solidFill>
                          <a:latin typeface="Calibri"/>
                          <a:cs typeface="Calibri"/>
                        </a:rPr>
                        <a:t>columna</a:t>
                      </a:r>
                      <a:r>
                        <a:rPr dirty="0" sz="1200" spc="-20">
                          <a:solidFill>
                            <a:srgbClr val="4E3629"/>
                          </a:solidFill>
                          <a:latin typeface="Calibri"/>
                          <a:cs typeface="Calibri"/>
                        </a:rPr>
                        <a:t> </a:t>
                      </a:r>
                      <a:r>
                        <a:rPr dirty="0" sz="1200">
                          <a:solidFill>
                            <a:srgbClr val="4E3629"/>
                          </a:solidFill>
                          <a:latin typeface="Calibri"/>
                          <a:cs typeface="Calibri"/>
                        </a:rPr>
                        <a:t>en</a:t>
                      </a:r>
                      <a:r>
                        <a:rPr dirty="0" sz="1200" spc="-10">
                          <a:solidFill>
                            <a:srgbClr val="4E3629"/>
                          </a:solidFill>
                          <a:latin typeface="Calibri"/>
                          <a:cs typeface="Calibri"/>
                        </a:rPr>
                        <a:t> </a:t>
                      </a:r>
                      <a:r>
                        <a:rPr dirty="0" sz="1200">
                          <a:solidFill>
                            <a:srgbClr val="4E3629"/>
                          </a:solidFill>
                          <a:latin typeface="Calibri"/>
                          <a:cs typeface="Calibri"/>
                        </a:rPr>
                        <a:t>la</a:t>
                      </a:r>
                      <a:r>
                        <a:rPr dirty="0" sz="1200" spc="-5">
                          <a:solidFill>
                            <a:srgbClr val="4E3629"/>
                          </a:solidFill>
                          <a:latin typeface="Calibri"/>
                          <a:cs typeface="Calibri"/>
                        </a:rPr>
                        <a:t> </a:t>
                      </a:r>
                      <a:r>
                        <a:rPr dirty="0" sz="1200">
                          <a:solidFill>
                            <a:srgbClr val="4E3629"/>
                          </a:solidFill>
                          <a:latin typeface="Calibri"/>
                          <a:cs typeface="Calibri"/>
                        </a:rPr>
                        <a:t>tabla.</a:t>
                      </a:r>
                      <a:r>
                        <a:rPr dirty="0" sz="1200" spc="-30">
                          <a:solidFill>
                            <a:srgbClr val="4E3629"/>
                          </a:solidFill>
                          <a:latin typeface="Calibri"/>
                          <a:cs typeface="Calibri"/>
                        </a:rPr>
                        <a:t> </a:t>
                      </a:r>
                      <a:r>
                        <a:rPr dirty="0" sz="1200">
                          <a:solidFill>
                            <a:srgbClr val="4E3629"/>
                          </a:solidFill>
                          <a:latin typeface="Calibri"/>
                          <a:cs typeface="Calibri"/>
                        </a:rPr>
                        <a:t>Se</a:t>
                      </a:r>
                      <a:r>
                        <a:rPr dirty="0" sz="1200" spc="-15">
                          <a:solidFill>
                            <a:srgbClr val="4E3629"/>
                          </a:solidFill>
                          <a:latin typeface="Calibri"/>
                          <a:cs typeface="Calibri"/>
                        </a:rPr>
                        <a:t> </a:t>
                      </a:r>
                      <a:r>
                        <a:rPr dirty="0" sz="1200" spc="-10">
                          <a:solidFill>
                            <a:srgbClr val="4E3629"/>
                          </a:solidFill>
                          <a:latin typeface="Calibri"/>
                          <a:cs typeface="Calibri"/>
                        </a:rPr>
                        <a:t>convierte </a:t>
                      </a:r>
                      <a:r>
                        <a:rPr dirty="0" sz="1200">
                          <a:solidFill>
                            <a:srgbClr val="4E3629"/>
                          </a:solidFill>
                          <a:latin typeface="Calibri"/>
                          <a:cs typeface="Calibri"/>
                        </a:rPr>
                        <a:t>en</a:t>
                      </a:r>
                      <a:r>
                        <a:rPr dirty="0" sz="1200" spc="-10">
                          <a:solidFill>
                            <a:srgbClr val="4E3629"/>
                          </a:solidFill>
                          <a:latin typeface="Calibri"/>
                          <a:cs typeface="Calibri"/>
                        </a:rPr>
                        <a:t> </a:t>
                      </a:r>
                      <a:r>
                        <a:rPr dirty="0" sz="1200">
                          <a:solidFill>
                            <a:srgbClr val="4E3629"/>
                          </a:solidFill>
                          <a:latin typeface="Calibri"/>
                          <a:cs typeface="Calibri"/>
                        </a:rPr>
                        <a:t>la</a:t>
                      </a:r>
                      <a:r>
                        <a:rPr dirty="0" sz="1200" spc="-5">
                          <a:solidFill>
                            <a:srgbClr val="4E3629"/>
                          </a:solidFill>
                          <a:latin typeface="Calibri"/>
                          <a:cs typeface="Calibri"/>
                        </a:rPr>
                        <a:t> </a:t>
                      </a:r>
                      <a:r>
                        <a:rPr dirty="0" sz="1200" spc="-10">
                          <a:solidFill>
                            <a:srgbClr val="4E3629"/>
                          </a:solidFill>
                          <a:latin typeface="Calibri"/>
                          <a:cs typeface="Calibri"/>
                        </a:rPr>
                        <a:t>última columna.</a:t>
                      </a:r>
                      <a:endParaRPr sz="1200">
                        <a:latin typeface="Calibri"/>
                        <a:cs typeface="Calibri"/>
                      </a:endParaRPr>
                    </a:p>
                  </a:txBody>
                  <a:tcPr marL="0" marR="0" marB="0" marT="381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574040">
                <a:tc>
                  <a:txBody>
                    <a:bodyPr/>
                    <a:lstStyle/>
                    <a:p>
                      <a:pPr marL="13970" marR="60960">
                        <a:lnSpc>
                          <a:spcPct val="100000"/>
                        </a:lnSpc>
                        <a:spcBef>
                          <a:spcPts val="30"/>
                        </a:spcBef>
                      </a:pPr>
                      <a:r>
                        <a:rPr dirty="0" sz="1200" spc="-20">
                          <a:solidFill>
                            <a:srgbClr val="4E3629"/>
                          </a:solidFill>
                          <a:latin typeface="Calibri"/>
                          <a:cs typeface="Calibri"/>
                        </a:rPr>
                        <a:t>ALTER</a:t>
                      </a:r>
                      <a:r>
                        <a:rPr dirty="0" sz="1200" spc="-35">
                          <a:solidFill>
                            <a:srgbClr val="4E3629"/>
                          </a:solidFill>
                          <a:latin typeface="Calibri"/>
                          <a:cs typeface="Calibri"/>
                        </a:rPr>
                        <a:t> </a:t>
                      </a:r>
                      <a:r>
                        <a:rPr dirty="0" sz="1200" spc="-20">
                          <a:solidFill>
                            <a:srgbClr val="4E3629"/>
                          </a:solidFill>
                          <a:latin typeface="Calibri"/>
                          <a:cs typeface="Calibri"/>
                        </a:rPr>
                        <a:t>TABLE </a:t>
                      </a:r>
                      <a:r>
                        <a:rPr dirty="0" sz="1200">
                          <a:solidFill>
                            <a:srgbClr val="4E3629"/>
                          </a:solidFill>
                          <a:latin typeface="Calibri"/>
                          <a:cs typeface="Calibri"/>
                        </a:rPr>
                        <a:t>tablename</a:t>
                      </a:r>
                      <a:r>
                        <a:rPr dirty="0" sz="1200" spc="-55">
                          <a:solidFill>
                            <a:srgbClr val="4E3629"/>
                          </a:solidFill>
                          <a:latin typeface="Calibri"/>
                          <a:cs typeface="Calibri"/>
                        </a:rPr>
                        <a:t> </a:t>
                      </a:r>
                      <a:r>
                        <a:rPr dirty="0" sz="1200">
                          <a:solidFill>
                            <a:srgbClr val="4E3629"/>
                          </a:solidFill>
                          <a:latin typeface="Calibri"/>
                          <a:cs typeface="Calibri"/>
                        </a:rPr>
                        <a:t>MODIFY</a:t>
                      </a:r>
                      <a:r>
                        <a:rPr dirty="0" sz="1200" spc="-35">
                          <a:solidFill>
                            <a:srgbClr val="4E3629"/>
                          </a:solidFill>
                          <a:latin typeface="Calibri"/>
                          <a:cs typeface="Calibri"/>
                        </a:rPr>
                        <a:t> </a:t>
                      </a:r>
                      <a:r>
                        <a:rPr dirty="0" sz="1200" spc="-10">
                          <a:solidFill>
                            <a:srgbClr val="4E3629"/>
                          </a:solidFill>
                          <a:latin typeface="Calibri"/>
                          <a:cs typeface="Calibri"/>
                        </a:rPr>
                        <a:t>(column </a:t>
                      </a:r>
                      <a:r>
                        <a:rPr dirty="0" sz="1200">
                          <a:solidFill>
                            <a:srgbClr val="4E3629"/>
                          </a:solidFill>
                          <a:latin typeface="Calibri"/>
                          <a:cs typeface="Calibri"/>
                        </a:rPr>
                        <a:t>name</a:t>
                      </a:r>
                      <a:r>
                        <a:rPr dirty="0" sz="1200" spc="-20">
                          <a:solidFill>
                            <a:srgbClr val="4E3629"/>
                          </a:solidFill>
                          <a:latin typeface="Calibri"/>
                          <a:cs typeface="Calibri"/>
                        </a:rPr>
                        <a:t> </a:t>
                      </a:r>
                      <a:r>
                        <a:rPr dirty="0" sz="1200">
                          <a:solidFill>
                            <a:srgbClr val="4E3629"/>
                          </a:solidFill>
                          <a:latin typeface="Calibri"/>
                          <a:cs typeface="Calibri"/>
                        </a:rPr>
                        <a:t>data</a:t>
                      </a:r>
                      <a:r>
                        <a:rPr dirty="0" sz="1200" spc="-30">
                          <a:solidFill>
                            <a:srgbClr val="4E3629"/>
                          </a:solidFill>
                          <a:latin typeface="Calibri"/>
                          <a:cs typeface="Calibri"/>
                        </a:rPr>
                        <a:t> </a:t>
                      </a:r>
                      <a:r>
                        <a:rPr dirty="0" sz="1200">
                          <a:solidFill>
                            <a:srgbClr val="4E3629"/>
                          </a:solidFill>
                          <a:latin typeface="Calibri"/>
                          <a:cs typeface="Calibri"/>
                        </a:rPr>
                        <a:t>type</a:t>
                      </a:r>
                      <a:r>
                        <a:rPr dirty="0" sz="1200" spc="-30">
                          <a:solidFill>
                            <a:srgbClr val="4E3629"/>
                          </a:solidFill>
                          <a:latin typeface="Calibri"/>
                          <a:cs typeface="Calibri"/>
                        </a:rPr>
                        <a:t> </a:t>
                      </a:r>
                      <a:r>
                        <a:rPr dirty="0" sz="1200" spc="-25">
                          <a:solidFill>
                            <a:srgbClr val="4E3629"/>
                          </a:solidFill>
                          <a:latin typeface="Calibri"/>
                          <a:cs typeface="Calibri"/>
                        </a:rPr>
                        <a:t>[DEFAULT</a:t>
                      </a:r>
                      <a:r>
                        <a:rPr dirty="0" sz="1200" spc="-5">
                          <a:solidFill>
                            <a:srgbClr val="4E3629"/>
                          </a:solidFill>
                          <a:latin typeface="Calibri"/>
                          <a:cs typeface="Calibri"/>
                        </a:rPr>
                        <a:t> </a:t>
                      </a:r>
                      <a:r>
                        <a:rPr dirty="0" sz="1200" spc="-10">
                          <a:solidFill>
                            <a:srgbClr val="4E3629"/>
                          </a:solidFill>
                          <a:latin typeface="Calibri"/>
                          <a:cs typeface="Calibri"/>
                        </a:rPr>
                        <a:t>expression],</a:t>
                      </a:r>
                      <a:r>
                        <a:rPr dirty="0" sz="1200" spc="-40">
                          <a:solidFill>
                            <a:srgbClr val="4E3629"/>
                          </a:solidFill>
                          <a:latin typeface="Calibri"/>
                          <a:cs typeface="Calibri"/>
                        </a:rPr>
                        <a:t> </a:t>
                      </a:r>
                      <a:r>
                        <a:rPr dirty="0" sz="1200" spc="-10">
                          <a:solidFill>
                            <a:srgbClr val="4E3629"/>
                          </a:solidFill>
                          <a:latin typeface="Calibri"/>
                          <a:cs typeface="Calibri"/>
                        </a:rPr>
                        <a:t>column </a:t>
                      </a:r>
                      <a:r>
                        <a:rPr dirty="0" sz="1200">
                          <a:solidFill>
                            <a:srgbClr val="4E3629"/>
                          </a:solidFill>
                          <a:latin typeface="Calibri"/>
                          <a:cs typeface="Calibri"/>
                        </a:rPr>
                        <a:t>name</a:t>
                      </a:r>
                      <a:r>
                        <a:rPr dirty="0" sz="1200" spc="-25">
                          <a:solidFill>
                            <a:srgbClr val="4E3629"/>
                          </a:solidFill>
                          <a:latin typeface="Calibri"/>
                          <a:cs typeface="Calibri"/>
                        </a:rPr>
                        <a:t> </a:t>
                      </a:r>
                      <a:r>
                        <a:rPr dirty="0" sz="1200">
                          <a:solidFill>
                            <a:srgbClr val="4E3629"/>
                          </a:solidFill>
                          <a:latin typeface="Calibri"/>
                          <a:cs typeface="Calibri"/>
                        </a:rPr>
                        <a:t>data</a:t>
                      </a:r>
                      <a:r>
                        <a:rPr dirty="0" sz="1200" spc="-30">
                          <a:solidFill>
                            <a:srgbClr val="4E3629"/>
                          </a:solidFill>
                          <a:latin typeface="Calibri"/>
                          <a:cs typeface="Calibri"/>
                        </a:rPr>
                        <a:t> </a:t>
                      </a:r>
                      <a:r>
                        <a:rPr dirty="0" sz="1200">
                          <a:solidFill>
                            <a:srgbClr val="4E3629"/>
                          </a:solidFill>
                          <a:latin typeface="Calibri"/>
                          <a:cs typeface="Calibri"/>
                        </a:rPr>
                        <a:t>type,</a:t>
                      </a:r>
                      <a:r>
                        <a:rPr dirty="0" sz="1200" spc="-35">
                          <a:solidFill>
                            <a:srgbClr val="4E3629"/>
                          </a:solidFill>
                          <a:latin typeface="Calibri"/>
                          <a:cs typeface="Calibri"/>
                        </a:rPr>
                        <a:t> </a:t>
                      </a:r>
                      <a:r>
                        <a:rPr dirty="0" sz="1200" spc="-50">
                          <a:solidFill>
                            <a:srgbClr val="4E3629"/>
                          </a:solidFill>
                          <a:latin typeface="Calibri"/>
                          <a:cs typeface="Calibri"/>
                        </a:rPr>
                        <a:t>…</a:t>
                      </a:r>
                      <a:endParaRPr sz="12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18415">
                        <a:lnSpc>
                          <a:spcPct val="100000"/>
                        </a:lnSpc>
                        <a:spcBef>
                          <a:spcPts val="30"/>
                        </a:spcBef>
                      </a:pPr>
                      <a:r>
                        <a:rPr dirty="0" sz="1200">
                          <a:solidFill>
                            <a:srgbClr val="4E3629"/>
                          </a:solidFill>
                          <a:latin typeface="Calibri"/>
                          <a:cs typeface="Calibri"/>
                        </a:rPr>
                        <a:t>Se</a:t>
                      </a:r>
                      <a:r>
                        <a:rPr dirty="0" sz="1200" spc="-20">
                          <a:solidFill>
                            <a:srgbClr val="4E3629"/>
                          </a:solidFill>
                          <a:latin typeface="Calibri"/>
                          <a:cs typeface="Calibri"/>
                        </a:rPr>
                        <a:t> </a:t>
                      </a:r>
                      <a:r>
                        <a:rPr dirty="0" sz="1200">
                          <a:solidFill>
                            <a:srgbClr val="4E3629"/>
                          </a:solidFill>
                          <a:latin typeface="Calibri"/>
                          <a:cs typeface="Calibri"/>
                        </a:rPr>
                        <a:t>utiliza</a:t>
                      </a:r>
                      <a:r>
                        <a:rPr dirty="0" sz="1200" spc="-40">
                          <a:solidFill>
                            <a:srgbClr val="4E3629"/>
                          </a:solidFill>
                          <a:latin typeface="Calibri"/>
                          <a:cs typeface="Calibri"/>
                        </a:rPr>
                        <a:t> </a:t>
                      </a:r>
                      <a:r>
                        <a:rPr dirty="0" sz="1200">
                          <a:solidFill>
                            <a:srgbClr val="4E3629"/>
                          </a:solidFill>
                          <a:latin typeface="Calibri"/>
                          <a:cs typeface="Calibri"/>
                        </a:rPr>
                        <a:t>para</a:t>
                      </a:r>
                      <a:r>
                        <a:rPr dirty="0" sz="1200" spc="-40">
                          <a:solidFill>
                            <a:srgbClr val="4E3629"/>
                          </a:solidFill>
                          <a:latin typeface="Calibri"/>
                          <a:cs typeface="Calibri"/>
                        </a:rPr>
                        <a:t> </a:t>
                      </a:r>
                      <a:r>
                        <a:rPr dirty="0" sz="1200">
                          <a:solidFill>
                            <a:srgbClr val="4E3629"/>
                          </a:solidFill>
                          <a:latin typeface="Calibri"/>
                          <a:cs typeface="Calibri"/>
                        </a:rPr>
                        <a:t>cambiar</a:t>
                      </a:r>
                      <a:r>
                        <a:rPr dirty="0" sz="1200" spc="-25">
                          <a:solidFill>
                            <a:srgbClr val="4E3629"/>
                          </a:solidFill>
                          <a:latin typeface="Calibri"/>
                          <a:cs typeface="Calibri"/>
                        </a:rPr>
                        <a:t> </a:t>
                      </a:r>
                      <a:r>
                        <a:rPr dirty="0" sz="1200">
                          <a:solidFill>
                            <a:srgbClr val="4E3629"/>
                          </a:solidFill>
                          <a:latin typeface="Calibri"/>
                          <a:cs typeface="Calibri"/>
                        </a:rPr>
                        <a:t>el</a:t>
                      </a:r>
                      <a:r>
                        <a:rPr dirty="0" sz="1200" spc="-15">
                          <a:solidFill>
                            <a:srgbClr val="4E3629"/>
                          </a:solidFill>
                          <a:latin typeface="Calibri"/>
                          <a:cs typeface="Calibri"/>
                        </a:rPr>
                        <a:t> </a:t>
                      </a:r>
                      <a:r>
                        <a:rPr dirty="0" sz="1200">
                          <a:solidFill>
                            <a:srgbClr val="4E3629"/>
                          </a:solidFill>
                          <a:latin typeface="Calibri"/>
                          <a:cs typeface="Calibri"/>
                        </a:rPr>
                        <a:t>tipo</a:t>
                      </a:r>
                      <a:r>
                        <a:rPr dirty="0" sz="1200" spc="-40">
                          <a:solidFill>
                            <a:srgbClr val="4E3629"/>
                          </a:solidFill>
                          <a:latin typeface="Calibri"/>
                          <a:cs typeface="Calibri"/>
                        </a:rPr>
                        <a:t> </a:t>
                      </a:r>
                      <a:r>
                        <a:rPr dirty="0" sz="1200" spc="-25">
                          <a:solidFill>
                            <a:srgbClr val="4E3629"/>
                          </a:solidFill>
                          <a:latin typeface="Calibri"/>
                          <a:cs typeface="Calibri"/>
                        </a:rPr>
                        <a:t>de </a:t>
                      </a:r>
                      <a:r>
                        <a:rPr dirty="0" sz="1200" spc="-10">
                          <a:solidFill>
                            <a:srgbClr val="4E3629"/>
                          </a:solidFill>
                          <a:latin typeface="Calibri"/>
                          <a:cs typeface="Calibri"/>
                        </a:rPr>
                        <a:t>dato,</a:t>
                      </a:r>
                      <a:r>
                        <a:rPr dirty="0" sz="1200" spc="-30">
                          <a:solidFill>
                            <a:srgbClr val="4E3629"/>
                          </a:solidFill>
                          <a:latin typeface="Calibri"/>
                          <a:cs typeface="Calibri"/>
                        </a:rPr>
                        <a:t> </a:t>
                      </a:r>
                      <a:r>
                        <a:rPr dirty="0" sz="1200">
                          <a:solidFill>
                            <a:srgbClr val="4E3629"/>
                          </a:solidFill>
                          <a:latin typeface="Calibri"/>
                          <a:cs typeface="Calibri"/>
                        </a:rPr>
                        <a:t>tamaño</a:t>
                      </a:r>
                      <a:r>
                        <a:rPr dirty="0" sz="1200" spc="-35">
                          <a:solidFill>
                            <a:srgbClr val="4E3629"/>
                          </a:solidFill>
                          <a:latin typeface="Calibri"/>
                          <a:cs typeface="Calibri"/>
                        </a:rPr>
                        <a:t> </a:t>
                      </a:r>
                      <a:r>
                        <a:rPr dirty="0" sz="1200">
                          <a:solidFill>
                            <a:srgbClr val="4E3629"/>
                          </a:solidFill>
                          <a:latin typeface="Calibri"/>
                          <a:cs typeface="Calibri"/>
                        </a:rPr>
                        <a:t>y</a:t>
                      </a:r>
                      <a:r>
                        <a:rPr dirty="0" sz="1200" spc="-20">
                          <a:solidFill>
                            <a:srgbClr val="4E3629"/>
                          </a:solidFill>
                          <a:latin typeface="Calibri"/>
                          <a:cs typeface="Calibri"/>
                        </a:rPr>
                        <a:t> </a:t>
                      </a:r>
                      <a:r>
                        <a:rPr dirty="0" sz="1200">
                          <a:solidFill>
                            <a:srgbClr val="4E3629"/>
                          </a:solidFill>
                          <a:latin typeface="Calibri"/>
                          <a:cs typeface="Calibri"/>
                        </a:rPr>
                        <a:t>valor</a:t>
                      </a:r>
                      <a:r>
                        <a:rPr dirty="0" sz="1200" spc="-35">
                          <a:solidFill>
                            <a:srgbClr val="4E3629"/>
                          </a:solidFill>
                          <a:latin typeface="Calibri"/>
                          <a:cs typeface="Calibri"/>
                        </a:rPr>
                        <a:t> </a:t>
                      </a:r>
                      <a:r>
                        <a:rPr dirty="0" sz="1200" spc="-25">
                          <a:solidFill>
                            <a:srgbClr val="4E3629"/>
                          </a:solidFill>
                          <a:latin typeface="Calibri"/>
                          <a:cs typeface="Calibri"/>
                        </a:rPr>
                        <a:t>por</a:t>
                      </a:r>
                      <a:r>
                        <a:rPr dirty="0" sz="1200" spc="500">
                          <a:solidFill>
                            <a:srgbClr val="4E3629"/>
                          </a:solidFill>
                          <a:latin typeface="Calibri"/>
                          <a:cs typeface="Calibri"/>
                        </a:rPr>
                        <a:t> </a:t>
                      </a:r>
                      <a:r>
                        <a:rPr dirty="0" sz="1200" spc="-10">
                          <a:solidFill>
                            <a:srgbClr val="4E3629"/>
                          </a:solidFill>
                          <a:latin typeface="Calibri"/>
                          <a:cs typeface="Calibri"/>
                        </a:rPr>
                        <a:t>defecto</a:t>
                      </a:r>
                      <a:r>
                        <a:rPr dirty="0" sz="1200" spc="-15">
                          <a:solidFill>
                            <a:srgbClr val="4E3629"/>
                          </a:solidFill>
                          <a:latin typeface="Calibri"/>
                          <a:cs typeface="Calibri"/>
                        </a:rPr>
                        <a:t> </a:t>
                      </a:r>
                      <a:r>
                        <a:rPr dirty="0" sz="1200">
                          <a:solidFill>
                            <a:srgbClr val="4E3629"/>
                          </a:solidFill>
                          <a:latin typeface="Calibri"/>
                          <a:cs typeface="Calibri"/>
                        </a:rPr>
                        <a:t>de una</a:t>
                      </a:r>
                      <a:r>
                        <a:rPr dirty="0" sz="1200" spc="-10">
                          <a:solidFill>
                            <a:srgbClr val="4E3629"/>
                          </a:solidFill>
                          <a:latin typeface="Calibri"/>
                          <a:cs typeface="Calibri"/>
                        </a:rPr>
                        <a:t> columna.</a:t>
                      </a:r>
                      <a:endParaRPr sz="12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97790">
                        <a:lnSpc>
                          <a:spcPct val="100000"/>
                        </a:lnSpc>
                        <a:spcBef>
                          <a:spcPts val="755"/>
                        </a:spcBef>
                      </a:pPr>
                      <a:r>
                        <a:rPr dirty="0" sz="1200">
                          <a:solidFill>
                            <a:srgbClr val="4E3629"/>
                          </a:solidFill>
                          <a:latin typeface="Calibri"/>
                          <a:cs typeface="Calibri"/>
                        </a:rPr>
                        <a:t>El</a:t>
                      </a:r>
                      <a:r>
                        <a:rPr dirty="0" sz="1200" spc="-15">
                          <a:solidFill>
                            <a:srgbClr val="4E3629"/>
                          </a:solidFill>
                          <a:latin typeface="Calibri"/>
                          <a:cs typeface="Calibri"/>
                        </a:rPr>
                        <a:t> </a:t>
                      </a:r>
                      <a:r>
                        <a:rPr dirty="0" sz="1200">
                          <a:solidFill>
                            <a:srgbClr val="4E3629"/>
                          </a:solidFill>
                          <a:latin typeface="Calibri"/>
                          <a:cs typeface="Calibri"/>
                        </a:rPr>
                        <a:t>cambio</a:t>
                      </a:r>
                      <a:r>
                        <a:rPr dirty="0" sz="1200" spc="-10">
                          <a:solidFill>
                            <a:srgbClr val="4E3629"/>
                          </a:solidFill>
                          <a:latin typeface="Calibri"/>
                          <a:cs typeface="Calibri"/>
                        </a:rPr>
                        <a:t> </a:t>
                      </a:r>
                      <a:r>
                        <a:rPr dirty="0" sz="1200">
                          <a:solidFill>
                            <a:srgbClr val="4E3629"/>
                          </a:solidFill>
                          <a:latin typeface="Calibri"/>
                          <a:cs typeface="Calibri"/>
                        </a:rPr>
                        <a:t>del</a:t>
                      </a:r>
                      <a:r>
                        <a:rPr dirty="0" sz="1200" spc="-20">
                          <a:solidFill>
                            <a:srgbClr val="4E3629"/>
                          </a:solidFill>
                          <a:latin typeface="Calibri"/>
                          <a:cs typeface="Calibri"/>
                        </a:rPr>
                        <a:t> </a:t>
                      </a:r>
                      <a:r>
                        <a:rPr dirty="0" sz="1200">
                          <a:solidFill>
                            <a:srgbClr val="4E3629"/>
                          </a:solidFill>
                          <a:latin typeface="Calibri"/>
                          <a:cs typeface="Calibri"/>
                        </a:rPr>
                        <a:t>valor</a:t>
                      </a:r>
                      <a:r>
                        <a:rPr dirty="0" sz="1200" spc="-30">
                          <a:solidFill>
                            <a:srgbClr val="4E3629"/>
                          </a:solidFill>
                          <a:latin typeface="Calibri"/>
                          <a:cs typeface="Calibri"/>
                        </a:rPr>
                        <a:t> </a:t>
                      </a:r>
                      <a:r>
                        <a:rPr dirty="0" sz="1200">
                          <a:solidFill>
                            <a:srgbClr val="4E3629"/>
                          </a:solidFill>
                          <a:latin typeface="Calibri"/>
                          <a:cs typeface="Calibri"/>
                        </a:rPr>
                        <a:t>por</a:t>
                      </a:r>
                      <a:r>
                        <a:rPr dirty="0" sz="1200" spc="-20">
                          <a:solidFill>
                            <a:srgbClr val="4E3629"/>
                          </a:solidFill>
                          <a:latin typeface="Calibri"/>
                          <a:cs typeface="Calibri"/>
                        </a:rPr>
                        <a:t> </a:t>
                      </a:r>
                      <a:r>
                        <a:rPr dirty="0" sz="1200" spc="-10">
                          <a:solidFill>
                            <a:srgbClr val="4E3629"/>
                          </a:solidFill>
                          <a:latin typeface="Calibri"/>
                          <a:cs typeface="Calibri"/>
                        </a:rPr>
                        <a:t>defecto</a:t>
                      </a:r>
                      <a:r>
                        <a:rPr dirty="0" sz="1200" spc="-35">
                          <a:solidFill>
                            <a:srgbClr val="4E3629"/>
                          </a:solidFill>
                          <a:latin typeface="Calibri"/>
                          <a:cs typeface="Calibri"/>
                        </a:rPr>
                        <a:t> </a:t>
                      </a:r>
                      <a:r>
                        <a:rPr dirty="0" sz="1200">
                          <a:solidFill>
                            <a:srgbClr val="4E3629"/>
                          </a:solidFill>
                          <a:latin typeface="Calibri"/>
                          <a:cs typeface="Calibri"/>
                        </a:rPr>
                        <a:t>de</a:t>
                      </a:r>
                      <a:r>
                        <a:rPr dirty="0" sz="1200" spc="-20">
                          <a:solidFill>
                            <a:srgbClr val="4E3629"/>
                          </a:solidFill>
                          <a:latin typeface="Calibri"/>
                          <a:cs typeface="Calibri"/>
                        </a:rPr>
                        <a:t> </a:t>
                      </a:r>
                      <a:r>
                        <a:rPr dirty="0" sz="1200">
                          <a:solidFill>
                            <a:srgbClr val="4E3629"/>
                          </a:solidFill>
                          <a:latin typeface="Calibri"/>
                          <a:cs typeface="Calibri"/>
                        </a:rPr>
                        <a:t>una</a:t>
                      </a:r>
                      <a:r>
                        <a:rPr dirty="0" sz="1200" spc="-35">
                          <a:solidFill>
                            <a:srgbClr val="4E3629"/>
                          </a:solidFill>
                          <a:latin typeface="Calibri"/>
                          <a:cs typeface="Calibri"/>
                        </a:rPr>
                        <a:t> </a:t>
                      </a:r>
                      <a:r>
                        <a:rPr dirty="0" sz="1200">
                          <a:solidFill>
                            <a:srgbClr val="4E3629"/>
                          </a:solidFill>
                          <a:latin typeface="Calibri"/>
                          <a:cs typeface="Calibri"/>
                        </a:rPr>
                        <a:t>columna</a:t>
                      </a:r>
                      <a:r>
                        <a:rPr dirty="0" sz="1200" spc="-25">
                          <a:solidFill>
                            <a:srgbClr val="4E3629"/>
                          </a:solidFill>
                          <a:latin typeface="Calibri"/>
                          <a:cs typeface="Calibri"/>
                        </a:rPr>
                        <a:t> </a:t>
                      </a:r>
                      <a:r>
                        <a:rPr dirty="0" sz="1200" spc="-20">
                          <a:solidFill>
                            <a:srgbClr val="4E3629"/>
                          </a:solidFill>
                          <a:latin typeface="Calibri"/>
                          <a:cs typeface="Calibri"/>
                        </a:rPr>
                        <a:t>solo </a:t>
                      </a:r>
                      <a:r>
                        <a:rPr dirty="0" sz="1200" spc="-10">
                          <a:solidFill>
                            <a:srgbClr val="4E3629"/>
                          </a:solidFill>
                          <a:latin typeface="Calibri"/>
                          <a:cs typeface="Calibri"/>
                        </a:rPr>
                        <a:t>afecta</a:t>
                      </a:r>
                      <a:r>
                        <a:rPr dirty="0" sz="1200" spc="-20">
                          <a:solidFill>
                            <a:srgbClr val="4E3629"/>
                          </a:solidFill>
                          <a:latin typeface="Calibri"/>
                          <a:cs typeface="Calibri"/>
                        </a:rPr>
                        <a:t> </a:t>
                      </a:r>
                      <a:r>
                        <a:rPr dirty="0" sz="1200">
                          <a:solidFill>
                            <a:srgbClr val="4E3629"/>
                          </a:solidFill>
                          <a:latin typeface="Calibri"/>
                          <a:cs typeface="Calibri"/>
                        </a:rPr>
                        <a:t>a</a:t>
                      </a:r>
                      <a:r>
                        <a:rPr dirty="0" sz="1200" spc="-5">
                          <a:solidFill>
                            <a:srgbClr val="4E3629"/>
                          </a:solidFill>
                          <a:latin typeface="Calibri"/>
                          <a:cs typeface="Calibri"/>
                        </a:rPr>
                        <a:t> </a:t>
                      </a:r>
                      <a:r>
                        <a:rPr dirty="0" sz="1200">
                          <a:solidFill>
                            <a:srgbClr val="4E3629"/>
                          </a:solidFill>
                          <a:latin typeface="Calibri"/>
                          <a:cs typeface="Calibri"/>
                        </a:rPr>
                        <a:t>las</a:t>
                      </a:r>
                      <a:r>
                        <a:rPr dirty="0" sz="1200" spc="-5">
                          <a:solidFill>
                            <a:srgbClr val="4E3629"/>
                          </a:solidFill>
                          <a:latin typeface="Calibri"/>
                          <a:cs typeface="Calibri"/>
                        </a:rPr>
                        <a:t> </a:t>
                      </a:r>
                      <a:r>
                        <a:rPr dirty="0" sz="1200">
                          <a:solidFill>
                            <a:srgbClr val="4E3629"/>
                          </a:solidFill>
                          <a:latin typeface="Calibri"/>
                          <a:cs typeface="Calibri"/>
                        </a:rPr>
                        <a:t>inserciones</a:t>
                      </a:r>
                      <a:r>
                        <a:rPr dirty="0" sz="1200" spc="-15">
                          <a:solidFill>
                            <a:srgbClr val="4E3629"/>
                          </a:solidFill>
                          <a:latin typeface="Calibri"/>
                          <a:cs typeface="Calibri"/>
                        </a:rPr>
                        <a:t> </a:t>
                      </a:r>
                      <a:r>
                        <a:rPr dirty="0" sz="1200" spc="-10">
                          <a:solidFill>
                            <a:srgbClr val="4E3629"/>
                          </a:solidFill>
                          <a:latin typeface="Calibri"/>
                          <a:cs typeface="Calibri"/>
                        </a:rPr>
                        <a:t>posteriores</a:t>
                      </a:r>
                      <a:r>
                        <a:rPr dirty="0" sz="1200" spc="-30">
                          <a:solidFill>
                            <a:srgbClr val="4E3629"/>
                          </a:solidFill>
                          <a:latin typeface="Calibri"/>
                          <a:cs typeface="Calibri"/>
                        </a:rPr>
                        <a:t> </a:t>
                      </a:r>
                      <a:r>
                        <a:rPr dirty="0" sz="1200">
                          <a:solidFill>
                            <a:srgbClr val="4E3629"/>
                          </a:solidFill>
                          <a:latin typeface="Calibri"/>
                          <a:cs typeface="Calibri"/>
                        </a:rPr>
                        <a:t>en</a:t>
                      </a:r>
                      <a:r>
                        <a:rPr dirty="0" sz="1200" spc="-10">
                          <a:solidFill>
                            <a:srgbClr val="4E3629"/>
                          </a:solidFill>
                          <a:latin typeface="Calibri"/>
                          <a:cs typeface="Calibri"/>
                        </a:rPr>
                        <a:t> </a:t>
                      </a:r>
                      <a:r>
                        <a:rPr dirty="0" sz="1200">
                          <a:solidFill>
                            <a:srgbClr val="4E3629"/>
                          </a:solidFill>
                          <a:latin typeface="Calibri"/>
                          <a:cs typeface="Calibri"/>
                        </a:rPr>
                        <a:t>la</a:t>
                      </a:r>
                      <a:r>
                        <a:rPr dirty="0" sz="1200" spc="-15">
                          <a:solidFill>
                            <a:srgbClr val="4E3629"/>
                          </a:solidFill>
                          <a:latin typeface="Calibri"/>
                          <a:cs typeface="Calibri"/>
                        </a:rPr>
                        <a:t> </a:t>
                      </a:r>
                      <a:r>
                        <a:rPr dirty="0" sz="1200" spc="-10">
                          <a:solidFill>
                            <a:srgbClr val="4E3629"/>
                          </a:solidFill>
                          <a:latin typeface="Calibri"/>
                          <a:cs typeface="Calibri"/>
                        </a:rPr>
                        <a:t>tabla.</a:t>
                      </a:r>
                      <a:endParaRPr sz="1200">
                        <a:latin typeface="Calibri"/>
                        <a:cs typeface="Calibri"/>
                      </a:endParaRPr>
                    </a:p>
                  </a:txBody>
                  <a:tcPr marL="0" marR="0" marB="0" marT="958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574040">
                <a:tc>
                  <a:txBody>
                    <a:bodyPr/>
                    <a:lstStyle/>
                    <a:p>
                      <a:pPr marL="13970" marR="456565">
                        <a:lnSpc>
                          <a:spcPct val="100000"/>
                        </a:lnSpc>
                        <a:spcBef>
                          <a:spcPts val="755"/>
                        </a:spcBef>
                      </a:pPr>
                      <a:r>
                        <a:rPr dirty="0" sz="1200" spc="-20">
                          <a:solidFill>
                            <a:srgbClr val="4E3629"/>
                          </a:solidFill>
                          <a:latin typeface="Calibri"/>
                          <a:cs typeface="Calibri"/>
                        </a:rPr>
                        <a:t>ALTER</a:t>
                      </a:r>
                      <a:r>
                        <a:rPr dirty="0" sz="1200" spc="-35">
                          <a:solidFill>
                            <a:srgbClr val="4E3629"/>
                          </a:solidFill>
                          <a:latin typeface="Calibri"/>
                          <a:cs typeface="Calibri"/>
                        </a:rPr>
                        <a:t> </a:t>
                      </a:r>
                      <a:r>
                        <a:rPr dirty="0" sz="1200" spc="-20">
                          <a:solidFill>
                            <a:srgbClr val="4E3629"/>
                          </a:solidFill>
                          <a:latin typeface="Calibri"/>
                          <a:cs typeface="Calibri"/>
                        </a:rPr>
                        <a:t>TABLE</a:t>
                      </a:r>
                      <a:r>
                        <a:rPr dirty="0" sz="1200" spc="-25">
                          <a:solidFill>
                            <a:srgbClr val="4E3629"/>
                          </a:solidFill>
                          <a:latin typeface="Calibri"/>
                          <a:cs typeface="Calibri"/>
                        </a:rPr>
                        <a:t> </a:t>
                      </a:r>
                      <a:r>
                        <a:rPr dirty="0" sz="1200">
                          <a:solidFill>
                            <a:srgbClr val="4E3629"/>
                          </a:solidFill>
                          <a:latin typeface="Calibri"/>
                          <a:cs typeface="Calibri"/>
                        </a:rPr>
                        <a:t>tablename</a:t>
                      </a:r>
                      <a:r>
                        <a:rPr dirty="0" sz="1200" spc="-55">
                          <a:solidFill>
                            <a:srgbClr val="4E3629"/>
                          </a:solidFill>
                          <a:latin typeface="Calibri"/>
                          <a:cs typeface="Calibri"/>
                        </a:rPr>
                        <a:t> </a:t>
                      </a:r>
                      <a:r>
                        <a:rPr dirty="0" sz="1200">
                          <a:solidFill>
                            <a:srgbClr val="4E3629"/>
                          </a:solidFill>
                          <a:latin typeface="Calibri"/>
                          <a:cs typeface="Calibri"/>
                        </a:rPr>
                        <a:t>DROP</a:t>
                      </a:r>
                      <a:r>
                        <a:rPr dirty="0" sz="1200" spc="-20">
                          <a:solidFill>
                            <a:srgbClr val="4E3629"/>
                          </a:solidFill>
                          <a:latin typeface="Calibri"/>
                          <a:cs typeface="Calibri"/>
                        </a:rPr>
                        <a:t> </a:t>
                      </a:r>
                      <a:r>
                        <a:rPr dirty="0" sz="1200" spc="-10">
                          <a:solidFill>
                            <a:srgbClr val="4E3629"/>
                          </a:solidFill>
                          <a:latin typeface="Calibri"/>
                          <a:cs typeface="Calibri"/>
                        </a:rPr>
                        <a:t>COLUMN </a:t>
                      </a:r>
                      <a:r>
                        <a:rPr dirty="0" sz="1200">
                          <a:solidFill>
                            <a:srgbClr val="4E3629"/>
                          </a:solidFill>
                          <a:latin typeface="Calibri"/>
                          <a:cs typeface="Calibri"/>
                        </a:rPr>
                        <a:t>column</a:t>
                      </a:r>
                      <a:r>
                        <a:rPr dirty="0" sz="1200" spc="-45">
                          <a:solidFill>
                            <a:srgbClr val="4E3629"/>
                          </a:solidFill>
                          <a:latin typeface="Calibri"/>
                          <a:cs typeface="Calibri"/>
                        </a:rPr>
                        <a:t> </a:t>
                      </a:r>
                      <a:r>
                        <a:rPr dirty="0" sz="1200" spc="-10">
                          <a:solidFill>
                            <a:srgbClr val="4E3629"/>
                          </a:solidFill>
                          <a:latin typeface="Calibri"/>
                          <a:cs typeface="Calibri"/>
                        </a:rPr>
                        <a:t>name;</a:t>
                      </a:r>
                      <a:endParaRPr sz="1200">
                        <a:latin typeface="Calibri"/>
                        <a:cs typeface="Calibri"/>
                      </a:endParaRPr>
                    </a:p>
                  </a:txBody>
                  <a:tcPr marL="0" marR="0" marB="0" marT="958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476884">
                        <a:lnSpc>
                          <a:spcPct val="100000"/>
                        </a:lnSpc>
                        <a:spcBef>
                          <a:spcPts val="755"/>
                        </a:spcBef>
                      </a:pPr>
                      <a:r>
                        <a:rPr dirty="0" sz="1200">
                          <a:solidFill>
                            <a:srgbClr val="4E3629"/>
                          </a:solidFill>
                          <a:latin typeface="Calibri"/>
                          <a:cs typeface="Calibri"/>
                        </a:rPr>
                        <a:t>Se</a:t>
                      </a:r>
                      <a:r>
                        <a:rPr dirty="0" sz="1200" spc="-25">
                          <a:solidFill>
                            <a:srgbClr val="4E3629"/>
                          </a:solidFill>
                          <a:latin typeface="Calibri"/>
                          <a:cs typeface="Calibri"/>
                        </a:rPr>
                        <a:t> </a:t>
                      </a:r>
                      <a:r>
                        <a:rPr dirty="0" sz="1200">
                          <a:solidFill>
                            <a:srgbClr val="4E3629"/>
                          </a:solidFill>
                          <a:latin typeface="Calibri"/>
                          <a:cs typeface="Calibri"/>
                        </a:rPr>
                        <a:t>utiliza</a:t>
                      </a:r>
                      <a:r>
                        <a:rPr dirty="0" sz="1200" spc="-35">
                          <a:solidFill>
                            <a:srgbClr val="4E3629"/>
                          </a:solidFill>
                          <a:latin typeface="Calibri"/>
                          <a:cs typeface="Calibri"/>
                        </a:rPr>
                        <a:t> </a:t>
                      </a:r>
                      <a:r>
                        <a:rPr dirty="0" sz="1200">
                          <a:solidFill>
                            <a:srgbClr val="4E3629"/>
                          </a:solidFill>
                          <a:latin typeface="Calibri"/>
                          <a:cs typeface="Calibri"/>
                        </a:rPr>
                        <a:t>para</a:t>
                      </a:r>
                      <a:r>
                        <a:rPr dirty="0" sz="1200" spc="-45">
                          <a:solidFill>
                            <a:srgbClr val="4E3629"/>
                          </a:solidFill>
                          <a:latin typeface="Calibri"/>
                          <a:cs typeface="Calibri"/>
                        </a:rPr>
                        <a:t> </a:t>
                      </a:r>
                      <a:r>
                        <a:rPr dirty="0" sz="1200">
                          <a:solidFill>
                            <a:srgbClr val="4E3629"/>
                          </a:solidFill>
                          <a:latin typeface="Calibri"/>
                          <a:cs typeface="Calibri"/>
                        </a:rPr>
                        <a:t>borrar</a:t>
                      </a:r>
                      <a:r>
                        <a:rPr dirty="0" sz="1200" spc="-50">
                          <a:solidFill>
                            <a:srgbClr val="4E3629"/>
                          </a:solidFill>
                          <a:latin typeface="Calibri"/>
                          <a:cs typeface="Calibri"/>
                        </a:rPr>
                        <a:t> </a:t>
                      </a:r>
                      <a:r>
                        <a:rPr dirty="0" sz="1200" spc="-25">
                          <a:solidFill>
                            <a:srgbClr val="4E3629"/>
                          </a:solidFill>
                          <a:latin typeface="Calibri"/>
                          <a:cs typeface="Calibri"/>
                        </a:rPr>
                        <a:t>una </a:t>
                      </a:r>
                      <a:r>
                        <a:rPr dirty="0" sz="1200">
                          <a:solidFill>
                            <a:srgbClr val="4E3629"/>
                          </a:solidFill>
                          <a:latin typeface="Calibri"/>
                          <a:cs typeface="Calibri"/>
                        </a:rPr>
                        <a:t>columna</a:t>
                      </a:r>
                      <a:r>
                        <a:rPr dirty="0" sz="1200" spc="-25">
                          <a:solidFill>
                            <a:srgbClr val="4E3629"/>
                          </a:solidFill>
                          <a:latin typeface="Calibri"/>
                          <a:cs typeface="Calibri"/>
                        </a:rPr>
                        <a:t> </a:t>
                      </a:r>
                      <a:r>
                        <a:rPr dirty="0" sz="1200">
                          <a:solidFill>
                            <a:srgbClr val="4E3629"/>
                          </a:solidFill>
                          <a:latin typeface="Calibri"/>
                          <a:cs typeface="Calibri"/>
                        </a:rPr>
                        <a:t>de</a:t>
                      </a:r>
                      <a:r>
                        <a:rPr dirty="0" sz="1200" spc="-20">
                          <a:solidFill>
                            <a:srgbClr val="4E3629"/>
                          </a:solidFill>
                          <a:latin typeface="Calibri"/>
                          <a:cs typeface="Calibri"/>
                        </a:rPr>
                        <a:t> </a:t>
                      </a:r>
                      <a:r>
                        <a:rPr dirty="0" sz="1200">
                          <a:solidFill>
                            <a:srgbClr val="4E3629"/>
                          </a:solidFill>
                          <a:latin typeface="Calibri"/>
                          <a:cs typeface="Calibri"/>
                        </a:rPr>
                        <a:t>una</a:t>
                      </a:r>
                      <a:r>
                        <a:rPr dirty="0" sz="1200" spc="-35">
                          <a:solidFill>
                            <a:srgbClr val="4E3629"/>
                          </a:solidFill>
                          <a:latin typeface="Calibri"/>
                          <a:cs typeface="Calibri"/>
                        </a:rPr>
                        <a:t> </a:t>
                      </a:r>
                      <a:r>
                        <a:rPr dirty="0" sz="1200" spc="-20">
                          <a:solidFill>
                            <a:srgbClr val="4E3629"/>
                          </a:solidFill>
                          <a:latin typeface="Calibri"/>
                          <a:cs typeface="Calibri"/>
                        </a:rPr>
                        <a:t>tabla</a:t>
                      </a:r>
                      <a:endParaRPr sz="1200">
                        <a:latin typeface="Calibri"/>
                        <a:cs typeface="Calibri"/>
                      </a:endParaRPr>
                    </a:p>
                  </a:txBody>
                  <a:tcPr marL="0" marR="0" marB="0" marT="958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66040">
                        <a:lnSpc>
                          <a:spcPct val="100000"/>
                        </a:lnSpc>
                        <a:spcBef>
                          <a:spcPts val="35"/>
                        </a:spcBef>
                      </a:pPr>
                      <a:r>
                        <a:rPr dirty="0" sz="1200">
                          <a:solidFill>
                            <a:srgbClr val="4E3629"/>
                          </a:solidFill>
                          <a:latin typeface="Calibri"/>
                          <a:cs typeface="Calibri"/>
                        </a:rPr>
                        <a:t>Debe</a:t>
                      </a:r>
                      <a:r>
                        <a:rPr dirty="0" sz="1200" spc="-35">
                          <a:solidFill>
                            <a:srgbClr val="4E3629"/>
                          </a:solidFill>
                          <a:latin typeface="Calibri"/>
                          <a:cs typeface="Calibri"/>
                        </a:rPr>
                        <a:t> </a:t>
                      </a:r>
                      <a:r>
                        <a:rPr dirty="0" sz="1200">
                          <a:solidFill>
                            <a:srgbClr val="4E3629"/>
                          </a:solidFill>
                          <a:latin typeface="Calibri"/>
                          <a:cs typeface="Calibri"/>
                        </a:rPr>
                        <a:t>quedar</a:t>
                      </a:r>
                      <a:r>
                        <a:rPr dirty="0" sz="1200" spc="-45">
                          <a:solidFill>
                            <a:srgbClr val="4E3629"/>
                          </a:solidFill>
                          <a:latin typeface="Calibri"/>
                          <a:cs typeface="Calibri"/>
                        </a:rPr>
                        <a:t> </a:t>
                      </a:r>
                      <a:r>
                        <a:rPr dirty="0" sz="1200">
                          <a:solidFill>
                            <a:srgbClr val="4E3629"/>
                          </a:solidFill>
                          <a:latin typeface="Calibri"/>
                          <a:cs typeface="Calibri"/>
                        </a:rPr>
                        <a:t>al</a:t>
                      </a:r>
                      <a:r>
                        <a:rPr dirty="0" sz="1200" spc="-10">
                          <a:solidFill>
                            <a:srgbClr val="4E3629"/>
                          </a:solidFill>
                          <a:latin typeface="Calibri"/>
                          <a:cs typeface="Calibri"/>
                        </a:rPr>
                        <a:t> </a:t>
                      </a:r>
                      <a:r>
                        <a:rPr dirty="0" sz="1200">
                          <a:solidFill>
                            <a:srgbClr val="4E3629"/>
                          </a:solidFill>
                          <a:latin typeface="Calibri"/>
                          <a:cs typeface="Calibri"/>
                        </a:rPr>
                        <a:t>menos</a:t>
                      </a:r>
                      <a:r>
                        <a:rPr dirty="0" sz="1200" spc="-10">
                          <a:solidFill>
                            <a:srgbClr val="4E3629"/>
                          </a:solidFill>
                          <a:latin typeface="Calibri"/>
                          <a:cs typeface="Calibri"/>
                        </a:rPr>
                        <a:t> </a:t>
                      </a:r>
                      <a:r>
                        <a:rPr dirty="0" sz="1200">
                          <a:solidFill>
                            <a:srgbClr val="4E3629"/>
                          </a:solidFill>
                          <a:latin typeface="Calibri"/>
                          <a:cs typeface="Calibri"/>
                        </a:rPr>
                        <a:t>una</a:t>
                      </a:r>
                      <a:r>
                        <a:rPr dirty="0" sz="1200" spc="-30">
                          <a:solidFill>
                            <a:srgbClr val="4E3629"/>
                          </a:solidFill>
                          <a:latin typeface="Calibri"/>
                          <a:cs typeface="Calibri"/>
                        </a:rPr>
                        <a:t> </a:t>
                      </a:r>
                      <a:r>
                        <a:rPr dirty="0" sz="1200">
                          <a:solidFill>
                            <a:srgbClr val="4E3629"/>
                          </a:solidFill>
                          <a:latin typeface="Calibri"/>
                          <a:cs typeface="Calibri"/>
                        </a:rPr>
                        <a:t>columna</a:t>
                      </a:r>
                      <a:r>
                        <a:rPr dirty="0" sz="1200" spc="-25">
                          <a:solidFill>
                            <a:srgbClr val="4E3629"/>
                          </a:solidFill>
                          <a:latin typeface="Calibri"/>
                          <a:cs typeface="Calibri"/>
                        </a:rPr>
                        <a:t> </a:t>
                      </a:r>
                      <a:r>
                        <a:rPr dirty="0" sz="1200">
                          <a:solidFill>
                            <a:srgbClr val="4E3629"/>
                          </a:solidFill>
                          <a:latin typeface="Calibri"/>
                          <a:cs typeface="Calibri"/>
                        </a:rPr>
                        <a:t>en</a:t>
                      </a:r>
                      <a:r>
                        <a:rPr dirty="0" sz="1200" spc="-20">
                          <a:solidFill>
                            <a:srgbClr val="4E3629"/>
                          </a:solidFill>
                          <a:latin typeface="Calibri"/>
                          <a:cs typeface="Calibri"/>
                        </a:rPr>
                        <a:t> </a:t>
                      </a:r>
                      <a:r>
                        <a:rPr dirty="0" sz="1200">
                          <a:solidFill>
                            <a:srgbClr val="4E3629"/>
                          </a:solidFill>
                          <a:latin typeface="Calibri"/>
                          <a:cs typeface="Calibri"/>
                        </a:rPr>
                        <a:t>la</a:t>
                      </a:r>
                      <a:r>
                        <a:rPr dirty="0" sz="1200" spc="-25">
                          <a:solidFill>
                            <a:srgbClr val="4E3629"/>
                          </a:solidFill>
                          <a:latin typeface="Calibri"/>
                          <a:cs typeface="Calibri"/>
                        </a:rPr>
                        <a:t> </a:t>
                      </a:r>
                      <a:r>
                        <a:rPr dirty="0" sz="1200" spc="-20">
                          <a:solidFill>
                            <a:srgbClr val="4E3629"/>
                          </a:solidFill>
                          <a:latin typeface="Calibri"/>
                          <a:cs typeface="Calibri"/>
                        </a:rPr>
                        <a:t>tabla </a:t>
                      </a:r>
                      <a:r>
                        <a:rPr dirty="0" sz="1200">
                          <a:solidFill>
                            <a:srgbClr val="4E3629"/>
                          </a:solidFill>
                          <a:latin typeface="Calibri"/>
                          <a:cs typeface="Calibri"/>
                        </a:rPr>
                        <a:t>después</a:t>
                      </a:r>
                      <a:r>
                        <a:rPr dirty="0" sz="1200" spc="-20">
                          <a:solidFill>
                            <a:srgbClr val="4E3629"/>
                          </a:solidFill>
                          <a:latin typeface="Calibri"/>
                          <a:cs typeface="Calibri"/>
                        </a:rPr>
                        <a:t> </a:t>
                      </a:r>
                      <a:r>
                        <a:rPr dirty="0" sz="1200">
                          <a:solidFill>
                            <a:srgbClr val="4E3629"/>
                          </a:solidFill>
                          <a:latin typeface="Calibri"/>
                          <a:cs typeface="Calibri"/>
                        </a:rPr>
                        <a:t>de</a:t>
                      </a:r>
                      <a:r>
                        <a:rPr dirty="0" sz="1200" spc="-5">
                          <a:solidFill>
                            <a:srgbClr val="4E3629"/>
                          </a:solidFill>
                          <a:latin typeface="Calibri"/>
                          <a:cs typeface="Calibri"/>
                        </a:rPr>
                        <a:t> </a:t>
                      </a:r>
                      <a:r>
                        <a:rPr dirty="0" sz="1200" spc="-10">
                          <a:solidFill>
                            <a:srgbClr val="4E3629"/>
                          </a:solidFill>
                          <a:latin typeface="Calibri"/>
                          <a:cs typeface="Calibri"/>
                        </a:rPr>
                        <a:t>modificarla.</a:t>
                      </a:r>
                      <a:r>
                        <a:rPr dirty="0" sz="1200" spc="-15">
                          <a:solidFill>
                            <a:srgbClr val="4E3629"/>
                          </a:solidFill>
                          <a:latin typeface="Calibri"/>
                          <a:cs typeface="Calibri"/>
                        </a:rPr>
                        <a:t> </a:t>
                      </a:r>
                      <a:r>
                        <a:rPr dirty="0" sz="1200">
                          <a:solidFill>
                            <a:srgbClr val="4E3629"/>
                          </a:solidFill>
                          <a:latin typeface="Calibri"/>
                          <a:cs typeface="Calibri"/>
                        </a:rPr>
                        <a:t>Una</a:t>
                      </a:r>
                      <a:r>
                        <a:rPr dirty="0" sz="1200" spc="-10">
                          <a:solidFill>
                            <a:srgbClr val="4E3629"/>
                          </a:solidFill>
                          <a:latin typeface="Calibri"/>
                          <a:cs typeface="Calibri"/>
                        </a:rPr>
                        <a:t> </a:t>
                      </a:r>
                      <a:r>
                        <a:rPr dirty="0" sz="1200">
                          <a:solidFill>
                            <a:srgbClr val="4E3629"/>
                          </a:solidFill>
                          <a:latin typeface="Calibri"/>
                          <a:cs typeface="Calibri"/>
                        </a:rPr>
                        <a:t>vez</a:t>
                      </a:r>
                      <a:r>
                        <a:rPr dirty="0" sz="1200" spc="5">
                          <a:solidFill>
                            <a:srgbClr val="4E3629"/>
                          </a:solidFill>
                          <a:latin typeface="Calibri"/>
                          <a:cs typeface="Calibri"/>
                        </a:rPr>
                        <a:t> </a:t>
                      </a:r>
                      <a:r>
                        <a:rPr dirty="0" sz="1200" spc="-10">
                          <a:solidFill>
                            <a:srgbClr val="4E3629"/>
                          </a:solidFill>
                          <a:latin typeface="Calibri"/>
                          <a:cs typeface="Calibri"/>
                        </a:rPr>
                        <a:t>borrada,</a:t>
                      </a:r>
                      <a:r>
                        <a:rPr dirty="0" sz="1200" spc="-35">
                          <a:solidFill>
                            <a:srgbClr val="4E3629"/>
                          </a:solidFill>
                          <a:latin typeface="Calibri"/>
                          <a:cs typeface="Calibri"/>
                        </a:rPr>
                        <a:t> </a:t>
                      </a:r>
                      <a:r>
                        <a:rPr dirty="0" sz="1200">
                          <a:solidFill>
                            <a:srgbClr val="4E3629"/>
                          </a:solidFill>
                          <a:latin typeface="Calibri"/>
                          <a:cs typeface="Calibri"/>
                        </a:rPr>
                        <a:t>la </a:t>
                      </a:r>
                      <a:r>
                        <a:rPr dirty="0" sz="1200" spc="-10">
                          <a:solidFill>
                            <a:srgbClr val="4E3629"/>
                          </a:solidFill>
                          <a:latin typeface="Calibri"/>
                          <a:cs typeface="Calibri"/>
                        </a:rPr>
                        <a:t>columna </a:t>
                      </a:r>
                      <a:r>
                        <a:rPr dirty="0" sz="1200">
                          <a:solidFill>
                            <a:srgbClr val="4E3629"/>
                          </a:solidFill>
                          <a:latin typeface="Calibri"/>
                          <a:cs typeface="Calibri"/>
                        </a:rPr>
                        <a:t>no</a:t>
                      </a:r>
                      <a:r>
                        <a:rPr dirty="0" sz="1200" spc="-15">
                          <a:solidFill>
                            <a:srgbClr val="4E3629"/>
                          </a:solidFill>
                          <a:latin typeface="Calibri"/>
                          <a:cs typeface="Calibri"/>
                        </a:rPr>
                        <a:t> </a:t>
                      </a:r>
                      <a:r>
                        <a:rPr dirty="0" sz="1200">
                          <a:solidFill>
                            <a:srgbClr val="4E3629"/>
                          </a:solidFill>
                          <a:latin typeface="Calibri"/>
                          <a:cs typeface="Calibri"/>
                        </a:rPr>
                        <a:t>se</a:t>
                      </a:r>
                      <a:r>
                        <a:rPr dirty="0" sz="1200" spc="5">
                          <a:solidFill>
                            <a:srgbClr val="4E3629"/>
                          </a:solidFill>
                          <a:latin typeface="Calibri"/>
                          <a:cs typeface="Calibri"/>
                        </a:rPr>
                        <a:t> </a:t>
                      </a:r>
                      <a:r>
                        <a:rPr dirty="0" sz="1200">
                          <a:solidFill>
                            <a:srgbClr val="4E3629"/>
                          </a:solidFill>
                          <a:latin typeface="Calibri"/>
                          <a:cs typeface="Calibri"/>
                        </a:rPr>
                        <a:t>puede</a:t>
                      </a:r>
                      <a:r>
                        <a:rPr dirty="0" sz="1200" spc="-35">
                          <a:solidFill>
                            <a:srgbClr val="4E3629"/>
                          </a:solidFill>
                          <a:latin typeface="Calibri"/>
                          <a:cs typeface="Calibri"/>
                        </a:rPr>
                        <a:t> </a:t>
                      </a:r>
                      <a:r>
                        <a:rPr dirty="0" sz="1200" spc="-10">
                          <a:solidFill>
                            <a:srgbClr val="4E3629"/>
                          </a:solidFill>
                          <a:latin typeface="Calibri"/>
                          <a:cs typeface="Calibri"/>
                        </a:rPr>
                        <a:t>recuperar.</a:t>
                      </a:r>
                      <a:endParaRPr sz="1200">
                        <a:latin typeface="Calibri"/>
                        <a:cs typeface="Calibri"/>
                      </a:endParaRPr>
                    </a:p>
                  </a:txBody>
                  <a:tcPr marL="0" marR="0" marB="0" marT="44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573405">
                <a:tc>
                  <a:txBody>
                    <a:bodyPr/>
                    <a:lstStyle/>
                    <a:p>
                      <a:pPr marL="13970" marR="85725">
                        <a:lnSpc>
                          <a:spcPct val="100000"/>
                        </a:lnSpc>
                        <a:spcBef>
                          <a:spcPts val="755"/>
                        </a:spcBef>
                      </a:pPr>
                      <a:r>
                        <a:rPr dirty="0" sz="1200" spc="-20">
                          <a:solidFill>
                            <a:srgbClr val="4E3629"/>
                          </a:solidFill>
                          <a:latin typeface="Calibri"/>
                          <a:cs typeface="Calibri"/>
                        </a:rPr>
                        <a:t>ALTER</a:t>
                      </a:r>
                      <a:r>
                        <a:rPr dirty="0" sz="1200" spc="-40">
                          <a:solidFill>
                            <a:srgbClr val="4E3629"/>
                          </a:solidFill>
                          <a:latin typeface="Calibri"/>
                          <a:cs typeface="Calibri"/>
                        </a:rPr>
                        <a:t> </a:t>
                      </a:r>
                      <a:r>
                        <a:rPr dirty="0" sz="1200" spc="-20">
                          <a:solidFill>
                            <a:srgbClr val="4E3629"/>
                          </a:solidFill>
                          <a:latin typeface="Calibri"/>
                          <a:cs typeface="Calibri"/>
                        </a:rPr>
                        <a:t>TABLE</a:t>
                      </a:r>
                      <a:r>
                        <a:rPr dirty="0" sz="1200" spc="-25">
                          <a:solidFill>
                            <a:srgbClr val="4E3629"/>
                          </a:solidFill>
                          <a:latin typeface="Calibri"/>
                          <a:cs typeface="Calibri"/>
                        </a:rPr>
                        <a:t> </a:t>
                      </a:r>
                      <a:r>
                        <a:rPr dirty="0" sz="1200">
                          <a:solidFill>
                            <a:srgbClr val="4E3629"/>
                          </a:solidFill>
                          <a:latin typeface="Calibri"/>
                          <a:cs typeface="Calibri"/>
                        </a:rPr>
                        <a:t>tablename</a:t>
                      </a:r>
                      <a:r>
                        <a:rPr dirty="0" sz="1200" spc="-60">
                          <a:solidFill>
                            <a:srgbClr val="4E3629"/>
                          </a:solidFill>
                          <a:latin typeface="Calibri"/>
                          <a:cs typeface="Calibri"/>
                        </a:rPr>
                        <a:t> </a:t>
                      </a:r>
                      <a:r>
                        <a:rPr dirty="0" sz="1200">
                          <a:solidFill>
                            <a:srgbClr val="4E3629"/>
                          </a:solidFill>
                          <a:latin typeface="Calibri"/>
                          <a:cs typeface="Calibri"/>
                        </a:rPr>
                        <a:t>SET</a:t>
                      </a:r>
                      <a:r>
                        <a:rPr dirty="0" sz="1200" spc="-25">
                          <a:solidFill>
                            <a:srgbClr val="4E3629"/>
                          </a:solidFill>
                          <a:latin typeface="Calibri"/>
                          <a:cs typeface="Calibri"/>
                        </a:rPr>
                        <a:t> </a:t>
                      </a:r>
                      <a:r>
                        <a:rPr dirty="0" sz="1200">
                          <a:solidFill>
                            <a:srgbClr val="4E3629"/>
                          </a:solidFill>
                          <a:latin typeface="Calibri"/>
                          <a:cs typeface="Calibri"/>
                        </a:rPr>
                        <a:t>UNUSED</a:t>
                      </a:r>
                      <a:r>
                        <a:rPr dirty="0" sz="1200" spc="-30">
                          <a:solidFill>
                            <a:srgbClr val="4E3629"/>
                          </a:solidFill>
                          <a:latin typeface="Calibri"/>
                          <a:cs typeface="Calibri"/>
                        </a:rPr>
                        <a:t> </a:t>
                      </a:r>
                      <a:r>
                        <a:rPr dirty="0" sz="1200" spc="-10">
                          <a:solidFill>
                            <a:srgbClr val="4E3629"/>
                          </a:solidFill>
                          <a:latin typeface="Calibri"/>
                          <a:cs typeface="Calibri"/>
                        </a:rPr>
                        <a:t>(column name);</a:t>
                      </a:r>
                      <a:endParaRPr sz="1200">
                        <a:latin typeface="Calibri"/>
                        <a:cs typeface="Calibri"/>
                      </a:endParaRPr>
                    </a:p>
                  </a:txBody>
                  <a:tcPr marL="0" marR="0" marB="0" marT="958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28575">
                        <a:lnSpc>
                          <a:spcPct val="100000"/>
                        </a:lnSpc>
                        <a:spcBef>
                          <a:spcPts val="35"/>
                        </a:spcBef>
                      </a:pPr>
                      <a:r>
                        <a:rPr dirty="0" sz="1200">
                          <a:solidFill>
                            <a:srgbClr val="4E3629"/>
                          </a:solidFill>
                          <a:latin typeface="Calibri"/>
                          <a:cs typeface="Calibri"/>
                        </a:rPr>
                        <a:t>Se</a:t>
                      </a:r>
                      <a:r>
                        <a:rPr dirty="0" sz="1200" spc="-20">
                          <a:solidFill>
                            <a:srgbClr val="4E3629"/>
                          </a:solidFill>
                          <a:latin typeface="Calibri"/>
                          <a:cs typeface="Calibri"/>
                        </a:rPr>
                        <a:t> </a:t>
                      </a:r>
                      <a:r>
                        <a:rPr dirty="0" sz="1200">
                          <a:solidFill>
                            <a:srgbClr val="4E3629"/>
                          </a:solidFill>
                          <a:latin typeface="Calibri"/>
                          <a:cs typeface="Calibri"/>
                        </a:rPr>
                        <a:t>utiliza</a:t>
                      </a:r>
                      <a:r>
                        <a:rPr dirty="0" sz="1200" spc="-40">
                          <a:solidFill>
                            <a:srgbClr val="4E3629"/>
                          </a:solidFill>
                          <a:latin typeface="Calibri"/>
                          <a:cs typeface="Calibri"/>
                        </a:rPr>
                        <a:t> </a:t>
                      </a:r>
                      <a:r>
                        <a:rPr dirty="0" sz="1200">
                          <a:solidFill>
                            <a:srgbClr val="4E3629"/>
                          </a:solidFill>
                          <a:latin typeface="Calibri"/>
                          <a:cs typeface="Calibri"/>
                        </a:rPr>
                        <a:t>para</a:t>
                      </a:r>
                      <a:r>
                        <a:rPr dirty="0" sz="1200" spc="-35">
                          <a:solidFill>
                            <a:srgbClr val="4E3629"/>
                          </a:solidFill>
                          <a:latin typeface="Calibri"/>
                          <a:cs typeface="Calibri"/>
                        </a:rPr>
                        <a:t> </a:t>
                      </a:r>
                      <a:r>
                        <a:rPr dirty="0" sz="1200">
                          <a:solidFill>
                            <a:srgbClr val="4E3629"/>
                          </a:solidFill>
                          <a:latin typeface="Calibri"/>
                          <a:cs typeface="Calibri"/>
                        </a:rPr>
                        <a:t>marcar</a:t>
                      </a:r>
                      <a:r>
                        <a:rPr dirty="0" sz="1200" spc="-25">
                          <a:solidFill>
                            <a:srgbClr val="4E3629"/>
                          </a:solidFill>
                          <a:latin typeface="Calibri"/>
                          <a:cs typeface="Calibri"/>
                        </a:rPr>
                        <a:t> </a:t>
                      </a:r>
                      <a:r>
                        <a:rPr dirty="0" sz="1200">
                          <a:solidFill>
                            <a:srgbClr val="4E3629"/>
                          </a:solidFill>
                          <a:latin typeface="Calibri"/>
                          <a:cs typeface="Calibri"/>
                        </a:rPr>
                        <a:t>una</a:t>
                      </a:r>
                      <a:r>
                        <a:rPr dirty="0" sz="1200" spc="-40">
                          <a:solidFill>
                            <a:srgbClr val="4E3629"/>
                          </a:solidFill>
                          <a:latin typeface="Calibri"/>
                          <a:cs typeface="Calibri"/>
                        </a:rPr>
                        <a:t> </a:t>
                      </a:r>
                      <a:r>
                        <a:rPr dirty="0" sz="1200">
                          <a:solidFill>
                            <a:srgbClr val="4E3629"/>
                          </a:solidFill>
                          <a:latin typeface="Calibri"/>
                          <a:cs typeface="Calibri"/>
                        </a:rPr>
                        <a:t>o</a:t>
                      </a:r>
                      <a:r>
                        <a:rPr dirty="0" sz="1200" spc="-15">
                          <a:solidFill>
                            <a:srgbClr val="4E3629"/>
                          </a:solidFill>
                          <a:latin typeface="Calibri"/>
                          <a:cs typeface="Calibri"/>
                        </a:rPr>
                        <a:t> </a:t>
                      </a:r>
                      <a:r>
                        <a:rPr dirty="0" sz="1200" spc="-25">
                          <a:solidFill>
                            <a:srgbClr val="4E3629"/>
                          </a:solidFill>
                          <a:latin typeface="Calibri"/>
                          <a:cs typeface="Calibri"/>
                        </a:rPr>
                        <a:t>más </a:t>
                      </a:r>
                      <a:r>
                        <a:rPr dirty="0" sz="1200">
                          <a:solidFill>
                            <a:srgbClr val="4E3629"/>
                          </a:solidFill>
                          <a:latin typeface="Calibri"/>
                          <a:cs typeface="Calibri"/>
                        </a:rPr>
                        <a:t>columnas</a:t>
                      </a:r>
                      <a:r>
                        <a:rPr dirty="0" sz="1200" spc="-30">
                          <a:solidFill>
                            <a:srgbClr val="4E3629"/>
                          </a:solidFill>
                          <a:latin typeface="Calibri"/>
                          <a:cs typeface="Calibri"/>
                        </a:rPr>
                        <a:t> </a:t>
                      </a:r>
                      <a:r>
                        <a:rPr dirty="0" sz="1200">
                          <a:solidFill>
                            <a:srgbClr val="4E3629"/>
                          </a:solidFill>
                          <a:latin typeface="Calibri"/>
                          <a:cs typeface="Calibri"/>
                        </a:rPr>
                        <a:t>para</a:t>
                      </a:r>
                      <a:r>
                        <a:rPr dirty="0" sz="1200" spc="-40">
                          <a:solidFill>
                            <a:srgbClr val="4E3629"/>
                          </a:solidFill>
                          <a:latin typeface="Calibri"/>
                          <a:cs typeface="Calibri"/>
                        </a:rPr>
                        <a:t> </a:t>
                      </a:r>
                      <a:r>
                        <a:rPr dirty="0" sz="1200">
                          <a:solidFill>
                            <a:srgbClr val="4E3629"/>
                          </a:solidFill>
                          <a:latin typeface="Calibri"/>
                          <a:cs typeface="Calibri"/>
                        </a:rPr>
                        <a:t>que</a:t>
                      </a:r>
                      <a:r>
                        <a:rPr dirty="0" sz="1200" spc="-45">
                          <a:solidFill>
                            <a:srgbClr val="4E3629"/>
                          </a:solidFill>
                          <a:latin typeface="Calibri"/>
                          <a:cs typeface="Calibri"/>
                        </a:rPr>
                        <a:t> </a:t>
                      </a:r>
                      <a:r>
                        <a:rPr dirty="0" sz="1200">
                          <a:solidFill>
                            <a:srgbClr val="4E3629"/>
                          </a:solidFill>
                          <a:latin typeface="Calibri"/>
                          <a:cs typeface="Calibri"/>
                        </a:rPr>
                        <a:t>se</a:t>
                      </a:r>
                      <a:r>
                        <a:rPr dirty="0" sz="1200" spc="-20">
                          <a:solidFill>
                            <a:srgbClr val="4E3629"/>
                          </a:solidFill>
                          <a:latin typeface="Calibri"/>
                          <a:cs typeface="Calibri"/>
                        </a:rPr>
                        <a:t> </a:t>
                      </a:r>
                      <a:r>
                        <a:rPr dirty="0" sz="1200" spc="-10">
                          <a:solidFill>
                            <a:srgbClr val="4E3629"/>
                          </a:solidFill>
                          <a:latin typeface="Calibri"/>
                          <a:cs typeface="Calibri"/>
                        </a:rPr>
                        <a:t>puedan </a:t>
                      </a:r>
                      <a:r>
                        <a:rPr dirty="0" sz="1200">
                          <a:solidFill>
                            <a:srgbClr val="4E3629"/>
                          </a:solidFill>
                          <a:latin typeface="Calibri"/>
                          <a:cs typeface="Calibri"/>
                        </a:rPr>
                        <a:t>borrar</a:t>
                      </a:r>
                      <a:r>
                        <a:rPr dirty="0" sz="1200" spc="-55">
                          <a:solidFill>
                            <a:srgbClr val="4E3629"/>
                          </a:solidFill>
                          <a:latin typeface="Calibri"/>
                          <a:cs typeface="Calibri"/>
                        </a:rPr>
                        <a:t> </a:t>
                      </a:r>
                      <a:r>
                        <a:rPr dirty="0" sz="1200">
                          <a:solidFill>
                            <a:srgbClr val="4E3629"/>
                          </a:solidFill>
                          <a:latin typeface="Calibri"/>
                          <a:cs typeface="Calibri"/>
                        </a:rPr>
                        <a:t>más</a:t>
                      </a:r>
                      <a:r>
                        <a:rPr dirty="0" sz="1200" spc="-15">
                          <a:solidFill>
                            <a:srgbClr val="4E3629"/>
                          </a:solidFill>
                          <a:latin typeface="Calibri"/>
                          <a:cs typeface="Calibri"/>
                        </a:rPr>
                        <a:t> </a:t>
                      </a:r>
                      <a:r>
                        <a:rPr dirty="0" sz="1200" spc="-20">
                          <a:solidFill>
                            <a:srgbClr val="4E3629"/>
                          </a:solidFill>
                          <a:latin typeface="Calibri"/>
                          <a:cs typeface="Calibri"/>
                        </a:rPr>
                        <a:t>tarde</a:t>
                      </a:r>
                      <a:endParaRPr sz="1200">
                        <a:latin typeface="Calibri"/>
                        <a:cs typeface="Calibri"/>
                      </a:endParaRPr>
                    </a:p>
                  </a:txBody>
                  <a:tcPr marL="0" marR="0" marB="0" marT="44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76835">
                        <a:lnSpc>
                          <a:spcPct val="100000"/>
                        </a:lnSpc>
                        <a:spcBef>
                          <a:spcPts val="755"/>
                        </a:spcBef>
                      </a:pPr>
                      <a:r>
                        <a:rPr dirty="0" sz="1200">
                          <a:solidFill>
                            <a:srgbClr val="4E3629"/>
                          </a:solidFill>
                          <a:latin typeface="Calibri"/>
                          <a:cs typeface="Calibri"/>
                        </a:rPr>
                        <a:t>No</a:t>
                      </a:r>
                      <a:r>
                        <a:rPr dirty="0" sz="1200" spc="-35">
                          <a:solidFill>
                            <a:srgbClr val="4E3629"/>
                          </a:solidFill>
                          <a:latin typeface="Calibri"/>
                          <a:cs typeface="Calibri"/>
                        </a:rPr>
                        <a:t> </a:t>
                      </a:r>
                      <a:r>
                        <a:rPr dirty="0" sz="1200" spc="-10">
                          <a:solidFill>
                            <a:srgbClr val="4E3629"/>
                          </a:solidFill>
                          <a:latin typeface="Calibri"/>
                          <a:cs typeface="Calibri"/>
                        </a:rPr>
                        <a:t>restaura</a:t>
                      </a:r>
                      <a:r>
                        <a:rPr dirty="0" sz="1200" spc="-55">
                          <a:solidFill>
                            <a:srgbClr val="4E3629"/>
                          </a:solidFill>
                          <a:latin typeface="Calibri"/>
                          <a:cs typeface="Calibri"/>
                        </a:rPr>
                        <a:t> </a:t>
                      </a:r>
                      <a:r>
                        <a:rPr dirty="0" sz="1200">
                          <a:solidFill>
                            <a:srgbClr val="4E3629"/>
                          </a:solidFill>
                          <a:latin typeface="Calibri"/>
                          <a:cs typeface="Calibri"/>
                        </a:rPr>
                        <a:t>espacio</a:t>
                      </a:r>
                      <a:r>
                        <a:rPr dirty="0" sz="1200" spc="-15">
                          <a:solidFill>
                            <a:srgbClr val="4E3629"/>
                          </a:solidFill>
                          <a:latin typeface="Calibri"/>
                          <a:cs typeface="Calibri"/>
                        </a:rPr>
                        <a:t> </a:t>
                      </a:r>
                      <a:r>
                        <a:rPr dirty="0" sz="1200">
                          <a:solidFill>
                            <a:srgbClr val="4E3629"/>
                          </a:solidFill>
                          <a:latin typeface="Calibri"/>
                          <a:cs typeface="Calibri"/>
                        </a:rPr>
                        <a:t>en</a:t>
                      </a:r>
                      <a:r>
                        <a:rPr dirty="0" sz="1200" spc="-30">
                          <a:solidFill>
                            <a:srgbClr val="4E3629"/>
                          </a:solidFill>
                          <a:latin typeface="Calibri"/>
                          <a:cs typeface="Calibri"/>
                        </a:rPr>
                        <a:t> </a:t>
                      </a:r>
                      <a:r>
                        <a:rPr dirty="0" sz="1200">
                          <a:solidFill>
                            <a:srgbClr val="4E3629"/>
                          </a:solidFill>
                          <a:latin typeface="Calibri"/>
                          <a:cs typeface="Calibri"/>
                        </a:rPr>
                        <a:t>disco.</a:t>
                      </a:r>
                      <a:r>
                        <a:rPr dirty="0" sz="1200" spc="-25">
                          <a:solidFill>
                            <a:srgbClr val="4E3629"/>
                          </a:solidFill>
                          <a:latin typeface="Calibri"/>
                          <a:cs typeface="Calibri"/>
                        </a:rPr>
                        <a:t> </a:t>
                      </a:r>
                      <a:r>
                        <a:rPr dirty="0" sz="1200">
                          <a:solidFill>
                            <a:srgbClr val="4E3629"/>
                          </a:solidFill>
                          <a:latin typeface="Calibri"/>
                          <a:cs typeface="Calibri"/>
                        </a:rPr>
                        <a:t>Las</a:t>
                      </a:r>
                      <a:r>
                        <a:rPr dirty="0" sz="1200" spc="-30">
                          <a:solidFill>
                            <a:srgbClr val="4E3629"/>
                          </a:solidFill>
                          <a:latin typeface="Calibri"/>
                          <a:cs typeface="Calibri"/>
                        </a:rPr>
                        <a:t> </a:t>
                      </a:r>
                      <a:r>
                        <a:rPr dirty="0" sz="1200">
                          <a:solidFill>
                            <a:srgbClr val="4E3629"/>
                          </a:solidFill>
                          <a:latin typeface="Calibri"/>
                          <a:cs typeface="Calibri"/>
                        </a:rPr>
                        <a:t>columnas</a:t>
                      </a:r>
                      <a:r>
                        <a:rPr dirty="0" sz="1200" spc="-25">
                          <a:solidFill>
                            <a:srgbClr val="4E3629"/>
                          </a:solidFill>
                          <a:latin typeface="Calibri"/>
                          <a:cs typeface="Calibri"/>
                        </a:rPr>
                        <a:t> </a:t>
                      </a:r>
                      <a:r>
                        <a:rPr dirty="0" sz="1200">
                          <a:solidFill>
                            <a:srgbClr val="4E3629"/>
                          </a:solidFill>
                          <a:latin typeface="Calibri"/>
                          <a:cs typeface="Calibri"/>
                        </a:rPr>
                        <a:t>se</a:t>
                      </a:r>
                      <a:r>
                        <a:rPr dirty="0" sz="1200" spc="-20">
                          <a:solidFill>
                            <a:srgbClr val="4E3629"/>
                          </a:solidFill>
                          <a:latin typeface="Calibri"/>
                          <a:cs typeface="Calibri"/>
                        </a:rPr>
                        <a:t> </a:t>
                      </a:r>
                      <a:r>
                        <a:rPr dirty="0" sz="1200" spc="-10">
                          <a:solidFill>
                            <a:srgbClr val="4E3629"/>
                          </a:solidFill>
                          <a:latin typeface="Calibri"/>
                          <a:cs typeface="Calibri"/>
                        </a:rPr>
                        <a:t>tratan </a:t>
                      </a:r>
                      <a:r>
                        <a:rPr dirty="0" sz="1200">
                          <a:solidFill>
                            <a:srgbClr val="4E3629"/>
                          </a:solidFill>
                          <a:latin typeface="Calibri"/>
                          <a:cs typeface="Calibri"/>
                        </a:rPr>
                        <a:t>como</a:t>
                      </a:r>
                      <a:r>
                        <a:rPr dirty="0" sz="1200" spc="-15">
                          <a:solidFill>
                            <a:srgbClr val="4E3629"/>
                          </a:solidFill>
                          <a:latin typeface="Calibri"/>
                          <a:cs typeface="Calibri"/>
                        </a:rPr>
                        <a:t> </a:t>
                      </a:r>
                      <a:r>
                        <a:rPr dirty="0" sz="1200">
                          <a:solidFill>
                            <a:srgbClr val="4E3629"/>
                          </a:solidFill>
                          <a:latin typeface="Calibri"/>
                          <a:cs typeface="Calibri"/>
                        </a:rPr>
                        <a:t>si</a:t>
                      </a:r>
                      <a:r>
                        <a:rPr dirty="0" sz="1200" spc="-15">
                          <a:solidFill>
                            <a:srgbClr val="4E3629"/>
                          </a:solidFill>
                          <a:latin typeface="Calibri"/>
                          <a:cs typeface="Calibri"/>
                        </a:rPr>
                        <a:t> </a:t>
                      </a:r>
                      <a:r>
                        <a:rPr dirty="0" sz="1200">
                          <a:solidFill>
                            <a:srgbClr val="4E3629"/>
                          </a:solidFill>
                          <a:latin typeface="Calibri"/>
                          <a:cs typeface="Calibri"/>
                        </a:rPr>
                        <a:t>se</a:t>
                      </a:r>
                      <a:r>
                        <a:rPr dirty="0" sz="1200" spc="-20">
                          <a:solidFill>
                            <a:srgbClr val="4E3629"/>
                          </a:solidFill>
                          <a:latin typeface="Calibri"/>
                          <a:cs typeface="Calibri"/>
                        </a:rPr>
                        <a:t> </a:t>
                      </a:r>
                      <a:r>
                        <a:rPr dirty="0" sz="1200">
                          <a:solidFill>
                            <a:srgbClr val="4E3629"/>
                          </a:solidFill>
                          <a:latin typeface="Calibri"/>
                          <a:cs typeface="Calibri"/>
                        </a:rPr>
                        <a:t>hubieran</a:t>
                      </a:r>
                      <a:r>
                        <a:rPr dirty="0" sz="1200" spc="-60">
                          <a:solidFill>
                            <a:srgbClr val="4E3629"/>
                          </a:solidFill>
                          <a:latin typeface="Calibri"/>
                          <a:cs typeface="Calibri"/>
                        </a:rPr>
                        <a:t> </a:t>
                      </a:r>
                      <a:r>
                        <a:rPr dirty="0" sz="1200" spc="-10">
                          <a:solidFill>
                            <a:srgbClr val="4E3629"/>
                          </a:solidFill>
                          <a:latin typeface="Calibri"/>
                          <a:cs typeface="Calibri"/>
                        </a:rPr>
                        <a:t>borrado.</a:t>
                      </a:r>
                      <a:endParaRPr sz="1200">
                        <a:latin typeface="Calibri"/>
                        <a:cs typeface="Calibri"/>
                      </a:endParaRPr>
                    </a:p>
                  </a:txBody>
                  <a:tcPr marL="0" marR="0" marB="0" marT="958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574040">
                <a:tc>
                  <a:txBody>
                    <a:bodyPr/>
                    <a:lstStyle/>
                    <a:p>
                      <a:pPr marL="13970">
                        <a:lnSpc>
                          <a:spcPct val="100000"/>
                        </a:lnSpc>
                        <a:spcBef>
                          <a:spcPts val="755"/>
                        </a:spcBef>
                      </a:pPr>
                      <a:r>
                        <a:rPr dirty="0" sz="1200" spc="-20">
                          <a:solidFill>
                            <a:srgbClr val="4E3629"/>
                          </a:solidFill>
                          <a:latin typeface="Calibri"/>
                          <a:cs typeface="Calibri"/>
                        </a:rPr>
                        <a:t>ALTER</a:t>
                      </a:r>
                      <a:r>
                        <a:rPr dirty="0" sz="1200" spc="-15">
                          <a:solidFill>
                            <a:srgbClr val="4E3629"/>
                          </a:solidFill>
                          <a:latin typeface="Calibri"/>
                          <a:cs typeface="Calibri"/>
                        </a:rPr>
                        <a:t> </a:t>
                      </a:r>
                      <a:r>
                        <a:rPr dirty="0" sz="1200" spc="-20">
                          <a:solidFill>
                            <a:srgbClr val="4E3629"/>
                          </a:solidFill>
                          <a:latin typeface="Calibri"/>
                          <a:cs typeface="Calibri"/>
                        </a:rPr>
                        <a:t>TABLE</a:t>
                      </a:r>
                      <a:r>
                        <a:rPr dirty="0" sz="1200" spc="-10">
                          <a:solidFill>
                            <a:srgbClr val="4E3629"/>
                          </a:solidFill>
                          <a:latin typeface="Calibri"/>
                          <a:cs typeface="Calibri"/>
                        </a:rPr>
                        <a:t> tablename</a:t>
                      </a:r>
                      <a:r>
                        <a:rPr dirty="0" sz="1200" spc="-40">
                          <a:solidFill>
                            <a:srgbClr val="4E3629"/>
                          </a:solidFill>
                          <a:latin typeface="Calibri"/>
                          <a:cs typeface="Calibri"/>
                        </a:rPr>
                        <a:t> </a:t>
                      </a:r>
                      <a:r>
                        <a:rPr dirty="0" sz="1200">
                          <a:solidFill>
                            <a:srgbClr val="4E3629"/>
                          </a:solidFill>
                          <a:latin typeface="Calibri"/>
                          <a:cs typeface="Calibri"/>
                        </a:rPr>
                        <a:t>DROP</a:t>
                      </a:r>
                      <a:r>
                        <a:rPr dirty="0" sz="1200" spc="-5">
                          <a:solidFill>
                            <a:srgbClr val="4E3629"/>
                          </a:solidFill>
                          <a:latin typeface="Calibri"/>
                          <a:cs typeface="Calibri"/>
                        </a:rPr>
                        <a:t> </a:t>
                      </a:r>
                      <a:r>
                        <a:rPr dirty="0" sz="1200" spc="-10">
                          <a:solidFill>
                            <a:srgbClr val="4E3629"/>
                          </a:solidFill>
                          <a:latin typeface="Calibri"/>
                          <a:cs typeface="Calibri"/>
                        </a:rPr>
                        <a:t>UNUSED</a:t>
                      </a:r>
                      <a:endParaRPr sz="1200">
                        <a:latin typeface="Calibri"/>
                        <a:cs typeface="Calibri"/>
                      </a:endParaRPr>
                    </a:p>
                    <a:p>
                      <a:pPr marL="13970">
                        <a:lnSpc>
                          <a:spcPct val="100000"/>
                        </a:lnSpc>
                        <a:spcBef>
                          <a:spcPts val="5"/>
                        </a:spcBef>
                      </a:pPr>
                      <a:r>
                        <a:rPr dirty="0" sz="1200" spc="-10">
                          <a:solidFill>
                            <a:srgbClr val="4E3629"/>
                          </a:solidFill>
                          <a:latin typeface="Calibri"/>
                          <a:cs typeface="Calibri"/>
                        </a:rPr>
                        <a:t>COLUMNS</a:t>
                      </a:r>
                      <a:endParaRPr sz="1200">
                        <a:latin typeface="Calibri"/>
                        <a:cs typeface="Calibri"/>
                      </a:endParaRPr>
                    </a:p>
                  </a:txBody>
                  <a:tcPr marL="0" marR="0" marB="0" marT="958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14604">
                        <a:lnSpc>
                          <a:spcPct val="100000"/>
                        </a:lnSpc>
                        <a:spcBef>
                          <a:spcPts val="35"/>
                        </a:spcBef>
                      </a:pPr>
                      <a:r>
                        <a:rPr dirty="0" sz="1200">
                          <a:solidFill>
                            <a:srgbClr val="4E3629"/>
                          </a:solidFill>
                          <a:latin typeface="Calibri"/>
                          <a:cs typeface="Calibri"/>
                        </a:rPr>
                        <a:t>Elimina</a:t>
                      </a:r>
                      <a:r>
                        <a:rPr dirty="0" sz="1200" spc="-20">
                          <a:solidFill>
                            <a:srgbClr val="4E3629"/>
                          </a:solidFill>
                          <a:latin typeface="Calibri"/>
                          <a:cs typeface="Calibri"/>
                        </a:rPr>
                        <a:t> </a:t>
                      </a:r>
                      <a:r>
                        <a:rPr dirty="0" sz="1200">
                          <a:solidFill>
                            <a:srgbClr val="4E3629"/>
                          </a:solidFill>
                          <a:latin typeface="Calibri"/>
                          <a:cs typeface="Calibri"/>
                        </a:rPr>
                        <a:t>de</a:t>
                      </a:r>
                      <a:r>
                        <a:rPr dirty="0" sz="1200" spc="-20">
                          <a:solidFill>
                            <a:srgbClr val="4E3629"/>
                          </a:solidFill>
                          <a:latin typeface="Calibri"/>
                          <a:cs typeface="Calibri"/>
                        </a:rPr>
                        <a:t> </a:t>
                      </a:r>
                      <a:r>
                        <a:rPr dirty="0" sz="1200">
                          <a:solidFill>
                            <a:srgbClr val="4E3629"/>
                          </a:solidFill>
                          <a:latin typeface="Calibri"/>
                          <a:cs typeface="Calibri"/>
                        </a:rPr>
                        <a:t>la</a:t>
                      </a:r>
                      <a:r>
                        <a:rPr dirty="0" sz="1200" spc="-10">
                          <a:solidFill>
                            <a:srgbClr val="4E3629"/>
                          </a:solidFill>
                          <a:latin typeface="Calibri"/>
                          <a:cs typeface="Calibri"/>
                        </a:rPr>
                        <a:t> </a:t>
                      </a:r>
                      <a:r>
                        <a:rPr dirty="0" sz="1200">
                          <a:solidFill>
                            <a:srgbClr val="4E3629"/>
                          </a:solidFill>
                          <a:latin typeface="Calibri"/>
                          <a:cs typeface="Calibri"/>
                        </a:rPr>
                        <a:t>tabla</a:t>
                      </a:r>
                      <a:r>
                        <a:rPr dirty="0" sz="1200" spc="-50">
                          <a:solidFill>
                            <a:srgbClr val="4E3629"/>
                          </a:solidFill>
                          <a:latin typeface="Calibri"/>
                          <a:cs typeface="Calibri"/>
                        </a:rPr>
                        <a:t> </a:t>
                      </a:r>
                      <a:r>
                        <a:rPr dirty="0" sz="1200">
                          <a:solidFill>
                            <a:srgbClr val="4E3629"/>
                          </a:solidFill>
                          <a:latin typeface="Calibri"/>
                          <a:cs typeface="Calibri"/>
                        </a:rPr>
                        <a:t>todas</a:t>
                      </a:r>
                      <a:r>
                        <a:rPr dirty="0" sz="1200" spc="-20">
                          <a:solidFill>
                            <a:srgbClr val="4E3629"/>
                          </a:solidFill>
                          <a:latin typeface="Calibri"/>
                          <a:cs typeface="Calibri"/>
                        </a:rPr>
                        <a:t> </a:t>
                      </a:r>
                      <a:r>
                        <a:rPr dirty="0" sz="1200" spc="-25">
                          <a:solidFill>
                            <a:srgbClr val="4E3629"/>
                          </a:solidFill>
                          <a:latin typeface="Calibri"/>
                          <a:cs typeface="Calibri"/>
                        </a:rPr>
                        <a:t>las </a:t>
                      </a:r>
                      <a:r>
                        <a:rPr dirty="0" sz="1200">
                          <a:solidFill>
                            <a:srgbClr val="4E3629"/>
                          </a:solidFill>
                          <a:latin typeface="Calibri"/>
                          <a:cs typeface="Calibri"/>
                        </a:rPr>
                        <a:t>columnas</a:t>
                      </a:r>
                      <a:r>
                        <a:rPr dirty="0" sz="1200" spc="-50">
                          <a:solidFill>
                            <a:srgbClr val="4E3629"/>
                          </a:solidFill>
                          <a:latin typeface="Calibri"/>
                          <a:cs typeface="Calibri"/>
                        </a:rPr>
                        <a:t> </a:t>
                      </a:r>
                      <a:r>
                        <a:rPr dirty="0" sz="1200" spc="-10">
                          <a:solidFill>
                            <a:srgbClr val="4E3629"/>
                          </a:solidFill>
                          <a:latin typeface="Calibri"/>
                          <a:cs typeface="Calibri"/>
                        </a:rPr>
                        <a:t>marcadas</a:t>
                      </a:r>
                      <a:r>
                        <a:rPr dirty="0" sz="1200" spc="500">
                          <a:solidFill>
                            <a:srgbClr val="4E3629"/>
                          </a:solidFill>
                          <a:latin typeface="Calibri"/>
                          <a:cs typeface="Calibri"/>
                        </a:rPr>
                        <a:t> </a:t>
                      </a:r>
                      <a:r>
                        <a:rPr dirty="0" sz="1200" spc="-10">
                          <a:solidFill>
                            <a:srgbClr val="4E3629"/>
                          </a:solidFill>
                          <a:latin typeface="Calibri"/>
                          <a:cs typeface="Calibri"/>
                        </a:rPr>
                        <a:t>actualmente</a:t>
                      </a:r>
                      <a:r>
                        <a:rPr dirty="0" sz="1200" spc="-35">
                          <a:solidFill>
                            <a:srgbClr val="4E3629"/>
                          </a:solidFill>
                          <a:latin typeface="Calibri"/>
                          <a:cs typeface="Calibri"/>
                        </a:rPr>
                        <a:t> </a:t>
                      </a:r>
                      <a:r>
                        <a:rPr dirty="0" sz="1200">
                          <a:solidFill>
                            <a:srgbClr val="4E3629"/>
                          </a:solidFill>
                          <a:latin typeface="Calibri"/>
                          <a:cs typeface="Calibri"/>
                        </a:rPr>
                        <a:t>como</a:t>
                      </a:r>
                      <a:r>
                        <a:rPr dirty="0" sz="1200" spc="30">
                          <a:solidFill>
                            <a:srgbClr val="4E3629"/>
                          </a:solidFill>
                          <a:latin typeface="Calibri"/>
                          <a:cs typeface="Calibri"/>
                        </a:rPr>
                        <a:t> </a:t>
                      </a:r>
                      <a:r>
                        <a:rPr dirty="0" sz="1200">
                          <a:solidFill>
                            <a:srgbClr val="4E3629"/>
                          </a:solidFill>
                          <a:latin typeface="Calibri"/>
                          <a:cs typeface="Calibri"/>
                        </a:rPr>
                        <a:t>no</a:t>
                      </a:r>
                      <a:r>
                        <a:rPr dirty="0" sz="1200" spc="-10">
                          <a:solidFill>
                            <a:srgbClr val="4E3629"/>
                          </a:solidFill>
                          <a:latin typeface="Calibri"/>
                          <a:cs typeface="Calibri"/>
                        </a:rPr>
                        <a:t> utilizadas.</a:t>
                      </a:r>
                      <a:endParaRPr sz="1200">
                        <a:latin typeface="Calibri"/>
                        <a:cs typeface="Calibri"/>
                      </a:endParaRPr>
                    </a:p>
                  </a:txBody>
                  <a:tcPr marL="0" marR="0" marB="0" marT="44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4604" marR="114935">
                        <a:lnSpc>
                          <a:spcPct val="100000"/>
                        </a:lnSpc>
                        <a:spcBef>
                          <a:spcPts val="35"/>
                        </a:spcBef>
                      </a:pPr>
                      <a:r>
                        <a:rPr dirty="0" sz="1200">
                          <a:solidFill>
                            <a:srgbClr val="4E3629"/>
                          </a:solidFill>
                          <a:latin typeface="Calibri"/>
                          <a:cs typeface="Calibri"/>
                        </a:rPr>
                        <a:t>Una</a:t>
                      </a:r>
                      <a:r>
                        <a:rPr dirty="0" sz="1200" spc="-35">
                          <a:solidFill>
                            <a:srgbClr val="4E3629"/>
                          </a:solidFill>
                          <a:latin typeface="Calibri"/>
                          <a:cs typeface="Calibri"/>
                        </a:rPr>
                        <a:t> </a:t>
                      </a:r>
                      <a:r>
                        <a:rPr dirty="0" sz="1200">
                          <a:solidFill>
                            <a:srgbClr val="4E3629"/>
                          </a:solidFill>
                          <a:latin typeface="Calibri"/>
                          <a:cs typeface="Calibri"/>
                        </a:rPr>
                        <a:t>vez</a:t>
                      </a:r>
                      <a:r>
                        <a:rPr dirty="0" sz="1200" spc="-25">
                          <a:solidFill>
                            <a:srgbClr val="4E3629"/>
                          </a:solidFill>
                          <a:latin typeface="Calibri"/>
                          <a:cs typeface="Calibri"/>
                        </a:rPr>
                        <a:t> </a:t>
                      </a:r>
                      <a:r>
                        <a:rPr dirty="0" sz="1200">
                          <a:solidFill>
                            <a:srgbClr val="4E3629"/>
                          </a:solidFill>
                          <a:latin typeface="Calibri"/>
                          <a:cs typeface="Calibri"/>
                        </a:rPr>
                        <a:t>definidas</a:t>
                      </a:r>
                      <a:r>
                        <a:rPr dirty="0" sz="1200" spc="-45">
                          <a:solidFill>
                            <a:srgbClr val="4E3629"/>
                          </a:solidFill>
                          <a:latin typeface="Calibri"/>
                          <a:cs typeface="Calibri"/>
                        </a:rPr>
                        <a:t> </a:t>
                      </a:r>
                      <a:r>
                        <a:rPr dirty="0" sz="1200">
                          <a:solidFill>
                            <a:srgbClr val="4E3629"/>
                          </a:solidFill>
                          <a:latin typeface="Calibri"/>
                          <a:cs typeface="Calibri"/>
                        </a:rPr>
                        <a:t>como</a:t>
                      </a:r>
                      <a:r>
                        <a:rPr dirty="0" sz="1200" spc="-10">
                          <a:solidFill>
                            <a:srgbClr val="4E3629"/>
                          </a:solidFill>
                          <a:latin typeface="Calibri"/>
                          <a:cs typeface="Calibri"/>
                        </a:rPr>
                        <a:t> </a:t>
                      </a:r>
                      <a:r>
                        <a:rPr dirty="0" sz="1200">
                          <a:solidFill>
                            <a:srgbClr val="4E3629"/>
                          </a:solidFill>
                          <a:latin typeface="Calibri"/>
                          <a:cs typeface="Calibri"/>
                        </a:rPr>
                        <a:t>no</a:t>
                      </a:r>
                      <a:r>
                        <a:rPr dirty="0" sz="1200" spc="-30">
                          <a:solidFill>
                            <a:srgbClr val="4E3629"/>
                          </a:solidFill>
                          <a:latin typeface="Calibri"/>
                          <a:cs typeface="Calibri"/>
                        </a:rPr>
                        <a:t> </a:t>
                      </a:r>
                      <a:r>
                        <a:rPr dirty="0" sz="1200">
                          <a:solidFill>
                            <a:srgbClr val="4E3629"/>
                          </a:solidFill>
                          <a:latin typeface="Calibri"/>
                          <a:cs typeface="Calibri"/>
                        </a:rPr>
                        <a:t>utilizadas,</a:t>
                      </a:r>
                      <a:r>
                        <a:rPr dirty="0" sz="1200" spc="-45">
                          <a:solidFill>
                            <a:srgbClr val="4E3629"/>
                          </a:solidFill>
                          <a:latin typeface="Calibri"/>
                          <a:cs typeface="Calibri"/>
                        </a:rPr>
                        <a:t> </a:t>
                      </a:r>
                      <a:r>
                        <a:rPr dirty="0" sz="1200">
                          <a:solidFill>
                            <a:srgbClr val="4E3629"/>
                          </a:solidFill>
                          <a:latin typeface="Calibri"/>
                          <a:cs typeface="Calibri"/>
                        </a:rPr>
                        <a:t>no</a:t>
                      </a:r>
                      <a:r>
                        <a:rPr dirty="0" sz="1200" spc="-25">
                          <a:solidFill>
                            <a:srgbClr val="4E3629"/>
                          </a:solidFill>
                          <a:latin typeface="Calibri"/>
                          <a:cs typeface="Calibri"/>
                        </a:rPr>
                        <a:t> </a:t>
                      </a:r>
                      <a:r>
                        <a:rPr dirty="0" sz="1200">
                          <a:solidFill>
                            <a:srgbClr val="4E3629"/>
                          </a:solidFill>
                          <a:latin typeface="Calibri"/>
                          <a:cs typeface="Calibri"/>
                        </a:rPr>
                        <a:t>hay</a:t>
                      </a:r>
                      <a:r>
                        <a:rPr dirty="0" sz="1200" spc="-40">
                          <a:solidFill>
                            <a:srgbClr val="4E3629"/>
                          </a:solidFill>
                          <a:latin typeface="Calibri"/>
                          <a:cs typeface="Calibri"/>
                        </a:rPr>
                        <a:t> </a:t>
                      </a:r>
                      <a:r>
                        <a:rPr dirty="0" sz="1200" spc="-10">
                          <a:solidFill>
                            <a:srgbClr val="4E3629"/>
                          </a:solidFill>
                          <a:latin typeface="Calibri"/>
                          <a:cs typeface="Calibri"/>
                        </a:rPr>
                        <a:t>acceso </a:t>
                      </a:r>
                      <a:r>
                        <a:rPr dirty="0" sz="1200">
                          <a:solidFill>
                            <a:srgbClr val="4E3629"/>
                          </a:solidFill>
                          <a:latin typeface="Calibri"/>
                          <a:cs typeface="Calibri"/>
                        </a:rPr>
                        <a:t>a</a:t>
                      </a:r>
                      <a:r>
                        <a:rPr dirty="0" sz="1200" spc="-15">
                          <a:solidFill>
                            <a:srgbClr val="4E3629"/>
                          </a:solidFill>
                          <a:latin typeface="Calibri"/>
                          <a:cs typeface="Calibri"/>
                        </a:rPr>
                        <a:t> </a:t>
                      </a:r>
                      <a:r>
                        <a:rPr dirty="0" sz="1200">
                          <a:solidFill>
                            <a:srgbClr val="4E3629"/>
                          </a:solidFill>
                          <a:latin typeface="Calibri"/>
                          <a:cs typeface="Calibri"/>
                        </a:rPr>
                        <a:t>las</a:t>
                      </a:r>
                      <a:r>
                        <a:rPr dirty="0" sz="1200" spc="-15">
                          <a:solidFill>
                            <a:srgbClr val="4E3629"/>
                          </a:solidFill>
                          <a:latin typeface="Calibri"/>
                          <a:cs typeface="Calibri"/>
                        </a:rPr>
                        <a:t> </a:t>
                      </a:r>
                      <a:r>
                        <a:rPr dirty="0" sz="1200">
                          <a:solidFill>
                            <a:srgbClr val="4E3629"/>
                          </a:solidFill>
                          <a:latin typeface="Calibri"/>
                          <a:cs typeface="Calibri"/>
                        </a:rPr>
                        <a:t>columnas;</a:t>
                      </a:r>
                      <a:r>
                        <a:rPr dirty="0" sz="1200" spc="-10">
                          <a:solidFill>
                            <a:srgbClr val="4E3629"/>
                          </a:solidFill>
                          <a:latin typeface="Calibri"/>
                          <a:cs typeface="Calibri"/>
                        </a:rPr>
                        <a:t> </a:t>
                      </a:r>
                      <a:r>
                        <a:rPr dirty="0" sz="1200">
                          <a:solidFill>
                            <a:srgbClr val="4E3629"/>
                          </a:solidFill>
                          <a:latin typeface="Calibri"/>
                          <a:cs typeface="Calibri"/>
                        </a:rPr>
                        <a:t>no</a:t>
                      </a:r>
                      <a:r>
                        <a:rPr dirty="0" sz="1200" spc="-20">
                          <a:solidFill>
                            <a:srgbClr val="4E3629"/>
                          </a:solidFill>
                          <a:latin typeface="Calibri"/>
                          <a:cs typeface="Calibri"/>
                        </a:rPr>
                        <a:t> </a:t>
                      </a:r>
                      <a:r>
                        <a:rPr dirty="0" sz="1200">
                          <a:solidFill>
                            <a:srgbClr val="4E3629"/>
                          </a:solidFill>
                          <a:latin typeface="Calibri"/>
                          <a:cs typeface="Calibri"/>
                        </a:rPr>
                        <a:t>se</a:t>
                      </a:r>
                      <a:r>
                        <a:rPr dirty="0" sz="1200" spc="-5">
                          <a:solidFill>
                            <a:srgbClr val="4E3629"/>
                          </a:solidFill>
                          <a:latin typeface="Calibri"/>
                          <a:cs typeface="Calibri"/>
                        </a:rPr>
                        <a:t> </a:t>
                      </a:r>
                      <a:r>
                        <a:rPr dirty="0" sz="1200" spc="-10">
                          <a:solidFill>
                            <a:srgbClr val="4E3629"/>
                          </a:solidFill>
                          <a:latin typeface="Calibri"/>
                          <a:cs typeface="Calibri"/>
                        </a:rPr>
                        <a:t>muestra</a:t>
                      </a:r>
                      <a:r>
                        <a:rPr dirty="0" sz="1200" spc="-30">
                          <a:solidFill>
                            <a:srgbClr val="4E3629"/>
                          </a:solidFill>
                          <a:latin typeface="Calibri"/>
                          <a:cs typeface="Calibri"/>
                        </a:rPr>
                        <a:t> </a:t>
                      </a:r>
                      <a:r>
                        <a:rPr dirty="0" sz="1200">
                          <a:solidFill>
                            <a:srgbClr val="4E3629"/>
                          </a:solidFill>
                          <a:latin typeface="Calibri"/>
                          <a:cs typeface="Calibri"/>
                        </a:rPr>
                        <a:t>ningún</a:t>
                      </a:r>
                      <a:r>
                        <a:rPr dirty="0" sz="1200" spc="-55">
                          <a:solidFill>
                            <a:srgbClr val="4E3629"/>
                          </a:solidFill>
                          <a:latin typeface="Calibri"/>
                          <a:cs typeface="Calibri"/>
                        </a:rPr>
                        <a:t> </a:t>
                      </a:r>
                      <a:r>
                        <a:rPr dirty="0" sz="1200">
                          <a:solidFill>
                            <a:srgbClr val="4E3629"/>
                          </a:solidFill>
                          <a:latin typeface="Calibri"/>
                          <a:cs typeface="Calibri"/>
                        </a:rPr>
                        <a:t>dato</a:t>
                      </a:r>
                      <a:r>
                        <a:rPr dirty="0" sz="1200" spc="-35">
                          <a:solidFill>
                            <a:srgbClr val="4E3629"/>
                          </a:solidFill>
                          <a:latin typeface="Calibri"/>
                          <a:cs typeface="Calibri"/>
                        </a:rPr>
                        <a:t> </a:t>
                      </a:r>
                      <a:r>
                        <a:rPr dirty="0" sz="1200" spc="-25">
                          <a:solidFill>
                            <a:srgbClr val="4E3629"/>
                          </a:solidFill>
                          <a:latin typeface="Calibri"/>
                          <a:cs typeface="Calibri"/>
                        </a:rPr>
                        <a:t>con </a:t>
                      </a:r>
                      <a:r>
                        <a:rPr dirty="0" sz="1200">
                          <a:solidFill>
                            <a:srgbClr val="4E3629"/>
                          </a:solidFill>
                          <a:latin typeface="Calibri"/>
                          <a:cs typeface="Calibri"/>
                        </a:rPr>
                        <a:t>DESCRIBE.</a:t>
                      </a:r>
                      <a:r>
                        <a:rPr dirty="0" sz="1200" spc="-15">
                          <a:solidFill>
                            <a:srgbClr val="4E3629"/>
                          </a:solidFill>
                          <a:latin typeface="Calibri"/>
                          <a:cs typeface="Calibri"/>
                        </a:rPr>
                        <a:t> </a:t>
                      </a:r>
                      <a:r>
                        <a:rPr dirty="0" sz="1200">
                          <a:solidFill>
                            <a:srgbClr val="4E3629"/>
                          </a:solidFill>
                          <a:latin typeface="Calibri"/>
                          <a:cs typeface="Calibri"/>
                        </a:rPr>
                        <a:t>Eliminación</a:t>
                      </a:r>
                      <a:r>
                        <a:rPr dirty="0" sz="1200" spc="-20">
                          <a:solidFill>
                            <a:srgbClr val="4E3629"/>
                          </a:solidFill>
                          <a:latin typeface="Calibri"/>
                          <a:cs typeface="Calibri"/>
                        </a:rPr>
                        <a:t> </a:t>
                      </a:r>
                      <a:r>
                        <a:rPr dirty="0" sz="1200" spc="-10">
                          <a:solidFill>
                            <a:srgbClr val="4E3629"/>
                          </a:solidFill>
                          <a:latin typeface="Calibri"/>
                          <a:cs typeface="Calibri"/>
                        </a:rPr>
                        <a:t>permanente;</a:t>
                      </a:r>
                      <a:r>
                        <a:rPr dirty="0" sz="1200" spc="-40">
                          <a:solidFill>
                            <a:srgbClr val="4E3629"/>
                          </a:solidFill>
                          <a:latin typeface="Calibri"/>
                          <a:cs typeface="Calibri"/>
                        </a:rPr>
                        <a:t> </a:t>
                      </a:r>
                      <a:r>
                        <a:rPr dirty="0" sz="1200">
                          <a:solidFill>
                            <a:srgbClr val="4E3629"/>
                          </a:solidFill>
                          <a:latin typeface="Calibri"/>
                          <a:cs typeface="Calibri"/>
                        </a:rPr>
                        <a:t>sin</a:t>
                      </a:r>
                      <a:r>
                        <a:rPr dirty="0" sz="1200" spc="-5">
                          <a:solidFill>
                            <a:srgbClr val="4E3629"/>
                          </a:solidFill>
                          <a:latin typeface="Calibri"/>
                          <a:cs typeface="Calibri"/>
                        </a:rPr>
                        <a:t> </a:t>
                      </a:r>
                      <a:r>
                        <a:rPr dirty="0" sz="1200" spc="-10">
                          <a:solidFill>
                            <a:srgbClr val="4E3629"/>
                          </a:solidFill>
                          <a:latin typeface="Calibri"/>
                          <a:cs typeface="Calibri"/>
                        </a:rPr>
                        <a:t>rollback.</a:t>
                      </a:r>
                      <a:endParaRPr sz="1200">
                        <a:latin typeface="Calibri"/>
                        <a:cs typeface="Calibri"/>
                      </a:endParaRPr>
                    </a:p>
                  </a:txBody>
                  <a:tcPr marL="0" marR="0" marB="0" marT="444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2117090" cy="528320"/>
          </a:xfrm>
          <a:prstGeom prst="rect"/>
        </p:spPr>
        <p:txBody>
          <a:bodyPr wrap="square" lIns="0" tIns="12700" rIns="0" bIns="0" rtlCol="0" vert="horz">
            <a:spAutoFit/>
          </a:bodyPr>
          <a:lstStyle/>
          <a:p>
            <a:pPr marL="12700">
              <a:lnSpc>
                <a:spcPct val="100000"/>
              </a:lnSpc>
              <a:spcBef>
                <a:spcPts val="100"/>
              </a:spcBef>
            </a:pPr>
            <a:r>
              <a:rPr dirty="0"/>
              <a:t>DROP</a:t>
            </a:r>
            <a:r>
              <a:rPr dirty="0" spc="-45"/>
              <a:t> </a:t>
            </a:r>
            <a:r>
              <a:rPr dirty="0" spc="-50"/>
              <a:t>TABLE</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20</a:t>
            </a:r>
          </a:p>
        </p:txBody>
      </p:sp>
      <p:sp>
        <p:nvSpPr>
          <p:cNvPr id="5" name="object 5" descr=""/>
          <p:cNvSpPr txBox="1"/>
          <p:nvPr/>
        </p:nvSpPr>
        <p:spPr>
          <a:xfrm>
            <a:off x="483514" y="1415923"/>
            <a:ext cx="8174355" cy="3822065"/>
          </a:xfrm>
          <a:prstGeom prst="rect">
            <a:avLst/>
          </a:prstGeom>
        </p:spPr>
        <p:txBody>
          <a:bodyPr wrap="square" lIns="0" tIns="60960" rIns="0" bIns="0" rtlCol="0" vert="horz">
            <a:spAutoFit/>
          </a:bodyPr>
          <a:lstStyle/>
          <a:p>
            <a:pPr marL="183515" marR="29972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La</a:t>
            </a:r>
            <a:r>
              <a:rPr dirty="0" sz="2800" spc="-80">
                <a:solidFill>
                  <a:srgbClr val="4E3629"/>
                </a:solidFill>
                <a:latin typeface="Calibri"/>
                <a:cs typeface="Calibri"/>
              </a:rPr>
              <a:t> </a:t>
            </a:r>
            <a:r>
              <a:rPr dirty="0" sz="2800" spc="-10">
                <a:solidFill>
                  <a:srgbClr val="4E3629"/>
                </a:solidFill>
                <a:latin typeface="Calibri"/>
                <a:cs typeface="Calibri"/>
              </a:rPr>
              <a:t>sentencia</a:t>
            </a:r>
            <a:r>
              <a:rPr dirty="0" sz="2800" spc="-60">
                <a:solidFill>
                  <a:srgbClr val="4E3629"/>
                </a:solidFill>
                <a:latin typeface="Calibri"/>
                <a:cs typeface="Calibri"/>
              </a:rPr>
              <a:t> </a:t>
            </a:r>
            <a:r>
              <a:rPr dirty="0" sz="2800">
                <a:solidFill>
                  <a:srgbClr val="4E3629"/>
                </a:solidFill>
                <a:latin typeface="Calibri"/>
                <a:cs typeface="Calibri"/>
              </a:rPr>
              <a:t>DROP</a:t>
            </a:r>
            <a:r>
              <a:rPr dirty="0" sz="2800" spc="-60">
                <a:solidFill>
                  <a:srgbClr val="4E3629"/>
                </a:solidFill>
                <a:latin typeface="Calibri"/>
                <a:cs typeface="Calibri"/>
              </a:rPr>
              <a:t> </a:t>
            </a:r>
            <a:r>
              <a:rPr dirty="0" sz="2800" spc="-35">
                <a:solidFill>
                  <a:srgbClr val="4E3629"/>
                </a:solidFill>
                <a:latin typeface="Calibri"/>
                <a:cs typeface="Calibri"/>
              </a:rPr>
              <a:t>TABLE</a:t>
            </a:r>
            <a:r>
              <a:rPr dirty="0" sz="2800" spc="-70">
                <a:solidFill>
                  <a:srgbClr val="4E3629"/>
                </a:solidFill>
                <a:latin typeface="Calibri"/>
                <a:cs typeface="Calibri"/>
              </a:rPr>
              <a:t> </a:t>
            </a:r>
            <a:r>
              <a:rPr dirty="0" sz="2800">
                <a:solidFill>
                  <a:srgbClr val="4E3629"/>
                </a:solidFill>
                <a:latin typeface="Calibri"/>
                <a:cs typeface="Calibri"/>
              </a:rPr>
              <a:t>elimina</a:t>
            </a:r>
            <a:r>
              <a:rPr dirty="0" sz="2800" spc="-5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definición</a:t>
            </a:r>
            <a:r>
              <a:rPr dirty="0" sz="2800" spc="-4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7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Oracle</a:t>
            </a:r>
            <a:endParaRPr sz="2800">
              <a:latin typeface="Calibri"/>
              <a:cs typeface="Calibri"/>
            </a:endParaRPr>
          </a:p>
          <a:p>
            <a:pPr marL="183515" marR="5080" indent="-171450">
              <a:lnSpc>
                <a:spcPts val="3030"/>
              </a:lnSpc>
              <a:spcBef>
                <a:spcPts val="800"/>
              </a:spcBef>
              <a:buClr>
                <a:srgbClr val="D1350F"/>
              </a:buClr>
              <a:buFont typeface="Arial MT"/>
              <a:buChar char="•"/>
              <a:tabLst>
                <a:tab pos="184785" algn="l"/>
              </a:tabLst>
            </a:pP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base</a:t>
            </a:r>
            <a:r>
              <a:rPr dirty="0" sz="2800" spc="-3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datos</a:t>
            </a:r>
            <a:r>
              <a:rPr dirty="0" sz="2800" spc="-40">
                <a:solidFill>
                  <a:srgbClr val="4E3629"/>
                </a:solidFill>
                <a:latin typeface="Calibri"/>
                <a:cs typeface="Calibri"/>
              </a:rPr>
              <a:t> </a:t>
            </a:r>
            <a:r>
              <a:rPr dirty="0" sz="2800">
                <a:solidFill>
                  <a:srgbClr val="4E3629"/>
                </a:solidFill>
                <a:latin typeface="Calibri"/>
                <a:cs typeface="Calibri"/>
              </a:rPr>
              <a:t>pierde</a:t>
            </a:r>
            <a:r>
              <a:rPr dirty="0" sz="2800" spc="-40">
                <a:solidFill>
                  <a:srgbClr val="4E3629"/>
                </a:solidFill>
                <a:latin typeface="Calibri"/>
                <a:cs typeface="Calibri"/>
              </a:rPr>
              <a:t> </a:t>
            </a:r>
            <a:r>
              <a:rPr dirty="0" sz="2800">
                <a:solidFill>
                  <a:srgbClr val="4E3629"/>
                </a:solidFill>
                <a:latin typeface="Calibri"/>
                <a:cs typeface="Calibri"/>
              </a:rPr>
              <a:t>todos</a:t>
            </a:r>
            <a:r>
              <a:rPr dirty="0" sz="2800" spc="-40">
                <a:solidFill>
                  <a:srgbClr val="4E3629"/>
                </a:solidFill>
                <a:latin typeface="Calibri"/>
                <a:cs typeface="Calibri"/>
              </a:rPr>
              <a:t> </a:t>
            </a:r>
            <a:r>
              <a:rPr dirty="0" sz="2800">
                <a:solidFill>
                  <a:srgbClr val="4E3629"/>
                </a:solidFill>
                <a:latin typeface="Calibri"/>
                <a:cs typeface="Calibri"/>
              </a:rPr>
              <a:t>los</a:t>
            </a:r>
            <a:r>
              <a:rPr dirty="0" sz="2800" spc="-45">
                <a:solidFill>
                  <a:srgbClr val="4E3629"/>
                </a:solidFill>
                <a:latin typeface="Calibri"/>
                <a:cs typeface="Calibri"/>
              </a:rPr>
              <a:t> </a:t>
            </a:r>
            <a:r>
              <a:rPr dirty="0" sz="2800">
                <a:solidFill>
                  <a:srgbClr val="4E3629"/>
                </a:solidFill>
                <a:latin typeface="Calibri"/>
                <a:cs typeface="Calibri"/>
              </a:rPr>
              <a:t>datos</a:t>
            </a:r>
            <a:r>
              <a:rPr dirty="0" sz="2800" spc="-4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30">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spc="-25">
                <a:solidFill>
                  <a:srgbClr val="4E3629"/>
                </a:solidFill>
                <a:latin typeface="Calibri"/>
                <a:cs typeface="Calibri"/>
              </a:rPr>
              <a:t>los </a:t>
            </a:r>
            <a:r>
              <a:rPr dirty="0" sz="2800" spc="-25">
                <a:solidFill>
                  <a:srgbClr val="4E3629"/>
                </a:solidFill>
                <a:latin typeface="Calibri"/>
                <a:cs typeface="Calibri"/>
              </a:rPr>
              <a:t>	</a:t>
            </a:r>
            <a:r>
              <a:rPr dirty="0" sz="2800">
                <a:solidFill>
                  <a:srgbClr val="4E3629"/>
                </a:solidFill>
                <a:latin typeface="Calibri"/>
                <a:cs typeface="Calibri"/>
              </a:rPr>
              <a:t>índices</a:t>
            </a:r>
            <a:r>
              <a:rPr dirty="0" sz="2800" spc="-45">
                <a:solidFill>
                  <a:srgbClr val="4E3629"/>
                </a:solidFill>
                <a:latin typeface="Calibri"/>
                <a:cs typeface="Calibri"/>
              </a:rPr>
              <a:t> </a:t>
            </a:r>
            <a:r>
              <a:rPr dirty="0" sz="2800">
                <a:solidFill>
                  <a:srgbClr val="4E3629"/>
                </a:solidFill>
                <a:latin typeface="Calibri"/>
                <a:cs typeface="Calibri"/>
              </a:rPr>
              <a:t>asociados</a:t>
            </a:r>
            <a:r>
              <a:rPr dirty="0" sz="2800" spc="-55">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spc="-10">
                <a:solidFill>
                  <a:srgbClr val="4E3629"/>
                </a:solidFill>
                <a:latin typeface="Calibri"/>
                <a:cs typeface="Calibri"/>
              </a:rPr>
              <a:t>mismos</a:t>
            </a:r>
            <a:endParaRPr sz="2800">
              <a:latin typeface="Calibri"/>
              <a:cs typeface="Calibri"/>
            </a:endParaRPr>
          </a:p>
          <a:p>
            <a:pPr marL="184150" indent="-171450">
              <a:lnSpc>
                <a:spcPct val="100000"/>
              </a:lnSpc>
              <a:spcBef>
                <a:spcPts val="420"/>
              </a:spcBef>
              <a:buClr>
                <a:srgbClr val="D1350F"/>
              </a:buClr>
              <a:buFont typeface="Arial MT"/>
              <a:buChar char="•"/>
              <a:tabLst>
                <a:tab pos="184150" algn="l"/>
              </a:tabLst>
            </a:pPr>
            <a:r>
              <a:rPr dirty="0" sz="2800">
                <a:solidFill>
                  <a:srgbClr val="4E3629"/>
                </a:solidFill>
                <a:latin typeface="Calibri"/>
                <a:cs typeface="Calibri"/>
              </a:rPr>
              <a:t>Cuando</a:t>
            </a:r>
            <a:r>
              <a:rPr dirty="0" sz="2800" spc="-5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emite</a:t>
            </a:r>
            <a:r>
              <a:rPr dirty="0" sz="2800" spc="-75">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spc="-10">
                <a:solidFill>
                  <a:srgbClr val="4E3629"/>
                </a:solidFill>
                <a:latin typeface="Calibri"/>
                <a:cs typeface="Calibri"/>
              </a:rPr>
              <a:t>sentencia</a:t>
            </a:r>
            <a:r>
              <a:rPr dirty="0" sz="2800" spc="-65">
                <a:solidFill>
                  <a:srgbClr val="4E3629"/>
                </a:solidFill>
                <a:latin typeface="Calibri"/>
                <a:cs typeface="Calibri"/>
              </a:rPr>
              <a:t> </a:t>
            </a:r>
            <a:r>
              <a:rPr dirty="0" sz="2800">
                <a:solidFill>
                  <a:srgbClr val="4E3629"/>
                </a:solidFill>
                <a:latin typeface="Calibri"/>
                <a:cs typeface="Calibri"/>
              </a:rPr>
              <a:t>DROP</a:t>
            </a:r>
            <a:r>
              <a:rPr dirty="0" sz="2800" spc="-70">
                <a:solidFill>
                  <a:srgbClr val="4E3629"/>
                </a:solidFill>
                <a:latin typeface="Calibri"/>
                <a:cs typeface="Calibri"/>
              </a:rPr>
              <a:t> </a:t>
            </a:r>
            <a:r>
              <a:rPr dirty="0" sz="2800" spc="-10">
                <a:solidFill>
                  <a:srgbClr val="4E3629"/>
                </a:solidFill>
                <a:latin typeface="Calibri"/>
                <a:cs typeface="Calibri"/>
              </a:rPr>
              <a:t>TABLE:</a:t>
            </a:r>
            <a:endParaRPr sz="2800">
              <a:latin typeface="Calibri"/>
              <a:cs typeface="Calibri"/>
            </a:endParaRPr>
          </a:p>
          <a:p>
            <a:pPr marL="355600">
              <a:lnSpc>
                <a:spcPct val="100000"/>
              </a:lnSpc>
              <a:spcBef>
                <a:spcPts val="135"/>
              </a:spcBef>
            </a:pPr>
            <a:r>
              <a:rPr dirty="0" sz="2400">
                <a:solidFill>
                  <a:srgbClr val="D1350F"/>
                </a:solidFill>
                <a:latin typeface="Calibri"/>
                <a:cs typeface="Calibri"/>
              </a:rPr>
              <a:t>−</a:t>
            </a:r>
            <a:r>
              <a:rPr dirty="0" sz="2400">
                <a:solidFill>
                  <a:srgbClr val="4E3629"/>
                </a:solidFill>
                <a:latin typeface="Calibri"/>
                <a:cs typeface="Calibri"/>
              </a:rPr>
              <a:t>Se</a:t>
            </a:r>
            <a:r>
              <a:rPr dirty="0" sz="2400" spc="-20">
                <a:solidFill>
                  <a:srgbClr val="4E3629"/>
                </a:solidFill>
                <a:latin typeface="Calibri"/>
                <a:cs typeface="Calibri"/>
              </a:rPr>
              <a:t> </a:t>
            </a:r>
            <a:r>
              <a:rPr dirty="0" sz="2400">
                <a:solidFill>
                  <a:srgbClr val="4E3629"/>
                </a:solidFill>
                <a:latin typeface="Calibri"/>
                <a:cs typeface="Calibri"/>
              </a:rPr>
              <a:t>suprimen</a:t>
            </a:r>
            <a:r>
              <a:rPr dirty="0" sz="2400" spc="-10">
                <a:solidFill>
                  <a:srgbClr val="4E3629"/>
                </a:solidFill>
                <a:latin typeface="Calibri"/>
                <a:cs typeface="Calibri"/>
              </a:rPr>
              <a:t> </a:t>
            </a:r>
            <a:r>
              <a:rPr dirty="0" sz="2400">
                <a:solidFill>
                  <a:srgbClr val="4E3629"/>
                </a:solidFill>
                <a:latin typeface="Calibri"/>
                <a:cs typeface="Calibri"/>
              </a:rPr>
              <a:t>todos</a:t>
            </a:r>
            <a:r>
              <a:rPr dirty="0" sz="2400" spc="-20">
                <a:solidFill>
                  <a:srgbClr val="4E3629"/>
                </a:solidFill>
                <a:latin typeface="Calibri"/>
                <a:cs typeface="Calibri"/>
              </a:rPr>
              <a:t> </a:t>
            </a:r>
            <a:r>
              <a:rPr dirty="0" sz="2400">
                <a:solidFill>
                  <a:srgbClr val="4E3629"/>
                </a:solidFill>
                <a:latin typeface="Calibri"/>
                <a:cs typeface="Calibri"/>
              </a:rPr>
              <a:t>los</a:t>
            </a:r>
            <a:r>
              <a:rPr dirty="0" sz="2400" spc="-5">
                <a:solidFill>
                  <a:srgbClr val="4E3629"/>
                </a:solidFill>
                <a:latin typeface="Calibri"/>
                <a:cs typeface="Calibri"/>
              </a:rPr>
              <a:t> </a:t>
            </a:r>
            <a:r>
              <a:rPr dirty="0" sz="2400">
                <a:solidFill>
                  <a:srgbClr val="4E3629"/>
                </a:solidFill>
                <a:latin typeface="Calibri"/>
                <a:cs typeface="Calibri"/>
              </a:rPr>
              <a:t>datos</a:t>
            </a:r>
            <a:r>
              <a:rPr dirty="0" sz="2400" spc="-20">
                <a:solidFill>
                  <a:srgbClr val="4E3629"/>
                </a:solidFill>
                <a:latin typeface="Calibri"/>
                <a:cs typeface="Calibri"/>
              </a:rPr>
              <a:t> </a:t>
            </a:r>
            <a:r>
              <a:rPr dirty="0" sz="2400">
                <a:solidFill>
                  <a:srgbClr val="4E3629"/>
                </a:solidFill>
                <a:latin typeface="Calibri"/>
                <a:cs typeface="Calibri"/>
              </a:rPr>
              <a:t>de</a:t>
            </a:r>
            <a:r>
              <a:rPr dirty="0" sz="2400" spc="-5">
                <a:solidFill>
                  <a:srgbClr val="4E3629"/>
                </a:solidFill>
                <a:latin typeface="Calibri"/>
                <a:cs typeface="Calibri"/>
              </a:rPr>
              <a:t> </a:t>
            </a:r>
            <a:r>
              <a:rPr dirty="0" sz="2400">
                <a:solidFill>
                  <a:srgbClr val="4E3629"/>
                </a:solidFill>
                <a:latin typeface="Calibri"/>
                <a:cs typeface="Calibri"/>
              </a:rPr>
              <a:t>la</a:t>
            </a:r>
            <a:r>
              <a:rPr dirty="0" sz="2400" spc="-10">
                <a:solidFill>
                  <a:srgbClr val="4E3629"/>
                </a:solidFill>
                <a:latin typeface="Calibri"/>
                <a:cs typeface="Calibri"/>
              </a:rPr>
              <a:t> tabla</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Se</a:t>
            </a:r>
            <a:r>
              <a:rPr dirty="0" sz="2400" spc="-30">
                <a:solidFill>
                  <a:srgbClr val="4E3629"/>
                </a:solidFill>
                <a:latin typeface="Calibri"/>
                <a:cs typeface="Calibri"/>
              </a:rPr>
              <a:t> </a:t>
            </a:r>
            <a:r>
              <a:rPr dirty="0" sz="2400">
                <a:solidFill>
                  <a:srgbClr val="4E3629"/>
                </a:solidFill>
                <a:latin typeface="Calibri"/>
                <a:cs typeface="Calibri"/>
              </a:rPr>
              <a:t>elimina</a:t>
            </a:r>
            <a:r>
              <a:rPr dirty="0" sz="2400" spc="-35">
                <a:solidFill>
                  <a:srgbClr val="4E3629"/>
                </a:solidFill>
                <a:latin typeface="Calibri"/>
                <a:cs typeface="Calibri"/>
              </a:rPr>
              <a:t> </a:t>
            </a:r>
            <a:r>
              <a:rPr dirty="0" sz="2400">
                <a:solidFill>
                  <a:srgbClr val="4E3629"/>
                </a:solidFill>
                <a:latin typeface="Calibri"/>
                <a:cs typeface="Calibri"/>
              </a:rPr>
              <a:t>la</a:t>
            </a:r>
            <a:r>
              <a:rPr dirty="0" sz="2400" spc="-25">
                <a:solidFill>
                  <a:srgbClr val="4E3629"/>
                </a:solidFill>
                <a:latin typeface="Calibri"/>
                <a:cs typeface="Calibri"/>
              </a:rPr>
              <a:t> </a:t>
            </a:r>
            <a:r>
              <a:rPr dirty="0" sz="2400">
                <a:solidFill>
                  <a:srgbClr val="4E3629"/>
                </a:solidFill>
                <a:latin typeface="Calibri"/>
                <a:cs typeface="Calibri"/>
              </a:rPr>
              <a:t>descripción</a:t>
            </a:r>
            <a:r>
              <a:rPr dirty="0" sz="2400" spc="-40">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a:solidFill>
                  <a:srgbClr val="4E3629"/>
                </a:solidFill>
                <a:latin typeface="Calibri"/>
                <a:cs typeface="Calibri"/>
              </a:rPr>
              <a:t>la</a:t>
            </a:r>
            <a:r>
              <a:rPr dirty="0" sz="2400" spc="-25">
                <a:solidFill>
                  <a:srgbClr val="4E3629"/>
                </a:solidFill>
                <a:latin typeface="Calibri"/>
                <a:cs typeface="Calibri"/>
              </a:rPr>
              <a:t> </a:t>
            </a:r>
            <a:r>
              <a:rPr dirty="0" sz="2400">
                <a:solidFill>
                  <a:srgbClr val="4E3629"/>
                </a:solidFill>
                <a:latin typeface="Calibri"/>
                <a:cs typeface="Calibri"/>
              </a:rPr>
              <a:t>tabla</a:t>
            </a:r>
            <a:r>
              <a:rPr dirty="0" sz="2400" spc="-30">
                <a:solidFill>
                  <a:srgbClr val="4E3629"/>
                </a:solidFill>
                <a:latin typeface="Calibri"/>
                <a:cs typeface="Calibri"/>
              </a:rPr>
              <a:t> </a:t>
            </a:r>
            <a:r>
              <a:rPr dirty="0" sz="2400">
                <a:solidFill>
                  <a:srgbClr val="4E3629"/>
                </a:solidFill>
                <a:latin typeface="Calibri"/>
                <a:cs typeface="Calibri"/>
              </a:rPr>
              <a:t>del</a:t>
            </a:r>
            <a:r>
              <a:rPr dirty="0" sz="2400" spc="-20">
                <a:solidFill>
                  <a:srgbClr val="4E3629"/>
                </a:solidFill>
                <a:latin typeface="Calibri"/>
                <a:cs typeface="Calibri"/>
              </a:rPr>
              <a:t> </a:t>
            </a:r>
            <a:r>
              <a:rPr dirty="0" sz="2400">
                <a:solidFill>
                  <a:srgbClr val="4E3629"/>
                </a:solidFill>
                <a:latin typeface="Calibri"/>
                <a:cs typeface="Calibri"/>
              </a:rPr>
              <a:t>diccionario</a:t>
            </a:r>
            <a:r>
              <a:rPr dirty="0" sz="2400" spc="-50">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spc="-10">
                <a:solidFill>
                  <a:srgbClr val="4E3629"/>
                </a:solidFill>
                <a:latin typeface="Calibri"/>
                <a:cs typeface="Calibri"/>
              </a:rPr>
              <a:t>datos</a:t>
            </a:r>
            <a:endParaRPr sz="2400">
              <a:latin typeface="Calibri"/>
              <a:cs typeface="Calibri"/>
            </a:endParaRPr>
          </a:p>
          <a:p>
            <a:pPr marL="183515" marR="271780" indent="-171450">
              <a:lnSpc>
                <a:spcPts val="3020"/>
              </a:lnSpc>
              <a:spcBef>
                <a:spcPts val="825"/>
              </a:spcBef>
              <a:buClr>
                <a:srgbClr val="D1350F"/>
              </a:buClr>
              <a:buFont typeface="Arial MT"/>
              <a:buChar char="•"/>
              <a:tabLst>
                <a:tab pos="184785" algn="l"/>
              </a:tabLst>
            </a:pPr>
            <a:r>
              <a:rPr dirty="0" sz="2800">
                <a:solidFill>
                  <a:srgbClr val="4E3629"/>
                </a:solidFill>
                <a:latin typeface="Calibri"/>
                <a:cs typeface="Calibri"/>
              </a:rPr>
              <a:t>Oracle</a:t>
            </a:r>
            <a:r>
              <a:rPr dirty="0" sz="2800" spc="-65">
                <a:solidFill>
                  <a:srgbClr val="4E3629"/>
                </a:solidFill>
                <a:latin typeface="Calibri"/>
                <a:cs typeface="Calibri"/>
              </a:rPr>
              <a:t> </a:t>
            </a:r>
            <a:r>
              <a:rPr dirty="0" sz="2800">
                <a:solidFill>
                  <a:srgbClr val="4E3629"/>
                </a:solidFill>
                <a:latin typeface="Calibri"/>
                <a:cs typeface="Calibri"/>
              </a:rPr>
              <a:t>Server</a:t>
            </a:r>
            <a:r>
              <a:rPr dirty="0" sz="2800" spc="-65">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cuestiona</a:t>
            </a:r>
            <a:r>
              <a:rPr dirty="0" sz="2800" spc="-3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decisión</a:t>
            </a:r>
            <a:r>
              <a:rPr dirty="0" sz="2800" spc="-45">
                <a:solidFill>
                  <a:srgbClr val="4E3629"/>
                </a:solidFill>
                <a:latin typeface="Calibri"/>
                <a:cs typeface="Calibri"/>
              </a:rPr>
              <a:t> </a:t>
            </a:r>
            <a:r>
              <a:rPr dirty="0" sz="2800">
                <a:solidFill>
                  <a:srgbClr val="4E3629"/>
                </a:solidFill>
                <a:latin typeface="Calibri"/>
                <a:cs typeface="Calibri"/>
              </a:rPr>
              <a:t>y</a:t>
            </a:r>
            <a:r>
              <a:rPr dirty="0" sz="2800" spc="-55">
                <a:solidFill>
                  <a:srgbClr val="4E3629"/>
                </a:solidFill>
                <a:latin typeface="Calibri"/>
                <a:cs typeface="Calibri"/>
              </a:rPr>
              <a:t> </a:t>
            </a:r>
            <a:r>
              <a:rPr dirty="0" sz="2800">
                <a:solidFill>
                  <a:srgbClr val="4E3629"/>
                </a:solidFill>
                <a:latin typeface="Calibri"/>
                <a:cs typeface="Calibri"/>
              </a:rPr>
              <a:t>borra</a:t>
            </a:r>
            <a:r>
              <a:rPr dirty="0" sz="2800" spc="-4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spc="-10">
                <a:solidFill>
                  <a:srgbClr val="4E3629"/>
                </a:solidFill>
                <a:latin typeface="Calibri"/>
                <a:cs typeface="Calibri"/>
              </a:rPr>
              <a:t>tabla 	inmediatamente</a:t>
            </a:r>
            <a:endParaRPr sz="2800">
              <a:latin typeface="Calibri"/>
              <a:cs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2117090" cy="528320"/>
          </a:xfrm>
          <a:prstGeom prst="rect"/>
        </p:spPr>
        <p:txBody>
          <a:bodyPr wrap="square" lIns="0" tIns="12700" rIns="0" bIns="0" rtlCol="0" vert="horz">
            <a:spAutoFit/>
          </a:bodyPr>
          <a:lstStyle/>
          <a:p>
            <a:pPr marL="12700">
              <a:lnSpc>
                <a:spcPct val="100000"/>
              </a:lnSpc>
              <a:spcBef>
                <a:spcPts val="100"/>
              </a:spcBef>
            </a:pPr>
            <a:r>
              <a:rPr dirty="0"/>
              <a:t>DROP</a:t>
            </a:r>
            <a:r>
              <a:rPr dirty="0" spc="-45"/>
              <a:t> </a:t>
            </a:r>
            <a:r>
              <a:rPr dirty="0" spc="-50"/>
              <a:t>TABLE</a:t>
            </a:r>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21</a:t>
            </a:r>
          </a:p>
        </p:txBody>
      </p:sp>
      <p:sp>
        <p:nvSpPr>
          <p:cNvPr id="5" name="object 5" descr=""/>
          <p:cNvSpPr txBox="1"/>
          <p:nvPr/>
        </p:nvSpPr>
        <p:spPr>
          <a:xfrm>
            <a:off x="483514" y="1415923"/>
            <a:ext cx="8157209" cy="2576830"/>
          </a:xfrm>
          <a:prstGeom prst="rect">
            <a:avLst/>
          </a:prstGeom>
        </p:spPr>
        <p:txBody>
          <a:bodyPr wrap="square" lIns="0" tIns="60960" rIns="0" bIns="0" rtlCol="0" vert="horz">
            <a:spAutoFit/>
          </a:bodyPr>
          <a:lstStyle/>
          <a:p>
            <a:pPr marL="183515" marR="371475"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siguiente</a:t>
            </a:r>
            <a:r>
              <a:rPr dirty="0" sz="2800" spc="-50">
                <a:solidFill>
                  <a:srgbClr val="4E3629"/>
                </a:solidFill>
                <a:latin typeface="Calibri"/>
                <a:cs typeface="Calibri"/>
              </a:rPr>
              <a:t> </a:t>
            </a:r>
            <a:r>
              <a:rPr dirty="0" sz="2800" spc="-10">
                <a:solidFill>
                  <a:srgbClr val="4E3629"/>
                </a:solidFill>
                <a:latin typeface="Calibri"/>
                <a:cs typeface="Calibri"/>
              </a:rPr>
              <a:t>diapositiva,</a:t>
            </a:r>
            <a:r>
              <a:rPr dirty="0" sz="2800" spc="-40">
                <a:solidFill>
                  <a:srgbClr val="4E3629"/>
                </a:solidFill>
                <a:latin typeface="Calibri"/>
                <a:cs typeface="Calibri"/>
              </a:rPr>
              <a:t> </a:t>
            </a:r>
            <a:r>
              <a:rPr dirty="0" sz="2800">
                <a:solidFill>
                  <a:srgbClr val="4E3629"/>
                </a:solidFill>
                <a:latin typeface="Calibri"/>
                <a:cs typeface="Calibri"/>
              </a:rPr>
              <a:t>verá</a:t>
            </a:r>
            <a:r>
              <a:rPr dirty="0" sz="2800" spc="-6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spc="-10">
                <a:solidFill>
                  <a:srgbClr val="4E3629"/>
                </a:solidFill>
                <a:latin typeface="Calibri"/>
                <a:cs typeface="Calibri"/>
              </a:rPr>
              <a:t>restaurar </a:t>
            </a:r>
            <a:r>
              <a:rPr dirty="0" sz="2800" spc="-10">
                <a:solidFill>
                  <a:srgbClr val="4E3629"/>
                </a:solidFill>
                <a:latin typeface="Calibri"/>
                <a:cs typeface="Calibri"/>
              </a:rPr>
              <a:t>	</a:t>
            </a:r>
            <a:r>
              <a:rPr dirty="0" sz="2800">
                <a:solidFill>
                  <a:srgbClr val="4E3629"/>
                </a:solidFill>
                <a:latin typeface="Calibri"/>
                <a:cs typeface="Calibri"/>
              </a:rPr>
              <a:t>una</a:t>
            </a:r>
            <a:r>
              <a:rPr dirty="0" sz="2800" spc="-90">
                <a:solidFill>
                  <a:srgbClr val="4E3629"/>
                </a:solidFill>
                <a:latin typeface="Calibri"/>
                <a:cs typeface="Calibri"/>
              </a:rPr>
              <a:t> </a:t>
            </a:r>
            <a:r>
              <a:rPr dirty="0" sz="2800">
                <a:solidFill>
                  <a:srgbClr val="4E3629"/>
                </a:solidFill>
                <a:latin typeface="Calibri"/>
                <a:cs typeface="Calibri"/>
              </a:rPr>
              <a:t>tabla</a:t>
            </a:r>
            <a:r>
              <a:rPr dirty="0" sz="2800" spc="-85">
                <a:solidFill>
                  <a:srgbClr val="4E3629"/>
                </a:solidFill>
                <a:latin typeface="Calibri"/>
                <a:cs typeface="Calibri"/>
              </a:rPr>
              <a:t> </a:t>
            </a:r>
            <a:r>
              <a:rPr dirty="0" sz="2800">
                <a:solidFill>
                  <a:srgbClr val="4E3629"/>
                </a:solidFill>
                <a:latin typeface="Calibri"/>
                <a:cs typeface="Calibri"/>
              </a:rPr>
              <a:t>después</a:t>
            </a:r>
            <a:r>
              <a:rPr dirty="0" sz="2800" spc="-75">
                <a:solidFill>
                  <a:srgbClr val="4E3629"/>
                </a:solidFill>
                <a:latin typeface="Calibri"/>
                <a:cs typeface="Calibri"/>
              </a:rPr>
              <a:t> </a:t>
            </a:r>
            <a:r>
              <a:rPr dirty="0" sz="2800">
                <a:solidFill>
                  <a:srgbClr val="4E3629"/>
                </a:solidFill>
                <a:latin typeface="Calibri"/>
                <a:cs typeface="Calibri"/>
              </a:rPr>
              <a:t>borrarla,</a:t>
            </a:r>
            <a:r>
              <a:rPr dirty="0" sz="2800" spc="-80">
                <a:solidFill>
                  <a:srgbClr val="4E3629"/>
                </a:solidFill>
                <a:latin typeface="Calibri"/>
                <a:cs typeface="Calibri"/>
              </a:rPr>
              <a:t> </a:t>
            </a:r>
            <a:r>
              <a:rPr dirty="0" sz="2800">
                <a:solidFill>
                  <a:srgbClr val="4E3629"/>
                </a:solidFill>
                <a:latin typeface="Calibri"/>
                <a:cs typeface="Calibri"/>
              </a:rPr>
              <a:t>pero</a:t>
            </a:r>
            <a:r>
              <a:rPr dirty="0" sz="2800" spc="-90">
                <a:solidFill>
                  <a:srgbClr val="4E3629"/>
                </a:solidFill>
                <a:latin typeface="Calibri"/>
                <a:cs typeface="Calibri"/>
              </a:rPr>
              <a:t> </a:t>
            </a:r>
            <a:r>
              <a:rPr dirty="0" sz="2800">
                <a:solidFill>
                  <a:srgbClr val="4E3629"/>
                </a:solidFill>
                <a:latin typeface="Calibri"/>
                <a:cs typeface="Calibri"/>
              </a:rPr>
              <a:t>no</a:t>
            </a:r>
            <a:r>
              <a:rPr dirty="0" sz="2800" spc="-90">
                <a:solidFill>
                  <a:srgbClr val="4E3629"/>
                </a:solidFill>
                <a:latin typeface="Calibri"/>
                <a:cs typeface="Calibri"/>
              </a:rPr>
              <a:t> </a:t>
            </a:r>
            <a:r>
              <a:rPr dirty="0" sz="2800">
                <a:solidFill>
                  <a:srgbClr val="4E3629"/>
                </a:solidFill>
                <a:latin typeface="Calibri"/>
                <a:cs typeface="Calibri"/>
              </a:rPr>
              <a:t>está</a:t>
            </a:r>
            <a:r>
              <a:rPr dirty="0" sz="2800" spc="-95">
                <a:solidFill>
                  <a:srgbClr val="4E3629"/>
                </a:solidFill>
                <a:latin typeface="Calibri"/>
                <a:cs typeface="Calibri"/>
              </a:rPr>
              <a:t> </a:t>
            </a:r>
            <a:r>
              <a:rPr dirty="0" sz="2800" spc="-10">
                <a:solidFill>
                  <a:srgbClr val="4E3629"/>
                </a:solidFill>
                <a:latin typeface="Calibri"/>
                <a:cs typeface="Calibri"/>
              </a:rPr>
              <a:t>garantizado</a:t>
            </a:r>
            <a:endParaRPr sz="2800">
              <a:latin typeface="Calibri"/>
              <a:cs typeface="Calibri"/>
            </a:endParaRPr>
          </a:p>
          <a:p>
            <a:pPr marL="183515" marR="5080" indent="-171450">
              <a:lnSpc>
                <a:spcPct val="90000"/>
              </a:lnSpc>
              <a:spcBef>
                <a:spcPts val="760"/>
              </a:spcBef>
              <a:buClr>
                <a:srgbClr val="D1350F"/>
              </a:buClr>
              <a:buFont typeface="Arial MT"/>
              <a:buChar char="•"/>
              <a:tabLst>
                <a:tab pos="184785" algn="l"/>
              </a:tabLst>
            </a:pPr>
            <a:r>
              <a:rPr dirty="0" sz="2800">
                <a:solidFill>
                  <a:srgbClr val="4E3629"/>
                </a:solidFill>
                <a:latin typeface="Calibri"/>
                <a:cs typeface="Calibri"/>
              </a:rPr>
              <a:t>Solo</a:t>
            </a:r>
            <a:r>
              <a:rPr dirty="0" sz="2800" spc="-40">
                <a:solidFill>
                  <a:srgbClr val="4E3629"/>
                </a:solidFill>
                <a:latin typeface="Calibri"/>
                <a:cs typeface="Calibri"/>
              </a:rPr>
              <a:t> </a:t>
            </a:r>
            <a:r>
              <a:rPr dirty="0" sz="2800">
                <a:solidFill>
                  <a:srgbClr val="4E3629"/>
                </a:solidFill>
                <a:latin typeface="Calibri"/>
                <a:cs typeface="Calibri"/>
              </a:rPr>
              <a:t>el</a:t>
            </a:r>
            <a:r>
              <a:rPr dirty="0" sz="2800" spc="-45">
                <a:solidFill>
                  <a:srgbClr val="4E3629"/>
                </a:solidFill>
                <a:latin typeface="Calibri"/>
                <a:cs typeface="Calibri"/>
              </a:rPr>
              <a:t> </a:t>
            </a:r>
            <a:r>
              <a:rPr dirty="0" sz="2800">
                <a:solidFill>
                  <a:srgbClr val="4E3629"/>
                </a:solidFill>
                <a:latin typeface="Calibri"/>
                <a:cs typeface="Calibri"/>
              </a:rPr>
              <a:t>creador</a:t>
            </a:r>
            <a:r>
              <a:rPr dirty="0" sz="2800" spc="-25">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la</a:t>
            </a:r>
            <a:r>
              <a:rPr dirty="0" sz="2800" spc="-35">
                <a:solidFill>
                  <a:srgbClr val="4E3629"/>
                </a:solidFill>
                <a:latin typeface="Calibri"/>
                <a:cs typeface="Calibri"/>
              </a:rPr>
              <a:t> </a:t>
            </a:r>
            <a:r>
              <a:rPr dirty="0" sz="2800">
                <a:solidFill>
                  <a:srgbClr val="4E3629"/>
                </a:solidFill>
                <a:latin typeface="Calibri"/>
                <a:cs typeface="Calibri"/>
              </a:rPr>
              <a:t>tabla</a:t>
            </a:r>
            <a:r>
              <a:rPr dirty="0" sz="2800" spc="-35">
                <a:solidFill>
                  <a:srgbClr val="4E3629"/>
                </a:solidFill>
                <a:latin typeface="Calibri"/>
                <a:cs typeface="Calibri"/>
              </a:rPr>
              <a:t> </a:t>
            </a:r>
            <a:r>
              <a:rPr dirty="0" sz="2800">
                <a:solidFill>
                  <a:srgbClr val="4E3629"/>
                </a:solidFill>
                <a:latin typeface="Calibri"/>
                <a:cs typeface="Calibri"/>
              </a:rPr>
              <a:t>o</a:t>
            </a:r>
            <a:r>
              <a:rPr dirty="0" sz="2800" spc="-25">
                <a:solidFill>
                  <a:srgbClr val="4E3629"/>
                </a:solidFill>
                <a:latin typeface="Calibri"/>
                <a:cs typeface="Calibri"/>
              </a:rPr>
              <a:t> </a:t>
            </a:r>
            <a:r>
              <a:rPr dirty="0" sz="2800">
                <a:solidFill>
                  <a:srgbClr val="4E3629"/>
                </a:solidFill>
                <a:latin typeface="Calibri"/>
                <a:cs typeface="Calibri"/>
              </a:rPr>
              <a:t>un</a:t>
            </a:r>
            <a:r>
              <a:rPr dirty="0" sz="2800" spc="-20">
                <a:solidFill>
                  <a:srgbClr val="4E3629"/>
                </a:solidFill>
                <a:latin typeface="Calibri"/>
                <a:cs typeface="Calibri"/>
              </a:rPr>
              <a:t> </a:t>
            </a:r>
            <a:r>
              <a:rPr dirty="0" sz="2800">
                <a:solidFill>
                  <a:srgbClr val="4E3629"/>
                </a:solidFill>
                <a:latin typeface="Calibri"/>
                <a:cs typeface="Calibri"/>
              </a:rPr>
              <a:t>usuario con</a:t>
            </a:r>
            <a:r>
              <a:rPr dirty="0" sz="2800" spc="-25">
                <a:solidFill>
                  <a:srgbClr val="4E3629"/>
                </a:solidFill>
                <a:latin typeface="Calibri"/>
                <a:cs typeface="Calibri"/>
              </a:rPr>
              <a:t> </a:t>
            </a:r>
            <a:r>
              <a:rPr dirty="0" sz="2800">
                <a:solidFill>
                  <a:srgbClr val="4E3629"/>
                </a:solidFill>
                <a:latin typeface="Calibri"/>
                <a:cs typeface="Calibri"/>
              </a:rPr>
              <a:t>el</a:t>
            </a:r>
            <a:r>
              <a:rPr dirty="0" sz="2800" spc="-40">
                <a:solidFill>
                  <a:srgbClr val="4E3629"/>
                </a:solidFill>
                <a:latin typeface="Calibri"/>
                <a:cs typeface="Calibri"/>
              </a:rPr>
              <a:t> </a:t>
            </a:r>
            <a:r>
              <a:rPr dirty="0" sz="2800" spc="-10">
                <a:solidFill>
                  <a:srgbClr val="4E3629"/>
                </a:solidFill>
                <a:latin typeface="Calibri"/>
                <a:cs typeface="Calibri"/>
              </a:rPr>
              <a:t>privilegio </a:t>
            </a:r>
            <a:r>
              <a:rPr dirty="0" sz="2800" spc="-10">
                <a:solidFill>
                  <a:srgbClr val="4E3629"/>
                </a:solidFill>
                <a:latin typeface="Calibri"/>
                <a:cs typeface="Calibri"/>
              </a:rPr>
              <a:t>	</a:t>
            </a:r>
            <a:r>
              <a:rPr dirty="0" sz="2800">
                <a:solidFill>
                  <a:srgbClr val="4E3629"/>
                </a:solidFill>
                <a:latin typeface="Calibri"/>
                <a:cs typeface="Calibri"/>
              </a:rPr>
              <a:t>DROP</a:t>
            </a:r>
            <a:r>
              <a:rPr dirty="0" sz="2800" spc="-75">
                <a:solidFill>
                  <a:srgbClr val="4E3629"/>
                </a:solidFill>
                <a:latin typeface="Calibri"/>
                <a:cs typeface="Calibri"/>
              </a:rPr>
              <a:t> </a:t>
            </a:r>
            <a:r>
              <a:rPr dirty="0" sz="2800">
                <a:solidFill>
                  <a:srgbClr val="4E3629"/>
                </a:solidFill>
                <a:latin typeface="Calibri"/>
                <a:cs typeface="Calibri"/>
              </a:rPr>
              <a:t>ANY</a:t>
            </a:r>
            <a:r>
              <a:rPr dirty="0" sz="2800" spc="-60">
                <a:solidFill>
                  <a:srgbClr val="4E3629"/>
                </a:solidFill>
                <a:latin typeface="Calibri"/>
                <a:cs typeface="Calibri"/>
              </a:rPr>
              <a:t> </a:t>
            </a:r>
            <a:r>
              <a:rPr dirty="0" sz="2800" spc="-35">
                <a:solidFill>
                  <a:srgbClr val="4E3629"/>
                </a:solidFill>
                <a:latin typeface="Calibri"/>
                <a:cs typeface="Calibri"/>
              </a:rPr>
              <a:t>TABLE</a:t>
            </a:r>
            <a:r>
              <a:rPr dirty="0" sz="2800" spc="-75">
                <a:solidFill>
                  <a:srgbClr val="4E3629"/>
                </a:solidFill>
                <a:latin typeface="Calibri"/>
                <a:cs typeface="Calibri"/>
              </a:rPr>
              <a:t> </a:t>
            </a:r>
            <a:r>
              <a:rPr dirty="0" sz="2800" spc="-10">
                <a:solidFill>
                  <a:srgbClr val="4E3629"/>
                </a:solidFill>
                <a:latin typeface="Calibri"/>
                <a:cs typeface="Calibri"/>
              </a:rPr>
              <a:t>(normalmente</a:t>
            </a:r>
            <a:r>
              <a:rPr dirty="0" sz="2800" spc="-65">
                <a:solidFill>
                  <a:srgbClr val="4E3629"/>
                </a:solidFill>
                <a:latin typeface="Calibri"/>
                <a:cs typeface="Calibri"/>
              </a:rPr>
              <a:t> </a:t>
            </a:r>
            <a:r>
              <a:rPr dirty="0" sz="2800">
                <a:solidFill>
                  <a:srgbClr val="4E3629"/>
                </a:solidFill>
                <a:latin typeface="Calibri"/>
                <a:cs typeface="Calibri"/>
              </a:rPr>
              <a:t>solo</a:t>
            </a:r>
            <a:r>
              <a:rPr dirty="0" sz="2800" spc="-70">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DBA)</a:t>
            </a:r>
            <a:r>
              <a:rPr dirty="0" sz="2800" spc="-60">
                <a:solidFill>
                  <a:srgbClr val="4E3629"/>
                </a:solidFill>
                <a:latin typeface="Calibri"/>
                <a:cs typeface="Calibri"/>
              </a:rPr>
              <a:t> </a:t>
            </a:r>
            <a:r>
              <a:rPr dirty="0" sz="2800" spc="-10">
                <a:solidFill>
                  <a:srgbClr val="4E3629"/>
                </a:solidFill>
                <a:latin typeface="Calibri"/>
                <a:cs typeface="Calibri"/>
              </a:rPr>
              <a:t>puede </a:t>
            </a:r>
            <a:r>
              <a:rPr dirty="0" sz="2800" spc="-10">
                <a:solidFill>
                  <a:srgbClr val="4E3629"/>
                </a:solidFill>
                <a:latin typeface="Calibri"/>
                <a:cs typeface="Calibri"/>
              </a:rPr>
              <a:t>	</a:t>
            </a:r>
            <a:r>
              <a:rPr dirty="0" sz="2800">
                <a:solidFill>
                  <a:srgbClr val="4E3629"/>
                </a:solidFill>
                <a:latin typeface="Calibri"/>
                <a:cs typeface="Calibri"/>
              </a:rPr>
              <a:t>eliminar</a:t>
            </a:r>
            <a:r>
              <a:rPr dirty="0" sz="2800" spc="-5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spc="-20">
                <a:solidFill>
                  <a:srgbClr val="4E3629"/>
                </a:solidFill>
                <a:latin typeface="Calibri"/>
                <a:cs typeface="Calibri"/>
              </a:rPr>
              <a:t>tabla</a:t>
            </a:r>
            <a:endParaRPr sz="2800">
              <a:latin typeface="Calibri"/>
              <a:cs typeface="Calibri"/>
            </a:endParaRPr>
          </a:p>
          <a:p>
            <a:pPr marL="184150" indent="-171450">
              <a:lnSpc>
                <a:spcPct val="100000"/>
              </a:lnSpc>
              <a:spcBef>
                <a:spcPts val="470"/>
              </a:spcBef>
              <a:buClr>
                <a:srgbClr val="D1350F"/>
              </a:buClr>
              <a:buFont typeface="Arial MT"/>
              <a:buChar char="•"/>
              <a:tabLst>
                <a:tab pos="184150" algn="l"/>
              </a:tabLst>
            </a:pPr>
            <a:r>
              <a:rPr dirty="0" sz="2800" spc="-10">
                <a:solidFill>
                  <a:srgbClr val="4E3629"/>
                </a:solidFill>
                <a:latin typeface="Calibri"/>
                <a:cs typeface="Calibri"/>
              </a:rPr>
              <a:t>Sintaxis:</a:t>
            </a:r>
            <a:endParaRPr sz="2800">
              <a:latin typeface="Calibri"/>
              <a:cs typeface="Calibri"/>
            </a:endParaRPr>
          </a:p>
        </p:txBody>
      </p:sp>
      <p:sp>
        <p:nvSpPr>
          <p:cNvPr id="6" name="object 6" descr=""/>
          <p:cNvSpPr txBox="1"/>
          <p:nvPr/>
        </p:nvSpPr>
        <p:spPr>
          <a:xfrm>
            <a:off x="483514" y="4621529"/>
            <a:ext cx="146685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spc="-10">
                <a:solidFill>
                  <a:srgbClr val="4E3629"/>
                </a:solidFill>
                <a:latin typeface="Calibri"/>
                <a:cs typeface="Calibri"/>
              </a:rPr>
              <a:t>Ejemplo:</a:t>
            </a:r>
            <a:endParaRPr sz="2800">
              <a:latin typeface="Calibri"/>
              <a:cs typeface="Calibri"/>
            </a:endParaRPr>
          </a:p>
        </p:txBody>
      </p:sp>
      <p:sp>
        <p:nvSpPr>
          <p:cNvPr id="7" name="object 7" descr=""/>
          <p:cNvSpPr txBox="1"/>
          <p:nvPr/>
        </p:nvSpPr>
        <p:spPr>
          <a:xfrm>
            <a:off x="405384" y="4165091"/>
            <a:ext cx="8345805" cy="259079"/>
          </a:xfrm>
          <a:prstGeom prst="rect">
            <a:avLst/>
          </a:prstGeom>
          <a:solidFill>
            <a:srgbClr val="9DBEC4">
              <a:alpha val="50199"/>
            </a:srgbClr>
          </a:solidFill>
        </p:spPr>
        <p:txBody>
          <a:bodyPr wrap="square" lIns="0" tIns="0" rIns="0" bIns="0" rtlCol="0" vert="horz">
            <a:spAutoFit/>
          </a:bodyPr>
          <a:lstStyle/>
          <a:p>
            <a:pPr>
              <a:lnSpc>
                <a:spcPts val="1889"/>
              </a:lnSpc>
            </a:pPr>
            <a:r>
              <a:rPr dirty="0" sz="1800" b="1">
                <a:solidFill>
                  <a:srgbClr val="4E3629"/>
                </a:solidFill>
                <a:latin typeface="Courier New"/>
                <a:cs typeface="Courier New"/>
              </a:rPr>
              <a:t>DROP</a:t>
            </a:r>
            <a:r>
              <a:rPr dirty="0" sz="1800" spc="-45" b="1">
                <a:solidFill>
                  <a:srgbClr val="4E3629"/>
                </a:solidFill>
                <a:latin typeface="Courier New"/>
                <a:cs typeface="Courier New"/>
              </a:rPr>
              <a:t> </a:t>
            </a:r>
            <a:r>
              <a:rPr dirty="0" sz="1800" b="1">
                <a:solidFill>
                  <a:srgbClr val="4E3629"/>
                </a:solidFill>
                <a:latin typeface="Courier New"/>
                <a:cs typeface="Courier New"/>
              </a:rPr>
              <a:t>TABLE</a:t>
            </a:r>
            <a:r>
              <a:rPr dirty="0" sz="1800" spc="-55" b="1">
                <a:solidFill>
                  <a:srgbClr val="4E3629"/>
                </a:solidFill>
                <a:latin typeface="Courier New"/>
                <a:cs typeface="Courier New"/>
              </a:rPr>
              <a:t> </a:t>
            </a:r>
            <a:r>
              <a:rPr dirty="0" sz="1800" spc="-10" b="1">
                <a:solidFill>
                  <a:srgbClr val="4E3629"/>
                </a:solidFill>
                <a:latin typeface="Courier New"/>
                <a:cs typeface="Courier New"/>
              </a:rPr>
              <a:t>tablename;</a:t>
            </a:r>
            <a:endParaRPr sz="1800">
              <a:latin typeface="Courier New"/>
              <a:cs typeface="Courier New"/>
            </a:endParaRPr>
          </a:p>
        </p:txBody>
      </p:sp>
      <p:sp>
        <p:nvSpPr>
          <p:cNvPr id="8" name="object 8" descr=""/>
          <p:cNvSpPr txBox="1"/>
          <p:nvPr/>
        </p:nvSpPr>
        <p:spPr>
          <a:xfrm>
            <a:off x="393191" y="5311140"/>
            <a:ext cx="8345805" cy="259079"/>
          </a:xfrm>
          <a:prstGeom prst="rect">
            <a:avLst/>
          </a:prstGeom>
          <a:solidFill>
            <a:srgbClr val="9DBEC4">
              <a:alpha val="50199"/>
            </a:srgbClr>
          </a:solidFill>
        </p:spPr>
        <p:txBody>
          <a:bodyPr wrap="square" lIns="0" tIns="0" rIns="0" bIns="0" rtlCol="0" vert="horz">
            <a:spAutoFit/>
          </a:bodyPr>
          <a:lstStyle/>
          <a:p>
            <a:pPr>
              <a:lnSpc>
                <a:spcPts val="1889"/>
              </a:lnSpc>
            </a:pPr>
            <a:r>
              <a:rPr dirty="0" sz="1800" b="1">
                <a:solidFill>
                  <a:srgbClr val="4E3629"/>
                </a:solidFill>
                <a:latin typeface="Courier New"/>
                <a:cs typeface="Courier New"/>
              </a:rPr>
              <a:t>DROP</a:t>
            </a:r>
            <a:r>
              <a:rPr dirty="0" sz="1800" spc="-45" b="1">
                <a:solidFill>
                  <a:srgbClr val="4E3629"/>
                </a:solidFill>
                <a:latin typeface="Courier New"/>
                <a:cs typeface="Courier New"/>
              </a:rPr>
              <a:t> </a:t>
            </a:r>
            <a:r>
              <a:rPr dirty="0" sz="1800" b="1">
                <a:solidFill>
                  <a:srgbClr val="4E3629"/>
                </a:solidFill>
                <a:latin typeface="Courier New"/>
                <a:cs typeface="Courier New"/>
              </a:rPr>
              <a:t>TABLE</a:t>
            </a:r>
            <a:r>
              <a:rPr dirty="0" sz="1800" spc="-50"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3114675" cy="528320"/>
          </a:xfrm>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35"/>
              <a:t>TABLE</a:t>
            </a:r>
          </a:p>
        </p:txBody>
      </p:sp>
      <p:sp>
        <p:nvSpPr>
          <p:cNvPr id="7" name="object 7"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22</a:t>
            </a:r>
          </a:p>
        </p:txBody>
      </p:sp>
      <p:sp>
        <p:nvSpPr>
          <p:cNvPr id="5" name="object 5" descr=""/>
          <p:cNvSpPr txBox="1"/>
          <p:nvPr/>
        </p:nvSpPr>
        <p:spPr>
          <a:xfrm>
            <a:off x="483514" y="1415923"/>
            <a:ext cx="8174355" cy="4213860"/>
          </a:xfrm>
          <a:prstGeom prst="rect">
            <a:avLst/>
          </a:prstGeom>
        </p:spPr>
        <p:txBody>
          <a:bodyPr wrap="square" lIns="0" tIns="60960" rIns="0" bIns="0" rtlCol="0" vert="horz">
            <a:spAutoFit/>
          </a:bodyPr>
          <a:lstStyle/>
          <a:p>
            <a:pPr marL="183515" marR="14097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Si</a:t>
            </a:r>
            <a:r>
              <a:rPr dirty="0" sz="2800" spc="-70">
                <a:solidFill>
                  <a:srgbClr val="4E3629"/>
                </a:solidFill>
                <a:latin typeface="Calibri"/>
                <a:cs typeface="Calibri"/>
              </a:rPr>
              <a:t> </a:t>
            </a:r>
            <a:r>
              <a:rPr dirty="0" sz="2800">
                <a:solidFill>
                  <a:srgbClr val="4E3629"/>
                </a:solidFill>
                <a:latin typeface="Calibri"/>
                <a:cs typeface="Calibri"/>
              </a:rPr>
              <a:t>borra</a:t>
            </a:r>
            <a:r>
              <a:rPr dirty="0" sz="2800" spc="-55">
                <a:solidFill>
                  <a:srgbClr val="4E3629"/>
                </a:solidFill>
                <a:latin typeface="Calibri"/>
                <a:cs typeface="Calibri"/>
              </a:rPr>
              <a:t> </a:t>
            </a:r>
            <a:r>
              <a:rPr dirty="0" sz="2800">
                <a:solidFill>
                  <a:srgbClr val="4E3629"/>
                </a:solidFill>
                <a:latin typeface="Calibri"/>
                <a:cs typeface="Calibri"/>
              </a:rPr>
              <a:t>una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a:solidFill>
                  <a:srgbClr val="4E3629"/>
                </a:solidFill>
                <a:latin typeface="Calibri"/>
                <a:cs typeface="Calibri"/>
              </a:rPr>
              <a:t>por</a:t>
            </a:r>
            <a:r>
              <a:rPr dirty="0" sz="2800" spc="-55">
                <a:solidFill>
                  <a:srgbClr val="4E3629"/>
                </a:solidFill>
                <a:latin typeface="Calibri"/>
                <a:cs typeface="Calibri"/>
              </a:rPr>
              <a:t> </a:t>
            </a:r>
            <a:r>
              <a:rPr dirty="0" sz="2800" spc="-35">
                <a:solidFill>
                  <a:srgbClr val="4E3629"/>
                </a:solidFill>
                <a:latin typeface="Calibri"/>
                <a:cs typeface="Calibri"/>
              </a:rPr>
              <a:t>error,</a:t>
            </a:r>
            <a:r>
              <a:rPr dirty="0" sz="2800" spc="-60">
                <a:solidFill>
                  <a:srgbClr val="4E3629"/>
                </a:solidFill>
                <a:latin typeface="Calibri"/>
                <a:cs typeface="Calibri"/>
              </a:rPr>
              <a:t> </a:t>
            </a:r>
            <a:r>
              <a:rPr dirty="0" sz="2800">
                <a:solidFill>
                  <a:srgbClr val="4E3629"/>
                </a:solidFill>
                <a:latin typeface="Calibri"/>
                <a:cs typeface="Calibri"/>
              </a:rPr>
              <a:t>puede</a:t>
            </a:r>
            <a:r>
              <a:rPr dirty="0" sz="2800" spc="-50">
                <a:solidFill>
                  <a:srgbClr val="4E3629"/>
                </a:solidFill>
                <a:latin typeface="Calibri"/>
                <a:cs typeface="Calibri"/>
              </a:rPr>
              <a:t> </a:t>
            </a:r>
            <a:r>
              <a:rPr dirty="0" sz="2800" spc="-10">
                <a:solidFill>
                  <a:srgbClr val="4E3629"/>
                </a:solidFill>
                <a:latin typeface="Calibri"/>
                <a:cs typeface="Calibri"/>
              </a:rPr>
              <a:t>recuperar</a:t>
            </a:r>
            <a:r>
              <a:rPr dirty="0" sz="2800" spc="-65">
                <a:solidFill>
                  <a:srgbClr val="4E3629"/>
                </a:solidFill>
                <a:latin typeface="Calibri"/>
                <a:cs typeface="Calibri"/>
              </a:rPr>
              <a:t> </a:t>
            </a:r>
            <a:r>
              <a:rPr dirty="0" sz="2800">
                <a:solidFill>
                  <a:srgbClr val="4E3629"/>
                </a:solidFill>
                <a:latin typeface="Calibri"/>
                <a:cs typeface="Calibri"/>
              </a:rPr>
              <a:t>esa</a:t>
            </a:r>
            <a:r>
              <a:rPr dirty="0" sz="2800" spc="-75">
                <a:solidFill>
                  <a:srgbClr val="4E3629"/>
                </a:solidFill>
                <a:latin typeface="Calibri"/>
                <a:cs typeface="Calibri"/>
              </a:rPr>
              <a:t> </a:t>
            </a:r>
            <a:r>
              <a:rPr dirty="0" sz="2800" spc="-10">
                <a:solidFill>
                  <a:srgbClr val="4E3629"/>
                </a:solidFill>
                <a:latin typeface="Calibri"/>
                <a:cs typeface="Calibri"/>
              </a:rPr>
              <a:t>tabla </a:t>
            </a:r>
            <a:r>
              <a:rPr dirty="0" sz="2800" spc="-10">
                <a:solidFill>
                  <a:srgbClr val="4E3629"/>
                </a:solidFill>
                <a:latin typeface="Calibri"/>
                <a:cs typeface="Calibri"/>
              </a:rPr>
              <a:t>	</a:t>
            </a:r>
            <a:r>
              <a:rPr dirty="0" sz="2800">
                <a:solidFill>
                  <a:srgbClr val="4E3629"/>
                </a:solidFill>
                <a:latin typeface="Calibri"/>
                <a:cs typeface="Calibri"/>
              </a:rPr>
              <a:t>y</a:t>
            </a:r>
            <a:r>
              <a:rPr dirty="0" sz="2800" spc="-30">
                <a:solidFill>
                  <a:srgbClr val="4E3629"/>
                </a:solidFill>
                <a:latin typeface="Calibri"/>
                <a:cs typeface="Calibri"/>
              </a:rPr>
              <a:t> </a:t>
            </a:r>
            <a:r>
              <a:rPr dirty="0" sz="2800">
                <a:solidFill>
                  <a:srgbClr val="4E3629"/>
                </a:solidFill>
                <a:latin typeface="Calibri"/>
                <a:cs typeface="Calibri"/>
              </a:rPr>
              <a:t>sus </a:t>
            </a:r>
            <a:r>
              <a:rPr dirty="0" sz="2800" spc="-10">
                <a:solidFill>
                  <a:srgbClr val="4E3629"/>
                </a:solidFill>
                <a:latin typeface="Calibri"/>
                <a:cs typeface="Calibri"/>
              </a:rPr>
              <a:t>datos</a:t>
            </a:r>
            <a:endParaRPr sz="2800">
              <a:latin typeface="Calibri"/>
              <a:cs typeface="Calibri"/>
            </a:endParaRPr>
          </a:p>
          <a:p>
            <a:pPr marL="183515" marR="5080" indent="-171450">
              <a:lnSpc>
                <a:spcPct val="90000"/>
              </a:lnSpc>
              <a:spcBef>
                <a:spcPts val="760"/>
              </a:spcBef>
              <a:buClr>
                <a:srgbClr val="D1350F"/>
              </a:buClr>
              <a:buFont typeface="Arial MT"/>
              <a:buChar char="•"/>
              <a:tabLst>
                <a:tab pos="184785" algn="l"/>
              </a:tabLst>
            </a:pPr>
            <a:r>
              <a:rPr dirty="0" sz="2800">
                <a:solidFill>
                  <a:srgbClr val="4E3629"/>
                </a:solidFill>
                <a:latin typeface="Calibri"/>
                <a:cs typeface="Calibri"/>
              </a:rPr>
              <a:t>Cada</a:t>
            </a:r>
            <a:r>
              <a:rPr dirty="0" sz="2800" spc="-55">
                <a:solidFill>
                  <a:srgbClr val="4E3629"/>
                </a:solidFill>
                <a:latin typeface="Calibri"/>
                <a:cs typeface="Calibri"/>
              </a:rPr>
              <a:t> </a:t>
            </a:r>
            <a:r>
              <a:rPr dirty="0" sz="2800">
                <a:solidFill>
                  <a:srgbClr val="4E3629"/>
                </a:solidFill>
                <a:latin typeface="Calibri"/>
                <a:cs typeface="Calibri"/>
              </a:rPr>
              <a:t>usuario</a:t>
            </a:r>
            <a:r>
              <a:rPr dirty="0" sz="2800" spc="-2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a:solidFill>
                  <a:srgbClr val="4E3629"/>
                </a:solidFill>
                <a:latin typeface="Calibri"/>
                <a:cs typeface="Calibri"/>
              </a:rPr>
              <a:t>base</a:t>
            </a:r>
            <a:r>
              <a:rPr dirty="0" sz="2800" spc="-4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datos</a:t>
            </a:r>
            <a:r>
              <a:rPr dirty="0" sz="2800" spc="-35">
                <a:solidFill>
                  <a:srgbClr val="4E3629"/>
                </a:solidFill>
                <a:latin typeface="Calibri"/>
                <a:cs typeface="Calibri"/>
              </a:rPr>
              <a:t> </a:t>
            </a:r>
            <a:r>
              <a:rPr dirty="0" sz="2800">
                <a:solidFill>
                  <a:srgbClr val="4E3629"/>
                </a:solidFill>
                <a:latin typeface="Calibri"/>
                <a:cs typeface="Calibri"/>
              </a:rPr>
              <a:t>tiene</a:t>
            </a:r>
            <a:r>
              <a:rPr dirty="0" sz="2800" spc="-45">
                <a:solidFill>
                  <a:srgbClr val="4E3629"/>
                </a:solidFill>
                <a:latin typeface="Calibri"/>
                <a:cs typeface="Calibri"/>
              </a:rPr>
              <a:t> </a:t>
            </a:r>
            <a:r>
              <a:rPr dirty="0" sz="2800">
                <a:solidFill>
                  <a:srgbClr val="4E3629"/>
                </a:solidFill>
                <a:latin typeface="Calibri"/>
                <a:cs typeface="Calibri"/>
              </a:rPr>
              <a:t>su</a:t>
            </a:r>
            <a:r>
              <a:rPr dirty="0" sz="2800" spc="-35">
                <a:solidFill>
                  <a:srgbClr val="4E3629"/>
                </a:solidFill>
                <a:latin typeface="Calibri"/>
                <a:cs typeface="Calibri"/>
              </a:rPr>
              <a:t> </a:t>
            </a:r>
            <a:r>
              <a:rPr dirty="0" sz="2800">
                <a:solidFill>
                  <a:srgbClr val="4E3629"/>
                </a:solidFill>
                <a:latin typeface="Calibri"/>
                <a:cs typeface="Calibri"/>
              </a:rPr>
              <a:t>propia</a:t>
            </a:r>
            <a:r>
              <a:rPr dirty="0" sz="2800" spc="-25">
                <a:solidFill>
                  <a:srgbClr val="4E3629"/>
                </a:solidFill>
                <a:latin typeface="Calibri"/>
                <a:cs typeface="Calibri"/>
              </a:rPr>
              <a:t> </a:t>
            </a:r>
            <a:r>
              <a:rPr dirty="0" sz="2800" spc="-10">
                <a:solidFill>
                  <a:srgbClr val="4E3629"/>
                </a:solidFill>
                <a:latin typeface="Calibri"/>
                <a:cs typeface="Calibri"/>
              </a:rPr>
              <a:t>papelera </a:t>
            </a:r>
            <a:r>
              <a:rPr dirty="0" sz="2800" spc="-1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reciclaje</a:t>
            </a:r>
            <a:r>
              <a:rPr dirty="0" sz="2800" spc="-60">
                <a:solidFill>
                  <a:srgbClr val="4E3629"/>
                </a:solidFill>
                <a:latin typeface="Calibri"/>
                <a:cs typeface="Calibri"/>
              </a:rPr>
              <a:t> </a:t>
            </a:r>
            <a:r>
              <a:rPr dirty="0" sz="2800">
                <a:solidFill>
                  <a:srgbClr val="4E3629"/>
                </a:solidFill>
                <a:latin typeface="Calibri"/>
                <a:cs typeface="Calibri"/>
              </a:rPr>
              <a:t>a</a:t>
            </a:r>
            <a:r>
              <a:rPr dirty="0" sz="2800" spc="-7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mueven</a:t>
            </a:r>
            <a:r>
              <a:rPr dirty="0" sz="2800" spc="-45">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objetos</a:t>
            </a:r>
            <a:r>
              <a:rPr dirty="0" sz="2800" spc="-55">
                <a:solidFill>
                  <a:srgbClr val="4E3629"/>
                </a:solidFill>
                <a:latin typeface="Calibri"/>
                <a:cs typeface="Calibri"/>
              </a:rPr>
              <a:t> </a:t>
            </a:r>
            <a:r>
              <a:rPr dirty="0" sz="2800" spc="-10">
                <a:solidFill>
                  <a:srgbClr val="4E3629"/>
                </a:solidFill>
                <a:latin typeface="Calibri"/>
                <a:cs typeface="Calibri"/>
              </a:rPr>
              <a:t>borrados</a:t>
            </a:r>
            <a:r>
              <a:rPr dirty="0" sz="2800" spc="-40">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pueden</a:t>
            </a:r>
            <a:r>
              <a:rPr dirty="0" sz="2800" spc="-30">
                <a:solidFill>
                  <a:srgbClr val="4E3629"/>
                </a:solidFill>
                <a:latin typeface="Calibri"/>
                <a:cs typeface="Calibri"/>
              </a:rPr>
              <a:t> </a:t>
            </a:r>
            <a:r>
              <a:rPr dirty="0" sz="2800" spc="-10">
                <a:solidFill>
                  <a:srgbClr val="4E3629"/>
                </a:solidFill>
                <a:latin typeface="Calibri"/>
                <a:cs typeface="Calibri"/>
              </a:rPr>
              <a:t>recuperar</a:t>
            </a:r>
            <a:r>
              <a:rPr dirty="0" sz="2800" spc="-3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aquí</a:t>
            </a:r>
            <a:r>
              <a:rPr dirty="0" sz="2800" spc="-45">
                <a:solidFill>
                  <a:srgbClr val="4E3629"/>
                </a:solidFill>
                <a:latin typeface="Calibri"/>
                <a:cs typeface="Calibri"/>
              </a:rPr>
              <a:t> </a:t>
            </a:r>
            <a:r>
              <a:rPr dirty="0" sz="2800">
                <a:solidFill>
                  <a:srgbClr val="4E3629"/>
                </a:solidFill>
                <a:latin typeface="Calibri"/>
                <a:cs typeface="Calibri"/>
              </a:rPr>
              <a:t>con</a:t>
            </a:r>
            <a:r>
              <a:rPr dirty="0" sz="2800" spc="-5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spc="-10">
                <a:solidFill>
                  <a:srgbClr val="4E3629"/>
                </a:solidFill>
                <a:latin typeface="Calibri"/>
                <a:cs typeface="Calibri"/>
              </a:rPr>
              <a:t>comando </a:t>
            </a:r>
            <a:r>
              <a:rPr dirty="0" sz="2800" spc="-10">
                <a:solidFill>
                  <a:srgbClr val="4E3629"/>
                </a:solidFill>
                <a:latin typeface="Calibri"/>
                <a:cs typeface="Calibri"/>
              </a:rPr>
              <a:t>	</a:t>
            </a:r>
            <a:r>
              <a:rPr dirty="0" sz="2800">
                <a:solidFill>
                  <a:srgbClr val="4E3629"/>
                </a:solidFill>
                <a:latin typeface="Calibri"/>
                <a:cs typeface="Calibri"/>
              </a:rPr>
              <a:t>FLASHBACK</a:t>
            </a:r>
            <a:r>
              <a:rPr dirty="0" sz="2800" spc="-140">
                <a:solidFill>
                  <a:srgbClr val="4E3629"/>
                </a:solidFill>
                <a:latin typeface="Calibri"/>
                <a:cs typeface="Calibri"/>
              </a:rPr>
              <a:t> </a:t>
            </a:r>
            <a:r>
              <a:rPr dirty="0" sz="2800" spc="-20">
                <a:solidFill>
                  <a:srgbClr val="4E3629"/>
                </a:solidFill>
                <a:latin typeface="Calibri"/>
                <a:cs typeface="Calibri"/>
              </a:rPr>
              <a:t>TABLE</a:t>
            </a:r>
            <a:endParaRPr sz="2800">
              <a:latin typeface="Calibri"/>
              <a:cs typeface="Calibri"/>
            </a:endParaRPr>
          </a:p>
          <a:p>
            <a:pPr marL="183515" marR="530860" indent="-171450">
              <a:lnSpc>
                <a:spcPts val="3020"/>
              </a:lnSpc>
              <a:spcBef>
                <a:spcPts val="855"/>
              </a:spcBef>
              <a:buClr>
                <a:srgbClr val="D1350F"/>
              </a:buClr>
              <a:buFont typeface="Arial MT"/>
              <a:buChar char="•"/>
              <a:tabLst>
                <a:tab pos="184785" algn="l"/>
              </a:tabLst>
            </a:pPr>
            <a:r>
              <a:rPr dirty="0" sz="2800">
                <a:solidFill>
                  <a:srgbClr val="4E3629"/>
                </a:solidFill>
                <a:latin typeface="Calibri"/>
                <a:cs typeface="Calibri"/>
              </a:rPr>
              <a:t>Este</a:t>
            </a:r>
            <a:r>
              <a:rPr dirty="0" sz="2800" spc="-95">
                <a:solidFill>
                  <a:srgbClr val="4E3629"/>
                </a:solidFill>
                <a:latin typeface="Calibri"/>
                <a:cs typeface="Calibri"/>
              </a:rPr>
              <a:t> </a:t>
            </a:r>
            <a:r>
              <a:rPr dirty="0" sz="2800">
                <a:solidFill>
                  <a:srgbClr val="4E3629"/>
                </a:solidFill>
                <a:latin typeface="Calibri"/>
                <a:cs typeface="Calibri"/>
              </a:rPr>
              <a:t>comando</a:t>
            </a:r>
            <a:r>
              <a:rPr dirty="0" sz="2800" spc="-80">
                <a:solidFill>
                  <a:srgbClr val="4E3629"/>
                </a:solidFill>
                <a:latin typeface="Calibri"/>
                <a:cs typeface="Calibri"/>
              </a:rPr>
              <a:t> </a:t>
            </a:r>
            <a:r>
              <a:rPr dirty="0" sz="2800">
                <a:solidFill>
                  <a:srgbClr val="4E3629"/>
                </a:solidFill>
                <a:latin typeface="Calibri"/>
                <a:cs typeface="Calibri"/>
              </a:rPr>
              <a:t>se</a:t>
            </a:r>
            <a:r>
              <a:rPr dirty="0" sz="2800" spc="-90">
                <a:solidFill>
                  <a:srgbClr val="4E3629"/>
                </a:solidFill>
                <a:latin typeface="Calibri"/>
                <a:cs typeface="Calibri"/>
              </a:rPr>
              <a:t> </a:t>
            </a:r>
            <a:r>
              <a:rPr dirty="0" sz="2800">
                <a:solidFill>
                  <a:srgbClr val="4E3629"/>
                </a:solidFill>
                <a:latin typeface="Calibri"/>
                <a:cs typeface="Calibri"/>
              </a:rPr>
              <a:t>puede</a:t>
            </a:r>
            <a:r>
              <a:rPr dirty="0" sz="2800" spc="-75">
                <a:solidFill>
                  <a:srgbClr val="4E3629"/>
                </a:solidFill>
                <a:latin typeface="Calibri"/>
                <a:cs typeface="Calibri"/>
              </a:rPr>
              <a:t> </a:t>
            </a:r>
            <a:r>
              <a:rPr dirty="0" sz="2800">
                <a:solidFill>
                  <a:srgbClr val="4E3629"/>
                </a:solidFill>
                <a:latin typeface="Calibri"/>
                <a:cs typeface="Calibri"/>
              </a:rPr>
              <a:t>utilizar</a:t>
            </a:r>
            <a:r>
              <a:rPr dirty="0" sz="2800" spc="-85">
                <a:solidFill>
                  <a:srgbClr val="4E3629"/>
                </a:solidFill>
                <a:latin typeface="Calibri"/>
                <a:cs typeface="Calibri"/>
              </a:rPr>
              <a:t> </a:t>
            </a:r>
            <a:r>
              <a:rPr dirty="0" sz="2800">
                <a:solidFill>
                  <a:srgbClr val="4E3629"/>
                </a:solidFill>
                <a:latin typeface="Calibri"/>
                <a:cs typeface="Calibri"/>
              </a:rPr>
              <a:t>para</a:t>
            </a:r>
            <a:r>
              <a:rPr dirty="0" sz="2800" spc="-80">
                <a:solidFill>
                  <a:srgbClr val="4E3629"/>
                </a:solidFill>
                <a:latin typeface="Calibri"/>
                <a:cs typeface="Calibri"/>
              </a:rPr>
              <a:t> </a:t>
            </a:r>
            <a:r>
              <a:rPr dirty="0" sz="2800" spc="-20">
                <a:solidFill>
                  <a:srgbClr val="4E3629"/>
                </a:solidFill>
                <a:latin typeface="Calibri"/>
                <a:cs typeface="Calibri"/>
              </a:rPr>
              <a:t>restaurar</a:t>
            </a:r>
            <a:r>
              <a:rPr dirty="0" sz="2800" spc="-7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a:solidFill>
                  <a:srgbClr val="4E3629"/>
                </a:solidFill>
                <a:latin typeface="Calibri"/>
                <a:cs typeface="Calibri"/>
              </a:rPr>
              <a:t>una</a:t>
            </a:r>
            <a:r>
              <a:rPr dirty="0" sz="2800" spc="-70">
                <a:solidFill>
                  <a:srgbClr val="4E3629"/>
                </a:solidFill>
                <a:latin typeface="Calibri"/>
                <a:cs typeface="Calibri"/>
              </a:rPr>
              <a:t> </a:t>
            </a:r>
            <a:r>
              <a:rPr dirty="0" sz="2800">
                <a:solidFill>
                  <a:srgbClr val="4E3629"/>
                </a:solidFill>
                <a:latin typeface="Calibri"/>
                <a:cs typeface="Calibri"/>
              </a:rPr>
              <a:t>vista</a:t>
            </a:r>
            <a:r>
              <a:rPr dirty="0" sz="2800" spc="-60">
                <a:solidFill>
                  <a:srgbClr val="4E3629"/>
                </a:solidFill>
                <a:latin typeface="Calibri"/>
                <a:cs typeface="Calibri"/>
              </a:rPr>
              <a:t> </a:t>
            </a:r>
            <a:r>
              <a:rPr dirty="0" sz="2800">
                <a:solidFill>
                  <a:srgbClr val="4E3629"/>
                </a:solidFill>
                <a:latin typeface="Calibri"/>
                <a:cs typeface="Calibri"/>
              </a:rPr>
              <a:t>o</a:t>
            </a:r>
            <a:r>
              <a:rPr dirty="0" sz="2800" spc="-8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índice</a:t>
            </a:r>
            <a:r>
              <a:rPr dirty="0" sz="2800" spc="-50">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haya</a:t>
            </a:r>
            <a:r>
              <a:rPr dirty="0" sz="2800" spc="-75">
                <a:solidFill>
                  <a:srgbClr val="4E3629"/>
                </a:solidFill>
                <a:latin typeface="Calibri"/>
                <a:cs typeface="Calibri"/>
              </a:rPr>
              <a:t> </a:t>
            </a:r>
            <a:r>
              <a:rPr dirty="0" sz="2800">
                <a:solidFill>
                  <a:srgbClr val="4E3629"/>
                </a:solidFill>
                <a:latin typeface="Calibri"/>
                <a:cs typeface="Calibri"/>
              </a:rPr>
              <a:t>borrado</a:t>
            </a:r>
            <a:r>
              <a:rPr dirty="0" sz="2800" spc="-55">
                <a:solidFill>
                  <a:srgbClr val="4E3629"/>
                </a:solidFill>
                <a:latin typeface="Calibri"/>
                <a:cs typeface="Calibri"/>
              </a:rPr>
              <a:t> </a:t>
            </a:r>
            <a:r>
              <a:rPr dirty="0" sz="2800" spc="-25">
                <a:solidFill>
                  <a:srgbClr val="4E3629"/>
                </a:solidFill>
                <a:latin typeface="Calibri"/>
                <a:cs typeface="Calibri"/>
              </a:rPr>
              <a:t>por </a:t>
            </a:r>
            <a:r>
              <a:rPr dirty="0" sz="2800" spc="-25">
                <a:solidFill>
                  <a:srgbClr val="4E3629"/>
                </a:solidFill>
                <a:latin typeface="Calibri"/>
                <a:cs typeface="Calibri"/>
              </a:rPr>
              <a:t>	</a:t>
            </a:r>
            <a:r>
              <a:rPr dirty="0" sz="2800" spc="-20">
                <a:solidFill>
                  <a:srgbClr val="4E3629"/>
                </a:solidFill>
                <a:latin typeface="Calibri"/>
                <a:cs typeface="Calibri"/>
              </a:rPr>
              <a:t>error</a:t>
            </a:r>
            <a:endParaRPr sz="2800">
              <a:latin typeface="Calibri"/>
              <a:cs typeface="Calibri"/>
            </a:endParaRPr>
          </a:p>
          <a:p>
            <a:pPr marL="184150" indent="-171450">
              <a:lnSpc>
                <a:spcPct val="100000"/>
              </a:lnSpc>
              <a:spcBef>
                <a:spcPts val="425"/>
              </a:spcBef>
              <a:buClr>
                <a:srgbClr val="D1350F"/>
              </a:buClr>
              <a:buFont typeface="Arial MT"/>
              <a:buChar char="•"/>
              <a:tabLst>
                <a:tab pos="184150" algn="l"/>
              </a:tabLst>
            </a:pP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sintaxis</a:t>
            </a:r>
            <a:r>
              <a:rPr dirty="0" sz="2800" spc="-25">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siguiente:</a:t>
            </a:r>
            <a:endParaRPr sz="2800">
              <a:latin typeface="Calibri"/>
              <a:cs typeface="Calibri"/>
            </a:endParaRPr>
          </a:p>
        </p:txBody>
      </p:sp>
      <p:sp>
        <p:nvSpPr>
          <p:cNvPr id="6" name="object 6" descr=""/>
          <p:cNvSpPr txBox="1"/>
          <p:nvPr/>
        </p:nvSpPr>
        <p:spPr>
          <a:xfrm>
            <a:off x="393191" y="5605271"/>
            <a:ext cx="8345805" cy="361315"/>
          </a:xfrm>
          <a:prstGeom prst="rect">
            <a:avLst/>
          </a:prstGeom>
          <a:solidFill>
            <a:srgbClr val="9DBEC4">
              <a:alpha val="50199"/>
            </a:srgbClr>
          </a:solidFill>
        </p:spPr>
        <p:txBody>
          <a:bodyPr wrap="square" lIns="0" tIns="17145" rIns="0" bIns="0" rtlCol="0" vert="horz">
            <a:spAutoFit/>
          </a:bodyPr>
          <a:lstStyle/>
          <a:p>
            <a:pPr>
              <a:lnSpc>
                <a:spcPct val="100000"/>
              </a:lnSpc>
              <a:spcBef>
                <a:spcPts val="135"/>
              </a:spcBef>
            </a:pPr>
            <a:r>
              <a:rPr dirty="0" sz="1800" b="1">
                <a:solidFill>
                  <a:srgbClr val="4E3629"/>
                </a:solidFill>
                <a:latin typeface="Courier New"/>
                <a:cs typeface="Courier New"/>
              </a:rPr>
              <a:t>FLASHBACK</a:t>
            </a:r>
            <a:r>
              <a:rPr dirty="0" sz="1800" spc="-80" b="1">
                <a:solidFill>
                  <a:srgbClr val="4E3629"/>
                </a:solidFill>
                <a:latin typeface="Courier New"/>
                <a:cs typeface="Courier New"/>
              </a:rPr>
              <a:t> </a:t>
            </a:r>
            <a:r>
              <a:rPr dirty="0" sz="1800" b="1">
                <a:solidFill>
                  <a:srgbClr val="4E3629"/>
                </a:solidFill>
                <a:latin typeface="Courier New"/>
                <a:cs typeface="Courier New"/>
              </a:rPr>
              <a:t>TABLE</a:t>
            </a:r>
            <a:r>
              <a:rPr dirty="0" sz="1800" spc="-70" b="1">
                <a:solidFill>
                  <a:srgbClr val="4E3629"/>
                </a:solidFill>
                <a:latin typeface="Courier New"/>
                <a:cs typeface="Courier New"/>
              </a:rPr>
              <a:t> </a:t>
            </a:r>
            <a:r>
              <a:rPr dirty="0" sz="1800" b="1">
                <a:solidFill>
                  <a:srgbClr val="4E3629"/>
                </a:solidFill>
                <a:latin typeface="Courier New"/>
                <a:cs typeface="Courier New"/>
              </a:rPr>
              <a:t>tablename</a:t>
            </a:r>
            <a:r>
              <a:rPr dirty="0" sz="1800" spc="-75" b="1">
                <a:solidFill>
                  <a:srgbClr val="4E3629"/>
                </a:solidFill>
                <a:latin typeface="Courier New"/>
                <a:cs typeface="Courier New"/>
              </a:rPr>
              <a:t> </a:t>
            </a:r>
            <a:r>
              <a:rPr dirty="0" sz="1800" b="1">
                <a:solidFill>
                  <a:srgbClr val="4E3629"/>
                </a:solidFill>
                <a:latin typeface="Courier New"/>
                <a:cs typeface="Courier New"/>
              </a:rPr>
              <a:t>TO</a:t>
            </a:r>
            <a:r>
              <a:rPr dirty="0" sz="1800" spc="-60" b="1">
                <a:solidFill>
                  <a:srgbClr val="4E3629"/>
                </a:solidFill>
                <a:latin typeface="Courier New"/>
                <a:cs typeface="Courier New"/>
              </a:rPr>
              <a:t> </a:t>
            </a:r>
            <a:r>
              <a:rPr dirty="0" sz="1800" b="1">
                <a:solidFill>
                  <a:srgbClr val="4E3629"/>
                </a:solidFill>
                <a:latin typeface="Courier New"/>
                <a:cs typeface="Courier New"/>
              </a:rPr>
              <a:t>BEFORE</a:t>
            </a:r>
            <a:r>
              <a:rPr dirty="0" sz="1800" spc="-70" b="1">
                <a:solidFill>
                  <a:srgbClr val="4E3629"/>
                </a:solidFill>
                <a:latin typeface="Courier New"/>
                <a:cs typeface="Courier New"/>
              </a:rPr>
              <a:t> </a:t>
            </a:r>
            <a:r>
              <a:rPr dirty="0" sz="1800" spc="-10" b="1">
                <a:solidFill>
                  <a:srgbClr val="4E3629"/>
                </a:solidFill>
                <a:latin typeface="Courier New"/>
                <a:cs typeface="Courier New"/>
              </a:rPr>
              <a:t>DROP;</a:t>
            </a:r>
            <a:endParaRPr sz="1800">
              <a:latin typeface="Courier New"/>
              <a:cs typeface="Courier New"/>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3114675" cy="528320"/>
          </a:xfrm>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35"/>
              <a:t>TABLE</a:t>
            </a:r>
          </a:p>
        </p:txBody>
      </p:sp>
      <p:sp>
        <p:nvSpPr>
          <p:cNvPr id="5" name="object 5" descr=""/>
          <p:cNvSpPr txBox="1"/>
          <p:nvPr/>
        </p:nvSpPr>
        <p:spPr>
          <a:xfrm>
            <a:off x="483514" y="1415923"/>
            <a:ext cx="7564755" cy="1219835"/>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Por</a:t>
            </a:r>
            <a:r>
              <a:rPr dirty="0" sz="2800" spc="-75">
                <a:solidFill>
                  <a:srgbClr val="4E3629"/>
                </a:solidFill>
                <a:latin typeface="Calibri"/>
                <a:cs typeface="Calibri"/>
              </a:rPr>
              <a:t> </a:t>
            </a:r>
            <a:r>
              <a:rPr dirty="0" sz="2800" spc="-10">
                <a:solidFill>
                  <a:srgbClr val="4E3629"/>
                </a:solidFill>
                <a:latin typeface="Calibri"/>
                <a:cs typeface="Calibri"/>
              </a:rPr>
              <a:t>ejemplo,</a:t>
            </a:r>
            <a:r>
              <a:rPr dirty="0" sz="2800" spc="-50">
                <a:solidFill>
                  <a:srgbClr val="4E3629"/>
                </a:solidFill>
                <a:latin typeface="Calibri"/>
                <a:cs typeface="Calibri"/>
              </a:rPr>
              <a:t> </a:t>
            </a:r>
            <a:r>
              <a:rPr dirty="0" sz="2800">
                <a:solidFill>
                  <a:srgbClr val="4E3629"/>
                </a:solidFill>
                <a:latin typeface="Calibri"/>
                <a:cs typeface="Calibri"/>
              </a:rPr>
              <a:t>si</a:t>
            </a:r>
            <a:r>
              <a:rPr dirty="0" sz="2800" spc="-70">
                <a:solidFill>
                  <a:srgbClr val="4E3629"/>
                </a:solidFill>
                <a:latin typeface="Calibri"/>
                <a:cs typeface="Calibri"/>
              </a:rPr>
              <a:t> </a:t>
            </a:r>
            <a:r>
              <a:rPr dirty="0" sz="2800">
                <a:solidFill>
                  <a:srgbClr val="4E3629"/>
                </a:solidFill>
                <a:latin typeface="Calibri"/>
                <a:cs typeface="Calibri"/>
              </a:rPr>
              <a:t>borra</a:t>
            </a:r>
            <a:r>
              <a:rPr dirty="0" sz="2800" spc="-55">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spc="-20">
                <a:solidFill>
                  <a:srgbClr val="4E3629"/>
                </a:solidFill>
                <a:latin typeface="Calibri"/>
                <a:cs typeface="Calibri"/>
              </a:rPr>
              <a:t>EMPLOYEES</a:t>
            </a:r>
            <a:r>
              <a:rPr dirty="0" sz="2800" spc="-70">
                <a:solidFill>
                  <a:srgbClr val="4E3629"/>
                </a:solidFill>
                <a:latin typeface="Calibri"/>
                <a:cs typeface="Calibri"/>
              </a:rPr>
              <a:t> </a:t>
            </a:r>
            <a:r>
              <a:rPr dirty="0" sz="2800">
                <a:solidFill>
                  <a:srgbClr val="4E3629"/>
                </a:solidFill>
                <a:latin typeface="Calibri"/>
                <a:cs typeface="Calibri"/>
              </a:rPr>
              <a:t>por</a:t>
            </a:r>
            <a:r>
              <a:rPr dirty="0" sz="2800" spc="-60">
                <a:solidFill>
                  <a:srgbClr val="4E3629"/>
                </a:solidFill>
                <a:latin typeface="Calibri"/>
                <a:cs typeface="Calibri"/>
              </a:rPr>
              <a:t> </a:t>
            </a:r>
            <a:r>
              <a:rPr dirty="0" sz="2800" spc="-10">
                <a:solidFill>
                  <a:srgbClr val="4E3629"/>
                </a:solidFill>
                <a:latin typeface="Calibri"/>
                <a:cs typeface="Calibri"/>
              </a:rPr>
              <a:t>error, </a:t>
            </a:r>
            <a:r>
              <a:rPr dirty="0" sz="2800" spc="-10">
                <a:solidFill>
                  <a:srgbClr val="4E3629"/>
                </a:solidFill>
                <a:latin typeface="Calibri"/>
                <a:cs typeface="Calibri"/>
              </a:rPr>
              <a:t>	</a:t>
            </a:r>
            <a:r>
              <a:rPr dirty="0" sz="2800">
                <a:solidFill>
                  <a:srgbClr val="4E3629"/>
                </a:solidFill>
                <a:latin typeface="Calibri"/>
                <a:cs typeface="Calibri"/>
              </a:rPr>
              <a:t>puede</a:t>
            </a:r>
            <a:r>
              <a:rPr dirty="0" sz="2800" spc="-95">
                <a:solidFill>
                  <a:srgbClr val="4E3629"/>
                </a:solidFill>
                <a:latin typeface="Calibri"/>
                <a:cs typeface="Calibri"/>
              </a:rPr>
              <a:t> </a:t>
            </a:r>
            <a:r>
              <a:rPr dirty="0" sz="2800" spc="-10">
                <a:solidFill>
                  <a:srgbClr val="4E3629"/>
                </a:solidFill>
                <a:latin typeface="Calibri"/>
                <a:cs typeface="Calibri"/>
              </a:rPr>
              <a:t>recuperarla</a:t>
            </a:r>
            <a:r>
              <a:rPr dirty="0" sz="2800" spc="-100">
                <a:solidFill>
                  <a:srgbClr val="4E3629"/>
                </a:solidFill>
                <a:latin typeface="Calibri"/>
                <a:cs typeface="Calibri"/>
              </a:rPr>
              <a:t> </a:t>
            </a:r>
            <a:r>
              <a:rPr dirty="0" sz="2800" spc="-10">
                <a:solidFill>
                  <a:srgbClr val="4E3629"/>
                </a:solidFill>
                <a:latin typeface="Calibri"/>
                <a:cs typeface="Calibri"/>
              </a:rPr>
              <a:t>simplemente</a:t>
            </a:r>
            <a:r>
              <a:rPr dirty="0" sz="2800" spc="-85">
                <a:solidFill>
                  <a:srgbClr val="4E3629"/>
                </a:solidFill>
                <a:latin typeface="Calibri"/>
                <a:cs typeface="Calibri"/>
              </a:rPr>
              <a:t> </a:t>
            </a:r>
            <a:r>
              <a:rPr dirty="0" sz="2800">
                <a:solidFill>
                  <a:srgbClr val="4E3629"/>
                </a:solidFill>
                <a:latin typeface="Calibri"/>
                <a:cs typeface="Calibri"/>
              </a:rPr>
              <a:t>emitiendo</a:t>
            </a:r>
            <a:r>
              <a:rPr dirty="0" sz="2800" spc="-85">
                <a:solidFill>
                  <a:srgbClr val="4E3629"/>
                </a:solidFill>
                <a:latin typeface="Calibri"/>
                <a:cs typeface="Calibri"/>
              </a:rPr>
              <a:t> </a:t>
            </a:r>
            <a:r>
              <a:rPr dirty="0" sz="2800" spc="-35">
                <a:solidFill>
                  <a:srgbClr val="4E3629"/>
                </a:solidFill>
                <a:latin typeface="Calibri"/>
                <a:cs typeface="Calibri"/>
              </a:rPr>
              <a:t>el </a:t>
            </a:r>
            <a:r>
              <a:rPr dirty="0" sz="2800" spc="-35">
                <a:solidFill>
                  <a:srgbClr val="4E3629"/>
                </a:solidFill>
                <a:latin typeface="Calibri"/>
                <a:cs typeface="Calibri"/>
              </a:rPr>
              <a:t>	</a:t>
            </a:r>
            <a:r>
              <a:rPr dirty="0" sz="2800" spc="-10">
                <a:solidFill>
                  <a:srgbClr val="4E3629"/>
                </a:solidFill>
                <a:latin typeface="Calibri"/>
                <a:cs typeface="Calibri"/>
              </a:rPr>
              <a:t>comando:</a:t>
            </a:r>
            <a:endParaRPr sz="2800">
              <a:latin typeface="Calibri"/>
              <a:cs typeface="Calibri"/>
            </a:endParaRPr>
          </a:p>
        </p:txBody>
      </p:sp>
      <p:sp>
        <p:nvSpPr>
          <p:cNvPr id="6" name="object 6" descr=""/>
          <p:cNvSpPr txBox="1"/>
          <p:nvPr/>
        </p:nvSpPr>
        <p:spPr>
          <a:xfrm>
            <a:off x="483514" y="3156585"/>
            <a:ext cx="7900034" cy="2473325"/>
          </a:xfrm>
          <a:prstGeom prst="rect">
            <a:avLst/>
          </a:prstGeom>
        </p:spPr>
        <p:txBody>
          <a:bodyPr wrap="square" lIns="0" tIns="54610" rIns="0" bIns="0" rtlCol="0" vert="horz">
            <a:spAutoFit/>
          </a:bodyPr>
          <a:lstStyle/>
          <a:p>
            <a:pPr marL="183515" marR="5080" indent="-171450">
              <a:lnSpc>
                <a:spcPct val="90000"/>
              </a:lnSpc>
              <a:spcBef>
                <a:spcPts val="430"/>
              </a:spcBef>
              <a:buClr>
                <a:srgbClr val="D1350F"/>
              </a:buClr>
              <a:buFont typeface="Arial MT"/>
              <a:buChar char="•"/>
              <a:tabLst>
                <a:tab pos="184785" algn="l"/>
              </a:tabLst>
            </a:pPr>
            <a:r>
              <a:rPr dirty="0" sz="2800">
                <a:solidFill>
                  <a:srgbClr val="4E3629"/>
                </a:solidFill>
                <a:latin typeface="Calibri"/>
                <a:cs typeface="Calibri"/>
              </a:rPr>
              <a:t>Como</a:t>
            </a:r>
            <a:r>
              <a:rPr dirty="0" sz="2800" spc="-75">
                <a:solidFill>
                  <a:srgbClr val="4E3629"/>
                </a:solidFill>
                <a:latin typeface="Calibri"/>
                <a:cs typeface="Calibri"/>
              </a:rPr>
              <a:t> </a:t>
            </a:r>
            <a:r>
              <a:rPr dirty="0" sz="2800" spc="-10">
                <a:solidFill>
                  <a:srgbClr val="4E3629"/>
                </a:solidFill>
                <a:latin typeface="Calibri"/>
                <a:cs typeface="Calibri"/>
              </a:rPr>
              <a:t>propietario</a:t>
            </a:r>
            <a:r>
              <a:rPr dirty="0" sz="2800" spc="-5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a:solidFill>
                  <a:srgbClr val="4E3629"/>
                </a:solidFill>
                <a:latin typeface="Calibri"/>
                <a:cs typeface="Calibri"/>
              </a:rPr>
              <a:t>puede</a:t>
            </a:r>
            <a:r>
              <a:rPr dirty="0" sz="2800" spc="-50">
                <a:solidFill>
                  <a:srgbClr val="4E3629"/>
                </a:solidFill>
                <a:latin typeface="Calibri"/>
                <a:cs typeface="Calibri"/>
              </a:rPr>
              <a:t> </a:t>
            </a:r>
            <a:r>
              <a:rPr dirty="0" sz="2800">
                <a:solidFill>
                  <a:srgbClr val="4E3629"/>
                </a:solidFill>
                <a:latin typeface="Calibri"/>
                <a:cs typeface="Calibri"/>
              </a:rPr>
              <a:t>emitir</a:t>
            </a:r>
            <a:r>
              <a:rPr dirty="0" sz="2800" spc="-65">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comando</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flashback</a:t>
            </a:r>
            <a:r>
              <a:rPr dirty="0" sz="2800" spc="-25">
                <a:solidFill>
                  <a:srgbClr val="4E3629"/>
                </a:solidFill>
                <a:latin typeface="Calibri"/>
                <a:cs typeface="Calibri"/>
              </a:rPr>
              <a:t> </a:t>
            </a:r>
            <a:r>
              <a:rPr dirty="0" sz="2800">
                <a:solidFill>
                  <a:srgbClr val="4E3629"/>
                </a:solidFill>
                <a:latin typeface="Calibri"/>
                <a:cs typeface="Calibri"/>
              </a:rPr>
              <a:t>y</a:t>
            </a:r>
            <a:r>
              <a:rPr dirty="0" sz="2800" spc="-50">
                <a:solidFill>
                  <a:srgbClr val="4E3629"/>
                </a:solidFill>
                <a:latin typeface="Calibri"/>
                <a:cs typeface="Calibri"/>
              </a:rPr>
              <a:t> </a:t>
            </a:r>
            <a:r>
              <a:rPr dirty="0" sz="2800">
                <a:solidFill>
                  <a:srgbClr val="4E3629"/>
                </a:solidFill>
                <a:latin typeface="Calibri"/>
                <a:cs typeface="Calibri"/>
              </a:rPr>
              <a:t>si</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que</a:t>
            </a:r>
            <a:r>
              <a:rPr dirty="0" sz="2800" spc="-30">
                <a:solidFill>
                  <a:srgbClr val="4E3629"/>
                </a:solidFill>
                <a:latin typeface="Calibri"/>
                <a:cs typeface="Calibri"/>
              </a:rPr>
              <a:t> </a:t>
            </a:r>
            <a:r>
              <a:rPr dirty="0" sz="2800" spc="-20">
                <a:solidFill>
                  <a:srgbClr val="4E3629"/>
                </a:solidFill>
                <a:latin typeface="Calibri"/>
                <a:cs typeface="Calibri"/>
              </a:rPr>
              <a:t>está 	restaurando</a:t>
            </a:r>
            <a:r>
              <a:rPr dirty="0" sz="2800" spc="-75">
                <a:solidFill>
                  <a:srgbClr val="4E3629"/>
                </a:solidFill>
                <a:latin typeface="Calibri"/>
                <a:cs typeface="Calibri"/>
              </a:rPr>
              <a:t> </a:t>
            </a:r>
            <a:r>
              <a:rPr dirty="0" sz="2800">
                <a:solidFill>
                  <a:srgbClr val="4E3629"/>
                </a:solidFill>
                <a:latin typeface="Calibri"/>
                <a:cs typeface="Calibri"/>
              </a:rPr>
              <a:t>tenía</a:t>
            </a:r>
            <a:r>
              <a:rPr dirty="0" sz="2800" spc="-100">
                <a:solidFill>
                  <a:srgbClr val="4E3629"/>
                </a:solidFill>
                <a:latin typeface="Calibri"/>
                <a:cs typeface="Calibri"/>
              </a:rPr>
              <a:t> </a:t>
            </a:r>
            <a:r>
              <a:rPr dirty="0" sz="2800">
                <a:solidFill>
                  <a:srgbClr val="4E3629"/>
                </a:solidFill>
                <a:latin typeface="Calibri"/>
                <a:cs typeface="Calibri"/>
              </a:rPr>
              <a:t>índices,</a:t>
            </a:r>
            <a:r>
              <a:rPr dirty="0" sz="2800" spc="-65">
                <a:solidFill>
                  <a:srgbClr val="4E3629"/>
                </a:solidFill>
                <a:latin typeface="Calibri"/>
                <a:cs typeface="Calibri"/>
              </a:rPr>
              <a:t> </a:t>
            </a:r>
            <a:r>
              <a:rPr dirty="0" sz="2800">
                <a:solidFill>
                  <a:srgbClr val="4E3629"/>
                </a:solidFill>
                <a:latin typeface="Calibri"/>
                <a:cs typeface="Calibri"/>
              </a:rPr>
              <a:t>estos</a:t>
            </a:r>
            <a:r>
              <a:rPr dirty="0" sz="2800" spc="-90">
                <a:solidFill>
                  <a:srgbClr val="4E3629"/>
                </a:solidFill>
                <a:latin typeface="Calibri"/>
                <a:cs typeface="Calibri"/>
              </a:rPr>
              <a:t> </a:t>
            </a:r>
            <a:r>
              <a:rPr dirty="0" sz="2800">
                <a:solidFill>
                  <a:srgbClr val="4E3629"/>
                </a:solidFill>
                <a:latin typeface="Calibri"/>
                <a:cs typeface="Calibri"/>
              </a:rPr>
              <a:t>también</a:t>
            </a:r>
            <a:r>
              <a:rPr dirty="0" sz="2800" spc="-80">
                <a:solidFill>
                  <a:srgbClr val="4E3629"/>
                </a:solidFill>
                <a:latin typeface="Calibri"/>
                <a:cs typeface="Calibri"/>
              </a:rPr>
              <a:t> </a:t>
            </a:r>
            <a:r>
              <a:rPr dirty="0" sz="2800">
                <a:solidFill>
                  <a:srgbClr val="4E3629"/>
                </a:solidFill>
                <a:latin typeface="Calibri"/>
                <a:cs typeface="Calibri"/>
              </a:rPr>
              <a:t>se</a:t>
            </a:r>
            <a:r>
              <a:rPr dirty="0" sz="2800" spc="-90">
                <a:solidFill>
                  <a:srgbClr val="4E3629"/>
                </a:solidFill>
                <a:latin typeface="Calibri"/>
                <a:cs typeface="Calibri"/>
              </a:rPr>
              <a:t> </a:t>
            </a:r>
            <a:r>
              <a:rPr dirty="0" sz="2800" spc="-10">
                <a:solidFill>
                  <a:srgbClr val="4E3629"/>
                </a:solidFill>
                <a:latin typeface="Calibri"/>
                <a:cs typeface="Calibri"/>
              </a:rPr>
              <a:t>restauran</a:t>
            </a:r>
            <a:endParaRPr sz="2800">
              <a:latin typeface="Calibri"/>
              <a:cs typeface="Calibri"/>
            </a:endParaRPr>
          </a:p>
          <a:p>
            <a:pPr marL="183515" marR="484505" indent="-171450">
              <a:lnSpc>
                <a:spcPts val="3030"/>
              </a:lnSpc>
              <a:spcBef>
                <a:spcPts val="830"/>
              </a:spcBef>
              <a:buClr>
                <a:srgbClr val="D1350F"/>
              </a:buClr>
              <a:buFont typeface="Arial MT"/>
              <a:buChar char="•"/>
              <a:tabLst>
                <a:tab pos="184785" algn="l"/>
              </a:tabLst>
            </a:pPr>
            <a:r>
              <a:rPr dirty="0" sz="2800">
                <a:solidFill>
                  <a:srgbClr val="4E3629"/>
                </a:solidFill>
                <a:latin typeface="Calibri"/>
                <a:cs typeface="Calibri"/>
              </a:rPr>
              <a:t>Es</a:t>
            </a:r>
            <a:r>
              <a:rPr dirty="0" sz="2800" spc="-70">
                <a:solidFill>
                  <a:srgbClr val="4E3629"/>
                </a:solidFill>
                <a:latin typeface="Calibri"/>
                <a:cs typeface="Calibri"/>
              </a:rPr>
              <a:t> </a:t>
            </a:r>
            <a:r>
              <a:rPr dirty="0" sz="2800">
                <a:solidFill>
                  <a:srgbClr val="4E3629"/>
                </a:solidFill>
                <a:latin typeface="Calibri"/>
                <a:cs typeface="Calibri"/>
              </a:rPr>
              <a:t>posible</a:t>
            </a:r>
            <a:r>
              <a:rPr dirty="0" sz="2800" spc="-30">
                <a:solidFill>
                  <a:srgbClr val="4E3629"/>
                </a:solidFill>
                <a:latin typeface="Calibri"/>
                <a:cs typeface="Calibri"/>
              </a:rPr>
              <a:t> </a:t>
            </a:r>
            <a:r>
              <a:rPr dirty="0" sz="2800">
                <a:solidFill>
                  <a:srgbClr val="4E3629"/>
                </a:solidFill>
                <a:latin typeface="Calibri"/>
                <a:cs typeface="Calibri"/>
              </a:rPr>
              <a:t>ver</a:t>
            </a:r>
            <a:r>
              <a:rPr dirty="0" sz="2800" spc="-70">
                <a:solidFill>
                  <a:srgbClr val="4E3629"/>
                </a:solidFill>
                <a:latin typeface="Calibri"/>
                <a:cs typeface="Calibri"/>
              </a:rPr>
              <a:t> </a:t>
            </a:r>
            <a:r>
              <a:rPr dirty="0" sz="2800">
                <a:solidFill>
                  <a:srgbClr val="4E3629"/>
                </a:solidFill>
                <a:latin typeface="Calibri"/>
                <a:cs typeface="Calibri"/>
              </a:rPr>
              <a:t>los</a:t>
            </a:r>
            <a:r>
              <a:rPr dirty="0" sz="2800" spc="-60">
                <a:solidFill>
                  <a:srgbClr val="4E3629"/>
                </a:solidFill>
                <a:latin typeface="Calibri"/>
                <a:cs typeface="Calibri"/>
              </a:rPr>
              <a:t> </a:t>
            </a:r>
            <a:r>
              <a:rPr dirty="0" sz="2800">
                <a:solidFill>
                  <a:srgbClr val="4E3629"/>
                </a:solidFill>
                <a:latin typeface="Calibri"/>
                <a:cs typeface="Calibri"/>
              </a:rPr>
              <a:t>objetos</a:t>
            </a:r>
            <a:r>
              <a:rPr dirty="0" sz="2800" spc="-50">
                <a:solidFill>
                  <a:srgbClr val="4E3629"/>
                </a:solidFill>
                <a:latin typeface="Calibri"/>
                <a:cs typeface="Calibri"/>
              </a:rPr>
              <a:t> </a:t>
            </a:r>
            <a:r>
              <a:rPr dirty="0" sz="2800">
                <a:solidFill>
                  <a:srgbClr val="4E3629"/>
                </a:solidFill>
                <a:latin typeface="Calibri"/>
                <a:cs typeface="Calibri"/>
              </a:rPr>
              <a:t>que</a:t>
            </a:r>
            <a:r>
              <a:rPr dirty="0" sz="2800" spc="-6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pueden</a:t>
            </a:r>
            <a:r>
              <a:rPr dirty="0" sz="2800" spc="-35">
                <a:solidFill>
                  <a:srgbClr val="4E3629"/>
                </a:solidFill>
                <a:latin typeface="Calibri"/>
                <a:cs typeface="Calibri"/>
              </a:rPr>
              <a:t> </a:t>
            </a:r>
            <a:r>
              <a:rPr dirty="0" sz="2800" spc="-10">
                <a:solidFill>
                  <a:srgbClr val="4E3629"/>
                </a:solidFill>
                <a:latin typeface="Calibri"/>
                <a:cs typeface="Calibri"/>
              </a:rPr>
              <a:t>restaurar 	consultando</a:t>
            </a:r>
            <a:r>
              <a:rPr dirty="0" sz="2800" spc="-2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vista</a:t>
            </a:r>
            <a:r>
              <a:rPr dirty="0" sz="2800" spc="-45">
                <a:solidFill>
                  <a:srgbClr val="4E3629"/>
                </a:solidFill>
                <a:latin typeface="Calibri"/>
                <a:cs typeface="Calibri"/>
              </a:rPr>
              <a:t> </a:t>
            </a:r>
            <a:r>
              <a:rPr dirty="0" sz="2800">
                <a:solidFill>
                  <a:srgbClr val="4E3629"/>
                </a:solidFill>
                <a:latin typeface="Calibri"/>
                <a:cs typeface="Calibri"/>
              </a:rPr>
              <a:t>del</a:t>
            </a:r>
            <a:r>
              <a:rPr dirty="0" sz="2800" spc="-60">
                <a:solidFill>
                  <a:srgbClr val="4E3629"/>
                </a:solidFill>
                <a:latin typeface="Calibri"/>
                <a:cs typeface="Calibri"/>
              </a:rPr>
              <a:t> </a:t>
            </a:r>
            <a:r>
              <a:rPr dirty="0" sz="2800">
                <a:solidFill>
                  <a:srgbClr val="4E3629"/>
                </a:solidFill>
                <a:latin typeface="Calibri"/>
                <a:cs typeface="Calibri"/>
              </a:rPr>
              <a:t>diccionario</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10">
                <a:solidFill>
                  <a:srgbClr val="4E3629"/>
                </a:solidFill>
                <a:latin typeface="Calibri"/>
                <a:cs typeface="Calibri"/>
              </a:rPr>
              <a:t>datos 	USER_RECYCLEBIN</a:t>
            </a:r>
            <a:endParaRPr sz="2800">
              <a:latin typeface="Calibri"/>
              <a:cs typeface="Calibri"/>
            </a:endParaRPr>
          </a:p>
        </p:txBody>
      </p:sp>
      <p:sp>
        <p:nvSpPr>
          <p:cNvPr id="7" name="object 7" descr=""/>
          <p:cNvSpPr txBox="1"/>
          <p:nvPr/>
        </p:nvSpPr>
        <p:spPr>
          <a:xfrm>
            <a:off x="417576" y="2679192"/>
            <a:ext cx="8345805" cy="361315"/>
          </a:xfrm>
          <a:prstGeom prst="rect">
            <a:avLst/>
          </a:prstGeom>
          <a:solidFill>
            <a:srgbClr val="9DBEC4">
              <a:alpha val="50199"/>
            </a:srgbClr>
          </a:solidFill>
        </p:spPr>
        <p:txBody>
          <a:bodyPr wrap="square" lIns="0" tIns="16510" rIns="0" bIns="0" rtlCol="0" vert="horz">
            <a:spAutoFit/>
          </a:bodyPr>
          <a:lstStyle/>
          <a:p>
            <a:pPr>
              <a:lnSpc>
                <a:spcPct val="100000"/>
              </a:lnSpc>
              <a:spcBef>
                <a:spcPts val="130"/>
              </a:spcBef>
            </a:pPr>
            <a:r>
              <a:rPr dirty="0" sz="1800" b="1">
                <a:solidFill>
                  <a:srgbClr val="4E3629"/>
                </a:solidFill>
                <a:latin typeface="Courier New"/>
                <a:cs typeface="Courier New"/>
              </a:rPr>
              <a:t>FLASHBACK</a:t>
            </a:r>
            <a:r>
              <a:rPr dirty="0" sz="1800" spc="-85" b="1">
                <a:solidFill>
                  <a:srgbClr val="4E3629"/>
                </a:solidFill>
                <a:latin typeface="Courier New"/>
                <a:cs typeface="Courier New"/>
              </a:rPr>
              <a:t> </a:t>
            </a:r>
            <a:r>
              <a:rPr dirty="0" sz="1800" b="1">
                <a:solidFill>
                  <a:srgbClr val="4E3629"/>
                </a:solidFill>
                <a:latin typeface="Courier New"/>
                <a:cs typeface="Courier New"/>
              </a:rPr>
              <a:t>TABLE</a:t>
            </a:r>
            <a:r>
              <a:rPr dirty="0" sz="1800" spc="-65" b="1">
                <a:solidFill>
                  <a:srgbClr val="4E3629"/>
                </a:solidFill>
                <a:latin typeface="Courier New"/>
                <a:cs typeface="Courier New"/>
              </a:rPr>
              <a:t> </a:t>
            </a:r>
            <a:r>
              <a:rPr dirty="0" sz="1800" b="1">
                <a:solidFill>
                  <a:srgbClr val="4E3629"/>
                </a:solidFill>
                <a:latin typeface="Courier New"/>
                <a:cs typeface="Courier New"/>
              </a:rPr>
              <a:t>copy_employees</a:t>
            </a:r>
            <a:r>
              <a:rPr dirty="0" sz="1800" spc="-70" b="1">
                <a:solidFill>
                  <a:srgbClr val="4E3629"/>
                </a:solidFill>
                <a:latin typeface="Courier New"/>
                <a:cs typeface="Courier New"/>
              </a:rPr>
              <a:t> </a:t>
            </a:r>
            <a:r>
              <a:rPr dirty="0" sz="1800" b="1">
                <a:solidFill>
                  <a:srgbClr val="4E3629"/>
                </a:solidFill>
                <a:latin typeface="Courier New"/>
                <a:cs typeface="Courier New"/>
              </a:rPr>
              <a:t>TO</a:t>
            </a:r>
            <a:r>
              <a:rPr dirty="0" sz="1800" spc="-70" b="1">
                <a:solidFill>
                  <a:srgbClr val="4E3629"/>
                </a:solidFill>
                <a:latin typeface="Courier New"/>
                <a:cs typeface="Courier New"/>
              </a:rPr>
              <a:t> </a:t>
            </a:r>
            <a:r>
              <a:rPr dirty="0" sz="1800" b="1">
                <a:solidFill>
                  <a:srgbClr val="4E3629"/>
                </a:solidFill>
                <a:latin typeface="Courier New"/>
                <a:cs typeface="Courier New"/>
              </a:rPr>
              <a:t>BEFORE</a:t>
            </a:r>
            <a:r>
              <a:rPr dirty="0" sz="1800" spc="-70" b="1">
                <a:solidFill>
                  <a:srgbClr val="4E3629"/>
                </a:solidFill>
                <a:latin typeface="Courier New"/>
                <a:cs typeface="Courier New"/>
              </a:rPr>
              <a:t> </a:t>
            </a:r>
            <a:r>
              <a:rPr dirty="0" sz="1800" spc="-10" b="1">
                <a:solidFill>
                  <a:srgbClr val="4E3629"/>
                </a:solidFill>
                <a:latin typeface="Courier New"/>
                <a:cs typeface="Courier New"/>
              </a:rPr>
              <a:t>DROP;</a:t>
            </a:r>
            <a:endParaRPr sz="1800">
              <a:latin typeface="Courier New"/>
              <a:cs typeface="Courier New"/>
            </a:endParaRPr>
          </a:p>
        </p:txBody>
      </p:sp>
      <p:pic>
        <p:nvPicPr>
          <p:cNvPr id="8" name="object 8" descr=""/>
          <p:cNvPicPr/>
          <p:nvPr/>
        </p:nvPicPr>
        <p:blipFill>
          <a:blip r:embed="rId4" cstate="print"/>
          <a:stretch>
            <a:fillRect/>
          </a:stretch>
        </p:blipFill>
        <p:spPr>
          <a:xfrm>
            <a:off x="7621523" y="4959096"/>
            <a:ext cx="1284731" cy="1597152"/>
          </a:xfrm>
          <a:prstGeom prst="rect">
            <a:avLst/>
          </a:prstGeom>
        </p:spPr>
      </p:pic>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23</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3114675" cy="528320"/>
          </a:xfrm>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35"/>
              <a:t>TABLE</a:t>
            </a:r>
          </a:p>
        </p:txBody>
      </p:sp>
      <p:sp>
        <p:nvSpPr>
          <p:cNvPr id="5" name="object 5" descr=""/>
          <p:cNvSpPr txBox="1"/>
          <p:nvPr/>
        </p:nvSpPr>
        <p:spPr>
          <a:xfrm>
            <a:off x="483514" y="1415923"/>
            <a:ext cx="7666990"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puede</a:t>
            </a:r>
            <a:r>
              <a:rPr dirty="0" sz="2800" spc="-60">
                <a:solidFill>
                  <a:srgbClr val="4E3629"/>
                </a:solidFill>
                <a:latin typeface="Calibri"/>
                <a:cs typeface="Calibri"/>
              </a:rPr>
              <a:t> </a:t>
            </a:r>
            <a:r>
              <a:rPr dirty="0" sz="2800">
                <a:solidFill>
                  <a:srgbClr val="4E3629"/>
                </a:solidFill>
                <a:latin typeface="Calibri"/>
                <a:cs typeface="Calibri"/>
              </a:rPr>
              <a:t>consultar</a:t>
            </a:r>
            <a:r>
              <a:rPr dirty="0" sz="2800" spc="-45">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vista</a:t>
            </a:r>
            <a:r>
              <a:rPr dirty="0" sz="2800" spc="-60">
                <a:solidFill>
                  <a:srgbClr val="4E3629"/>
                </a:solidFill>
                <a:latin typeface="Calibri"/>
                <a:cs typeface="Calibri"/>
              </a:rPr>
              <a:t> </a:t>
            </a:r>
            <a:r>
              <a:rPr dirty="0" sz="2800" spc="-10">
                <a:solidFill>
                  <a:srgbClr val="4E3629"/>
                </a:solidFill>
                <a:latin typeface="Calibri"/>
                <a:cs typeface="Calibri"/>
              </a:rPr>
              <a:t>USER_RECYCLEBIN</a:t>
            </a:r>
            <a:r>
              <a:rPr dirty="0" sz="2800" spc="-75">
                <a:solidFill>
                  <a:srgbClr val="4E3629"/>
                </a:solidFill>
                <a:latin typeface="Calibri"/>
                <a:cs typeface="Calibri"/>
              </a:rPr>
              <a:t> </a:t>
            </a:r>
            <a:r>
              <a:rPr dirty="0" sz="2800" spc="-20">
                <a:solidFill>
                  <a:srgbClr val="4E3629"/>
                </a:solidFill>
                <a:latin typeface="Calibri"/>
                <a:cs typeface="Calibri"/>
              </a:rPr>
              <a:t>como </a:t>
            </a:r>
            <a:r>
              <a:rPr dirty="0" sz="2800" spc="-20">
                <a:solidFill>
                  <a:srgbClr val="4E3629"/>
                </a:solidFill>
                <a:latin typeface="Calibri"/>
                <a:cs typeface="Calibri"/>
              </a:rPr>
              <a:t>	</a:t>
            </a:r>
            <a:r>
              <a:rPr dirty="0" sz="2800">
                <a:solidFill>
                  <a:srgbClr val="4E3629"/>
                </a:solidFill>
                <a:latin typeface="Calibri"/>
                <a:cs typeface="Calibri"/>
              </a:rPr>
              <a:t>todas</a:t>
            </a:r>
            <a:r>
              <a:rPr dirty="0" sz="2800" spc="-65">
                <a:solidFill>
                  <a:srgbClr val="4E3629"/>
                </a:solidFill>
                <a:latin typeface="Calibri"/>
                <a:cs typeface="Calibri"/>
              </a:rPr>
              <a:t> </a:t>
            </a:r>
            <a:r>
              <a:rPr dirty="0" sz="2800">
                <a:solidFill>
                  <a:srgbClr val="4E3629"/>
                </a:solidFill>
                <a:latin typeface="Calibri"/>
                <a:cs typeface="Calibri"/>
              </a:rPr>
              <a:t>las</a:t>
            </a:r>
            <a:r>
              <a:rPr dirty="0" sz="2800" spc="-80">
                <a:solidFill>
                  <a:srgbClr val="4E3629"/>
                </a:solidFill>
                <a:latin typeface="Calibri"/>
                <a:cs typeface="Calibri"/>
              </a:rPr>
              <a:t> </a:t>
            </a:r>
            <a:r>
              <a:rPr dirty="0" sz="2800">
                <a:solidFill>
                  <a:srgbClr val="4E3629"/>
                </a:solidFill>
                <a:latin typeface="Calibri"/>
                <a:cs typeface="Calibri"/>
              </a:rPr>
              <a:t>demás</a:t>
            </a:r>
            <a:r>
              <a:rPr dirty="0" sz="2800" spc="-60">
                <a:solidFill>
                  <a:srgbClr val="4E3629"/>
                </a:solidFill>
                <a:latin typeface="Calibri"/>
                <a:cs typeface="Calibri"/>
              </a:rPr>
              <a:t> </a:t>
            </a:r>
            <a:r>
              <a:rPr dirty="0" sz="2800">
                <a:solidFill>
                  <a:srgbClr val="4E3629"/>
                </a:solidFill>
                <a:latin typeface="Calibri"/>
                <a:cs typeface="Calibri"/>
              </a:rPr>
              <a:t>vistas</a:t>
            </a:r>
            <a:r>
              <a:rPr dirty="0" sz="2800" spc="-60">
                <a:solidFill>
                  <a:srgbClr val="4E3629"/>
                </a:solidFill>
                <a:latin typeface="Calibri"/>
                <a:cs typeface="Calibri"/>
              </a:rPr>
              <a:t> </a:t>
            </a:r>
            <a:r>
              <a:rPr dirty="0" sz="2800">
                <a:solidFill>
                  <a:srgbClr val="4E3629"/>
                </a:solidFill>
                <a:latin typeface="Calibri"/>
                <a:cs typeface="Calibri"/>
              </a:rPr>
              <a:t>del</a:t>
            </a:r>
            <a:r>
              <a:rPr dirty="0" sz="2800" spc="-80">
                <a:solidFill>
                  <a:srgbClr val="4E3629"/>
                </a:solidFill>
                <a:latin typeface="Calibri"/>
                <a:cs typeface="Calibri"/>
              </a:rPr>
              <a:t> </a:t>
            </a:r>
            <a:r>
              <a:rPr dirty="0" sz="2800">
                <a:solidFill>
                  <a:srgbClr val="4E3629"/>
                </a:solidFill>
                <a:latin typeface="Calibri"/>
                <a:cs typeface="Calibri"/>
              </a:rPr>
              <a:t>diccionario</a:t>
            </a:r>
            <a:r>
              <a:rPr dirty="0" sz="2800" spc="-5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p:txBody>
      </p:sp>
      <p:pic>
        <p:nvPicPr>
          <p:cNvPr id="6" name="object 6" descr=""/>
          <p:cNvPicPr/>
          <p:nvPr/>
        </p:nvPicPr>
        <p:blipFill>
          <a:blip r:embed="rId4" cstate="print"/>
          <a:stretch>
            <a:fillRect/>
          </a:stretch>
        </p:blipFill>
        <p:spPr>
          <a:xfrm>
            <a:off x="7621523" y="4959096"/>
            <a:ext cx="1284731" cy="1597152"/>
          </a:xfrm>
          <a:prstGeom prst="rect">
            <a:avLst/>
          </a:prstGeom>
        </p:spPr>
      </p:pic>
      <p:graphicFrame>
        <p:nvGraphicFramePr>
          <p:cNvPr id="7" name="object 7" descr=""/>
          <p:cNvGraphicFramePr>
            <a:graphicFrameLocks noGrp="1"/>
          </p:cNvGraphicFramePr>
          <p:nvPr/>
        </p:nvGraphicFramePr>
        <p:xfrm>
          <a:off x="798512" y="3335401"/>
          <a:ext cx="7601584" cy="1104900"/>
        </p:xfrm>
        <a:graphic>
          <a:graphicData uri="http://schemas.openxmlformats.org/drawingml/2006/table">
            <a:tbl>
              <a:tblPr firstRow="1" bandRow="1">
                <a:tableStyleId>{2D5ABB26-0587-4C30-8999-92F81FD0307C}</a:tableStyleId>
              </a:tblPr>
              <a:tblGrid>
                <a:gridCol w="2504440"/>
                <a:gridCol w="2504440"/>
                <a:gridCol w="2504439"/>
              </a:tblGrid>
              <a:tr h="368300">
                <a:tc>
                  <a:txBody>
                    <a:bodyPr/>
                    <a:lstStyle/>
                    <a:p>
                      <a:pPr marL="91440">
                        <a:lnSpc>
                          <a:spcPct val="100000"/>
                        </a:lnSpc>
                        <a:spcBef>
                          <a:spcPts val="409"/>
                        </a:spcBef>
                      </a:pPr>
                      <a:r>
                        <a:rPr dirty="0" sz="1600" spc="-10" b="1">
                          <a:solidFill>
                            <a:srgbClr val="4E3629"/>
                          </a:solidFill>
                          <a:latin typeface="Calibri"/>
                          <a:cs typeface="Calibri"/>
                        </a:rPr>
                        <a:t>ORIGINAL_NAME</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409"/>
                        </a:spcBef>
                      </a:pPr>
                      <a:r>
                        <a:rPr dirty="0" sz="1600" spc="-10" b="1">
                          <a:solidFill>
                            <a:srgbClr val="4E3629"/>
                          </a:solidFill>
                          <a:latin typeface="Calibri"/>
                          <a:cs typeface="Calibri"/>
                        </a:rPr>
                        <a:t>OPERATION</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2075">
                        <a:lnSpc>
                          <a:spcPct val="100000"/>
                        </a:lnSpc>
                        <a:spcBef>
                          <a:spcPts val="409"/>
                        </a:spcBef>
                      </a:pPr>
                      <a:r>
                        <a:rPr dirty="0" sz="1600" spc="-10" b="1">
                          <a:solidFill>
                            <a:srgbClr val="4E3629"/>
                          </a:solidFill>
                          <a:latin typeface="Calibri"/>
                          <a:cs typeface="Calibri"/>
                        </a:rPr>
                        <a:t>DROPTIME</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8300">
                <a:tc>
                  <a:txBody>
                    <a:bodyPr/>
                    <a:lstStyle/>
                    <a:p>
                      <a:pPr marL="91440">
                        <a:lnSpc>
                          <a:spcPct val="100000"/>
                        </a:lnSpc>
                        <a:spcBef>
                          <a:spcPts val="409"/>
                        </a:spcBef>
                      </a:pPr>
                      <a:r>
                        <a:rPr dirty="0" sz="1600" spc="-10">
                          <a:solidFill>
                            <a:srgbClr val="4E3629"/>
                          </a:solidFill>
                          <a:latin typeface="Calibri"/>
                          <a:cs typeface="Calibri"/>
                        </a:rPr>
                        <a:t>EMPLOYEES</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409"/>
                        </a:spcBef>
                      </a:pPr>
                      <a:r>
                        <a:rPr dirty="0" sz="1600" spc="-20">
                          <a:solidFill>
                            <a:srgbClr val="4E3629"/>
                          </a:solidFill>
                          <a:latin typeface="Calibri"/>
                          <a:cs typeface="Calibri"/>
                        </a:rPr>
                        <a:t>DROP</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2075">
                        <a:lnSpc>
                          <a:spcPct val="100000"/>
                        </a:lnSpc>
                        <a:spcBef>
                          <a:spcPts val="409"/>
                        </a:spcBef>
                      </a:pPr>
                      <a:r>
                        <a:rPr dirty="0" sz="1600" spc="-20">
                          <a:solidFill>
                            <a:srgbClr val="4E3629"/>
                          </a:solidFill>
                          <a:latin typeface="Calibri"/>
                          <a:cs typeface="Calibri"/>
                        </a:rPr>
                        <a:t>2007-</a:t>
                      </a:r>
                      <a:r>
                        <a:rPr dirty="0" sz="1600" spc="-10">
                          <a:solidFill>
                            <a:srgbClr val="4E3629"/>
                          </a:solidFill>
                          <a:latin typeface="Calibri"/>
                          <a:cs typeface="Calibri"/>
                        </a:rPr>
                        <a:t>12-05:12.34.24</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68300">
                <a:tc>
                  <a:txBody>
                    <a:bodyPr/>
                    <a:lstStyle/>
                    <a:p>
                      <a:pPr marL="91440">
                        <a:lnSpc>
                          <a:spcPct val="100000"/>
                        </a:lnSpc>
                        <a:spcBef>
                          <a:spcPts val="409"/>
                        </a:spcBef>
                      </a:pPr>
                      <a:r>
                        <a:rPr dirty="0" sz="1600" spc="-10">
                          <a:solidFill>
                            <a:srgbClr val="4E3629"/>
                          </a:solidFill>
                          <a:latin typeface="Calibri"/>
                          <a:cs typeface="Calibri"/>
                        </a:rPr>
                        <a:t>EMP_PK</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409"/>
                        </a:spcBef>
                      </a:pPr>
                      <a:r>
                        <a:rPr dirty="0" sz="1600" spc="-20">
                          <a:solidFill>
                            <a:srgbClr val="4E3629"/>
                          </a:solidFill>
                          <a:latin typeface="Calibri"/>
                          <a:cs typeface="Calibri"/>
                        </a:rPr>
                        <a:t>DROP</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2075">
                        <a:lnSpc>
                          <a:spcPct val="100000"/>
                        </a:lnSpc>
                        <a:spcBef>
                          <a:spcPts val="409"/>
                        </a:spcBef>
                      </a:pPr>
                      <a:r>
                        <a:rPr dirty="0" sz="1600" spc="-20">
                          <a:solidFill>
                            <a:srgbClr val="4E3629"/>
                          </a:solidFill>
                          <a:latin typeface="Calibri"/>
                          <a:cs typeface="Calibri"/>
                        </a:rPr>
                        <a:t>2007-</a:t>
                      </a:r>
                      <a:r>
                        <a:rPr dirty="0" sz="1600" spc="-10">
                          <a:solidFill>
                            <a:srgbClr val="4E3629"/>
                          </a:solidFill>
                          <a:latin typeface="Calibri"/>
                          <a:cs typeface="Calibri"/>
                        </a:rPr>
                        <a:t>12-05:12.34.24</a:t>
                      </a:r>
                      <a:endParaRPr sz="16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24</a:t>
            </a:r>
          </a:p>
        </p:txBody>
      </p:sp>
      <p:sp>
        <p:nvSpPr>
          <p:cNvPr id="8" name="object 8" descr=""/>
          <p:cNvSpPr txBox="1"/>
          <p:nvPr/>
        </p:nvSpPr>
        <p:spPr>
          <a:xfrm>
            <a:off x="405384" y="2427732"/>
            <a:ext cx="8345805" cy="573405"/>
          </a:xfrm>
          <a:prstGeom prst="rect">
            <a:avLst/>
          </a:prstGeom>
          <a:solidFill>
            <a:srgbClr val="9DBEC4">
              <a:alpha val="50199"/>
            </a:srgbClr>
          </a:solidFill>
        </p:spPr>
        <p:txBody>
          <a:bodyPr wrap="square" lIns="0" tIns="0" rIns="0" bIns="0" rtlCol="0" vert="horz">
            <a:spAutoFit/>
          </a:bodyPr>
          <a:lstStyle/>
          <a:p>
            <a:pPr>
              <a:lnSpc>
                <a:spcPts val="2045"/>
              </a:lnSpc>
            </a:pPr>
            <a:r>
              <a:rPr dirty="0" sz="1800" b="1">
                <a:solidFill>
                  <a:srgbClr val="4E3629"/>
                </a:solidFill>
                <a:latin typeface="Courier New"/>
                <a:cs typeface="Courier New"/>
              </a:rPr>
              <a:t>SELECT</a:t>
            </a:r>
            <a:r>
              <a:rPr dirty="0" sz="1800" spc="-90" b="1">
                <a:solidFill>
                  <a:srgbClr val="4E3629"/>
                </a:solidFill>
                <a:latin typeface="Courier New"/>
                <a:cs typeface="Courier New"/>
              </a:rPr>
              <a:t> </a:t>
            </a:r>
            <a:r>
              <a:rPr dirty="0" sz="1800" b="1">
                <a:solidFill>
                  <a:srgbClr val="4E3629"/>
                </a:solidFill>
                <a:latin typeface="Courier New"/>
                <a:cs typeface="Courier New"/>
              </a:rPr>
              <a:t>original_name,</a:t>
            </a:r>
            <a:r>
              <a:rPr dirty="0" sz="1800" spc="-110" b="1">
                <a:solidFill>
                  <a:srgbClr val="4E3629"/>
                </a:solidFill>
                <a:latin typeface="Courier New"/>
                <a:cs typeface="Courier New"/>
              </a:rPr>
              <a:t> </a:t>
            </a:r>
            <a:r>
              <a:rPr dirty="0" sz="1800" b="1">
                <a:solidFill>
                  <a:srgbClr val="4E3629"/>
                </a:solidFill>
                <a:latin typeface="Courier New"/>
                <a:cs typeface="Courier New"/>
              </a:rPr>
              <a:t>operation,</a:t>
            </a:r>
            <a:r>
              <a:rPr dirty="0" sz="1800" spc="-95" b="1">
                <a:solidFill>
                  <a:srgbClr val="4E3629"/>
                </a:solidFill>
                <a:latin typeface="Courier New"/>
                <a:cs typeface="Courier New"/>
              </a:rPr>
              <a:t> </a:t>
            </a:r>
            <a:r>
              <a:rPr dirty="0" sz="1800" spc="-10" b="1">
                <a:solidFill>
                  <a:srgbClr val="4E3629"/>
                </a:solidFill>
                <a:latin typeface="Courier New"/>
                <a:cs typeface="Courier New"/>
              </a:rPr>
              <a:t>droptime</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35" b="1">
                <a:solidFill>
                  <a:srgbClr val="4E3629"/>
                </a:solidFill>
                <a:latin typeface="Courier New"/>
                <a:cs typeface="Courier New"/>
              </a:rPr>
              <a:t> </a:t>
            </a:r>
            <a:r>
              <a:rPr dirty="0" sz="1800" spc="-10" b="1">
                <a:solidFill>
                  <a:srgbClr val="4E3629"/>
                </a:solidFill>
                <a:latin typeface="Courier New"/>
                <a:cs typeface="Courier New"/>
              </a:rPr>
              <a:t>user_recyclebin</a:t>
            </a:r>
            <a:endParaRPr sz="1800">
              <a:latin typeface="Courier New"/>
              <a:cs typeface="Courier New"/>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3114675" cy="528320"/>
          </a:xfrm>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35"/>
              <a:t>TABLE</a:t>
            </a:r>
          </a:p>
        </p:txBody>
      </p:sp>
      <p:sp>
        <p:nvSpPr>
          <p:cNvPr id="7" name="object 7"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25</a:t>
            </a:r>
          </a:p>
        </p:txBody>
      </p:sp>
      <p:sp>
        <p:nvSpPr>
          <p:cNvPr id="5" name="object 5" descr=""/>
          <p:cNvSpPr txBox="1"/>
          <p:nvPr/>
        </p:nvSpPr>
        <p:spPr>
          <a:xfrm>
            <a:off x="483514" y="1415923"/>
            <a:ext cx="8079740" cy="3829685"/>
          </a:xfrm>
          <a:prstGeom prst="rect">
            <a:avLst/>
          </a:prstGeom>
        </p:spPr>
        <p:txBody>
          <a:bodyPr wrap="square" lIns="0" tIns="60960" rIns="0" bIns="0" rtlCol="0" vert="horz">
            <a:spAutoFit/>
          </a:bodyPr>
          <a:lstStyle/>
          <a:p>
            <a:pPr marL="183515" marR="113665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vez</a:t>
            </a:r>
            <a:r>
              <a:rPr dirty="0" sz="2800" spc="-60">
                <a:solidFill>
                  <a:srgbClr val="4E3629"/>
                </a:solidFill>
                <a:latin typeface="Calibri"/>
                <a:cs typeface="Calibri"/>
              </a:rPr>
              <a:t> </a:t>
            </a:r>
            <a:r>
              <a:rPr dirty="0" sz="2800" spc="-20">
                <a:solidFill>
                  <a:srgbClr val="4E3629"/>
                </a:solidFill>
                <a:latin typeface="Calibri"/>
                <a:cs typeface="Calibri"/>
              </a:rPr>
              <a:t>restaurada</a:t>
            </a:r>
            <a:r>
              <a:rPr dirty="0" sz="2800" spc="-5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a:solidFill>
                  <a:srgbClr val="4E3629"/>
                </a:solidFill>
                <a:latin typeface="Calibri"/>
                <a:cs typeface="Calibri"/>
              </a:rPr>
              <a:t>con</a:t>
            </a:r>
            <a:r>
              <a:rPr dirty="0" sz="2800" spc="-55">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spc="-10">
                <a:solidFill>
                  <a:srgbClr val="4E3629"/>
                </a:solidFill>
                <a:latin typeface="Calibri"/>
                <a:cs typeface="Calibri"/>
              </a:rPr>
              <a:t>comando </a:t>
            </a:r>
            <a:r>
              <a:rPr dirty="0" sz="2800" spc="-10">
                <a:solidFill>
                  <a:srgbClr val="4E3629"/>
                </a:solidFill>
                <a:latin typeface="Calibri"/>
                <a:cs typeface="Calibri"/>
              </a:rPr>
              <a:t>	</a:t>
            </a:r>
            <a:r>
              <a:rPr dirty="0" sz="2800">
                <a:solidFill>
                  <a:srgbClr val="4E3629"/>
                </a:solidFill>
                <a:latin typeface="Calibri"/>
                <a:cs typeface="Calibri"/>
              </a:rPr>
              <a:t>FLASHBACK</a:t>
            </a:r>
            <a:r>
              <a:rPr dirty="0" sz="2800" spc="-55">
                <a:solidFill>
                  <a:srgbClr val="4E3629"/>
                </a:solidFill>
                <a:latin typeface="Calibri"/>
                <a:cs typeface="Calibri"/>
              </a:rPr>
              <a:t> </a:t>
            </a:r>
            <a:r>
              <a:rPr dirty="0" sz="2800" spc="-30">
                <a:solidFill>
                  <a:srgbClr val="4E3629"/>
                </a:solidFill>
                <a:latin typeface="Calibri"/>
                <a:cs typeface="Calibri"/>
              </a:rPr>
              <a:t>TABLE,</a:t>
            </a:r>
            <a:r>
              <a:rPr dirty="0" sz="2800" spc="-70">
                <a:solidFill>
                  <a:srgbClr val="4E3629"/>
                </a:solidFill>
                <a:latin typeface="Calibri"/>
                <a:cs typeface="Calibri"/>
              </a:rPr>
              <a:t> </a:t>
            </a:r>
            <a:r>
              <a:rPr dirty="0" sz="2800">
                <a:solidFill>
                  <a:srgbClr val="4E3629"/>
                </a:solidFill>
                <a:latin typeface="Calibri"/>
                <a:cs typeface="Calibri"/>
              </a:rPr>
              <a:t>ya</a:t>
            </a:r>
            <a:r>
              <a:rPr dirty="0" sz="2800" spc="-70">
                <a:solidFill>
                  <a:srgbClr val="4E3629"/>
                </a:solidFill>
                <a:latin typeface="Calibri"/>
                <a:cs typeface="Calibri"/>
              </a:rPr>
              <a:t> </a:t>
            </a:r>
            <a:r>
              <a:rPr dirty="0" sz="2800">
                <a:solidFill>
                  <a:srgbClr val="4E3629"/>
                </a:solidFill>
                <a:latin typeface="Calibri"/>
                <a:cs typeface="Calibri"/>
              </a:rPr>
              <a:t>no</a:t>
            </a:r>
            <a:r>
              <a:rPr dirty="0" sz="2800" spc="-70">
                <a:solidFill>
                  <a:srgbClr val="4E3629"/>
                </a:solidFill>
                <a:latin typeface="Calibri"/>
                <a:cs typeface="Calibri"/>
              </a:rPr>
              <a:t> </a:t>
            </a:r>
            <a:r>
              <a:rPr dirty="0" sz="2800">
                <a:solidFill>
                  <a:srgbClr val="4E3629"/>
                </a:solidFill>
                <a:latin typeface="Calibri"/>
                <a:cs typeface="Calibri"/>
              </a:rPr>
              <a:t>está</a:t>
            </a:r>
            <a:r>
              <a:rPr dirty="0" sz="2800" spc="-55">
                <a:solidFill>
                  <a:srgbClr val="4E3629"/>
                </a:solidFill>
                <a:latin typeface="Calibri"/>
                <a:cs typeface="Calibri"/>
              </a:rPr>
              <a:t> </a:t>
            </a:r>
            <a:r>
              <a:rPr dirty="0" sz="2800">
                <a:solidFill>
                  <a:srgbClr val="4E3629"/>
                </a:solidFill>
                <a:latin typeface="Calibri"/>
                <a:cs typeface="Calibri"/>
              </a:rPr>
              <a:t>visible</a:t>
            </a:r>
            <a:r>
              <a:rPr dirty="0" sz="2800" spc="-6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vista 	USER_RECYCLEBIN</a:t>
            </a:r>
            <a:endParaRPr sz="2800">
              <a:latin typeface="Calibri"/>
              <a:cs typeface="Calibri"/>
            </a:endParaRPr>
          </a:p>
          <a:p>
            <a:pPr marL="183515" marR="481965" indent="-171450">
              <a:lnSpc>
                <a:spcPts val="3020"/>
              </a:lnSpc>
              <a:spcBef>
                <a:spcPts val="815"/>
              </a:spcBef>
              <a:buClr>
                <a:srgbClr val="D1350F"/>
              </a:buClr>
              <a:buFont typeface="Arial MT"/>
              <a:buChar char="•"/>
              <a:tabLst>
                <a:tab pos="184785" algn="l"/>
              </a:tabLst>
            </a:pPr>
            <a:r>
              <a:rPr dirty="0" sz="2800">
                <a:solidFill>
                  <a:srgbClr val="4E3629"/>
                </a:solidFill>
                <a:latin typeface="Calibri"/>
                <a:cs typeface="Calibri"/>
              </a:rPr>
              <a:t>Cualquier</a:t>
            </a:r>
            <a:r>
              <a:rPr dirty="0" sz="2800" spc="-55">
                <a:solidFill>
                  <a:srgbClr val="4E3629"/>
                </a:solidFill>
                <a:latin typeface="Calibri"/>
                <a:cs typeface="Calibri"/>
              </a:rPr>
              <a:t> </a:t>
            </a:r>
            <a:r>
              <a:rPr dirty="0" sz="2800">
                <a:solidFill>
                  <a:srgbClr val="4E3629"/>
                </a:solidFill>
                <a:latin typeface="Calibri"/>
                <a:cs typeface="Calibri"/>
              </a:rPr>
              <a:t>índice</a:t>
            </a:r>
            <a:r>
              <a:rPr dirty="0" sz="2800" spc="-40">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borrara</a:t>
            </a:r>
            <a:r>
              <a:rPr dirty="0" sz="2800" spc="-50">
                <a:solidFill>
                  <a:srgbClr val="4E3629"/>
                </a:solidFill>
                <a:latin typeface="Calibri"/>
                <a:cs typeface="Calibri"/>
              </a:rPr>
              <a:t> </a:t>
            </a:r>
            <a:r>
              <a:rPr dirty="0" sz="2800">
                <a:solidFill>
                  <a:srgbClr val="4E3629"/>
                </a:solidFill>
                <a:latin typeface="Calibri"/>
                <a:cs typeface="Calibri"/>
              </a:rPr>
              <a:t>con</a:t>
            </a:r>
            <a:r>
              <a:rPr dirty="0" sz="2800" spc="-6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spc="-10">
                <a:solidFill>
                  <a:srgbClr val="4E3629"/>
                </a:solidFill>
                <a:latin typeface="Calibri"/>
                <a:cs typeface="Calibri"/>
              </a:rPr>
              <a:t>original </a:t>
            </a:r>
            <a:r>
              <a:rPr dirty="0" sz="2800" spc="-10">
                <a:solidFill>
                  <a:srgbClr val="4E3629"/>
                </a:solidFill>
                <a:latin typeface="Calibri"/>
                <a:cs typeface="Calibri"/>
              </a:rPr>
              <a:t>	</a:t>
            </a:r>
            <a:r>
              <a:rPr dirty="0" sz="2800">
                <a:solidFill>
                  <a:srgbClr val="4E3629"/>
                </a:solidFill>
                <a:latin typeface="Calibri"/>
                <a:cs typeface="Calibri"/>
              </a:rPr>
              <a:t>también</a:t>
            </a:r>
            <a:r>
              <a:rPr dirty="0" sz="2800" spc="-70">
                <a:solidFill>
                  <a:srgbClr val="4E3629"/>
                </a:solidFill>
                <a:latin typeface="Calibri"/>
                <a:cs typeface="Calibri"/>
              </a:rPr>
              <a:t> </a:t>
            </a:r>
            <a:r>
              <a:rPr dirty="0" sz="2800">
                <a:solidFill>
                  <a:srgbClr val="4E3629"/>
                </a:solidFill>
                <a:latin typeface="Calibri"/>
                <a:cs typeface="Calibri"/>
              </a:rPr>
              <a:t>se</a:t>
            </a:r>
            <a:r>
              <a:rPr dirty="0" sz="2800" spc="-85">
                <a:solidFill>
                  <a:srgbClr val="4E3629"/>
                </a:solidFill>
                <a:latin typeface="Calibri"/>
                <a:cs typeface="Calibri"/>
              </a:rPr>
              <a:t> </a:t>
            </a:r>
            <a:r>
              <a:rPr dirty="0" sz="2800" spc="-10">
                <a:solidFill>
                  <a:srgbClr val="4E3629"/>
                </a:solidFill>
                <a:latin typeface="Calibri"/>
                <a:cs typeface="Calibri"/>
              </a:rPr>
              <a:t>restaurará</a:t>
            </a:r>
            <a:endParaRPr sz="2800">
              <a:latin typeface="Calibri"/>
              <a:cs typeface="Calibri"/>
            </a:endParaRPr>
          </a:p>
          <a:p>
            <a:pPr marL="183515" marR="333375" indent="-171450">
              <a:lnSpc>
                <a:spcPct val="90000"/>
              </a:lnSpc>
              <a:spcBef>
                <a:spcPts val="765"/>
              </a:spcBef>
              <a:buClr>
                <a:srgbClr val="D1350F"/>
              </a:buClr>
              <a:buFont typeface="Arial MT"/>
              <a:buChar char="•"/>
              <a:tabLst>
                <a:tab pos="184785" algn="l"/>
              </a:tabLst>
            </a:pPr>
            <a:r>
              <a:rPr dirty="0" sz="2800">
                <a:solidFill>
                  <a:srgbClr val="4E3629"/>
                </a:solidFill>
                <a:latin typeface="Calibri"/>
                <a:cs typeface="Calibri"/>
              </a:rPr>
              <a:t>Puede</a:t>
            </a:r>
            <a:r>
              <a:rPr dirty="0" sz="2800" spc="-25">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a:solidFill>
                  <a:srgbClr val="4E3629"/>
                </a:solidFill>
                <a:latin typeface="Calibri"/>
                <a:cs typeface="Calibri"/>
              </a:rPr>
              <a:t>sea</a:t>
            </a:r>
            <a:r>
              <a:rPr dirty="0" sz="2800" spc="-45">
                <a:solidFill>
                  <a:srgbClr val="4E3629"/>
                </a:solidFill>
                <a:latin typeface="Calibri"/>
                <a:cs typeface="Calibri"/>
              </a:rPr>
              <a:t> </a:t>
            </a:r>
            <a:r>
              <a:rPr dirty="0" sz="2800">
                <a:solidFill>
                  <a:srgbClr val="4E3629"/>
                </a:solidFill>
                <a:latin typeface="Calibri"/>
                <a:cs typeface="Calibri"/>
              </a:rPr>
              <a:t>necesario</a:t>
            </a:r>
            <a:r>
              <a:rPr dirty="0" sz="2800" spc="-45">
                <a:solidFill>
                  <a:srgbClr val="4E3629"/>
                </a:solidFill>
                <a:latin typeface="Calibri"/>
                <a:cs typeface="Calibri"/>
              </a:rPr>
              <a:t> </a:t>
            </a:r>
            <a:r>
              <a:rPr dirty="0" sz="2800">
                <a:solidFill>
                  <a:srgbClr val="4E3629"/>
                </a:solidFill>
                <a:latin typeface="Calibri"/>
                <a:cs typeface="Calibri"/>
              </a:rPr>
              <a:t>(por</a:t>
            </a:r>
            <a:r>
              <a:rPr dirty="0" sz="2800" spc="-30">
                <a:solidFill>
                  <a:srgbClr val="4E3629"/>
                </a:solidFill>
                <a:latin typeface="Calibri"/>
                <a:cs typeface="Calibri"/>
              </a:rPr>
              <a:t> </a:t>
            </a:r>
            <a:r>
              <a:rPr dirty="0" sz="2800">
                <a:solidFill>
                  <a:srgbClr val="4E3629"/>
                </a:solidFill>
                <a:latin typeface="Calibri"/>
                <a:cs typeface="Calibri"/>
              </a:rPr>
              <a:t>motivos</a:t>
            </a:r>
            <a:r>
              <a:rPr dirty="0" sz="2800" spc="-20">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seguridad) </a:t>
            </a:r>
            <a:r>
              <a:rPr dirty="0" sz="2800" spc="-10">
                <a:solidFill>
                  <a:srgbClr val="4E3629"/>
                </a:solidFill>
                <a:latin typeface="Calibri"/>
                <a:cs typeface="Calibri"/>
              </a:rPr>
              <a:t>	</a:t>
            </a:r>
            <a:r>
              <a:rPr dirty="0" sz="2800">
                <a:solidFill>
                  <a:srgbClr val="4E3629"/>
                </a:solidFill>
                <a:latin typeface="Calibri"/>
                <a:cs typeface="Calibri"/>
              </a:rPr>
              <a:t>borrar</a:t>
            </a:r>
            <a:r>
              <a:rPr dirty="0" sz="2800" spc="-7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80">
                <a:solidFill>
                  <a:srgbClr val="4E3629"/>
                </a:solidFill>
                <a:latin typeface="Calibri"/>
                <a:cs typeface="Calibri"/>
              </a:rPr>
              <a:t> </a:t>
            </a:r>
            <a:r>
              <a:rPr dirty="0" sz="2800" spc="-20">
                <a:solidFill>
                  <a:srgbClr val="4E3629"/>
                </a:solidFill>
                <a:latin typeface="Calibri"/>
                <a:cs typeface="Calibri"/>
              </a:rPr>
              <a:t>completamente,</a:t>
            </a:r>
            <a:r>
              <a:rPr dirty="0" sz="2800" spc="-75">
                <a:solidFill>
                  <a:srgbClr val="4E3629"/>
                </a:solidFill>
                <a:latin typeface="Calibri"/>
                <a:cs typeface="Calibri"/>
              </a:rPr>
              <a:t> </a:t>
            </a:r>
            <a:r>
              <a:rPr dirty="0" sz="2800">
                <a:solidFill>
                  <a:srgbClr val="4E3629"/>
                </a:solidFill>
                <a:latin typeface="Calibri"/>
                <a:cs typeface="Calibri"/>
              </a:rPr>
              <a:t>omitiendo</a:t>
            </a:r>
            <a:r>
              <a:rPr dirty="0" sz="2800" spc="-5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papelera</a:t>
            </a:r>
            <a:r>
              <a:rPr dirty="0" sz="2800" spc="-80">
                <a:solidFill>
                  <a:srgbClr val="4E3629"/>
                </a:solidFill>
                <a:latin typeface="Calibri"/>
                <a:cs typeface="Calibri"/>
              </a:rPr>
              <a:t> </a:t>
            </a:r>
            <a:r>
              <a:rPr dirty="0" sz="2800">
                <a:solidFill>
                  <a:srgbClr val="4E3629"/>
                </a:solidFill>
                <a:latin typeface="Calibri"/>
                <a:cs typeface="Calibri"/>
              </a:rPr>
              <a:t>de</a:t>
            </a:r>
            <a:r>
              <a:rPr dirty="0" sz="2800" spc="-95">
                <a:solidFill>
                  <a:srgbClr val="4E3629"/>
                </a:solidFill>
                <a:latin typeface="Calibri"/>
                <a:cs typeface="Calibri"/>
              </a:rPr>
              <a:t> </a:t>
            </a:r>
            <a:r>
              <a:rPr dirty="0" sz="2800" spc="-10">
                <a:solidFill>
                  <a:srgbClr val="4E3629"/>
                </a:solidFill>
                <a:latin typeface="Calibri"/>
                <a:cs typeface="Calibri"/>
              </a:rPr>
              <a:t>reciclaje</a:t>
            </a:r>
            <a:endParaRPr sz="2800">
              <a:latin typeface="Calibri"/>
              <a:cs typeface="Calibri"/>
            </a:endParaRPr>
          </a:p>
          <a:p>
            <a:pPr marL="184150" indent="-171450">
              <a:lnSpc>
                <a:spcPct val="100000"/>
              </a:lnSpc>
              <a:spcBef>
                <a:spcPts val="455"/>
              </a:spcBef>
              <a:buClr>
                <a:srgbClr val="D1350F"/>
              </a:buClr>
              <a:buFont typeface="Arial MT"/>
              <a:buChar char="•"/>
              <a:tabLst>
                <a:tab pos="184150" algn="l"/>
              </a:tabLst>
            </a:pPr>
            <a:r>
              <a:rPr dirty="0" sz="2800">
                <a:solidFill>
                  <a:srgbClr val="4E3629"/>
                </a:solidFill>
                <a:latin typeface="Calibri"/>
                <a:cs typeface="Calibri"/>
              </a:rPr>
              <a:t>Esto</a:t>
            </a:r>
            <a:r>
              <a:rPr dirty="0" sz="2800" spc="-6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puede</a:t>
            </a:r>
            <a:r>
              <a:rPr dirty="0" sz="2800" spc="-45">
                <a:solidFill>
                  <a:srgbClr val="4E3629"/>
                </a:solidFill>
                <a:latin typeface="Calibri"/>
                <a:cs typeface="Calibri"/>
              </a:rPr>
              <a:t> </a:t>
            </a:r>
            <a:r>
              <a:rPr dirty="0" sz="2800">
                <a:solidFill>
                  <a:srgbClr val="4E3629"/>
                </a:solidFill>
                <a:latin typeface="Calibri"/>
                <a:cs typeface="Calibri"/>
              </a:rPr>
              <a:t>hacer</a:t>
            </a:r>
            <a:r>
              <a:rPr dirty="0" sz="2800" spc="-60">
                <a:solidFill>
                  <a:srgbClr val="4E3629"/>
                </a:solidFill>
                <a:latin typeface="Calibri"/>
                <a:cs typeface="Calibri"/>
              </a:rPr>
              <a:t> </a:t>
            </a:r>
            <a:r>
              <a:rPr dirty="0" sz="2800" spc="-10">
                <a:solidFill>
                  <a:srgbClr val="4E3629"/>
                </a:solidFill>
                <a:latin typeface="Calibri"/>
                <a:cs typeface="Calibri"/>
              </a:rPr>
              <a:t>agregando</a:t>
            </a:r>
            <a:r>
              <a:rPr dirty="0" sz="2800" spc="-7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palabra</a:t>
            </a:r>
            <a:r>
              <a:rPr dirty="0" sz="2800" spc="-45">
                <a:solidFill>
                  <a:srgbClr val="4E3629"/>
                </a:solidFill>
                <a:latin typeface="Calibri"/>
                <a:cs typeface="Calibri"/>
              </a:rPr>
              <a:t> </a:t>
            </a:r>
            <a:r>
              <a:rPr dirty="0" sz="2800">
                <a:solidFill>
                  <a:srgbClr val="4E3629"/>
                </a:solidFill>
                <a:latin typeface="Calibri"/>
                <a:cs typeface="Calibri"/>
              </a:rPr>
              <a:t>clave</a:t>
            </a:r>
            <a:r>
              <a:rPr dirty="0" sz="2800" spc="-70">
                <a:solidFill>
                  <a:srgbClr val="4E3629"/>
                </a:solidFill>
                <a:latin typeface="Calibri"/>
                <a:cs typeface="Calibri"/>
              </a:rPr>
              <a:t> </a:t>
            </a:r>
            <a:r>
              <a:rPr dirty="0" sz="2800" spc="-10">
                <a:solidFill>
                  <a:srgbClr val="4E3629"/>
                </a:solidFill>
                <a:latin typeface="Calibri"/>
                <a:cs typeface="Calibri"/>
              </a:rPr>
              <a:t>PURGE</a:t>
            </a:r>
            <a:endParaRPr sz="2800">
              <a:latin typeface="Calibri"/>
              <a:cs typeface="Calibri"/>
            </a:endParaRPr>
          </a:p>
        </p:txBody>
      </p:sp>
      <p:sp>
        <p:nvSpPr>
          <p:cNvPr id="6" name="object 6" descr=""/>
          <p:cNvSpPr txBox="1"/>
          <p:nvPr/>
        </p:nvSpPr>
        <p:spPr>
          <a:xfrm>
            <a:off x="393191" y="5413247"/>
            <a:ext cx="8345805" cy="325120"/>
          </a:xfrm>
          <a:prstGeom prst="rect">
            <a:avLst/>
          </a:prstGeom>
          <a:solidFill>
            <a:srgbClr val="9DBEC4">
              <a:alpha val="50199"/>
            </a:srgbClr>
          </a:solidFill>
        </p:spPr>
        <p:txBody>
          <a:bodyPr wrap="square" lIns="0" tIns="0" rIns="0" bIns="0" rtlCol="0" vert="horz">
            <a:spAutoFit/>
          </a:bodyPr>
          <a:lstStyle/>
          <a:p>
            <a:pPr>
              <a:lnSpc>
                <a:spcPts val="2155"/>
              </a:lnSpc>
            </a:pPr>
            <a:r>
              <a:rPr dirty="0" sz="1800" b="1">
                <a:solidFill>
                  <a:srgbClr val="4E3629"/>
                </a:solidFill>
                <a:latin typeface="Courier New"/>
                <a:cs typeface="Courier New"/>
              </a:rPr>
              <a:t>DROP</a:t>
            </a:r>
            <a:r>
              <a:rPr dirty="0" sz="1800" spc="-85" b="1">
                <a:solidFill>
                  <a:srgbClr val="4E3629"/>
                </a:solidFill>
                <a:latin typeface="Courier New"/>
                <a:cs typeface="Courier New"/>
              </a:rPr>
              <a:t> </a:t>
            </a:r>
            <a:r>
              <a:rPr dirty="0" sz="1800" b="1">
                <a:solidFill>
                  <a:srgbClr val="4E3629"/>
                </a:solidFill>
                <a:latin typeface="Courier New"/>
                <a:cs typeface="Courier New"/>
              </a:rPr>
              <a:t>TABLE</a:t>
            </a:r>
            <a:r>
              <a:rPr dirty="0" sz="1800" spc="-80" b="1">
                <a:solidFill>
                  <a:srgbClr val="4E3629"/>
                </a:solidFill>
                <a:latin typeface="Courier New"/>
                <a:cs typeface="Courier New"/>
              </a:rPr>
              <a:t> </a:t>
            </a:r>
            <a:r>
              <a:rPr dirty="0" sz="1800" b="1">
                <a:solidFill>
                  <a:srgbClr val="4E3629"/>
                </a:solidFill>
                <a:latin typeface="Courier New"/>
                <a:cs typeface="Courier New"/>
              </a:rPr>
              <a:t>copy_employees</a:t>
            </a:r>
            <a:r>
              <a:rPr dirty="0" sz="1800" spc="-65" b="1">
                <a:solidFill>
                  <a:srgbClr val="4E3629"/>
                </a:solidFill>
                <a:latin typeface="Courier New"/>
                <a:cs typeface="Courier New"/>
              </a:rPr>
              <a:t> </a:t>
            </a:r>
            <a:r>
              <a:rPr dirty="0" sz="1800" spc="-10" b="1">
                <a:solidFill>
                  <a:srgbClr val="4E3629"/>
                </a:solidFill>
                <a:latin typeface="Courier New"/>
                <a:cs typeface="Courier New"/>
              </a:rPr>
              <a:t>PURGE;</a:t>
            </a:r>
            <a:endParaRPr sz="1800">
              <a:latin typeface="Courier New"/>
              <a:cs typeface="Courier New"/>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spc="-10"/>
              <a:t>RENAME</a:t>
            </a:r>
          </a:p>
        </p:txBody>
      </p:sp>
      <p:sp>
        <p:nvSpPr>
          <p:cNvPr id="10" name="object 10"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26</a:t>
            </a:r>
          </a:p>
        </p:txBody>
      </p:sp>
      <p:sp>
        <p:nvSpPr>
          <p:cNvPr id="5" name="object 5" descr=""/>
          <p:cNvSpPr txBox="1"/>
          <p:nvPr/>
        </p:nvSpPr>
        <p:spPr>
          <a:xfrm>
            <a:off x="483514" y="1382394"/>
            <a:ext cx="7901305" cy="2020570"/>
          </a:xfrm>
          <a:prstGeom prst="rect">
            <a:avLst/>
          </a:prstGeom>
        </p:spPr>
        <p:txBody>
          <a:bodyPr wrap="square" lIns="0" tIns="93980" rIns="0" bIns="0" rtlCol="0" vert="horz">
            <a:spAutoFit/>
          </a:bodyPr>
          <a:lstStyle/>
          <a:p>
            <a:pPr marL="183515" marR="1019810" indent="-171450">
              <a:lnSpc>
                <a:spcPts val="2690"/>
              </a:lnSpc>
              <a:spcBef>
                <a:spcPts val="740"/>
              </a:spcBef>
              <a:buClr>
                <a:srgbClr val="D1350F"/>
              </a:buClr>
              <a:buFont typeface="Arial MT"/>
              <a:buChar char="•"/>
              <a:tabLst>
                <a:tab pos="184785" algn="l"/>
              </a:tabLst>
            </a:pPr>
            <a:r>
              <a:rPr dirty="0" sz="2800">
                <a:solidFill>
                  <a:srgbClr val="4E3629"/>
                </a:solidFill>
                <a:latin typeface="Calibri"/>
                <a:cs typeface="Calibri"/>
              </a:rPr>
              <a:t>Para</a:t>
            </a:r>
            <a:r>
              <a:rPr dirty="0" sz="2800" spc="-85">
                <a:solidFill>
                  <a:srgbClr val="4E3629"/>
                </a:solidFill>
                <a:latin typeface="Calibri"/>
                <a:cs typeface="Calibri"/>
              </a:rPr>
              <a:t> </a:t>
            </a:r>
            <a:r>
              <a:rPr dirty="0" sz="2800">
                <a:solidFill>
                  <a:srgbClr val="4E3629"/>
                </a:solidFill>
                <a:latin typeface="Calibri"/>
                <a:cs typeface="Calibri"/>
              </a:rPr>
              <a:t>cambiar</a:t>
            </a:r>
            <a:r>
              <a:rPr dirty="0" sz="2800" spc="-80">
                <a:solidFill>
                  <a:srgbClr val="4E3629"/>
                </a:solidFill>
                <a:latin typeface="Calibri"/>
                <a:cs typeface="Calibri"/>
              </a:rPr>
              <a:t> </a:t>
            </a: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nombre</a:t>
            </a:r>
            <a:r>
              <a:rPr dirty="0" sz="2800" spc="-6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tabla,</a:t>
            </a:r>
            <a:r>
              <a:rPr dirty="0" sz="2800" spc="-80">
                <a:solidFill>
                  <a:srgbClr val="4E3629"/>
                </a:solidFill>
                <a:latin typeface="Calibri"/>
                <a:cs typeface="Calibri"/>
              </a:rPr>
              <a:t> </a:t>
            </a:r>
            <a:r>
              <a:rPr dirty="0" sz="2800">
                <a:solidFill>
                  <a:srgbClr val="4E3629"/>
                </a:solidFill>
                <a:latin typeface="Calibri"/>
                <a:cs typeface="Calibri"/>
              </a:rPr>
              <a:t>utilice</a:t>
            </a:r>
            <a:r>
              <a:rPr dirty="0" sz="2800" spc="-7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spc="-10">
                <a:solidFill>
                  <a:srgbClr val="4E3629"/>
                </a:solidFill>
                <a:latin typeface="Calibri"/>
                <a:cs typeface="Calibri"/>
              </a:rPr>
              <a:t>sentencia</a:t>
            </a:r>
            <a:r>
              <a:rPr dirty="0" sz="2800" spc="-80">
                <a:solidFill>
                  <a:srgbClr val="4E3629"/>
                </a:solidFill>
                <a:latin typeface="Calibri"/>
                <a:cs typeface="Calibri"/>
              </a:rPr>
              <a:t> </a:t>
            </a:r>
            <a:r>
              <a:rPr dirty="0" sz="2800" spc="-10">
                <a:solidFill>
                  <a:srgbClr val="4E3629"/>
                </a:solidFill>
                <a:latin typeface="Calibri"/>
                <a:cs typeface="Calibri"/>
              </a:rPr>
              <a:t>RENAME</a:t>
            </a:r>
            <a:endParaRPr sz="2800">
              <a:latin typeface="Calibri"/>
              <a:cs typeface="Calibri"/>
            </a:endParaRPr>
          </a:p>
          <a:p>
            <a:pPr marL="183515" marR="5080" indent="-171450">
              <a:lnSpc>
                <a:spcPts val="2690"/>
              </a:lnSpc>
              <a:spcBef>
                <a:spcPts val="800"/>
              </a:spcBef>
              <a:buClr>
                <a:srgbClr val="D1350F"/>
              </a:buClr>
              <a:buFont typeface="Arial MT"/>
              <a:buChar char="•"/>
              <a:tabLst>
                <a:tab pos="184785" algn="l"/>
              </a:tabLst>
            </a:pPr>
            <a:r>
              <a:rPr dirty="0" sz="2800">
                <a:solidFill>
                  <a:srgbClr val="4E3629"/>
                </a:solidFill>
                <a:latin typeface="Calibri"/>
                <a:cs typeface="Calibri"/>
              </a:rPr>
              <a:t>Esto</a:t>
            </a:r>
            <a:r>
              <a:rPr dirty="0" sz="2800" spc="-45">
                <a:solidFill>
                  <a:srgbClr val="4E3629"/>
                </a:solidFill>
                <a:latin typeface="Calibri"/>
                <a:cs typeface="Calibri"/>
              </a:rPr>
              <a:t> </a:t>
            </a:r>
            <a:r>
              <a:rPr dirty="0" sz="2800">
                <a:solidFill>
                  <a:srgbClr val="4E3629"/>
                </a:solidFill>
                <a:latin typeface="Calibri"/>
                <a:cs typeface="Calibri"/>
              </a:rPr>
              <a:t>solo</a:t>
            </a:r>
            <a:r>
              <a:rPr dirty="0" sz="2800" spc="-30">
                <a:solidFill>
                  <a:srgbClr val="4E3629"/>
                </a:solidFill>
                <a:latin typeface="Calibri"/>
                <a:cs typeface="Calibri"/>
              </a:rPr>
              <a:t> </a:t>
            </a:r>
            <a:r>
              <a:rPr dirty="0" sz="2800">
                <a:solidFill>
                  <a:srgbClr val="4E3629"/>
                </a:solidFill>
                <a:latin typeface="Calibri"/>
                <a:cs typeface="Calibri"/>
              </a:rPr>
              <a:t>lo</a:t>
            </a:r>
            <a:r>
              <a:rPr dirty="0" sz="2800" spc="-40">
                <a:solidFill>
                  <a:srgbClr val="4E3629"/>
                </a:solidFill>
                <a:latin typeface="Calibri"/>
                <a:cs typeface="Calibri"/>
              </a:rPr>
              <a:t> </a:t>
            </a:r>
            <a:r>
              <a:rPr dirty="0" sz="2800">
                <a:solidFill>
                  <a:srgbClr val="4E3629"/>
                </a:solidFill>
                <a:latin typeface="Calibri"/>
                <a:cs typeface="Calibri"/>
              </a:rPr>
              <a:t>puede</a:t>
            </a:r>
            <a:r>
              <a:rPr dirty="0" sz="2800" spc="-15">
                <a:solidFill>
                  <a:srgbClr val="4E3629"/>
                </a:solidFill>
                <a:latin typeface="Calibri"/>
                <a:cs typeface="Calibri"/>
              </a:rPr>
              <a:t> </a:t>
            </a:r>
            <a:r>
              <a:rPr dirty="0" sz="2800">
                <a:solidFill>
                  <a:srgbClr val="4E3629"/>
                </a:solidFill>
                <a:latin typeface="Calibri"/>
                <a:cs typeface="Calibri"/>
              </a:rPr>
              <a:t>hacer</a:t>
            </a:r>
            <a:r>
              <a:rPr dirty="0" sz="2800" spc="-35">
                <a:solidFill>
                  <a:srgbClr val="4E3629"/>
                </a:solidFill>
                <a:latin typeface="Calibri"/>
                <a:cs typeface="Calibri"/>
              </a:rPr>
              <a:t> </a:t>
            </a:r>
            <a:r>
              <a:rPr dirty="0" sz="2800">
                <a:solidFill>
                  <a:srgbClr val="4E3629"/>
                </a:solidFill>
                <a:latin typeface="Calibri"/>
                <a:cs typeface="Calibri"/>
              </a:rPr>
              <a:t>el</a:t>
            </a:r>
            <a:r>
              <a:rPr dirty="0" sz="2800" spc="-45">
                <a:solidFill>
                  <a:srgbClr val="4E3629"/>
                </a:solidFill>
                <a:latin typeface="Calibri"/>
                <a:cs typeface="Calibri"/>
              </a:rPr>
              <a:t> </a:t>
            </a:r>
            <a:r>
              <a:rPr dirty="0" sz="2800" spc="-10">
                <a:solidFill>
                  <a:srgbClr val="4E3629"/>
                </a:solidFill>
                <a:latin typeface="Calibri"/>
                <a:cs typeface="Calibri"/>
              </a:rPr>
              <a:t>propietario</a:t>
            </a:r>
            <a:r>
              <a:rPr dirty="0" sz="2800" spc="-15">
                <a:solidFill>
                  <a:srgbClr val="4E3629"/>
                </a:solidFill>
                <a:latin typeface="Calibri"/>
                <a:cs typeface="Calibri"/>
              </a:rPr>
              <a:t> </a:t>
            </a:r>
            <a:r>
              <a:rPr dirty="0" sz="2800">
                <a:solidFill>
                  <a:srgbClr val="4E3629"/>
                </a:solidFill>
                <a:latin typeface="Calibri"/>
                <a:cs typeface="Calibri"/>
              </a:rPr>
              <a:t>del</a:t>
            </a:r>
            <a:r>
              <a:rPr dirty="0" sz="2800" spc="-50">
                <a:solidFill>
                  <a:srgbClr val="4E3629"/>
                </a:solidFill>
                <a:latin typeface="Calibri"/>
                <a:cs typeface="Calibri"/>
              </a:rPr>
              <a:t> </a:t>
            </a:r>
            <a:r>
              <a:rPr dirty="0" sz="2800">
                <a:solidFill>
                  <a:srgbClr val="4E3629"/>
                </a:solidFill>
                <a:latin typeface="Calibri"/>
                <a:cs typeface="Calibri"/>
              </a:rPr>
              <a:t>objeto</a:t>
            </a:r>
            <a:r>
              <a:rPr dirty="0" sz="2800" spc="-30">
                <a:solidFill>
                  <a:srgbClr val="4E3629"/>
                </a:solidFill>
                <a:latin typeface="Calibri"/>
                <a:cs typeface="Calibri"/>
              </a:rPr>
              <a:t> </a:t>
            </a:r>
            <a:r>
              <a:rPr dirty="0" sz="2800">
                <a:solidFill>
                  <a:srgbClr val="4E3629"/>
                </a:solidFill>
                <a:latin typeface="Calibri"/>
                <a:cs typeface="Calibri"/>
              </a:rPr>
              <a:t>o</a:t>
            </a:r>
            <a:r>
              <a:rPr dirty="0" sz="2800" spc="-40">
                <a:solidFill>
                  <a:srgbClr val="4E3629"/>
                </a:solidFill>
                <a:latin typeface="Calibri"/>
                <a:cs typeface="Calibri"/>
              </a:rPr>
              <a:t> </a:t>
            </a:r>
            <a:r>
              <a:rPr dirty="0" sz="2800" spc="-25">
                <a:solidFill>
                  <a:srgbClr val="4E3629"/>
                </a:solidFill>
                <a:latin typeface="Calibri"/>
                <a:cs typeface="Calibri"/>
              </a:rPr>
              <a:t>el 	DBA</a:t>
            </a:r>
            <a:endParaRPr sz="2800">
              <a:latin typeface="Calibri"/>
              <a:cs typeface="Calibri"/>
            </a:endParaRPr>
          </a:p>
          <a:p>
            <a:pPr marL="184150" indent="-171450">
              <a:lnSpc>
                <a:spcPct val="100000"/>
              </a:lnSpc>
              <a:spcBef>
                <a:spcPts val="145"/>
              </a:spcBef>
              <a:buClr>
                <a:srgbClr val="D1350F"/>
              </a:buClr>
              <a:buFont typeface="Arial MT"/>
              <a:buChar char="•"/>
              <a:tabLst>
                <a:tab pos="184150" algn="l"/>
              </a:tabLst>
            </a:pPr>
            <a:r>
              <a:rPr dirty="0" sz="2800" spc="-10">
                <a:solidFill>
                  <a:srgbClr val="4E3629"/>
                </a:solidFill>
                <a:latin typeface="Calibri"/>
                <a:cs typeface="Calibri"/>
              </a:rPr>
              <a:t>Sintaxis:</a:t>
            </a:r>
            <a:endParaRPr sz="2800">
              <a:latin typeface="Calibri"/>
              <a:cs typeface="Calibri"/>
            </a:endParaRPr>
          </a:p>
        </p:txBody>
      </p:sp>
      <p:sp>
        <p:nvSpPr>
          <p:cNvPr id="6" name="object 6" descr=""/>
          <p:cNvSpPr txBox="1"/>
          <p:nvPr/>
        </p:nvSpPr>
        <p:spPr>
          <a:xfrm>
            <a:off x="483514" y="3838194"/>
            <a:ext cx="146685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spc="-10">
                <a:solidFill>
                  <a:srgbClr val="4E3629"/>
                </a:solidFill>
                <a:latin typeface="Calibri"/>
                <a:cs typeface="Calibri"/>
              </a:rPr>
              <a:t>Ejemplo:</a:t>
            </a:r>
            <a:endParaRPr sz="2800">
              <a:latin typeface="Calibri"/>
              <a:cs typeface="Calibri"/>
            </a:endParaRPr>
          </a:p>
        </p:txBody>
      </p:sp>
      <p:sp>
        <p:nvSpPr>
          <p:cNvPr id="7" name="object 7" descr=""/>
          <p:cNvSpPr txBox="1"/>
          <p:nvPr/>
        </p:nvSpPr>
        <p:spPr>
          <a:xfrm>
            <a:off x="483514" y="4723638"/>
            <a:ext cx="8013700" cy="1134745"/>
          </a:xfrm>
          <a:prstGeom prst="rect">
            <a:avLst/>
          </a:prstGeom>
        </p:spPr>
        <p:txBody>
          <a:bodyPr wrap="square" lIns="0" tIns="93980" rIns="0" bIns="0" rtlCol="0" vert="horz">
            <a:spAutoFit/>
          </a:bodyPr>
          <a:lstStyle/>
          <a:p>
            <a:pPr algn="just" marL="183515" marR="5080" indent="-171450">
              <a:lnSpc>
                <a:spcPts val="2690"/>
              </a:lnSpc>
              <a:spcBef>
                <a:spcPts val="740"/>
              </a:spcBef>
              <a:buClr>
                <a:srgbClr val="D1350F"/>
              </a:buClr>
              <a:buFont typeface="Arial MT"/>
              <a:buChar char="•"/>
              <a:tabLst>
                <a:tab pos="184785" algn="l"/>
              </a:tabLst>
            </a:pPr>
            <a:r>
              <a:rPr dirty="0" sz="2800" spc="-25">
                <a:solidFill>
                  <a:srgbClr val="4E3629"/>
                </a:solidFill>
                <a:latin typeface="Calibri"/>
                <a:cs typeface="Calibri"/>
              </a:rPr>
              <a:t>Veremos</a:t>
            </a:r>
            <a:r>
              <a:rPr dirty="0" sz="2800" spc="-95">
                <a:solidFill>
                  <a:srgbClr val="4E3629"/>
                </a:solidFill>
                <a:latin typeface="Calibri"/>
                <a:cs typeface="Calibri"/>
              </a:rPr>
              <a:t> </a:t>
            </a:r>
            <a:r>
              <a:rPr dirty="0" sz="2800">
                <a:solidFill>
                  <a:srgbClr val="4E3629"/>
                </a:solidFill>
                <a:latin typeface="Calibri"/>
                <a:cs typeface="Calibri"/>
              </a:rPr>
              <a:t>más</a:t>
            </a:r>
            <a:r>
              <a:rPr dirty="0" sz="2800" spc="-90">
                <a:solidFill>
                  <a:srgbClr val="4E3629"/>
                </a:solidFill>
                <a:latin typeface="Calibri"/>
                <a:cs typeface="Calibri"/>
              </a:rPr>
              <a:t> </a:t>
            </a:r>
            <a:r>
              <a:rPr dirty="0" sz="2800">
                <a:solidFill>
                  <a:srgbClr val="4E3629"/>
                </a:solidFill>
                <a:latin typeface="Calibri"/>
                <a:cs typeface="Calibri"/>
              </a:rPr>
              <a:t>adelante</a:t>
            </a:r>
            <a:r>
              <a:rPr dirty="0" sz="2800" spc="-100">
                <a:solidFill>
                  <a:srgbClr val="4E3629"/>
                </a:solidFill>
                <a:latin typeface="Calibri"/>
                <a:cs typeface="Calibri"/>
              </a:rPr>
              <a:t> </a:t>
            </a:r>
            <a:r>
              <a:rPr dirty="0" sz="2800">
                <a:solidFill>
                  <a:srgbClr val="4E3629"/>
                </a:solidFill>
                <a:latin typeface="Calibri"/>
                <a:cs typeface="Calibri"/>
              </a:rPr>
              <a:t>que</a:t>
            </a:r>
            <a:r>
              <a:rPr dirty="0" sz="2800" spc="-95">
                <a:solidFill>
                  <a:srgbClr val="4E3629"/>
                </a:solidFill>
                <a:latin typeface="Calibri"/>
                <a:cs typeface="Calibri"/>
              </a:rPr>
              <a:t> </a:t>
            </a:r>
            <a:r>
              <a:rPr dirty="0" sz="2800">
                <a:solidFill>
                  <a:srgbClr val="4E3629"/>
                </a:solidFill>
                <a:latin typeface="Calibri"/>
                <a:cs typeface="Calibri"/>
              </a:rPr>
              <a:t>podemos</a:t>
            </a:r>
            <a:r>
              <a:rPr dirty="0" sz="2800" spc="-75">
                <a:solidFill>
                  <a:srgbClr val="4E3629"/>
                </a:solidFill>
                <a:latin typeface="Calibri"/>
                <a:cs typeface="Calibri"/>
              </a:rPr>
              <a:t> </a:t>
            </a:r>
            <a:r>
              <a:rPr dirty="0" sz="2800" spc="-10">
                <a:solidFill>
                  <a:srgbClr val="4E3629"/>
                </a:solidFill>
                <a:latin typeface="Calibri"/>
                <a:cs typeface="Calibri"/>
              </a:rPr>
              <a:t>renombrar</a:t>
            </a:r>
            <a:r>
              <a:rPr dirty="0" sz="2800" spc="-80">
                <a:solidFill>
                  <a:srgbClr val="4E3629"/>
                </a:solidFill>
                <a:latin typeface="Calibri"/>
                <a:cs typeface="Calibri"/>
              </a:rPr>
              <a:t> </a:t>
            </a:r>
            <a:r>
              <a:rPr dirty="0" sz="2800" spc="-10">
                <a:solidFill>
                  <a:srgbClr val="4E3629"/>
                </a:solidFill>
                <a:latin typeface="Calibri"/>
                <a:cs typeface="Calibri"/>
              </a:rPr>
              <a:t>otros </a:t>
            </a:r>
            <a:r>
              <a:rPr dirty="0" sz="2800" spc="-10">
                <a:solidFill>
                  <a:srgbClr val="4E3629"/>
                </a:solidFill>
                <a:latin typeface="Calibri"/>
                <a:cs typeface="Calibri"/>
              </a:rPr>
              <a:t>	</a:t>
            </a:r>
            <a:r>
              <a:rPr dirty="0" sz="2800">
                <a:solidFill>
                  <a:srgbClr val="4E3629"/>
                </a:solidFill>
                <a:latin typeface="Calibri"/>
                <a:cs typeface="Calibri"/>
              </a:rPr>
              <a:t>tipos</a:t>
            </a:r>
            <a:r>
              <a:rPr dirty="0" sz="2800" spc="-90">
                <a:solidFill>
                  <a:srgbClr val="4E3629"/>
                </a:solidFill>
                <a:latin typeface="Calibri"/>
                <a:cs typeface="Calibri"/>
              </a:rPr>
              <a:t> </a:t>
            </a:r>
            <a:r>
              <a:rPr dirty="0" sz="2800">
                <a:solidFill>
                  <a:srgbClr val="4E3629"/>
                </a:solidFill>
                <a:latin typeface="Calibri"/>
                <a:cs typeface="Calibri"/>
              </a:rPr>
              <a:t>de</a:t>
            </a:r>
            <a:r>
              <a:rPr dirty="0" sz="2800" spc="-95">
                <a:solidFill>
                  <a:srgbClr val="4E3629"/>
                </a:solidFill>
                <a:latin typeface="Calibri"/>
                <a:cs typeface="Calibri"/>
              </a:rPr>
              <a:t> </a:t>
            </a:r>
            <a:r>
              <a:rPr dirty="0" sz="2800">
                <a:solidFill>
                  <a:srgbClr val="4E3629"/>
                </a:solidFill>
                <a:latin typeface="Calibri"/>
                <a:cs typeface="Calibri"/>
              </a:rPr>
              <a:t>objetos</a:t>
            </a:r>
            <a:r>
              <a:rPr dirty="0" sz="2800" spc="-90">
                <a:solidFill>
                  <a:srgbClr val="4E3629"/>
                </a:solidFill>
                <a:latin typeface="Calibri"/>
                <a:cs typeface="Calibri"/>
              </a:rPr>
              <a:t> </a:t>
            </a:r>
            <a:r>
              <a:rPr dirty="0" sz="2800">
                <a:solidFill>
                  <a:srgbClr val="4E3629"/>
                </a:solidFill>
                <a:latin typeface="Calibri"/>
                <a:cs typeface="Calibri"/>
              </a:rPr>
              <a:t>como,</a:t>
            </a:r>
            <a:r>
              <a:rPr dirty="0" sz="2800" spc="-100">
                <a:solidFill>
                  <a:srgbClr val="4E3629"/>
                </a:solidFill>
                <a:latin typeface="Calibri"/>
                <a:cs typeface="Calibri"/>
              </a:rPr>
              <a:t> </a:t>
            </a:r>
            <a:r>
              <a:rPr dirty="0" sz="2800">
                <a:solidFill>
                  <a:srgbClr val="4E3629"/>
                </a:solidFill>
                <a:latin typeface="Calibri"/>
                <a:cs typeface="Calibri"/>
              </a:rPr>
              <a:t>por</a:t>
            </a:r>
            <a:r>
              <a:rPr dirty="0" sz="2800" spc="-95">
                <a:solidFill>
                  <a:srgbClr val="4E3629"/>
                </a:solidFill>
                <a:latin typeface="Calibri"/>
                <a:cs typeface="Calibri"/>
              </a:rPr>
              <a:t> </a:t>
            </a:r>
            <a:r>
              <a:rPr dirty="0" sz="2800">
                <a:solidFill>
                  <a:srgbClr val="4E3629"/>
                </a:solidFill>
                <a:latin typeface="Calibri"/>
                <a:cs typeface="Calibri"/>
              </a:rPr>
              <a:t>ejemplo,</a:t>
            </a:r>
            <a:r>
              <a:rPr dirty="0" sz="2800" spc="-80">
                <a:solidFill>
                  <a:srgbClr val="4E3629"/>
                </a:solidFill>
                <a:latin typeface="Calibri"/>
                <a:cs typeface="Calibri"/>
              </a:rPr>
              <a:t> </a:t>
            </a:r>
            <a:r>
              <a:rPr dirty="0" sz="2800">
                <a:solidFill>
                  <a:srgbClr val="4E3629"/>
                </a:solidFill>
                <a:latin typeface="Calibri"/>
                <a:cs typeface="Calibri"/>
              </a:rPr>
              <a:t>vistas,</a:t>
            </a:r>
            <a:r>
              <a:rPr dirty="0" sz="2800" spc="-85">
                <a:solidFill>
                  <a:srgbClr val="4E3629"/>
                </a:solidFill>
                <a:latin typeface="Calibri"/>
                <a:cs typeface="Calibri"/>
              </a:rPr>
              <a:t> </a:t>
            </a:r>
            <a:r>
              <a:rPr dirty="0" sz="2800" spc="-10">
                <a:solidFill>
                  <a:srgbClr val="4E3629"/>
                </a:solidFill>
                <a:latin typeface="Calibri"/>
                <a:cs typeface="Calibri"/>
              </a:rPr>
              <a:t>secuencias </a:t>
            </a:r>
            <a:r>
              <a:rPr dirty="0" sz="2800" spc="-10">
                <a:solidFill>
                  <a:srgbClr val="4E3629"/>
                </a:solidFill>
                <a:latin typeface="Calibri"/>
                <a:cs typeface="Calibri"/>
              </a:rPr>
              <a:t>	</a:t>
            </a:r>
            <a:r>
              <a:rPr dirty="0" sz="2800">
                <a:solidFill>
                  <a:srgbClr val="4E3629"/>
                </a:solidFill>
                <a:latin typeface="Calibri"/>
                <a:cs typeface="Calibri"/>
              </a:rPr>
              <a:t>y</a:t>
            </a:r>
            <a:r>
              <a:rPr dirty="0" sz="2800" spc="-5">
                <a:solidFill>
                  <a:srgbClr val="4E3629"/>
                </a:solidFill>
                <a:latin typeface="Calibri"/>
                <a:cs typeface="Calibri"/>
              </a:rPr>
              <a:t> </a:t>
            </a:r>
            <a:r>
              <a:rPr dirty="0" sz="2800" spc="-10">
                <a:solidFill>
                  <a:srgbClr val="4E3629"/>
                </a:solidFill>
                <a:latin typeface="Calibri"/>
                <a:cs typeface="Calibri"/>
              </a:rPr>
              <a:t>sinónimos</a:t>
            </a:r>
            <a:endParaRPr sz="2800">
              <a:latin typeface="Calibri"/>
              <a:cs typeface="Calibri"/>
            </a:endParaRPr>
          </a:p>
        </p:txBody>
      </p:sp>
      <p:sp>
        <p:nvSpPr>
          <p:cNvPr id="8" name="object 8" descr=""/>
          <p:cNvSpPr txBox="1"/>
          <p:nvPr/>
        </p:nvSpPr>
        <p:spPr>
          <a:xfrm>
            <a:off x="393191" y="3429000"/>
            <a:ext cx="8345805" cy="325120"/>
          </a:xfrm>
          <a:prstGeom prst="rect">
            <a:avLst/>
          </a:prstGeom>
          <a:solidFill>
            <a:srgbClr val="9DBEC4">
              <a:alpha val="50199"/>
            </a:srgbClr>
          </a:solidFill>
        </p:spPr>
        <p:txBody>
          <a:bodyPr wrap="square" lIns="0" tIns="0" rIns="0" bIns="0" rtlCol="0" vert="horz">
            <a:spAutoFit/>
          </a:bodyPr>
          <a:lstStyle/>
          <a:p>
            <a:pPr>
              <a:lnSpc>
                <a:spcPts val="2150"/>
              </a:lnSpc>
            </a:pPr>
            <a:r>
              <a:rPr dirty="0" sz="1800" b="1">
                <a:solidFill>
                  <a:srgbClr val="4E3629"/>
                </a:solidFill>
                <a:latin typeface="Courier New"/>
                <a:cs typeface="Courier New"/>
              </a:rPr>
              <a:t>RENAME</a:t>
            </a:r>
            <a:r>
              <a:rPr dirty="0" sz="1800" spc="-65" b="1">
                <a:solidFill>
                  <a:srgbClr val="4E3629"/>
                </a:solidFill>
                <a:latin typeface="Courier New"/>
                <a:cs typeface="Courier New"/>
              </a:rPr>
              <a:t> </a:t>
            </a:r>
            <a:r>
              <a:rPr dirty="0" sz="1800" b="1">
                <a:solidFill>
                  <a:srgbClr val="4E3629"/>
                </a:solidFill>
                <a:latin typeface="Courier New"/>
                <a:cs typeface="Courier New"/>
              </a:rPr>
              <a:t>old_name</a:t>
            </a:r>
            <a:r>
              <a:rPr dirty="0" sz="1800" spc="-65" b="1">
                <a:solidFill>
                  <a:srgbClr val="4E3629"/>
                </a:solidFill>
                <a:latin typeface="Courier New"/>
                <a:cs typeface="Courier New"/>
              </a:rPr>
              <a:t> </a:t>
            </a:r>
            <a:r>
              <a:rPr dirty="0" sz="1800" b="1">
                <a:solidFill>
                  <a:srgbClr val="4E3629"/>
                </a:solidFill>
                <a:latin typeface="Courier New"/>
                <a:cs typeface="Courier New"/>
              </a:rPr>
              <a:t>to</a:t>
            </a:r>
            <a:r>
              <a:rPr dirty="0" sz="1800" spc="-55" b="1">
                <a:solidFill>
                  <a:srgbClr val="4E3629"/>
                </a:solidFill>
                <a:latin typeface="Courier New"/>
                <a:cs typeface="Courier New"/>
              </a:rPr>
              <a:t> </a:t>
            </a:r>
            <a:r>
              <a:rPr dirty="0" sz="1800" spc="-10" b="1">
                <a:solidFill>
                  <a:srgbClr val="4E3629"/>
                </a:solidFill>
                <a:latin typeface="Courier New"/>
                <a:cs typeface="Courier New"/>
              </a:rPr>
              <a:t>new_name;</a:t>
            </a:r>
            <a:endParaRPr sz="1800">
              <a:latin typeface="Courier New"/>
              <a:cs typeface="Courier New"/>
            </a:endParaRPr>
          </a:p>
        </p:txBody>
      </p:sp>
      <p:sp>
        <p:nvSpPr>
          <p:cNvPr id="9" name="object 9" descr=""/>
          <p:cNvSpPr txBox="1"/>
          <p:nvPr/>
        </p:nvSpPr>
        <p:spPr>
          <a:xfrm>
            <a:off x="391668" y="4326635"/>
            <a:ext cx="8347075" cy="325120"/>
          </a:xfrm>
          <a:prstGeom prst="rect">
            <a:avLst/>
          </a:prstGeom>
          <a:solidFill>
            <a:srgbClr val="9DBEC4">
              <a:alpha val="50199"/>
            </a:srgbClr>
          </a:solidFill>
        </p:spPr>
        <p:txBody>
          <a:bodyPr wrap="square" lIns="0" tIns="0" rIns="0" bIns="0" rtlCol="0" vert="horz">
            <a:spAutoFit/>
          </a:bodyPr>
          <a:lstStyle/>
          <a:p>
            <a:pPr>
              <a:lnSpc>
                <a:spcPts val="2150"/>
              </a:lnSpc>
            </a:pPr>
            <a:r>
              <a:rPr dirty="0" sz="1800" b="1">
                <a:solidFill>
                  <a:srgbClr val="4E3629"/>
                </a:solidFill>
                <a:latin typeface="Courier New"/>
                <a:cs typeface="Courier New"/>
              </a:rPr>
              <a:t>RENAME</a:t>
            </a:r>
            <a:r>
              <a:rPr dirty="0" sz="1800" spc="-85" b="1">
                <a:solidFill>
                  <a:srgbClr val="4E3629"/>
                </a:solidFill>
                <a:latin typeface="Courier New"/>
                <a:cs typeface="Courier New"/>
              </a:rPr>
              <a:t> </a:t>
            </a:r>
            <a:r>
              <a:rPr dirty="0" sz="1800" b="1">
                <a:solidFill>
                  <a:srgbClr val="4E3629"/>
                </a:solidFill>
                <a:latin typeface="Courier New"/>
                <a:cs typeface="Courier New"/>
              </a:rPr>
              <a:t>my_cd_collection</a:t>
            </a:r>
            <a:r>
              <a:rPr dirty="0" sz="1800" spc="-65" b="1">
                <a:solidFill>
                  <a:srgbClr val="4E3629"/>
                </a:solidFill>
                <a:latin typeface="Courier New"/>
                <a:cs typeface="Courier New"/>
              </a:rPr>
              <a:t> </a:t>
            </a:r>
            <a:r>
              <a:rPr dirty="0" sz="1800" b="1">
                <a:solidFill>
                  <a:srgbClr val="4E3629"/>
                </a:solidFill>
                <a:latin typeface="Courier New"/>
                <a:cs typeface="Courier New"/>
              </a:rPr>
              <a:t>TO</a:t>
            </a:r>
            <a:r>
              <a:rPr dirty="0" sz="1800" spc="-85" b="1">
                <a:solidFill>
                  <a:srgbClr val="4E3629"/>
                </a:solidFill>
                <a:latin typeface="Courier New"/>
                <a:cs typeface="Courier New"/>
              </a:rPr>
              <a:t> </a:t>
            </a:r>
            <a:r>
              <a:rPr dirty="0" sz="1800" spc="-10" b="1">
                <a:solidFill>
                  <a:srgbClr val="4E3629"/>
                </a:solidFill>
                <a:latin typeface="Courier New"/>
                <a:cs typeface="Courier New"/>
              </a:rPr>
              <a:t>my_music;</a:t>
            </a:r>
            <a:endParaRPr sz="1800">
              <a:latin typeface="Courier New"/>
              <a:cs typeface="Courier New"/>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1840230" cy="528320"/>
          </a:xfrm>
          <a:prstGeom prst="rect"/>
        </p:spPr>
        <p:txBody>
          <a:bodyPr wrap="square" lIns="0" tIns="12700" rIns="0" bIns="0" rtlCol="0" vert="horz">
            <a:spAutoFit/>
          </a:bodyPr>
          <a:lstStyle/>
          <a:p>
            <a:pPr marL="12700">
              <a:lnSpc>
                <a:spcPct val="100000"/>
              </a:lnSpc>
              <a:spcBef>
                <a:spcPts val="100"/>
              </a:spcBef>
            </a:pPr>
            <a:r>
              <a:rPr dirty="0" spc="-30"/>
              <a:t>TRUNCATE</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27</a:t>
            </a:r>
          </a:p>
        </p:txBody>
      </p:sp>
      <p:sp>
        <p:nvSpPr>
          <p:cNvPr id="5" name="object 5" descr=""/>
          <p:cNvSpPr txBox="1"/>
          <p:nvPr/>
        </p:nvSpPr>
        <p:spPr>
          <a:xfrm>
            <a:off x="483514" y="1415923"/>
            <a:ext cx="7947659" cy="2799715"/>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Al</a:t>
            </a:r>
            <a:r>
              <a:rPr dirty="0" sz="2800" spc="-60">
                <a:solidFill>
                  <a:srgbClr val="4E3629"/>
                </a:solidFill>
                <a:latin typeface="Calibri"/>
                <a:cs typeface="Calibri"/>
              </a:rPr>
              <a:t> </a:t>
            </a:r>
            <a:r>
              <a:rPr dirty="0" sz="2800">
                <a:solidFill>
                  <a:srgbClr val="4E3629"/>
                </a:solidFill>
                <a:latin typeface="Calibri"/>
                <a:cs typeface="Calibri"/>
              </a:rPr>
              <a:t>truncar</a:t>
            </a:r>
            <a:r>
              <a:rPr dirty="0" sz="2800" spc="-35">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5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eliminan</a:t>
            </a:r>
            <a:r>
              <a:rPr dirty="0" sz="2800" spc="-45">
                <a:solidFill>
                  <a:srgbClr val="4E3629"/>
                </a:solidFill>
                <a:latin typeface="Calibri"/>
                <a:cs typeface="Calibri"/>
              </a:rPr>
              <a:t> </a:t>
            </a:r>
            <a:r>
              <a:rPr dirty="0" sz="2800">
                <a:solidFill>
                  <a:srgbClr val="4E3629"/>
                </a:solidFill>
                <a:latin typeface="Calibri"/>
                <a:cs typeface="Calibri"/>
              </a:rPr>
              <a:t>todas</a:t>
            </a:r>
            <a:r>
              <a:rPr dirty="0" sz="2800" spc="-45">
                <a:solidFill>
                  <a:srgbClr val="4E3629"/>
                </a:solidFill>
                <a:latin typeface="Calibri"/>
                <a:cs typeface="Calibri"/>
              </a:rPr>
              <a:t> </a:t>
            </a:r>
            <a:r>
              <a:rPr dirty="0" sz="2800">
                <a:solidFill>
                  <a:srgbClr val="4E3629"/>
                </a:solidFill>
                <a:latin typeface="Calibri"/>
                <a:cs typeface="Calibri"/>
              </a:rPr>
              <a:t>las</a:t>
            </a:r>
            <a:r>
              <a:rPr dirty="0" sz="2800" spc="-70">
                <a:solidFill>
                  <a:srgbClr val="4E3629"/>
                </a:solidFill>
                <a:latin typeface="Calibri"/>
                <a:cs typeface="Calibri"/>
              </a:rPr>
              <a:t> </a:t>
            </a:r>
            <a:r>
              <a:rPr dirty="0" sz="2800">
                <a:solidFill>
                  <a:srgbClr val="4E3629"/>
                </a:solidFill>
                <a:latin typeface="Calibri"/>
                <a:cs typeface="Calibri"/>
              </a:rPr>
              <a:t>filas</a:t>
            </a:r>
            <a:r>
              <a:rPr dirty="0" sz="2800" spc="-4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a:solidFill>
                  <a:srgbClr val="4E3629"/>
                </a:solidFill>
                <a:latin typeface="Calibri"/>
                <a:cs typeface="Calibri"/>
              </a:rPr>
              <a:t>y</a:t>
            </a:r>
            <a:r>
              <a:rPr dirty="0" sz="2800" spc="-4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libera</a:t>
            </a:r>
            <a:r>
              <a:rPr dirty="0" sz="2800" spc="-35">
                <a:solidFill>
                  <a:srgbClr val="4E3629"/>
                </a:solidFill>
                <a:latin typeface="Calibri"/>
                <a:cs typeface="Calibri"/>
              </a:rPr>
              <a:t> </a:t>
            </a: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espacio</a:t>
            </a:r>
            <a:r>
              <a:rPr dirty="0" sz="2800" spc="-45">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spc="-10">
                <a:solidFill>
                  <a:srgbClr val="4E3629"/>
                </a:solidFill>
                <a:latin typeface="Calibri"/>
                <a:cs typeface="Calibri"/>
              </a:rPr>
              <a:t>almacenamiento </a:t>
            </a:r>
            <a:r>
              <a:rPr dirty="0" sz="2800" spc="-10">
                <a:solidFill>
                  <a:srgbClr val="4E3629"/>
                </a:solidFill>
                <a:latin typeface="Calibri"/>
                <a:cs typeface="Calibri"/>
              </a:rPr>
              <a:t>	</a:t>
            </a:r>
            <a:r>
              <a:rPr dirty="0" sz="2800">
                <a:solidFill>
                  <a:srgbClr val="4E3629"/>
                </a:solidFill>
                <a:latin typeface="Calibri"/>
                <a:cs typeface="Calibri"/>
              </a:rPr>
              <a:t>utilizado</a:t>
            </a:r>
            <a:r>
              <a:rPr dirty="0" sz="2800" spc="-75">
                <a:solidFill>
                  <a:srgbClr val="4E3629"/>
                </a:solidFill>
                <a:latin typeface="Calibri"/>
                <a:cs typeface="Calibri"/>
              </a:rPr>
              <a:t> </a:t>
            </a:r>
            <a:r>
              <a:rPr dirty="0" sz="2800">
                <a:solidFill>
                  <a:srgbClr val="4E3629"/>
                </a:solidFill>
                <a:latin typeface="Calibri"/>
                <a:cs typeface="Calibri"/>
              </a:rPr>
              <a:t>por</a:t>
            </a:r>
            <a:r>
              <a:rPr dirty="0" sz="2800" spc="-85">
                <a:solidFill>
                  <a:srgbClr val="4E3629"/>
                </a:solidFill>
                <a:latin typeface="Calibri"/>
                <a:cs typeface="Calibri"/>
              </a:rPr>
              <a:t> </a:t>
            </a:r>
            <a:r>
              <a:rPr dirty="0" sz="2800">
                <a:solidFill>
                  <a:srgbClr val="4E3629"/>
                </a:solidFill>
                <a:latin typeface="Calibri"/>
                <a:cs typeface="Calibri"/>
              </a:rPr>
              <a:t>dicha</a:t>
            </a:r>
            <a:r>
              <a:rPr dirty="0" sz="2800" spc="-75">
                <a:solidFill>
                  <a:srgbClr val="4E3629"/>
                </a:solidFill>
                <a:latin typeface="Calibri"/>
                <a:cs typeface="Calibri"/>
              </a:rPr>
              <a:t> </a:t>
            </a:r>
            <a:r>
              <a:rPr dirty="0" sz="2800" spc="-20">
                <a:solidFill>
                  <a:srgbClr val="4E3629"/>
                </a:solidFill>
                <a:latin typeface="Calibri"/>
                <a:cs typeface="Calibri"/>
              </a:rPr>
              <a:t>tabla</a:t>
            </a:r>
            <a:endParaRPr sz="2800">
              <a:latin typeface="Calibri"/>
              <a:cs typeface="Calibri"/>
            </a:endParaRPr>
          </a:p>
          <a:p>
            <a:pPr marL="184150" indent="-171450">
              <a:lnSpc>
                <a:spcPct val="100000"/>
              </a:lnSpc>
              <a:spcBef>
                <a:spcPts val="430"/>
              </a:spcBef>
              <a:buClr>
                <a:srgbClr val="D1350F"/>
              </a:buClr>
              <a:buFont typeface="Arial MT"/>
              <a:buChar char="•"/>
              <a:tabLst>
                <a:tab pos="184150" algn="l"/>
              </a:tabLst>
            </a:pPr>
            <a:r>
              <a:rPr dirty="0" sz="2800">
                <a:solidFill>
                  <a:srgbClr val="4E3629"/>
                </a:solidFill>
                <a:latin typeface="Calibri"/>
                <a:cs typeface="Calibri"/>
              </a:rPr>
              <a:t>Al</a:t>
            </a:r>
            <a:r>
              <a:rPr dirty="0" sz="2800" spc="-70">
                <a:solidFill>
                  <a:srgbClr val="4E3629"/>
                </a:solidFill>
                <a:latin typeface="Calibri"/>
                <a:cs typeface="Calibri"/>
              </a:rPr>
              <a:t> </a:t>
            </a:r>
            <a:r>
              <a:rPr dirty="0" sz="2800">
                <a:solidFill>
                  <a:srgbClr val="4E3629"/>
                </a:solidFill>
                <a:latin typeface="Calibri"/>
                <a:cs typeface="Calibri"/>
              </a:rPr>
              <a:t>utiliza</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sentencia</a:t>
            </a:r>
            <a:r>
              <a:rPr dirty="0" sz="2800" spc="-60">
                <a:solidFill>
                  <a:srgbClr val="4E3629"/>
                </a:solidFill>
                <a:latin typeface="Calibri"/>
                <a:cs typeface="Calibri"/>
              </a:rPr>
              <a:t> </a:t>
            </a:r>
            <a:r>
              <a:rPr dirty="0" sz="2800" spc="-25">
                <a:solidFill>
                  <a:srgbClr val="4E3629"/>
                </a:solidFill>
                <a:latin typeface="Calibri"/>
                <a:cs typeface="Calibri"/>
              </a:rPr>
              <a:t>TRUNCATE</a:t>
            </a:r>
            <a:r>
              <a:rPr dirty="0" sz="2800" spc="-70">
                <a:solidFill>
                  <a:srgbClr val="4E3629"/>
                </a:solidFill>
                <a:latin typeface="Calibri"/>
                <a:cs typeface="Calibri"/>
              </a:rPr>
              <a:t> </a:t>
            </a:r>
            <a:r>
              <a:rPr dirty="0" sz="2800" spc="-10">
                <a:solidFill>
                  <a:srgbClr val="4E3629"/>
                </a:solidFill>
                <a:latin typeface="Calibri"/>
                <a:cs typeface="Calibri"/>
              </a:rPr>
              <a:t>TABLE:</a:t>
            </a:r>
            <a:endParaRPr sz="2800">
              <a:latin typeface="Calibri"/>
              <a:cs typeface="Calibri"/>
            </a:endParaRPr>
          </a:p>
          <a:p>
            <a:pPr marL="355600">
              <a:lnSpc>
                <a:spcPct val="100000"/>
              </a:lnSpc>
              <a:spcBef>
                <a:spcPts val="140"/>
              </a:spcBef>
            </a:pPr>
            <a:r>
              <a:rPr dirty="0" sz="2400" spc="50">
                <a:solidFill>
                  <a:srgbClr val="D1350F"/>
                </a:solidFill>
                <a:latin typeface="Calibri"/>
                <a:cs typeface="Calibri"/>
              </a:rPr>
              <a:t>−</a:t>
            </a:r>
            <a:r>
              <a:rPr dirty="0" sz="2400" spc="50">
                <a:solidFill>
                  <a:srgbClr val="4E3629"/>
                </a:solidFill>
                <a:latin typeface="Calibri"/>
                <a:cs typeface="Calibri"/>
              </a:rPr>
              <a:t>No</a:t>
            </a:r>
            <a:r>
              <a:rPr dirty="0" sz="2400" spc="-40">
                <a:solidFill>
                  <a:srgbClr val="4E3629"/>
                </a:solidFill>
                <a:latin typeface="Calibri"/>
                <a:cs typeface="Calibri"/>
              </a:rPr>
              <a:t> </a:t>
            </a:r>
            <a:r>
              <a:rPr dirty="0" sz="2400">
                <a:solidFill>
                  <a:srgbClr val="4E3629"/>
                </a:solidFill>
                <a:latin typeface="Calibri"/>
                <a:cs typeface="Calibri"/>
              </a:rPr>
              <a:t>se</a:t>
            </a:r>
            <a:r>
              <a:rPr dirty="0" sz="2400" spc="-30">
                <a:solidFill>
                  <a:srgbClr val="4E3629"/>
                </a:solidFill>
                <a:latin typeface="Calibri"/>
                <a:cs typeface="Calibri"/>
              </a:rPr>
              <a:t> </a:t>
            </a:r>
            <a:r>
              <a:rPr dirty="0" sz="2400">
                <a:solidFill>
                  <a:srgbClr val="4E3629"/>
                </a:solidFill>
                <a:latin typeface="Calibri"/>
                <a:cs typeface="Calibri"/>
              </a:rPr>
              <a:t>puede</a:t>
            </a:r>
            <a:r>
              <a:rPr dirty="0" sz="2400" spc="-20">
                <a:solidFill>
                  <a:srgbClr val="4E3629"/>
                </a:solidFill>
                <a:latin typeface="Calibri"/>
                <a:cs typeface="Calibri"/>
              </a:rPr>
              <a:t> </a:t>
            </a:r>
            <a:r>
              <a:rPr dirty="0" sz="2400" spc="-10">
                <a:solidFill>
                  <a:srgbClr val="4E3629"/>
                </a:solidFill>
                <a:latin typeface="Calibri"/>
                <a:cs typeface="Calibri"/>
              </a:rPr>
              <a:t>realizar</a:t>
            </a:r>
            <a:r>
              <a:rPr dirty="0" sz="2400" spc="-45">
                <a:solidFill>
                  <a:srgbClr val="4E3629"/>
                </a:solidFill>
                <a:latin typeface="Calibri"/>
                <a:cs typeface="Calibri"/>
              </a:rPr>
              <a:t> </a:t>
            </a:r>
            <a:r>
              <a:rPr dirty="0" sz="2400">
                <a:solidFill>
                  <a:srgbClr val="4E3629"/>
                </a:solidFill>
                <a:latin typeface="Calibri"/>
                <a:cs typeface="Calibri"/>
              </a:rPr>
              <a:t>rollback</a:t>
            </a:r>
            <a:r>
              <a:rPr dirty="0" sz="2400" spc="-45">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a:solidFill>
                  <a:srgbClr val="4E3629"/>
                </a:solidFill>
                <a:latin typeface="Calibri"/>
                <a:cs typeface="Calibri"/>
              </a:rPr>
              <a:t>la</a:t>
            </a:r>
            <a:r>
              <a:rPr dirty="0" sz="2400" spc="-40">
                <a:solidFill>
                  <a:srgbClr val="4E3629"/>
                </a:solidFill>
                <a:latin typeface="Calibri"/>
                <a:cs typeface="Calibri"/>
              </a:rPr>
              <a:t> </a:t>
            </a:r>
            <a:r>
              <a:rPr dirty="0" sz="2400">
                <a:solidFill>
                  <a:srgbClr val="4E3629"/>
                </a:solidFill>
                <a:latin typeface="Calibri"/>
                <a:cs typeface="Calibri"/>
              </a:rPr>
              <a:t>eliminación</a:t>
            </a:r>
            <a:r>
              <a:rPr dirty="0" sz="2400" spc="-50">
                <a:solidFill>
                  <a:srgbClr val="4E3629"/>
                </a:solidFill>
                <a:latin typeface="Calibri"/>
                <a:cs typeface="Calibri"/>
              </a:rPr>
              <a:t> </a:t>
            </a:r>
            <a:r>
              <a:rPr dirty="0" sz="2400">
                <a:solidFill>
                  <a:srgbClr val="4E3629"/>
                </a:solidFill>
                <a:latin typeface="Calibri"/>
                <a:cs typeface="Calibri"/>
              </a:rPr>
              <a:t>de</a:t>
            </a:r>
            <a:r>
              <a:rPr dirty="0" sz="2400" spc="-30">
                <a:solidFill>
                  <a:srgbClr val="4E3629"/>
                </a:solidFill>
                <a:latin typeface="Calibri"/>
                <a:cs typeface="Calibri"/>
              </a:rPr>
              <a:t> </a:t>
            </a:r>
            <a:r>
              <a:rPr dirty="0" sz="2400" spc="-10">
                <a:solidFill>
                  <a:srgbClr val="4E3629"/>
                </a:solidFill>
                <a:latin typeface="Calibri"/>
                <a:cs typeface="Calibri"/>
              </a:rPr>
              <a:t>filas</a:t>
            </a:r>
            <a:endParaRPr sz="2400">
              <a:latin typeface="Calibri"/>
              <a:cs typeface="Calibri"/>
            </a:endParaRPr>
          </a:p>
          <a:p>
            <a:pPr marL="355600">
              <a:lnSpc>
                <a:spcPts val="2735"/>
              </a:lnSpc>
              <a:spcBef>
                <a:spcPts val="120"/>
              </a:spcBef>
            </a:pPr>
            <a:r>
              <a:rPr dirty="0" sz="2400">
                <a:solidFill>
                  <a:srgbClr val="D1350F"/>
                </a:solidFill>
                <a:latin typeface="Calibri"/>
                <a:cs typeface="Calibri"/>
              </a:rPr>
              <a:t>−</a:t>
            </a:r>
            <a:r>
              <a:rPr dirty="0" sz="2400">
                <a:solidFill>
                  <a:srgbClr val="4E3629"/>
                </a:solidFill>
                <a:latin typeface="Calibri"/>
                <a:cs typeface="Calibri"/>
              </a:rPr>
              <a:t>Debe</a:t>
            </a:r>
            <a:r>
              <a:rPr dirty="0" sz="2400" spc="-15">
                <a:solidFill>
                  <a:srgbClr val="4E3629"/>
                </a:solidFill>
                <a:latin typeface="Calibri"/>
                <a:cs typeface="Calibri"/>
              </a:rPr>
              <a:t> </a:t>
            </a:r>
            <a:r>
              <a:rPr dirty="0" sz="2400">
                <a:solidFill>
                  <a:srgbClr val="4E3629"/>
                </a:solidFill>
                <a:latin typeface="Calibri"/>
                <a:cs typeface="Calibri"/>
              </a:rPr>
              <a:t>ser</a:t>
            </a:r>
            <a:r>
              <a:rPr dirty="0" sz="2400" spc="-15">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spc="-10">
                <a:solidFill>
                  <a:srgbClr val="4E3629"/>
                </a:solidFill>
                <a:latin typeface="Calibri"/>
                <a:cs typeface="Calibri"/>
              </a:rPr>
              <a:t>propietario</a:t>
            </a:r>
            <a:r>
              <a:rPr dirty="0" sz="2400" spc="-35">
                <a:solidFill>
                  <a:srgbClr val="4E3629"/>
                </a:solidFill>
                <a:latin typeface="Calibri"/>
                <a:cs typeface="Calibri"/>
              </a:rPr>
              <a:t> </a:t>
            </a:r>
            <a:r>
              <a:rPr dirty="0" sz="2400">
                <a:solidFill>
                  <a:srgbClr val="4E3629"/>
                </a:solidFill>
                <a:latin typeface="Calibri"/>
                <a:cs typeface="Calibri"/>
              </a:rPr>
              <a:t>de</a:t>
            </a:r>
            <a:r>
              <a:rPr dirty="0" sz="2400" spc="-15">
                <a:solidFill>
                  <a:srgbClr val="4E3629"/>
                </a:solidFill>
                <a:latin typeface="Calibri"/>
                <a:cs typeface="Calibri"/>
              </a:rPr>
              <a:t> </a:t>
            </a:r>
            <a:r>
              <a:rPr dirty="0" sz="2400">
                <a:solidFill>
                  <a:srgbClr val="4E3629"/>
                </a:solidFill>
                <a:latin typeface="Calibri"/>
                <a:cs typeface="Calibri"/>
              </a:rPr>
              <a:t>la</a:t>
            </a:r>
            <a:r>
              <a:rPr dirty="0" sz="2400" spc="-30">
                <a:solidFill>
                  <a:srgbClr val="4E3629"/>
                </a:solidFill>
                <a:latin typeface="Calibri"/>
                <a:cs typeface="Calibri"/>
              </a:rPr>
              <a:t> </a:t>
            </a:r>
            <a:r>
              <a:rPr dirty="0" sz="2400">
                <a:solidFill>
                  <a:srgbClr val="4E3629"/>
                </a:solidFill>
                <a:latin typeface="Calibri"/>
                <a:cs typeface="Calibri"/>
              </a:rPr>
              <a:t>tabla</a:t>
            </a:r>
            <a:r>
              <a:rPr dirty="0" sz="2400" spc="-30">
                <a:solidFill>
                  <a:srgbClr val="4E3629"/>
                </a:solidFill>
                <a:latin typeface="Calibri"/>
                <a:cs typeface="Calibri"/>
              </a:rPr>
              <a:t> </a:t>
            </a:r>
            <a:r>
              <a:rPr dirty="0" sz="2400">
                <a:solidFill>
                  <a:srgbClr val="4E3629"/>
                </a:solidFill>
                <a:latin typeface="Calibri"/>
                <a:cs typeface="Calibri"/>
              </a:rPr>
              <a:t>o</a:t>
            </a:r>
            <a:r>
              <a:rPr dirty="0" sz="2400" spc="-30">
                <a:solidFill>
                  <a:srgbClr val="4E3629"/>
                </a:solidFill>
                <a:latin typeface="Calibri"/>
                <a:cs typeface="Calibri"/>
              </a:rPr>
              <a:t> </a:t>
            </a:r>
            <a:r>
              <a:rPr dirty="0" sz="2400">
                <a:solidFill>
                  <a:srgbClr val="4E3629"/>
                </a:solidFill>
                <a:latin typeface="Calibri"/>
                <a:cs typeface="Calibri"/>
              </a:rPr>
              <a:t>tener</a:t>
            </a:r>
            <a:r>
              <a:rPr dirty="0" sz="2400" spc="-25">
                <a:solidFill>
                  <a:srgbClr val="4E3629"/>
                </a:solidFill>
                <a:latin typeface="Calibri"/>
                <a:cs typeface="Calibri"/>
              </a:rPr>
              <a:t> </a:t>
            </a:r>
            <a:r>
              <a:rPr dirty="0" sz="2400">
                <a:solidFill>
                  <a:srgbClr val="4E3629"/>
                </a:solidFill>
                <a:latin typeface="Calibri"/>
                <a:cs typeface="Calibri"/>
              </a:rPr>
              <a:t>privilegios</a:t>
            </a:r>
            <a:r>
              <a:rPr dirty="0" sz="2400" spc="-20">
                <a:solidFill>
                  <a:srgbClr val="4E3629"/>
                </a:solidFill>
                <a:latin typeface="Calibri"/>
                <a:cs typeface="Calibri"/>
              </a:rPr>
              <a:t> </a:t>
            </a:r>
            <a:r>
              <a:rPr dirty="0" sz="2400" spc="-25">
                <a:solidFill>
                  <a:srgbClr val="4E3629"/>
                </a:solidFill>
                <a:latin typeface="Calibri"/>
                <a:cs typeface="Calibri"/>
              </a:rPr>
              <a:t>de</a:t>
            </a:r>
            <a:endParaRPr sz="2400">
              <a:latin typeface="Calibri"/>
              <a:cs typeface="Calibri"/>
            </a:endParaRPr>
          </a:p>
          <a:p>
            <a:pPr marL="530860">
              <a:lnSpc>
                <a:spcPts val="2735"/>
              </a:lnSpc>
            </a:pPr>
            <a:r>
              <a:rPr dirty="0" sz="2400">
                <a:solidFill>
                  <a:srgbClr val="4E3629"/>
                </a:solidFill>
                <a:latin typeface="Calibri"/>
                <a:cs typeface="Calibri"/>
              </a:rPr>
              <a:t>sistema</a:t>
            </a:r>
            <a:r>
              <a:rPr dirty="0" sz="2400" spc="-80">
                <a:solidFill>
                  <a:srgbClr val="4E3629"/>
                </a:solidFill>
                <a:latin typeface="Calibri"/>
                <a:cs typeface="Calibri"/>
              </a:rPr>
              <a:t> </a:t>
            </a:r>
            <a:r>
              <a:rPr dirty="0" sz="2400">
                <a:solidFill>
                  <a:srgbClr val="4E3629"/>
                </a:solidFill>
                <a:latin typeface="Calibri"/>
                <a:cs typeface="Calibri"/>
              </a:rPr>
              <a:t>DROP</a:t>
            </a:r>
            <a:r>
              <a:rPr dirty="0" sz="2400" spc="-70">
                <a:solidFill>
                  <a:srgbClr val="4E3629"/>
                </a:solidFill>
                <a:latin typeface="Calibri"/>
                <a:cs typeface="Calibri"/>
              </a:rPr>
              <a:t> </a:t>
            </a:r>
            <a:r>
              <a:rPr dirty="0" sz="2400">
                <a:solidFill>
                  <a:srgbClr val="4E3629"/>
                </a:solidFill>
                <a:latin typeface="Calibri"/>
                <a:cs typeface="Calibri"/>
              </a:rPr>
              <a:t>ANY</a:t>
            </a:r>
            <a:r>
              <a:rPr dirty="0" sz="2400" spc="-70">
                <a:solidFill>
                  <a:srgbClr val="4E3629"/>
                </a:solidFill>
                <a:latin typeface="Calibri"/>
                <a:cs typeface="Calibri"/>
              </a:rPr>
              <a:t> </a:t>
            </a:r>
            <a:r>
              <a:rPr dirty="0" sz="2400" spc="-10">
                <a:solidFill>
                  <a:srgbClr val="4E3629"/>
                </a:solidFill>
                <a:latin typeface="Calibri"/>
                <a:cs typeface="Calibri"/>
              </a:rPr>
              <a:t>TABLE</a:t>
            </a:r>
            <a:endParaRPr sz="2400">
              <a:latin typeface="Calibri"/>
              <a:cs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1840230" cy="528320"/>
          </a:xfrm>
          <a:prstGeom prst="rect"/>
        </p:spPr>
        <p:txBody>
          <a:bodyPr wrap="square" lIns="0" tIns="12700" rIns="0" bIns="0" rtlCol="0" vert="horz">
            <a:spAutoFit/>
          </a:bodyPr>
          <a:lstStyle/>
          <a:p>
            <a:pPr marL="12700">
              <a:lnSpc>
                <a:spcPct val="100000"/>
              </a:lnSpc>
              <a:spcBef>
                <a:spcPts val="100"/>
              </a:spcBef>
            </a:pPr>
            <a:r>
              <a:rPr dirty="0" spc="-30"/>
              <a:t>TRUNCATE</a:t>
            </a:r>
          </a:p>
        </p:txBody>
      </p:sp>
      <p:sp>
        <p:nvSpPr>
          <p:cNvPr id="8" name="object 8"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28</a:t>
            </a:r>
          </a:p>
        </p:txBody>
      </p:sp>
      <p:sp>
        <p:nvSpPr>
          <p:cNvPr id="5" name="object 5" descr=""/>
          <p:cNvSpPr txBox="1"/>
          <p:nvPr/>
        </p:nvSpPr>
        <p:spPr>
          <a:xfrm>
            <a:off x="483514" y="1415923"/>
            <a:ext cx="137668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spc="-10">
                <a:solidFill>
                  <a:srgbClr val="4E3629"/>
                </a:solidFill>
                <a:latin typeface="Calibri"/>
                <a:cs typeface="Calibri"/>
              </a:rPr>
              <a:t>Sintaxis:</a:t>
            </a:r>
            <a:endParaRPr sz="2800">
              <a:latin typeface="Calibri"/>
              <a:cs typeface="Calibri"/>
            </a:endParaRPr>
          </a:p>
        </p:txBody>
      </p:sp>
      <p:sp>
        <p:nvSpPr>
          <p:cNvPr id="6" name="object 6" descr=""/>
          <p:cNvSpPr txBox="1"/>
          <p:nvPr/>
        </p:nvSpPr>
        <p:spPr>
          <a:xfrm>
            <a:off x="483514" y="2388488"/>
            <a:ext cx="8051800" cy="208915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Con</a:t>
            </a:r>
            <a:r>
              <a:rPr dirty="0" sz="2800" spc="-6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spc="-10">
                <a:solidFill>
                  <a:srgbClr val="4E3629"/>
                </a:solidFill>
                <a:latin typeface="Calibri"/>
                <a:cs typeface="Calibri"/>
              </a:rPr>
              <a:t>sentencia</a:t>
            </a:r>
            <a:r>
              <a:rPr dirty="0" sz="2800" spc="-55">
                <a:solidFill>
                  <a:srgbClr val="4E3629"/>
                </a:solidFill>
                <a:latin typeface="Calibri"/>
                <a:cs typeface="Calibri"/>
              </a:rPr>
              <a:t> </a:t>
            </a:r>
            <a:r>
              <a:rPr dirty="0" sz="2800">
                <a:solidFill>
                  <a:srgbClr val="4E3629"/>
                </a:solidFill>
                <a:latin typeface="Calibri"/>
                <a:cs typeface="Calibri"/>
              </a:rPr>
              <a:t>DELETE</a:t>
            </a:r>
            <a:r>
              <a:rPr dirty="0" sz="2800" spc="-80">
                <a:solidFill>
                  <a:srgbClr val="4E3629"/>
                </a:solidFill>
                <a:latin typeface="Calibri"/>
                <a:cs typeface="Calibri"/>
              </a:rPr>
              <a:t> </a:t>
            </a:r>
            <a:r>
              <a:rPr dirty="0" sz="2800">
                <a:solidFill>
                  <a:srgbClr val="4E3629"/>
                </a:solidFill>
                <a:latin typeface="Calibri"/>
                <a:cs typeface="Calibri"/>
              </a:rPr>
              <a:t>también</a:t>
            </a:r>
            <a:r>
              <a:rPr dirty="0" sz="2800" spc="-5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a:solidFill>
                  <a:srgbClr val="4E3629"/>
                </a:solidFill>
                <a:latin typeface="Calibri"/>
                <a:cs typeface="Calibri"/>
              </a:rPr>
              <a:t>eliminan</a:t>
            </a:r>
            <a:r>
              <a:rPr dirty="0" sz="2800" spc="-50">
                <a:solidFill>
                  <a:srgbClr val="4E3629"/>
                </a:solidFill>
                <a:latin typeface="Calibri"/>
                <a:cs typeface="Calibri"/>
              </a:rPr>
              <a:t> </a:t>
            </a:r>
            <a:r>
              <a:rPr dirty="0" sz="2800">
                <a:solidFill>
                  <a:srgbClr val="4E3629"/>
                </a:solidFill>
                <a:latin typeface="Calibri"/>
                <a:cs typeface="Calibri"/>
              </a:rPr>
              <a:t>todas</a:t>
            </a:r>
            <a:r>
              <a:rPr dirty="0" sz="2800" spc="-50">
                <a:solidFill>
                  <a:srgbClr val="4E3629"/>
                </a:solidFill>
                <a:latin typeface="Calibri"/>
                <a:cs typeface="Calibri"/>
              </a:rPr>
              <a:t> </a:t>
            </a:r>
            <a:r>
              <a:rPr dirty="0" sz="2800" spc="-25">
                <a:solidFill>
                  <a:srgbClr val="4E3629"/>
                </a:solidFill>
                <a:latin typeface="Calibri"/>
                <a:cs typeface="Calibri"/>
              </a:rPr>
              <a:t>las </a:t>
            </a:r>
            <a:r>
              <a:rPr dirty="0" sz="2800" spc="-25">
                <a:solidFill>
                  <a:srgbClr val="4E3629"/>
                </a:solidFill>
                <a:latin typeface="Calibri"/>
                <a:cs typeface="Calibri"/>
              </a:rPr>
              <a:t>	</a:t>
            </a:r>
            <a:r>
              <a:rPr dirty="0" sz="2800">
                <a:solidFill>
                  <a:srgbClr val="4E3629"/>
                </a:solidFill>
                <a:latin typeface="Calibri"/>
                <a:cs typeface="Calibri"/>
              </a:rPr>
              <a:t>filas</a:t>
            </a:r>
            <a:r>
              <a:rPr dirty="0" sz="2800" spc="-7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una</a:t>
            </a:r>
            <a:r>
              <a:rPr dirty="0" sz="2800" spc="-55">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a:solidFill>
                  <a:srgbClr val="4E3629"/>
                </a:solidFill>
                <a:latin typeface="Calibri"/>
                <a:cs typeface="Calibri"/>
              </a:rPr>
              <a:t>pero</a:t>
            </a:r>
            <a:r>
              <a:rPr dirty="0" sz="2800" spc="-5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libera</a:t>
            </a:r>
            <a:r>
              <a:rPr dirty="0" sz="2800" spc="-65">
                <a:solidFill>
                  <a:srgbClr val="4E3629"/>
                </a:solidFill>
                <a:latin typeface="Calibri"/>
                <a:cs typeface="Calibri"/>
              </a:rPr>
              <a:t> </a:t>
            </a:r>
            <a:r>
              <a:rPr dirty="0" sz="2800">
                <a:solidFill>
                  <a:srgbClr val="4E3629"/>
                </a:solidFill>
                <a:latin typeface="Calibri"/>
                <a:cs typeface="Calibri"/>
              </a:rPr>
              <a:t>el</a:t>
            </a:r>
            <a:r>
              <a:rPr dirty="0" sz="2800" spc="-60">
                <a:solidFill>
                  <a:srgbClr val="4E3629"/>
                </a:solidFill>
                <a:latin typeface="Calibri"/>
                <a:cs typeface="Calibri"/>
              </a:rPr>
              <a:t> </a:t>
            </a:r>
            <a:r>
              <a:rPr dirty="0" sz="2800">
                <a:solidFill>
                  <a:srgbClr val="4E3629"/>
                </a:solidFill>
                <a:latin typeface="Calibri"/>
                <a:cs typeface="Calibri"/>
              </a:rPr>
              <a:t>espacio</a:t>
            </a:r>
            <a:r>
              <a:rPr dirty="0" sz="2800" spc="-6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almacenamiento</a:t>
            </a:r>
            <a:endParaRPr sz="2800">
              <a:latin typeface="Calibri"/>
              <a:cs typeface="Calibri"/>
            </a:endParaRPr>
          </a:p>
          <a:p>
            <a:pPr marL="183515" marR="886460" indent="-171450">
              <a:lnSpc>
                <a:spcPts val="3030"/>
              </a:lnSpc>
              <a:spcBef>
                <a:spcPts val="795"/>
              </a:spcBef>
              <a:buClr>
                <a:srgbClr val="D1350F"/>
              </a:buClr>
              <a:buFont typeface="Arial MT"/>
              <a:buChar char="•"/>
              <a:tabLst>
                <a:tab pos="184785" algn="l"/>
              </a:tabLst>
            </a:pPr>
            <a:r>
              <a:rPr dirty="0" sz="2800" spc="-25">
                <a:solidFill>
                  <a:srgbClr val="4E3629"/>
                </a:solidFill>
                <a:latin typeface="Calibri"/>
                <a:cs typeface="Calibri"/>
              </a:rPr>
              <a:t>TRUNCATE</a:t>
            </a:r>
            <a:r>
              <a:rPr dirty="0" sz="2800" spc="-75">
                <a:solidFill>
                  <a:srgbClr val="4E3629"/>
                </a:solidFill>
                <a:latin typeface="Calibri"/>
                <a:cs typeface="Calibri"/>
              </a:rPr>
              <a:t> </a:t>
            </a:r>
            <a:r>
              <a:rPr dirty="0" sz="2800">
                <a:solidFill>
                  <a:srgbClr val="4E3629"/>
                </a:solidFill>
                <a:latin typeface="Calibri"/>
                <a:cs typeface="Calibri"/>
              </a:rPr>
              <a:t>es</a:t>
            </a:r>
            <a:r>
              <a:rPr dirty="0" sz="2800" spc="-80">
                <a:solidFill>
                  <a:srgbClr val="4E3629"/>
                </a:solidFill>
                <a:latin typeface="Calibri"/>
                <a:cs typeface="Calibri"/>
              </a:rPr>
              <a:t> </a:t>
            </a:r>
            <a:r>
              <a:rPr dirty="0" sz="2800">
                <a:solidFill>
                  <a:srgbClr val="4E3629"/>
                </a:solidFill>
                <a:latin typeface="Calibri"/>
                <a:cs typeface="Calibri"/>
              </a:rPr>
              <a:t>más</a:t>
            </a:r>
            <a:r>
              <a:rPr dirty="0" sz="2800" spc="-65">
                <a:solidFill>
                  <a:srgbClr val="4E3629"/>
                </a:solidFill>
                <a:latin typeface="Calibri"/>
                <a:cs typeface="Calibri"/>
              </a:rPr>
              <a:t> </a:t>
            </a:r>
            <a:r>
              <a:rPr dirty="0" sz="2800">
                <a:solidFill>
                  <a:srgbClr val="4E3629"/>
                </a:solidFill>
                <a:latin typeface="Calibri"/>
                <a:cs typeface="Calibri"/>
              </a:rPr>
              <a:t>rápido</a:t>
            </a:r>
            <a:r>
              <a:rPr dirty="0" sz="2800" spc="-60">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DELETE</a:t>
            </a:r>
            <a:r>
              <a:rPr dirty="0" sz="2800" spc="-80">
                <a:solidFill>
                  <a:srgbClr val="4E3629"/>
                </a:solidFill>
                <a:latin typeface="Calibri"/>
                <a:cs typeface="Calibri"/>
              </a:rPr>
              <a:t> </a:t>
            </a:r>
            <a:r>
              <a:rPr dirty="0" sz="2800">
                <a:solidFill>
                  <a:srgbClr val="4E3629"/>
                </a:solidFill>
                <a:latin typeface="Calibri"/>
                <a:cs typeface="Calibri"/>
              </a:rPr>
              <a:t>porque</a:t>
            </a:r>
            <a:r>
              <a:rPr dirty="0" sz="2800" spc="-60">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genera</a:t>
            </a:r>
            <a:r>
              <a:rPr dirty="0" sz="2800" spc="-85">
                <a:solidFill>
                  <a:srgbClr val="4E3629"/>
                </a:solidFill>
                <a:latin typeface="Calibri"/>
                <a:cs typeface="Calibri"/>
              </a:rPr>
              <a:t> </a:t>
            </a:r>
            <a:r>
              <a:rPr dirty="0" sz="2800" spc="-10">
                <a:solidFill>
                  <a:srgbClr val="4E3629"/>
                </a:solidFill>
                <a:latin typeface="Calibri"/>
                <a:cs typeface="Calibri"/>
              </a:rPr>
              <a:t>información</a:t>
            </a:r>
            <a:r>
              <a:rPr dirty="0" sz="2800" spc="-8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10">
                <a:solidFill>
                  <a:srgbClr val="4E3629"/>
                </a:solidFill>
                <a:latin typeface="Calibri"/>
                <a:cs typeface="Calibri"/>
              </a:rPr>
              <a:t>rollback</a:t>
            </a:r>
            <a:endParaRPr sz="2800">
              <a:latin typeface="Calibri"/>
              <a:cs typeface="Calibri"/>
            </a:endParaRPr>
          </a:p>
        </p:txBody>
      </p:sp>
      <p:sp>
        <p:nvSpPr>
          <p:cNvPr id="7" name="object 7" descr=""/>
          <p:cNvSpPr txBox="1"/>
          <p:nvPr/>
        </p:nvSpPr>
        <p:spPr>
          <a:xfrm>
            <a:off x="405384" y="1953767"/>
            <a:ext cx="8345805" cy="325120"/>
          </a:xfrm>
          <a:prstGeom prst="rect">
            <a:avLst/>
          </a:prstGeom>
          <a:solidFill>
            <a:srgbClr val="9DBEC4">
              <a:alpha val="50199"/>
            </a:srgbClr>
          </a:solidFill>
        </p:spPr>
        <p:txBody>
          <a:bodyPr wrap="square" lIns="0" tIns="0" rIns="0" bIns="0" rtlCol="0" vert="horz">
            <a:spAutoFit/>
          </a:bodyPr>
          <a:lstStyle/>
          <a:p>
            <a:pPr>
              <a:lnSpc>
                <a:spcPts val="2140"/>
              </a:lnSpc>
            </a:pPr>
            <a:r>
              <a:rPr dirty="0" sz="1800" b="1">
                <a:solidFill>
                  <a:srgbClr val="4E3629"/>
                </a:solidFill>
                <a:latin typeface="Courier New"/>
                <a:cs typeface="Courier New"/>
              </a:rPr>
              <a:t>TRUNCATE</a:t>
            </a:r>
            <a:r>
              <a:rPr dirty="0" sz="1800" spc="-65" b="1">
                <a:solidFill>
                  <a:srgbClr val="4E3629"/>
                </a:solidFill>
                <a:latin typeface="Courier New"/>
                <a:cs typeface="Courier New"/>
              </a:rPr>
              <a:t> </a:t>
            </a:r>
            <a:r>
              <a:rPr dirty="0" sz="1800" b="1">
                <a:solidFill>
                  <a:srgbClr val="4E3629"/>
                </a:solidFill>
                <a:latin typeface="Courier New"/>
                <a:cs typeface="Courier New"/>
              </a:rPr>
              <a:t>TABLE</a:t>
            </a:r>
            <a:r>
              <a:rPr dirty="0" sz="1800" spc="-55" b="1">
                <a:solidFill>
                  <a:srgbClr val="4E3629"/>
                </a:solidFill>
                <a:latin typeface="Courier New"/>
                <a:cs typeface="Courier New"/>
              </a:rPr>
              <a:t> </a:t>
            </a:r>
            <a:r>
              <a:rPr dirty="0" sz="1800" spc="-10" b="1">
                <a:solidFill>
                  <a:srgbClr val="4E3629"/>
                </a:solidFill>
                <a:latin typeface="Courier New"/>
                <a:cs typeface="Courier New"/>
              </a:rPr>
              <a:t>tablename;</a:t>
            </a:r>
            <a:endParaRPr sz="1800">
              <a:latin typeface="Courier New"/>
              <a:cs typeface="Courier New"/>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3681729" cy="528320"/>
          </a:xfrm>
          <a:prstGeom prst="rect"/>
        </p:spPr>
        <p:txBody>
          <a:bodyPr wrap="square" lIns="0" tIns="12700" rIns="0" bIns="0" rtlCol="0" vert="horz">
            <a:spAutoFit/>
          </a:bodyPr>
          <a:lstStyle/>
          <a:p>
            <a:pPr marL="12700">
              <a:lnSpc>
                <a:spcPct val="100000"/>
              </a:lnSpc>
              <a:spcBef>
                <a:spcPts val="100"/>
              </a:spcBef>
            </a:pPr>
            <a:r>
              <a:rPr dirty="0" spc="-10"/>
              <a:t>COMMENT</a:t>
            </a:r>
            <a:r>
              <a:rPr dirty="0" spc="-60"/>
              <a:t> </a:t>
            </a:r>
            <a:r>
              <a:rPr dirty="0"/>
              <a:t>ON</a:t>
            </a:r>
            <a:r>
              <a:rPr dirty="0" spc="-65"/>
              <a:t> </a:t>
            </a:r>
            <a:r>
              <a:rPr dirty="0" spc="-20"/>
              <a:t>TABLE</a:t>
            </a:r>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29</a:t>
            </a:r>
          </a:p>
        </p:txBody>
      </p:sp>
      <p:sp>
        <p:nvSpPr>
          <p:cNvPr id="5" name="object 5" descr=""/>
          <p:cNvSpPr txBox="1"/>
          <p:nvPr/>
        </p:nvSpPr>
        <p:spPr>
          <a:xfrm>
            <a:off x="483514" y="1415923"/>
            <a:ext cx="7877809" cy="1706245"/>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Puede</a:t>
            </a:r>
            <a:r>
              <a:rPr dirty="0" sz="2800" spc="-60">
                <a:solidFill>
                  <a:srgbClr val="4E3629"/>
                </a:solidFill>
                <a:latin typeface="Calibri"/>
                <a:cs typeface="Calibri"/>
              </a:rPr>
              <a:t> </a:t>
            </a:r>
            <a:r>
              <a:rPr dirty="0" sz="2800">
                <a:solidFill>
                  <a:srgbClr val="4E3629"/>
                </a:solidFill>
                <a:latin typeface="Calibri"/>
                <a:cs typeface="Calibri"/>
              </a:rPr>
              <a:t>agregar</a:t>
            </a:r>
            <a:r>
              <a:rPr dirty="0" sz="2800" spc="-90">
                <a:solidFill>
                  <a:srgbClr val="4E3629"/>
                </a:solidFill>
                <a:latin typeface="Calibri"/>
                <a:cs typeface="Calibri"/>
              </a:rPr>
              <a:t> </a:t>
            </a:r>
            <a:r>
              <a:rPr dirty="0" sz="2800">
                <a:solidFill>
                  <a:srgbClr val="4E3629"/>
                </a:solidFill>
                <a:latin typeface="Calibri"/>
                <a:cs typeface="Calibri"/>
              </a:rPr>
              <a:t>un</a:t>
            </a:r>
            <a:r>
              <a:rPr dirty="0" sz="2800" spc="-65">
                <a:solidFill>
                  <a:srgbClr val="4E3629"/>
                </a:solidFill>
                <a:latin typeface="Calibri"/>
                <a:cs typeface="Calibri"/>
              </a:rPr>
              <a:t> </a:t>
            </a:r>
            <a:r>
              <a:rPr dirty="0" sz="2800" spc="-10">
                <a:solidFill>
                  <a:srgbClr val="4E3629"/>
                </a:solidFill>
                <a:latin typeface="Calibri"/>
                <a:cs typeface="Calibri"/>
              </a:rPr>
              <a:t>comentario</a:t>
            </a:r>
            <a:r>
              <a:rPr dirty="0" sz="2800" spc="-8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hasta</a:t>
            </a:r>
            <a:r>
              <a:rPr dirty="0" sz="2800" spc="-60">
                <a:solidFill>
                  <a:srgbClr val="4E3629"/>
                </a:solidFill>
                <a:latin typeface="Calibri"/>
                <a:cs typeface="Calibri"/>
              </a:rPr>
              <a:t> </a:t>
            </a:r>
            <a:r>
              <a:rPr dirty="0" sz="2800" spc="-10">
                <a:solidFill>
                  <a:srgbClr val="4E3629"/>
                </a:solidFill>
                <a:latin typeface="Calibri"/>
                <a:cs typeface="Calibri"/>
              </a:rPr>
              <a:t>2.000 	caracteres</a:t>
            </a:r>
            <a:r>
              <a:rPr dirty="0" sz="2800" spc="-95">
                <a:solidFill>
                  <a:srgbClr val="4E3629"/>
                </a:solidFill>
                <a:latin typeface="Calibri"/>
                <a:cs typeface="Calibri"/>
              </a:rPr>
              <a:t> </a:t>
            </a:r>
            <a:r>
              <a:rPr dirty="0" sz="2800">
                <a:solidFill>
                  <a:srgbClr val="4E3629"/>
                </a:solidFill>
                <a:latin typeface="Calibri"/>
                <a:cs typeface="Calibri"/>
              </a:rPr>
              <a:t>sobre</a:t>
            </a:r>
            <a:r>
              <a:rPr dirty="0" sz="2800" spc="-65">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columna,</a:t>
            </a:r>
            <a:r>
              <a:rPr dirty="0" sz="2800" spc="-65">
                <a:solidFill>
                  <a:srgbClr val="4E3629"/>
                </a:solidFill>
                <a:latin typeface="Calibri"/>
                <a:cs typeface="Calibri"/>
              </a:rPr>
              <a:t> </a:t>
            </a:r>
            <a:r>
              <a:rPr dirty="0" sz="2800">
                <a:solidFill>
                  <a:srgbClr val="4E3629"/>
                </a:solidFill>
                <a:latin typeface="Calibri"/>
                <a:cs typeface="Calibri"/>
              </a:rPr>
              <a:t>tabla</a:t>
            </a:r>
            <a:r>
              <a:rPr dirty="0" sz="2800" spc="-75">
                <a:solidFill>
                  <a:srgbClr val="4E3629"/>
                </a:solidFill>
                <a:latin typeface="Calibri"/>
                <a:cs typeface="Calibri"/>
              </a:rPr>
              <a:t> </a:t>
            </a:r>
            <a:r>
              <a:rPr dirty="0" sz="2800">
                <a:solidFill>
                  <a:srgbClr val="4E3629"/>
                </a:solidFill>
                <a:latin typeface="Calibri"/>
                <a:cs typeface="Calibri"/>
              </a:rPr>
              <a:t>o</a:t>
            </a:r>
            <a:r>
              <a:rPr dirty="0" sz="2800" spc="-90">
                <a:solidFill>
                  <a:srgbClr val="4E3629"/>
                </a:solidFill>
                <a:latin typeface="Calibri"/>
                <a:cs typeface="Calibri"/>
              </a:rPr>
              <a:t> </a:t>
            </a:r>
            <a:r>
              <a:rPr dirty="0" sz="2800">
                <a:solidFill>
                  <a:srgbClr val="4E3629"/>
                </a:solidFill>
                <a:latin typeface="Calibri"/>
                <a:cs typeface="Calibri"/>
              </a:rPr>
              <a:t>vista</a:t>
            </a:r>
            <a:r>
              <a:rPr dirty="0" sz="2800" spc="-70">
                <a:solidFill>
                  <a:srgbClr val="4E3629"/>
                </a:solidFill>
                <a:latin typeface="Calibri"/>
                <a:cs typeface="Calibri"/>
              </a:rPr>
              <a:t> </a:t>
            </a:r>
            <a:r>
              <a:rPr dirty="0" sz="2800" spc="-10">
                <a:solidFill>
                  <a:srgbClr val="4E3629"/>
                </a:solidFill>
                <a:latin typeface="Calibri"/>
                <a:cs typeface="Calibri"/>
              </a:rPr>
              <a:t>mediante </a:t>
            </a:r>
            <a:r>
              <a:rPr dirty="0" sz="2800" spc="-10">
                <a:solidFill>
                  <a:srgbClr val="4E3629"/>
                </a:solidFill>
                <a:latin typeface="Calibri"/>
                <a:cs typeface="Calibri"/>
              </a:rPr>
              <a:t>	</a:t>
            </a:r>
            <a:r>
              <a:rPr dirty="0" sz="2800">
                <a:solidFill>
                  <a:srgbClr val="4E3629"/>
                </a:solidFill>
                <a:latin typeface="Calibri"/>
                <a:cs typeface="Calibri"/>
              </a:rPr>
              <a:t>la</a:t>
            </a:r>
            <a:r>
              <a:rPr dirty="0" sz="2800" spc="-80">
                <a:solidFill>
                  <a:srgbClr val="4E3629"/>
                </a:solidFill>
                <a:latin typeface="Calibri"/>
                <a:cs typeface="Calibri"/>
              </a:rPr>
              <a:t> </a:t>
            </a:r>
            <a:r>
              <a:rPr dirty="0" sz="2800">
                <a:solidFill>
                  <a:srgbClr val="4E3629"/>
                </a:solidFill>
                <a:latin typeface="Calibri"/>
                <a:cs typeface="Calibri"/>
              </a:rPr>
              <a:t>sentencia</a:t>
            </a:r>
            <a:r>
              <a:rPr dirty="0" sz="2800" spc="-60">
                <a:solidFill>
                  <a:srgbClr val="4E3629"/>
                </a:solidFill>
                <a:latin typeface="Calibri"/>
                <a:cs typeface="Calibri"/>
              </a:rPr>
              <a:t> </a:t>
            </a:r>
            <a:r>
              <a:rPr dirty="0" sz="2800" spc="-10">
                <a:solidFill>
                  <a:srgbClr val="4E3629"/>
                </a:solidFill>
                <a:latin typeface="Calibri"/>
                <a:cs typeface="Calibri"/>
              </a:rPr>
              <a:t>COMMENT</a:t>
            </a:r>
            <a:endParaRPr sz="2800">
              <a:latin typeface="Calibri"/>
              <a:cs typeface="Calibri"/>
            </a:endParaRPr>
          </a:p>
          <a:p>
            <a:pPr marL="184150" indent="-171450">
              <a:lnSpc>
                <a:spcPct val="100000"/>
              </a:lnSpc>
              <a:spcBef>
                <a:spcPts val="430"/>
              </a:spcBef>
              <a:buClr>
                <a:srgbClr val="D1350F"/>
              </a:buClr>
              <a:buFont typeface="Arial MT"/>
              <a:buChar char="•"/>
              <a:tabLst>
                <a:tab pos="184150" algn="l"/>
              </a:tabLst>
            </a:pPr>
            <a:r>
              <a:rPr dirty="0" sz="2800" spc="-10">
                <a:solidFill>
                  <a:srgbClr val="4E3629"/>
                </a:solidFill>
                <a:latin typeface="Calibri"/>
                <a:cs typeface="Calibri"/>
              </a:rPr>
              <a:t>Sintaxis:</a:t>
            </a:r>
            <a:endParaRPr sz="2800">
              <a:latin typeface="Calibri"/>
              <a:cs typeface="Calibri"/>
            </a:endParaRPr>
          </a:p>
        </p:txBody>
      </p:sp>
      <p:sp>
        <p:nvSpPr>
          <p:cNvPr id="6" name="object 6" descr=""/>
          <p:cNvSpPr txBox="1"/>
          <p:nvPr/>
        </p:nvSpPr>
        <p:spPr>
          <a:xfrm>
            <a:off x="483514" y="3640912"/>
            <a:ext cx="1466215"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spc="-10">
                <a:solidFill>
                  <a:srgbClr val="4E3629"/>
                </a:solidFill>
                <a:latin typeface="Calibri"/>
                <a:cs typeface="Calibri"/>
              </a:rPr>
              <a:t>Ejemplo:</a:t>
            </a:r>
            <a:endParaRPr sz="2800">
              <a:latin typeface="Calibri"/>
              <a:cs typeface="Calibri"/>
            </a:endParaRPr>
          </a:p>
        </p:txBody>
      </p:sp>
      <p:sp>
        <p:nvSpPr>
          <p:cNvPr id="7" name="object 7" descr=""/>
          <p:cNvSpPr txBox="1"/>
          <p:nvPr/>
        </p:nvSpPr>
        <p:spPr>
          <a:xfrm>
            <a:off x="405384" y="3105911"/>
            <a:ext cx="8345805" cy="585470"/>
          </a:xfrm>
          <a:prstGeom prst="rect">
            <a:avLst/>
          </a:prstGeom>
          <a:solidFill>
            <a:srgbClr val="9DBEC4">
              <a:alpha val="50199"/>
            </a:srgbClr>
          </a:solidFill>
        </p:spPr>
        <p:txBody>
          <a:bodyPr wrap="square" lIns="0" tIns="0" rIns="0" bIns="0" rtlCol="0" vert="horz">
            <a:spAutoFit/>
          </a:bodyPr>
          <a:lstStyle/>
          <a:p>
            <a:pPr marL="681990" marR="1785620" indent="-683260">
              <a:lnSpc>
                <a:spcPts val="2160"/>
              </a:lnSpc>
            </a:pPr>
            <a:r>
              <a:rPr dirty="0" sz="1800" b="1">
                <a:solidFill>
                  <a:srgbClr val="4E3629"/>
                </a:solidFill>
                <a:latin typeface="Courier New"/>
                <a:cs typeface="Courier New"/>
              </a:rPr>
              <a:t>COMMENT</a:t>
            </a:r>
            <a:r>
              <a:rPr dirty="0" sz="1800" spc="-65" b="1">
                <a:solidFill>
                  <a:srgbClr val="4E3629"/>
                </a:solidFill>
                <a:latin typeface="Courier New"/>
                <a:cs typeface="Courier New"/>
              </a:rPr>
              <a:t> </a:t>
            </a:r>
            <a:r>
              <a:rPr dirty="0" sz="1800" b="1">
                <a:solidFill>
                  <a:srgbClr val="4E3629"/>
                </a:solidFill>
                <a:latin typeface="Courier New"/>
                <a:cs typeface="Courier New"/>
              </a:rPr>
              <a:t>ON</a:t>
            </a:r>
            <a:r>
              <a:rPr dirty="0" sz="1800" spc="-65" b="1">
                <a:solidFill>
                  <a:srgbClr val="4E3629"/>
                </a:solidFill>
                <a:latin typeface="Courier New"/>
                <a:cs typeface="Courier New"/>
              </a:rPr>
              <a:t> </a:t>
            </a:r>
            <a:r>
              <a:rPr dirty="0" sz="1800" b="1">
                <a:solidFill>
                  <a:srgbClr val="4E3629"/>
                </a:solidFill>
                <a:latin typeface="Courier New"/>
                <a:cs typeface="Courier New"/>
              </a:rPr>
              <a:t>TABLE</a:t>
            </a:r>
            <a:r>
              <a:rPr dirty="0" sz="1800" spc="-40" b="1">
                <a:solidFill>
                  <a:srgbClr val="4E3629"/>
                </a:solidFill>
                <a:latin typeface="Courier New"/>
                <a:cs typeface="Courier New"/>
              </a:rPr>
              <a:t> </a:t>
            </a:r>
            <a:r>
              <a:rPr dirty="0" sz="1800" b="1">
                <a:solidFill>
                  <a:srgbClr val="4E3629"/>
                </a:solidFill>
                <a:latin typeface="Courier New"/>
                <a:cs typeface="Courier New"/>
              </a:rPr>
              <a:t>tablename</a:t>
            </a:r>
            <a:r>
              <a:rPr dirty="0" sz="1800" spc="-50" b="1">
                <a:solidFill>
                  <a:srgbClr val="4E3629"/>
                </a:solidFill>
                <a:latin typeface="Courier New"/>
                <a:cs typeface="Courier New"/>
              </a:rPr>
              <a:t> </a:t>
            </a:r>
            <a:r>
              <a:rPr dirty="0" sz="1800" b="1">
                <a:solidFill>
                  <a:srgbClr val="4E3629"/>
                </a:solidFill>
                <a:latin typeface="Courier New"/>
                <a:cs typeface="Courier New"/>
              </a:rPr>
              <a:t>|</a:t>
            </a:r>
            <a:r>
              <a:rPr dirty="0" sz="1800" spc="-40" b="1">
                <a:solidFill>
                  <a:srgbClr val="4E3629"/>
                </a:solidFill>
                <a:latin typeface="Courier New"/>
                <a:cs typeface="Courier New"/>
              </a:rPr>
              <a:t> </a:t>
            </a:r>
            <a:r>
              <a:rPr dirty="0" sz="1800" b="1">
                <a:solidFill>
                  <a:srgbClr val="4E3629"/>
                </a:solidFill>
                <a:latin typeface="Courier New"/>
                <a:cs typeface="Courier New"/>
              </a:rPr>
              <a:t>COLUMN</a:t>
            </a:r>
            <a:r>
              <a:rPr dirty="0" sz="1800" spc="-45" b="1">
                <a:solidFill>
                  <a:srgbClr val="4E3629"/>
                </a:solidFill>
                <a:latin typeface="Courier New"/>
                <a:cs typeface="Courier New"/>
              </a:rPr>
              <a:t> </a:t>
            </a:r>
            <a:r>
              <a:rPr dirty="0" sz="1800" spc="-10" b="1">
                <a:solidFill>
                  <a:srgbClr val="4E3629"/>
                </a:solidFill>
                <a:latin typeface="Courier New"/>
                <a:cs typeface="Courier New"/>
              </a:rPr>
              <a:t>table.column </a:t>
            </a:r>
            <a:r>
              <a:rPr dirty="0" sz="1800" b="1">
                <a:solidFill>
                  <a:srgbClr val="4E3629"/>
                </a:solidFill>
                <a:latin typeface="Courier New"/>
                <a:cs typeface="Courier New"/>
              </a:rPr>
              <a:t>IS</a:t>
            </a:r>
            <a:r>
              <a:rPr dirty="0" sz="1800" spc="-60" b="1">
                <a:solidFill>
                  <a:srgbClr val="4E3629"/>
                </a:solidFill>
                <a:latin typeface="Courier New"/>
                <a:cs typeface="Courier New"/>
              </a:rPr>
              <a:t> </a:t>
            </a:r>
            <a:r>
              <a:rPr dirty="0" sz="1800" b="1">
                <a:solidFill>
                  <a:srgbClr val="4E3629"/>
                </a:solidFill>
                <a:latin typeface="Courier New"/>
                <a:cs typeface="Courier New"/>
              </a:rPr>
              <a:t>'place</a:t>
            </a:r>
            <a:r>
              <a:rPr dirty="0" sz="1800" spc="-50" b="1">
                <a:solidFill>
                  <a:srgbClr val="4E3629"/>
                </a:solidFill>
                <a:latin typeface="Courier New"/>
                <a:cs typeface="Courier New"/>
              </a:rPr>
              <a:t> </a:t>
            </a:r>
            <a:r>
              <a:rPr dirty="0" sz="1800" b="1">
                <a:solidFill>
                  <a:srgbClr val="4E3629"/>
                </a:solidFill>
                <a:latin typeface="Courier New"/>
                <a:cs typeface="Courier New"/>
              </a:rPr>
              <a:t>your</a:t>
            </a:r>
            <a:r>
              <a:rPr dirty="0" sz="1800" spc="-50" b="1">
                <a:solidFill>
                  <a:srgbClr val="4E3629"/>
                </a:solidFill>
                <a:latin typeface="Courier New"/>
                <a:cs typeface="Courier New"/>
              </a:rPr>
              <a:t> </a:t>
            </a:r>
            <a:r>
              <a:rPr dirty="0" sz="1800" b="1">
                <a:solidFill>
                  <a:srgbClr val="4E3629"/>
                </a:solidFill>
                <a:latin typeface="Courier New"/>
                <a:cs typeface="Courier New"/>
              </a:rPr>
              <a:t>comment</a:t>
            </a:r>
            <a:r>
              <a:rPr dirty="0" sz="1800" spc="-45" b="1">
                <a:solidFill>
                  <a:srgbClr val="4E3629"/>
                </a:solidFill>
                <a:latin typeface="Courier New"/>
                <a:cs typeface="Courier New"/>
              </a:rPr>
              <a:t> </a:t>
            </a:r>
            <a:r>
              <a:rPr dirty="0" sz="1800" spc="-10" b="1">
                <a:solidFill>
                  <a:srgbClr val="4E3629"/>
                </a:solidFill>
                <a:latin typeface="Courier New"/>
                <a:cs typeface="Courier New"/>
              </a:rPr>
              <a:t>here';</a:t>
            </a:r>
            <a:endParaRPr sz="1800">
              <a:latin typeface="Courier New"/>
              <a:cs typeface="Courier New"/>
            </a:endParaRPr>
          </a:p>
        </p:txBody>
      </p:sp>
      <p:sp>
        <p:nvSpPr>
          <p:cNvPr id="8" name="object 8" descr=""/>
          <p:cNvSpPr txBox="1"/>
          <p:nvPr/>
        </p:nvSpPr>
        <p:spPr>
          <a:xfrm>
            <a:off x="405384" y="4178808"/>
            <a:ext cx="8345805" cy="585470"/>
          </a:xfrm>
          <a:prstGeom prst="rect">
            <a:avLst/>
          </a:prstGeom>
          <a:solidFill>
            <a:srgbClr val="9DBEC4">
              <a:alpha val="50199"/>
            </a:srgbClr>
          </a:solidFill>
        </p:spPr>
        <p:txBody>
          <a:bodyPr wrap="square" lIns="0" tIns="0" rIns="0" bIns="0" rtlCol="0" vert="horz">
            <a:spAutoFit/>
          </a:bodyPr>
          <a:lstStyle/>
          <a:p>
            <a:pPr>
              <a:lnSpc>
                <a:spcPts val="2100"/>
              </a:lnSpc>
            </a:pPr>
            <a:r>
              <a:rPr dirty="0" sz="1800" b="1">
                <a:solidFill>
                  <a:srgbClr val="4E3629"/>
                </a:solidFill>
                <a:latin typeface="Courier New"/>
                <a:cs typeface="Courier New"/>
              </a:rPr>
              <a:t>COMMENT</a:t>
            </a:r>
            <a:r>
              <a:rPr dirty="0" sz="1800" spc="-45" b="1">
                <a:solidFill>
                  <a:srgbClr val="4E3629"/>
                </a:solidFill>
                <a:latin typeface="Courier New"/>
                <a:cs typeface="Courier New"/>
              </a:rPr>
              <a:t> </a:t>
            </a:r>
            <a:r>
              <a:rPr dirty="0" sz="1800" b="1">
                <a:solidFill>
                  <a:srgbClr val="4E3629"/>
                </a:solidFill>
                <a:latin typeface="Courier New"/>
                <a:cs typeface="Courier New"/>
              </a:rPr>
              <a:t>ON</a:t>
            </a:r>
            <a:r>
              <a:rPr dirty="0" sz="1800" spc="-60" b="1">
                <a:solidFill>
                  <a:srgbClr val="4E3629"/>
                </a:solidFill>
                <a:latin typeface="Courier New"/>
                <a:cs typeface="Courier New"/>
              </a:rPr>
              <a:t> </a:t>
            </a:r>
            <a:r>
              <a:rPr dirty="0" sz="1800" b="1">
                <a:solidFill>
                  <a:srgbClr val="4E3629"/>
                </a:solidFill>
                <a:latin typeface="Courier New"/>
                <a:cs typeface="Courier New"/>
              </a:rPr>
              <a:t>TABLE</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681990">
              <a:lnSpc>
                <a:spcPct val="100000"/>
              </a:lnSpc>
            </a:pPr>
            <a:r>
              <a:rPr dirty="0" sz="1800" b="1">
                <a:solidFill>
                  <a:srgbClr val="4E3629"/>
                </a:solidFill>
                <a:latin typeface="Courier New"/>
                <a:cs typeface="Courier New"/>
              </a:rPr>
              <a:t>IS</a:t>
            </a:r>
            <a:r>
              <a:rPr dirty="0" sz="1800" spc="-70" b="1">
                <a:solidFill>
                  <a:srgbClr val="4E3629"/>
                </a:solidFill>
                <a:latin typeface="Courier New"/>
                <a:cs typeface="Courier New"/>
              </a:rPr>
              <a:t> </a:t>
            </a:r>
            <a:r>
              <a:rPr dirty="0" sz="1800" b="1">
                <a:solidFill>
                  <a:srgbClr val="4E3629"/>
                </a:solidFill>
                <a:latin typeface="Courier New"/>
                <a:cs typeface="Courier New"/>
              </a:rPr>
              <a:t>'Western</a:t>
            </a:r>
            <a:r>
              <a:rPr dirty="0" sz="1800" spc="-55" b="1">
                <a:solidFill>
                  <a:srgbClr val="4E3629"/>
                </a:solidFill>
                <a:latin typeface="Courier New"/>
                <a:cs typeface="Courier New"/>
              </a:rPr>
              <a:t> </a:t>
            </a:r>
            <a:r>
              <a:rPr dirty="0" sz="1800" b="1">
                <a:solidFill>
                  <a:srgbClr val="4E3629"/>
                </a:solidFill>
                <a:latin typeface="Courier New"/>
                <a:cs typeface="Courier New"/>
              </a:rPr>
              <a:t>Region</a:t>
            </a:r>
            <a:r>
              <a:rPr dirty="0" sz="1800" spc="-45" b="1">
                <a:solidFill>
                  <a:srgbClr val="4E3629"/>
                </a:solidFill>
                <a:latin typeface="Courier New"/>
                <a:cs typeface="Courier New"/>
              </a:rPr>
              <a:t> </a:t>
            </a:r>
            <a:r>
              <a:rPr dirty="0" sz="1800" spc="-10" b="1">
                <a:solidFill>
                  <a:srgbClr val="4E3629"/>
                </a:solidFill>
                <a:latin typeface="Courier New"/>
                <a:cs typeface="Courier New"/>
              </a:rPr>
              <a:t>only';</a:t>
            </a:r>
            <a:endParaRPr sz="1800">
              <a:latin typeface="Courier New"/>
              <a:cs typeface="Courier New"/>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xfrm>
            <a:off x="392074" y="748410"/>
            <a:ext cx="3681729" cy="528320"/>
          </a:xfrm>
          <a:prstGeom prst="rect"/>
        </p:spPr>
        <p:txBody>
          <a:bodyPr wrap="square" lIns="0" tIns="12700" rIns="0" bIns="0" rtlCol="0" vert="horz">
            <a:spAutoFit/>
          </a:bodyPr>
          <a:lstStyle/>
          <a:p>
            <a:pPr marL="12700">
              <a:lnSpc>
                <a:spcPct val="100000"/>
              </a:lnSpc>
              <a:spcBef>
                <a:spcPts val="100"/>
              </a:spcBef>
            </a:pPr>
            <a:r>
              <a:rPr dirty="0" spc="-10"/>
              <a:t>COMMENT</a:t>
            </a:r>
            <a:r>
              <a:rPr dirty="0" spc="-60"/>
              <a:t> </a:t>
            </a:r>
            <a:r>
              <a:rPr dirty="0"/>
              <a:t>ON</a:t>
            </a:r>
            <a:r>
              <a:rPr dirty="0" spc="-65"/>
              <a:t> </a:t>
            </a:r>
            <a:r>
              <a:rPr dirty="0" spc="-20"/>
              <a:t>TABLE</a:t>
            </a:r>
          </a:p>
        </p:txBody>
      </p:sp>
      <p:sp>
        <p:nvSpPr>
          <p:cNvPr id="10" name="object 10"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1" name="object 11"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2" name="object 12"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30</a:t>
            </a:r>
          </a:p>
        </p:txBody>
      </p:sp>
      <p:sp>
        <p:nvSpPr>
          <p:cNvPr id="5" name="object 5" descr=""/>
          <p:cNvSpPr txBox="1"/>
          <p:nvPr/>
        </p:nvSpPr>
        <p:spPr>
          <a:xfrm>
            <a:off x="483514" y="1415923"/>
            <a:ext cx="7760334"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Para</a:t>
            </a:r>
            <a:r>
              <a:rPr dirty="0" sz="2800" spc="-55">
                <a:solidFill>
                  <a:srgbClr val="4E3629"/>
                </a:solidFill>
                <a:latin typeface="Calibri"/>
                <a:cs typeface="Calibri"/>
              </a:rPr>
              <a:t> </a:t>
            </a:r>
            <a:r>
              <a:rPr dirty="0" sz="2800">
                <a:solidFill>
                  <a:srgbClr val="4E3629"/>
                </a:solidFill>
                <a:latin typeface="Calibri"/>
                <a:cs typeface="Calibri"/>
              </a:rPr>
              <a:t>ver</a:t>
            </a:r>
            <a:r>
              <a:rPr dirty="0" sz="2800" spc="-60">
                <a:solidFill>
                  <a:srgbClr val="4E3629"/>
                </a:solidFill>
                <a:latin typeface="Calibri"/>
                <a:cs typeface="Calibri"/>
              </a:rPr>
              <a:t> </a:t>
            </a:r>
            <a:r>
              <a:rPr dirty="0" sz="2800">
                <a:solidFill>
                  <a:srgbClr val="4E3629"/>
                </a:solidFill>
                <a:latin typeface="Calibri"/>
                <a:cs typeface="Calibri"/>
              </a:rPr>
              <a:t>los</a:t>
            </a:r>
            <a:r>
              <a:rPr dirty="0" sz="2800" spc="-50">
                <a:solidFill>
                  <a:srgbClr val="4E3629"/>
                </a:solidFill>
                <a:latin typeface="Calibri"/>
                <a:cs typeface="Calibri"/>
              </a:rPr>
              <a:t> </a:t>
            </a:r>
            <a:r>
              <a:rPr dirty="0" sz="2800" spc="-10">
                <a:solidFill>
                  <a:srgbClr val="4E3629"/>
                </a:solidFill>
                <a:latin typeface="Calibri"/>
                <a:cs typeface="Calibri"/>
              </a:rPr>
              <a:t>comentarios</a:t>
            </a:r>
            <a:r>
              <a:rPr dirty="0" sz="2800" spc="-4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tabla</a:t>
            </a:r>
            <a:r>
              <a:rPr dirty="0" sz="2800" spc="-6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el</a:t>
            </a:r>
            <a:r>
              <a:rPr dirty="0" sz="2800" spc="-50">
                <a:solidFill>
                  <a:srgbClr val="4E3629"/>
                </a:solidFill>
                <a:latin typeface="Calibri"/>
                <a:cs typeface="Calibri"/>
              </a:rPr>
              <a:t> </a:t>
            </a:r>
            <a:r>
              <a:rPr dirty="0" sz="2800" spc="-10">
                <a:solidFill>
                  <a:srgbClr val="4E3629"/>
                </a:solidFill>
                <a:latin typeface="Calibri"/>
                <a:cs typeface="Calibri"/>
              </a:rPr>
              <a:t>diccionario </a:t>
            </a:r>
            <a:r>
              <a:rPr dirty="0" sz="2800" spc="-10">
                <a:solidFill>
                  <a:srgbClr val="4E3629"/>
                </a:solidFill>
                <a:latin typeface="Calibri"/>
                <a:cs typeface="Calibri"/>
              </a:rPr>
              <a:t>	</a:t>
            </a:r>
            <a:r>
              <a:rPr dirty="0" sz="2800">
                <a:solidFill>
                  <a:srgbClr val="4E3629"/>
                </a:solidFill>
                <a:latin typeface="Calibri"/>
                <a:cs typeface="Calibri"/>
              </a:rPr>
              <a:t>de</a:t>
            </a:r>
            <a:r>
              <a:rPr dirty="0" sz="2800" spc="-2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p:txBody>
      </p:sp>
      <p:sp>
        <p:nvSpPr>
          <p:cNvPr id="6" name="object 6" descr=""/>
          <p:cNvSpPr txBox="1"/>
          <p:nvPr/>
        </p:nvSpPr>
        <p:spPr>
          <a:xfrm>
            <a:off x="483514" y="4229861"/>
            <a:ext cx="8114665" cy="835660"/>
          </a:xfrm>
          <a:prstGeom prst="rect">
            <a:avLst/>
          </a:prstGeom>
        </p:spPr>
        <p:txBody>
          <a:bodyPr wrap="square" lIns="0" tIns="60960" rIns="0" bIns="0" rtlCol="0" vert="horz">
            <a:spAutoFit/>
          </a:bodyPr>
          <a:lstStyle/>
          <a:p>
            <a:pPr marL="183515" marR="50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Si</a:t>
            </a:r>
            <a:r>
              <a:rPr dirty="0" sz="2800" spc="-70">
                <a:solidFill>
                  <a:srgbClr val="4E3629"/>
                </a:solidFill>
                <a:latin typeface="Calibri"/>
                <a:cs typeface="Calibri"/>
              </a:rPr>
              <a:t> </a:t>
            </a:r>
            <a:r>
              <a:rPr dirty="0" sz="2800">
                <a:solidFill>
                  <a:srgbClr val="4E3629"/>
                </a:solidFill>
                <a:latin typeface="Calibri"/>
                <a:cs typeface="Calibri"/>
              </a:rPr>
              <a:t>desea</a:t>
            </a:r>
            <a:r>
              <a:rPr dirty="0" sz="2800" spc="-75">
                <a:solidFill>
                  <a:srgbClr val="4E3629"/>
                </a:solidFill>
                <a:latin typeface="Calibri"/>
                <a:cs typeface="Calibri"/>
              </a:rPr>
              <a:t> </a:t>
            </a:r>
            <a:r>
              <a:rPr dirty="0" sz="2800">
                <a:solidFill>
                  <a:srgbClr val="4E3629"/>
                </a:solidFill>
                <a:latin typeface="Calibri"/>
                <a:cs typeface="Calibri"/>
              </a:rPr>
              <a:t>borrar</a:t>
            </a:r>
            <a:r>
              <a:rPr dirty="0" sz="2800" spc="-60">
                <a:solidFill>
                  <a:srgbClr val="4E3629"/>
                </a:solidFill>
                <a:latin typeface="Calibri"/>
                <a:cs typeface="Calibri"/>
              </a:rPr>
              <a:t> </a:t>
            </a:r>
            <a:r>
              <a:rPr dirty="0" sz="2800">
                <a:solidFill>
                  <a:srgbClr val="4E3629"/>
                </a:solidFill>
                <a:latin typeface="Calibri"/>
                <a:cs typeface="Calibri"/>
              </a:rPr>
              <a:t>un</a:t>
            </a:r>
            <a:r>
              <a:rPr dirty="0" sz="2800" spc="-60">
                <a:solidFill>
                  <a:srgbClr val="4E3629"/>
                </a:solidFill>
                <a:latin typeface="Calibri"/>
                <a:cs typeface="Calibri"/>
              </a:rPr>
              <a:t> </a:t>
            </a:r>
            <a:r>
              <a:rPr dirty="0" sz="2800" spc="-10">
                <a:solidFill>
                  <a:srgbClr val="4E3629"/>
                </a:solidFill>
                <a:latin typeface="Calibri"/>
                <a:cs typeface="Calibri"/>
              </a:rPr>
              <a:t>comentario</a:t>
            </a:r>
            <a:r>
              <a:rPr dirty="0" sz="2800" spc="-65">
                <a:solidFill>
                  <a:srgbClr val="4E3629"/>
                </a:solidFill>
                <a:latin typeface="Calibri"/>
                <a:cs typeface="Calibri"/>
              </a:rPr>
              <a:t> </a:t>
            </a:r>
            <a:r>
              <a:rPr dirty="0" sz="2800" spc="-10">
                <a:solidFill>
                  <a:srgbClr val="4E3629"/>
                </a:solidFill>
                <a:latin typeface="Calibri"/>
                <a:cs typeface="Calibri"/>
              </a:rPr>
              <a:t>realizado</a:t>
            </a:r>
            <a:r>
              <a:rPr dirty="0" sz="2800" spc="-75">
                <a:solidFill>
                  <a:srgbClr val="4E3629"/>
                </a:solidFill>
                <a:latin typeface="Calibri"/>
                <a:cs typeface="Calibri"/>
              </a:rPr>
              <a:t> </a:t>
            </a:r>
            <a:r>
              <a:rPr dirty="0" sz="2800" spc="-10">
                <a:solidFill>
                  <a:srgbClr val="4E3629"/>
                </a:solidFill>
                <a:latin typeface="Calibri"/>
                <a:cs typeface="Calibri"/>
              </a:rPr>
              <a:t>anteriormente </a:t>
            </a:r>
            <a:r>
              <a:rPr dirty="0" sz="2800" spc="-1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a:solidFill>
                  <a:srgbClr val="4E3629"/>
                </a:solidFill>
                <a:latin typeface="Calibri"/>
                <a:cs typeface="Calibri"/>
              </a:rPr>
              <a:t>o</a:t>
            </a:r>
            <a:r>
              <a:rPr dirty="0" sz="2800" spc="-50">
                <a:solidFill>
                  <a:srgbClr val="4E3629"/>
                </a:solidFill>
                <a:latin typeface="Calibri"/>
                <a:cs typeface="Calibri"/>
              </a:rPr>
              <a:t> </a:t>
            </a:r>
            <a:r>
              <a:rPr dirty="0" sz="2800">
                <a:solidFill>
                  <a:srgbClr val="4E3629"/>
                </a:solidFill>
                <a:latin typeface="Calibri"/>
                <a:cs typeface="Calibri"/>
              </a:rPr>
              <a:t>columna,</a:t>
            </a:r>
            <a:r>
              <a:rPr dirty="0" sz="2800" spc="-40">
                <a:solidFill>
                  <a:srgbClr val="4E3629"/>
                </a:solidFill>
                <a:latin typeface="Calibri"/>
                <a:cs typeface="Calibri"/>
              </a:rPr>
              <a:t> </a:t>
            </a:r>
            <a:r>
              <a:rPr dirty="0" sz="2800">
                <a:solidFill>
                  <a:srgbClr val="4E3629"/>
                </a:solidFill>
                <a:latin typeface="Calibri"/>
                <a:cs typeface="Calibri"/>
              </a:rPr>
              <a:t>utilice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cadena</a:t>
            </a:r>
            <a:r>
              <a:rPr dirty="0" sz="2800" spc="-65">
                <a:solidFill>
                  <a:srgbClr val="4E3629"/>
                </a:solidFill>
                <a:latin typeface="Calibri"/>
                <a:cs typeface="Calibri"/>
              </a:rPr>
              <a:t> </a:t>
            </a:r>
            <a:r>
              <a:rPr dirty="0" sz="2800">
                <a:solidFill>
                  <a:srgbClr val="4E3629"/>
                </a:solidFill>
                <a:latin typeface="Calibri"/>
                <a:cs typeface="Calibri"/>
              </a:rPr>
              <a:t>vacía</a:t>
            </a:r>
            <a:r>
              <a:rPr dirty="0" sz="2800" spc="-75">
                <a:solidFill>
                  <a:srgbClr val="4E3629"/>
                </a:solidFill>
                <a:latin typeface="Calibri"/>
                <a:cs typeface="Calibri"/>
              </a:rPr>
              <a:t> </a:t>
            </a:r>
            <a:r>
              <a:rPr dirty="0" sz="2800" spc="-20">
                <a:solidFill>
                  <a:srgbClr val="4E3629"/>
                </a:solidFill>
                <a:latin typeface="Calibri"/>
                <a:cs typeface="Calibri"/>
              </a:rPr>
              <a:t>("):</a:t>
            </a:r>
            <a:endParaRPr sz="2800">
              <a:latin typeface="Calibri"/>
              <a:cs typeface="Calibri"/>
            </a:endParaRPr>
          </a:p>
        </p:txBody>
      </p:sp>
      <p:graphicFrame>
        <p:nvGraphicFramePr>
          <p:cNvPr id="7" name="object 7" descr=""/>
          <p:cNvGraphicFramePr>
            <a:graphicFrameLocks noGrp="1"/>
          </p:cNvGraphicFramePr>
          <p:nvPr/>
        </p:nvGraphicFramePr>
        <p:xfrm>
          <a:off x="2491867" y="3207511"/>
          <a:ext cx="4248150" cy="734060"/>
        </p:xfrm>
        <a:graphic>
          <a:graphicData uri="http://schemas.openxmlformats.org/drawingml/2006/table">
            <a:tbl>
              <a:tblPr firstRow="1" bandRow="1">
                <a:tableStyleId>{2D5ABB26-0587-4C30-8999-92F81FD0307C}</a:tableStyleId>
              </a:tblPr>
              <a:tblGrid>
                <a:gridCol w="2079625"/>
                <a:gridCol w="2079625"/>
              </a:tblGrid>
              <a:tr h="367030">
                <a:tc>
                  <a:txBody>
                    <a:bodyPr/>
                    <a:lstStyle/>
                    <a:p>
                      <a:pPr marL="91440">
                        <a:lnSpc>
                          <a:spcPct val="100000"/>
                        </a:lnSpc>
                        <a:spcBef>
                          <a:spcPts val="405"/>
                        </a:spcBef>
                      </a:pPr>
                      <a:r>
                        <a:rPr dirty="0" sz="1600" spc="-10" b="1">
                          <a:solidFill>
                            <a:srgbClr val="4E3629"/>
                          </a:solidFill>
                          <a:latin typeface="Calibri"/>
                          <a:cs typeface="Calibri"/>
                        </a:rPr>
                        <a:t>TABLE_NAME</a:t>
                      </a:r>
                      <a:endParaRPr sz="1600">
                        <a:latin typeface="Calibri"/>
                        <a:cs typeface="Calibri"/>
                      </a:endParaRPr>
                    </a:p>
                  </a:txBody>
                  <a:tcPr marL="0" marR="0" marB="0" marT="5143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92075">
                        <a:lnSpc>
                          <a:spcPct val="100000"/>
                        </a:lnSpc>
                        <a:spcBef>
                          <a:spcPts val="405"/>
                        </a:spcBef>
                      </a:pPr>
                      <a:r>
                        <a:rPr dirty="0" sz="1600" spc="-10" b="1">
                          <a:solidFill>
                            <a:srgbClr val="4E3629"/>
                          </a:solidFill>
                          <a:latin typeface="Calibri"/>
                          <a:cs typeface="Calibri"/>
                        </a:rPr>
                        <a:t>COMMENTS</a:t>
                      </a:r>
                      <a:endParaRPr sz="1600">
                        <a:latin typeface="Calibri"/>
                        <a:cs typeface="Calibri"/>
                      </a:endParaRPr>
                    </a:p>
                  </a:txBody>
                  <a:tcPr marL="0" marR="0" marB="0" marT="5143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67030">
                <a:tc>
                  <a:txBody>
                    <a:bodyPr/>
                    <a:lstStyle/>
                    <a:p>
                      <a:pPr marL="91440">
                        <a:lnSpc>
                          <a:spcPct val="100000"/>
                        </a:lnSpc>
                        <a:spcBef>
                          <a:spcPts val="405"/>
                        </a:spcBef>
                      </a:pPr>
                      <a:r>
                        <a:rPr dirty="0" sz="1600" spc="-10">
                          <a:solidFill>
                            <a:srgbClr val="4E3629"/>
                          </a:solidFill>
                          <a:latin typeface="Calibri"/>
                          <a:cs typeface="Calibri"/>
                        </a:rPr>
                        <a:t>EMPLOYEES</a:t>
                      </a:r>
                      <a:endParaRPr sz="1600">
                        <a:latin typeface="Calibri"/>
                        <a:cs typeface="Calibri"/>
                      </a:endParaRPr>
                    </a:p>
                  </a:txBody>
                  <a:tcPr marL="0" marR="0" marB="0" marT="514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92075">
                        <a:lnSpc>
                          <a:spcPct val="100000"/>
                        </a:lnSpc>
                        <a:spcBef>
                          <a:spcPts val="405"/>
                        </a:spcBef>
                      </a:pPr>
                      <a:r>
                        <a:rPr dirty="0" sz="1600" spc="-10">
                          <a:solidFill>
                            <a:srgbClr val="4E3629"/>
                          </a:solidFill>
                          <a:latin typeface="Calibri"/>
                          <a:cs typeface="Calibri"/>
                        </a:rPr>
                        <a:t>Western</a:t>
                      </a:r>
                      <a:r>
                        <a:rPr dirty="0" sz="1600" spc="-70">
                          <a:solidFill>
                            <a:srgbClr val="4E3629"/>
                          </a:solidFill>
                          <a:latin typeface="Calibri"/>
                          <a:cs typeface="Calibri"/>
                        </a:rPr>
                        <a:t> </a:t>
                      </a:r>
                      <a:r>
                        <a:rPr dirty="0" sz="1600">
                          <a:solidFill>
                            <a:srgbClr val="4E3629"/>
                          </a:solidFill>
                          <a:latin typeface="Calibri"/>
                          <a:cs typeface="Calibri"/>
                        </a:rPr>
                        <a:t>Region</a:t>
                      </a:r>
                      <a:r>
                        <a:rPr dirty="0" sz="1600" spc="-75">
                          <a:solidFill>
                            <a:srgbClr val="4E3629"/>
                          </a:solidFill>
                          <a:latin typeface="Calibri"/>
                          <a:cs typeface="Calibri"/>
                        </a:rPr>
                        <a:t> </a:t>
                      </a:r>
                      <a:r>
                        <a:rPr dirty="0" sz="1600" spc="-20">
                          <a:solidFill>
                            <a:srgbClr val="4E3629"/>
                          </a:solidFill>
                          <a:latin typeface="Calibri"/>
                          <a:cs typeface="Calibri"/>
                        </a:rPr>
                        <a:t>Only</a:t>
                      </a:r>
                      <a:endParaRPr sz="1600">
                        <a:latin typeface="Calibri"/>
                        <a:cs typeface="Calibri"/>
                      </a:endParaRPr>
                    </a:p>
                  </a:txBody>
                  <a:tcPr marL="0" marR="0" marB="0" marT="5143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8" name="object 8" descr=""/>
          <p:cNvSpPr txBox="1"/>
          <p:nvPr/>
        </p:nvSpPr>
        <p:spPr>
          <a:xfrm>
            <a:off x="405384" y="2510027"/>
            <a:ext cx="8345805" cy="585470"/>
          </a:xfrm>
          <a:prstGeom prst="rect">
            <a:avLst/>
          </a:prstGeom>
          <a:solidFill>
            <a:srgbClr val="9DBEC4">
              <a:alpha val="50199"/>
            </a:srgbClr>
          </a:solidFill>
        </p:spPr>
        <p:txBody>
          <a:bodyPr wrap="square" lIns="0" tIns="0" rIns="0" bIns="0" rtlCol="0" vert="horz">
            <a:spAutoFit/>
          </a:bodyPr>
          <a:lstStyle/>
          <a:p>
            <a:pPr marR="4651375">
              <a:lnSpc>
                <a:spcPts val="2160"/>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table_name,</a:t>
            </a:r>
            <a:r>
              <a:rPr dirty="0" sz="1800" spc="-80" b="1">
                <a:solidFill>
                  <a:srgbClr val="4E3629"/>
                </a:solidFill>
                <a:latin typeface="Courier New"/>
                <a:cs typeface="Courier New"/>
              </a:rPr>
              <a:t> </a:t>
            </a:r>
            <a:r>
              <a:rPr dirty="0" sz="1800" spc="-10" b="1">
                <a:solidFill>
                  <a:srgbClr val="4E3629"/>
                </a:solidFill>
                <a:latin typeface="Courier New"/>
                <a:cs typeface="Courier New"/>
              </a:rPr>
              <a:t>comments </a:t>
            </a:r>
            <a:r>
              <a:rPr dirty="0" sz="1800" b="1">
                <a:solidFill>
                  <a:srgbClr val="4E3629"/>
                </a:solidFill>
                <a:latin typeface="Courier New"/>
                <a:cs typeface="Courier New"/>
              </a:rPr>
              <a:t>FROM</a:t>
            </a:r>
            <a:r>
              <a:rPr dirty="0" sz="1800" spc="-35" b="1">
                <a:solidFill>
                  <a:srgbClr val="4E3629"/>
                </a:solidFill>
                <a:latin typeface="Courier New"/>
                <a:cs typeface="Courier New"/>
              </a:rPr>
              <a:t> </a:t>
            </a:r>
            <a:r>
              <a:rPr dirty="0" sz="1800" spc="-10" b="1">
                <a:solidFill>
                  <a:srgbClr val="4E3629"/>
                </a:solidFill>
                <a:latin typeface="Courier New"/>
                <a:cs typeface="Courier New"/>
              </a:rPr>
              <a:t>user_tab_comments;</a:t>
            </a:r>
            <a:endParaRPr sz="1800">
              <a:latin typeface="Courier New"/>
              <a:cs typeface="Courier New"/>
            </a:endParaRPr>
          </a:p>
        </p:txBody>
      </p:sp>
      <p:sp>
        <p:nvSpPr>
          <p:cNvPr id="9" name="object 9" descr=""/>
          <p:cNvSpPr txBox="1"/>
          <p:nvPr/>
        </p:nvSpPr>
        <p:spPr>
          <a:xfrm>
            <a:off x="417576" y="5210555"/>
            <a:ext cx="8345805" cy="399415"/>
          </a:xfrm>
          <a:prstGeom prst="rect">
            <a:avLst/>
          </a:prstGeom>
          <a:solidFill>
            <a:srgbClr val="9DBEC4">
              <a:alpha val="50199"/>
            </a:srgbClr>
          </a:solidFill>
        </p:spPr>
        <p:txBody>
          <a:bodyPr wrap="square" lIns="0" tIns="36195" rIns="0" bIns="0" rtlCol="0" vert="horz">
            <a:spAutoFit/>
          </a:bodyPr>
          <a:lstStyle/>
          <a:p>
            <a:pPr>
              <a:lnSpc>
                <a:spcPct val="100000"/>
              </a:lnSpc>
              <a:spcBef>
                <a:spcPts val="285"/>
              </a:spcBef>
            </a:pPr>
            <a:r>
              <a:rPr dirty="0" sz="1800" b="1">
                <a:solidFill>
                  <a:srgbClr val="4E3629"/>
                </a:solidFill>
                <a:latin typeface="Courier New"/>
                <a:cs typeface="Courier New"/>
              </a:rPr>
              <a:t>COMMENT</a:t>
            </a:r>
            <a:r>
              <a:rPr dirty="0" sz="1800" spc="-40" b="1">
                <a:solidFill>
                  <a:srgbClr val="4E3629"/>
                </a:solidFill>
                <a:latin typeface="Courier New"/>
                <a:cs typeface="Courier New"/>
              </a:rPr>
              <a:t> </a:t>
            </a:r>
            <a:r>
              <a:rPr dirty="0" sz="1800" b="1">
                <a:solidFill>
                  <a:srgbClr val="4E3629"/>
                </a:solidFill>
                <a:latin typeface="Courier New"/>
                <a:cs typeface="Courier New"/>
              </a:rPr>
              <a:t>ON</a:t>
            </a:r>
            <a:r>
              <a:rPr dirty="0" sz="1800" spc="-55" b="1">
                <a:solidFill>
                  <a:srgbClr val="4E3629"/>
                </a:solidFill>
                <a:latin typeface="Courier New"/>
                <a:cs typeface="Courier New"/>
              </a:rPr>
              <a:t> </a:t>
            </a:r>
            <a:r>
              <a:rPr dirty="0" sz="1800" b="1">
                <a:solidFill>
                  <a:srgbClr val="4E3629"/>
                </a:solidFill>
                <a:latin typeface="Courier New"/>
                <a:cs typeface="Courier New"/>
              </a:rPr>
              <a:t>TABLE</a:t>
            </a:r>
            <a:r>
              <a:rPr dirty="0" sz="1800" spc="-40" b="1">
                <a:solidFill>
                  <a:srgbClr val="4E3629"/>
                </a:solidFill>
                <a:latin typeface="Courier New"/>
                <a:cs typeface="Courier New"/>
              </a:rPr>
              <a:t> </a:t>
            </a:r>
            <a:r>
              <a:rPr dirty="0" sz="1800" b="1">
                <a:solidFill>
                  <a:srgbClr val="4E3629"/>
                </a:solidFill>
                <a:latin typeface="Courier New"/>
                <a:cs typeface="Courier New"/>
              </a:rPr>
              <a:t>employees</a:t>
            </a:r>
            <a:r>
              <a:rPr dirty="0" sz="1800" spc="-40" b="1">
                <a:solidFill>
                  <a:srgbClr val="4E3629"/>
                </a:solidFill>
                <a:latin typeface="Courier New"/>
                <a:cs typeface="Courier New"/>
              </a:rPr>
              <a:t> </a:t>
            </a:r>
            <a:r>
              <a:rPr dirty="0" sz="1800" b="1">
                <a:solidFill>
                  <a:srgbClr val="4E3629"/>
                </a:solidFill>
                <a:latin typeface="Courier New"/>
                <a:cs typeface="Courier New"/>
              </a:rPr>
              <a:t>IS</a:t>
            </a:r>
            <a:r>
              <a:rPr dirty="0" sz="1800" spc="-40" b="1">
                <a:solidFill>
                  <a:srgbClr val="4E3629"/>
                </a:solidFill>
                <a:latin typeface="Courier New"/>
                <a:cs typeface="Courier New"/>
              </a:rPr>
              <a:t> </a:t>
            </a:r>
            <a:r>
              <a:rPr dirty="0" sz="1800" b="1">
                <a:solidFill>
                  <a:srgbClr val="4E3629"/>
                </a:solidFill>
                <a:latin typeface="Courier New"/>
                <a:cs typeface="Courier New"/>
              </a:rPr>
              <a:t>'</a:t>
            </a:r>
            <a:r>
              <a:rPr dirty="0" sz="1800" spc="-40" b="1">
                <a:solidFill>
                  <a:srgbClr val="4E3629"/>
                </a:solidFill>
                <a:latin typeface="Courier New"/>
                <a:cs typeface="Courier New"/>
              </a:rPr>
              <a:t> </a:t>
            </a:r>
            <a:r>
              <a:rPr dirty="0" sz="1800" b="1">
                <a:solidFill>
                  <a:srgbClr val="4E3629"/>
                </a:solidFill>
                <a:latin typeface="Courier New"/>
                <a:cs typeface="Courier New"/>
              </a:rPr>
              <a:t>'</a:t>
            </a:r>
            <a:r>
              <a:rPr dirty="0" sz="1800" spc="-35" b="1">
                <a:solidFill>
                  <a:srgbClr val="4E3629"/>
                </a:solidFill>
                <a:latin typeface="Courier New"/>
                <a:cs typeface="Courier New"/>
              </a:rPr>
              <a:t> </a:t>
            </a:r>
            <a:r>
              <a:rPr dirty="0" sz="1800" spc="-50" b="1">
                <a:solidFill>
                  <a:srgbClr val="4E3629"/>
                </a:solidFill>
                <a:latin typeface="Courier New"/>
                <a:cs typeface="Courier New"/>
              </a:rPr>
              <a:t>;</a:t>
            </a:r>
            <a:endParaRPr sz="1800">
              <a:latin typeface="Courier New"/>
              <a:cs typeface="Courier New"/>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31</a:t>
            </a:r>
          </a:p>
        </p:txBody>
      </p:sp>
      <p:sp>
        <p:nvSpPr>
          <p:cNvPr id="5" name="object 5" descr=""/>
          <p:cNvSpPr txBox="1"/>
          <p:nvPr/>
        </p:nvSpPr>
        <p:spPr>
          <a:xfrm>
            <a:off x="483514" y="1382394"/>
            <a:ext cx="8112125" cy="4614545"/>
          </a:xfrm>
          <a:prstGeom prst="rect">
            <a:avLst/>
          </a:prstGeom>
        </p:spPr>
        <p:txBody>
          <a:bodyPr wrap="square" lIns="0" tIns="93980" rIns="0" bIns="0" rtlCol="0" vert="horz">
            <a:spAutoFit/>
          </a:bodyPr>
          <a:lstStyle/>
          <a:p>
            <a:pPr marL="183515" marR="307340" indent="-171450">
              <a:lnSpc>
                <a:spcPts val="2690"/>
              </a:lnSpc>
              <a:spcBef>
                <a:spcPts val="740"/>
              </a:spcBef>
              <a:buClr>
                <a:srgbClr val="D1350F"/>
              </a:buClr>
              <a:buFont typeface="Arial MT"/>
              <a:buChar char="•"/>
              <a:tabLst>
                <a:tab pos="184785" algn="l"/>
              </a:tabLst>
            </a:pPr>
            <a:r>
              <a:rPr dirty="0" sz="2800">
                <a:solidFill>
                  <a:srgbClr val="4E3629"/>
                </a:solidFill>
                <a:latin typeface="Calibri"/>
                <a:cs typeface="Calibri"/>
              </a:rPr>
              <a:t>Puede</a:t>
            </a:r>
            <a:r>
              <a:rPr dirty="0" sz="2800" spc="-50">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detecte</a:t>
            </a:r>
            <a:r>
              <a:rPr dirty="0" sz="2800" spc="-6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25">
                <a:solidFill>
                  <a:srgbClr val="4E3629"/>
                </a:solidFill>
                <a:latin typeface="Calibri"/>
                <a:cs typeface="Calibri"/>
              </a:rPr>
              <a:t>han </a:t>
            </a:r>
            <a:r>
              <a:rPr dirty="0" sz="2800" spc="-25">
                <a:solidFill>
                  <a:srgbClr val="4E3629"/>
                </a:solidFill>
                <a:latin typeface="Calibri"/>
                <a:cs typeface="Calibri"/>
              </a:rPr>
              <a:t>	</a:t>
            </a:r>
            <a:r>
              <a:rPr dirty="0" sz="2800" spc="-10">
                <a:solidFill>
                  <a:srgbClr val="4E3629"/>
                </a:solidFill>
                <a:latin typeface="Calibri"/>
                <a:cs typeface="Calibri"/>
              </a:rPr>
              <a:t>cambiado,</a:t>
            </a:r>
            <a:r>
              <a:rPr dirty="0" sz="2800" spc="-70">
                <a:solidFill>
                  <a:srgbClr val="4E3629"/>
                </a:solidFill>
                <a:latin typeface="Calibri"/>
                <a:cs typeface="Calibri"/>
              </a:rPr>
              <a:t> </a:t>
            </a:r>
            <a:r>
              <a:rPr dirty="0" sz="2800">
                <a:solidFill>
                  <a:srgbClr val="4E3629"/>
                </a:solidFill>
                <a:latin typeface="Calibri"/>
                <a:cs typeface="Calibri"/>
              </a:rPr>
              <a:t>de</a:t>
            </a:r>
            <a:r>
              <a:rPr dirty="0" sz="2800" spc="-85">
                <a:solidFill>
                  <a:srgbClr val="4E3629"/>
                </a:solidFill>
                <a:latin typeface="Calibri"/>
                <a:cs typeface="Calibri"/>
              </a:rPr>
              <a:t> </a:t>
            </a:r>
            <a:r>
              <a:rPr dirty="0" sz="2800">
                <a:solidFill>
                  <a:srgbClr val="4E3629"/>
                </a:solidFill>
                <a:latin typeface="Calibri"/>
                <a:cs typeface="Calibri"/>
              </a:rPr>
              <a:t>algún</a:t>
            </a:r>
            <a:r>
              <a:rPr dirty="0" sz="2800" spc="-80">
                <a:solidFill>
                  <a:srgbClr val="4E3629"/>
                </a:solidFill>
                <a:latin typeface="Calibri"/>
                <a:cs typeface="Calibri"/>
              </a:rPr>
              <a:t> </a:t>
            </a:r>
            <a:r>
              <a:rPr dirty="0" sz="2800">
                <a:solidFill>
                  <a:srgbClr val="4E3629"/>
                </a:solidFill>
                <a:latin typeface="Calibri"/>
                <a:cs typeface="Calibri"/>
              </a:rPr>
              <a:t>modo,</a:t>
            </a:r>
            <a:r>
              <a:rPr dirty="0" sz="2800" spc="-7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a:solidFill>
                  <a:srgbClr val="4E3629"/>
                </a:solidFill>
                <a:latin typeface="Calibri"/>
                <a:cs typeface="Calibri"/>
              </a:rPr>
              <a:t>forma</a:t>
            </a:r>
            <a:r>
              <a:rPr dirty="0" sz="2800" spc="-90">
                <a:solidFill>
                  <a:srgbClr val="4E3629"/>
                </a:solidFill>
                <a:latin typeface="Calibri"/>
                <a:cs typeface="Calibri"/>
              </a:rPr>
              <a:t> </a:t>
            </a:r>
            <a:r>
              <a:rPr dirty="0" sz="2800" spc="-10">
                <a:solidFill>
                  <a:srgbClr val="4E3629"/>
                </a:solidFill>
                <a:latin typeface="Calibri"/>
                <a:cs typeface="Calibri"/>
              </a:rPr>
              <a:t>incorrecta</a:t>
            </a:r>
            <a:endParaRPr sz="2800">
              <a:latin typeface="Calibri"/>
              <a:cs typeface="Calibri"/>
            </a:endParaRPr>
          </a:p>
          <a:p>
            <a:pPr marL="183515" marR="332740" indent="-171450">
              <a:lnSpc>
                <a:spcPct val="80000"/>
              </a:lnSpc>
              <a:spcBef>
                <a:spcPts val="825"/>
              </a:spcBef>
              <a:buClr>
                <a:srgbClr val="D1350F"/>
              </a:buClr>
              <a:buFont typeface="Arial MT"/>
              <a:buChar char="•"/>
              <a:tabLst>
                <a:tab pos="184785" algn="l"/>
              </a:tabLst>
            </a:pPr>
            <a:r>
              <a:rPr dirty="0" sz="2800" spc="-20">
                <a:solidFill>
                  <a:srgbClr val="4E3629"/>
                </a:solidFill>
                <a:latin typeface="Calibri"/>
                <a:cs typeface="Calibri"/>
              </a:rPr>
              <a:t>Afortunadamente,</a:t>
            </a:r>
            <a:r>
              <a:rPr dirty="0" sz="2800" spc="-30">
                <a:solidFill>
                  <a:srgbClr val="4E3629"/>
                </a:solidFill>
                <a:latin typeface="Calibri"/>
                <a:cs typeface="Calibri"/>
              </a:rPr>
              <a:t> </a:t>
            </a:r>
            <a:r>
              <a:rPr dirty="0" sz="2800">
                <a:solidFill>
                  <a:srgbClr val="4E3629"/>
                </a:solidFill>
                <a:latin typeface="Calibri"/>
                <a:cs typeface="Calibri"/>
              </a:rPr>
              <a:t>Oracle</a:t>
            </a:r>
            <a:r>
              <a:rPr dirty="0" sz="2800" spc="-60">
                <a:solidFill>
                  <a:srgbClr val="4E3629"/>
                </a:solidFill>
                <a:latin typeface="Calibri"/>
                <a:cs typeface="Calibri"/>
              </a:rPr>
              <a:t> </a:t>
            </a:r>
            <a:r>
              <a:rPr dirty="0" sz="2800">
                <a:solidFill>
                  <a:srgbClr val="4E3629"/>
                </a:solidFill>
                <a:latin typeface="Calibri"/>
                <a:cs typeface="Calibri"/>
              </a:rPr>
              <a:t>tiene</a:t>
            </a:r>
            <a:r>
              <a:rPr dirty="0" sz="2800" spc="-55">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a:solidFill>
                  <a:srgbClr val="4E3629"/>
                </a:solidFill>
                <a:latin typeface="Calibri"/>
                <a:cs typeface="Calibri"/>
              </a:rPr>
              <a:t>función</a:t>
            </a:r>
            <a:r>
              <a:rPr dirty="0" sz="2800" spc="-45">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permite</a:t>
            </a:r>
            <a:r>
              <a:rPr dirty="0" sz="2800" spc="-60">
                <a:solidFill>
                  <a:srgbClr val="4E3629"/>
                </a:solidFill>
                <a:latin typeface="Calibri"/>
                <a:cs typeface="Calibri"/>
              </a:rPr>
              <a:t> </a:t>
            </a:r>
            <a:r>
              <a:rPr dirty="0" sz="2800">
                <a:solidFill>
                  <a:srgbClr val="4E3629"/>
                </a:solidFill>
                <a:latin typeface="Calibri"/>
                <a:cs typeface="Calibri"/>
              </a:rPr>
              <a:t>ver</a:t>
            </a:r>
            <a:r>
              <a:rPr dirty="0" sz="2800" spc="-65">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fila</a:t>
            </a:r>
            <a:r>
              <a:rPr dirty="0" sz="2800" spc="-6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spc="-10">
                <a:solidFill>
                  <a:srgbClr val="4E3629"/>
                </a:solidFill>
                <a:latin typeface="Calibri"/>
                <a:cs typeface="Calibri"/>
              </a:rPr>
              <a:t>momentos</a:t>
            </a:r>
            <a:r>
              <a:rPr dirty="0" sz="2800" spc="-40">
                <a:solidFill>
                  <a:srgbClr val="4E3629"/>
                </a:solidFill>
                <a:latin typeface="Calibri"/>
                <a:cs typeface="Calibri"/>
              </a:rPr>
              <a:t> </a:t>
            </a:r>
            <a:r>
              <a:rPr dirty="0" sz="2800" spc="-10">
                <a:solidFill>
                  <a:srgbClr val="4E3629"/>
                </a:solidFill>
                <a:latin typeface="Calibri"/>
                <a:cs typeface="Calibri"/>
              </a:rPr>
              <a:t>concretos </a:t>
            </a:r>
            <a:r>
              <a:rPr dirty="0" sz="2800" spc="-1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a:solidFill>
                  <a:srgbClr val="4E3629"/>
                </a:solidFill>
                <a:latin typeface="Calibri"/>
                <a:cs typeface="Calibri"/>
              </a:rPr>
              <a:t>tiempo,</a:t>
            </a:r>
            <a:r>
              <a:rPr dirty="0" sz="2800" spc="-55">
                <a:solidFill>
                  <a:srgbClr val="4E3629"/>
                </a:solidFill>
                <a:latin typeface="Calibri"/>
                <a:cs typeface="Calibri"/>
              </a:rPr>
              <a:t> </a:t>
            </a:r>
            <a:r>
              <a:rPr dirty="0" sz="2800">
                <a:solidFill>
                  <a:srgbClr val="4E3629"/>
                </a:solidFill>
                <a:latin typeface="Calibri"/>
                <a:cs typeface="Calibri"/>
              </a:rPr>
              <a:t>por</a:t>
            </a:r>
            <a:r>
              <a:rPr dirty="0" sz="2800" spc="-60">
                <a:solidFill>
                  <a:srgbClr val="4E3629"/>
                </a:solidFill>
                <a:latin typeface="Calibri"/>
                <a:cs typeface="Calibri"/>
              </a:rPr>
              <a:t> </a:t>
            </a:r>
            <a:r>
              <a:rPr dirty="0" sz="2800">
                <a:solidFill>
                  <a:srgbClr val="4E3629"/>
                </a:solidFill>
                <a:latin typeface="Calibri"/>
                <a:cs typeface="Calibri"/>
              </a:rPr>
              <a:t>lo</a:t>
            </a:r>
            <a:r>
              <a:rPr dirty="0" sz="2800" spc="-7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puede</a:t>
            </a:r>
            <a:r>
              <a:rPr dirty="0" sz="2800" spc="-45">
                <a:solidFill>
                  <a:srgbClr val="4E3629"/>
                </a:solidFill>
                <a:latin typeface="Calibri"/>
                <a:cs typeface="Calibri"/>
              </a:rPr>
              <a:t> </a:t>
            </a:r>
            <a:r>
              <a:rPr dirty="0" sz="2800">
                <a:solidFill>
                  <a:srgbClr val="4E3629"/>
                </a:solidFill>
                <a:latin typeface="Calibri"/>
                <a:cs typeface="Calibri"/>
              </a:rPr>
              <a:t>comparar</a:t>
            </a:r>
            <a:r>
              <a:rPr dirty="0" sz="2800" spc="-55">
                <a:solidFill>
                  <a:srgbClr val="4E3629"/>
                </a:solidFill>
                <a:latin typeface="Calibri"/>
                <a:cs typeface="Calibri"/>
              </a:rPr>
              <a:t> </a:t>
            </a:r>
            <a:r>
              <a:rPr dirty="0" sz="2800" spc="-10">
                <a:solidFill>
                  <a:srgbClr val="4E3629"/>
                </a:solidFill>
                <a:latin typeface="Calibri"/>
                <a:cs typeface="Calibri"/>
              </a:rPr>
              <a:t>diferentes 	versiones</a:t>
            </a:r>
            <a:r>
              <a:rPr dirty="0" sz="2800" spc="-20">
                <a:solidFill>
                  <a:srgbClr val="4E3629"/>
                </a:solidFill>
                <a:latin typeface="Calibri"/>
                <a:cs typeface="Calibri"/>
              </a:rPr>
              <a:t> </a:t>
            </a:r>
            <a:r>
              <a:rPr dirty="0" sz="2800">
                <a:solidFill>
                  <a:srgbClr val="4E3629"/>
                </a:solidFill>
                <a:latin typeface="Calibri"/>
                <a:cs typeface="Calibri"/>
              </a:rPr>
              <a:t>de</a:t>
            </a:r>
            <a:r>
              <a:rPr dirty="0" sz="2800" spc="-30">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fila</a:t>
            </a:r>
            <a:r>
              <a:rPr dirty="0" sz="2800" spc="-35">
                <a:solidFill>
                  <a:srgbClr val="4E3629"/>
                </a:solidFill>
                <a:latin typeface="Calibri"/>
                <a:cs typeface="Calibri"/>
              </a:rPr>
              <a:t> </a:t>
            </a:r>
            <a:r>
              <a:rPr dirty="0" sz="2800">
                <a:solidFill>
                  <a:srgbClr val="4E3629"/>
                </a:solidFill>
                <a:latin typeface="Calibri"/>
                <a:cs typeface="Calibri"/>
              </a:rPr>
              <a:t>a</a:t>
            </a:r>
            <a:r>
              <a:rPr dirty="0" sz="2800" spc="-40">
                <a:solidFill>
                  <a:srgbClr val="4E3629"/>
                </a:solidFill>
                <a:latin typeface="Calibri"/>
                <a:cs typeface="Calibri"/>
              </a:rPr>
              <a:t> </a:t>
            </a:r>
            <a:r>
              <a:rPr dirty="0" sz="2800">
                <a:solidFill>
                  <a:srgbClr val="4E3629"/>
                </a:solidFill>
                <a:latin typeface="Calibri"/>
                <a:cs typeface="Calibri"/>
              </a:rPr>
              <a:t>lo</a:t>
            </a:r>
            <a:r>
              <a:rPr dirty="0" sz="2800" spc="-40">
                <a:solidFill>
                  <a:srgbClr val="4E3629"/>
                </a:solidFill>
                <a:latin typeface="Calibri"/>
                <a:cs typeface="Calibri"/>
              </a:rPr>
              <a:t> </a:t>
            </a:r>
            <a:r>
              <a:rPr dirty="0" sz="2800">
                <a:solidFill>
                  <a:srgbClr val="4E3629"/>
                </a:solidFill>
                <a:latin typeface="Calibri"/>
                <a:cs typeface="Calibri"/>
              </a:rPr>
              <a:t>largo</a:t>
            </a:r>
            <a:r>
              <a:rPr dirty="0" sz="2800" spc="-45">
                <a:solidFill>
                  <a:srgbClr val="4E3629"/>
                </a:solidFill>
                <a:latin typeface="Calibri"/>
                <a:cs typeface="Calibri"/>
              </a:rPr>
              <a:t> </a:t>
            </a:r>
            <a:r>
              <a:rPr dirty="0" sz="2800">
                <a:solidFill>
                  <a:srgbClr val="4E3629"/>
                </a:solidFill>
                <a:latin typeface="Calibri"/>
                <a:cs typeface="Calibri"/>
              </a:rPr>
              <a:t>del</a:t>
            </a:r>
            <a:r>
              <a:rPr dirty="0" sz="2800" spc="-10">
                <a:solidFill>
                  <a:srgbClr val="4E3629"/>
                </a:solidFill>
                <a:latin typeface="Calibri"/>
                <a:cs typeface="Calibri"/>
              </a:rPr>
              <a:t> tiempo</a:t>
            </a:r>
            <a:endParaRPr sz="2800">
              <a:latin typeface="Calibri"/>
              <a:cs typeface="Calibri"/>
            </a:endParaRPr>
          </a:p>
          <a:p>
            <a:pPr marL="184150" indent="-171450">
              <a:lnSpc>
                <a:spcPct val="100000"/>
              </a:lnSpc>
              <a:spcBef>
                <a:spcPts val="120"/>
              </a:spcBef>
              <a:buClr>
                <a:srgbClr val="D1350F"/>
              </a:buClr>
              <a:buFont typeface="Arial MT"/>
              <a:buChar char="•"/>
              <a:tabLst>
                <a:tab pos="184150" algn="l"/>
              </a:tabLst>
            </a:pPr>
            <a:r>
              <a:rPr dirty="0" sz="2800">
                <a:solidFill>
                  <a:srgbClr val="4E3629"/>
                </a:solidFill>
                <a:latin typeface="Calibri"/>
                <a:cs typeface="Calibri"/>
              </a:rPr>
              <a:t>Esta</a:t>
            </a:r>
            <a:r>
              <a:rPr dirty="0" sz="2800" spc="-85">
                <a:solidFill>
                  <a:srgbClr val="4E3629"/>
                </a:solidFill>
                <a:latin typeface="Calibri"/>
                <a:cs typeface="Calibri"/>
              </a:rPr>
              <a:t> </a:t>
            </a:r>
            <a:r>
              <a:rPr dirty="0" sz="2800">
                <a:solidFill>
                  <a:srgbClr val="4E3629"/>
                </a:solidFill>
                <a:latin typeface="Calibri"/>
                <a:cs typeface="Calibri"/>
              </a:rPr>
              <a:t>función</a:t>
            </a:r>
            <a:r>
              <a:rPr dirty="0" sz="2800" spc="-60">
                <a:solidFill>
                  <a:srgbClr val="4E3629"/>
                </a:solidFill>
                <a:latin typeface="Calibri"/>
                <a:cs typeface="Calibri"/>
              </a:rPr>
              <a:t> </a:t>
            </a:r>
            <a:r>
              <a:rPr dirty="0" sz="2800">
                <a:solidFill>
                  <a:srgbClr val="4E3629"/>
                </a:solidFill>
                <a:latin typeface="Calibri"/>
                <a:cs typeface="Calibri"/>
              </a:rPr>
              <a:t>es</a:t>
            </a:r>
            <a:r>
              <a:rPr dirty="0" sz="2800" spc="-70">
                <a:solidFill>
                  <a:srgbClr val="4E3629"/>
                </a:solidFill>
                <a:latin typeface="Calibri"/>
                <a:cs typeface="Calibri"/>
              </a:rPr>
              <a:t> </a:t>
            </a:r>
            <a:r>
              <a:rPr dirty="0" sz="2800">
                <a:solidFill>
                  <a:srgbClr val="4E3629"/>
                </a:solidFill>
                <a:latin typeface="Calibri"/>
                <a:cs typeface="Calibri"/>
              </a:rPr>
              <a:t>muy</a:t>
            </a:r>
            <a:r>
              <a:rPr dirty="0" sz="2800" spc="-80">
                <a:solidFill>
                  <a:srgbClr val="4E3629"/>
                </a:solidFill>
                <a:latin typeface="Calibri"/>
                <a:cs typeface="Calibri"/>
              </a:rPr>
              <a:t> </a:t>
            </a:r>
            <a:r>
              <a:rPr dirty="0" sz="2800" spc="-20">
                <a:solidFill>
                  <a:srgbClr val="4E3629"/>
                </a:solidFill>
                <a:latin typeface="Calibri"/>
                <a:cs typeface="Calibri"/>
              </a:rPr>
              <a:t>útil</a:t>
            </a:r>
            <a:endParaRPr sz="2800">
              <a:latin typeface="Calibri"/>
              <a:cs typeface="Calibri"/>
            </a:endParaRPr>
          </a:p>
          <a:p>
            <a:pPr marL="183515" marR="521970" indent="-171450">
              <a:lnSpc>
                <a:spcPct val="80000"/>
              </a:lnSpc>
              <a:spcBef>
                <a:spcPts val="810"/>
              </a:spcBef>
              <a:buClr>
                <a:srgbClr val="D1350F"/>
              </a:buClr>
              <a:buFont typeface="Arial MT"/>
              <a:buChar char="•"/>
              <a:tabLst>
                <a:tab pos="184785" algn="l"/>
              </a:tabLst>
            </a:pPr>
            <a:r>
              <a:rPr dirty="0" sz="2800">
                <a:solidFill>
                  <a:srgbClr val="4E3629"/>
                </a:solidFill>
                <a:latin typeface="Calibri"/>
                <a:cs typeface="Calibri"/>
              </a:rPr>
              <a:t>Imagine,</a:t>
            </a:r>
            <a:r>
              <a:rPr dirty="0" sz="2800" spc="-60">
                <a:solidFill>
                  <a:srgbClr val="4E3629"/>
                </a:solidFill>
                <a:latin typeface="Calibri"/>
                <a:cs typeface="Calibri"/>
              </a:rPr>
              <a:t> </a:t>
            </a:r>
            <a:r>
              <a:rPr dirty="0" sz="2800">
                <a:solidFill>
                  <a:srgbClr val="4E3629"/>
                </a:solidFill>
                <a:latin typeface="Calibri"/>
                <a:cs typeface="Calibri"/>
              </a:rPr>
              <a:t>por</a:t>
            </a:r>
            <a:r>
              <a:rPr dirty="0" sz="2800" spc="-50">
                <a:solidFill>
                  <a:srgbClr val="4E3629"/>
                </a:solidFill>
                <a:latin typeface="Calibri"/>
                <a:cs typeface="Calibri"/>
              </a:rPr>
              <a:t> </a:t>
            </a:r>
            <a:r>
              <a:rPr dirty="0" sz="2800" spc="-10">
                <a:solidFill>
                  <a:srgbClr val="4E3629"/>
                </a:solidFill>
                <a:latin typeface="Calibri"/>
                <a:cs typeface="Calibri"/>
              </a:rPr>
              <a:t>ejemplo,</a:t>
            </a:r>
            <a:r>
              <a:rPr dirty="0" sz="2800" spc="-45">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alguien</a:t>
            </a:r>
            <a:r>
              <a:rPr dirty="0" sz="2800" spc="-60">
                <a:solidFill>
                  <a:srgbClr val="4E3629"/>
                </a:solidFill>
                <a:latin typeface="Calibri"/>
                <a:cs typeface="Calibri"/>
              </a:rPr>
              <a:t> </a:t>
            </a:r>
            <a:r>
              <a:rPr dirty="0" sz="2800">
                <a:solidFill>
                  <a:srgbClr val="4E3629"/>
                </a:solidFill>
                <a:latin typeface="Calibri"/>
                <a:cs typeface="Calibri"/>
              </a:rPr>
              <a:t>por</a:t>
            </a:r>
            <a:r>
              <a:rPr dirty="0" sz="2800" spc="-40">
                <a:solidFill>
                  <a:srgbClr val="4E3629"/>
                </a:solidFill>
                <a:latin typeface="Calibri"/>
                <a:cs typeface="Calibri"/>
              </a:rPr>
              <a:t> </a:t>
            </a:r>
            <a:r>
              <a:rPr dirty="0" sz="2800">
                <a:solidFill>
                  <a:srgbClr val="4E3629"/>
                </a:solidFill>
                <a:latin typeface="Calibri"/>
                <a:cs typeface="Calibri"/>
              </a:rPr>
              <a:t>error</a:t>
            </a:r>
            <a:r>
              <a:rPr dirty="0" sz="2800" spc="-60">
                <a:solidFill>
                  <a:srgbClr val="4E3629"/>
                </a:solidFill>
                <a:latin typeface="Calibri"/>
                <a:cs typeface="Calibri"/>
              </a:rPr>
              <a:t> </a:t>
            </a:r>
            <a:r>
              <a:rPr dirty="0" sz="2800" spc="-35">
                <a:solidFill>
                  <a:srgbClr val="4E3629"/>
                </a:solidFill>
                <a:latin typeface="Calibri"/>
                <a:cs typeface="Calibri"/>
              </a:rPr>
              <a:t>ha </a:t>
            </a:r>
            <a:r>
              <a:rPr dirty="0" sz="2800" spc="-35">
                <a:solidFill>
                  <a:srgbClr val="4E3629"/>
                </a:solidFill>
                <a:latin typeface="Calibri"/>
                <a:cs typeface="Calibri"/>
              </a:rPr>
              <a:t>	</a:t>
            </a:r>
            <a:r>
              <a:rPr dirty="0" sz="2800" spc="-10">
                <a:solidFill>
                  <a:srgbClr val="4E3629"/>
                </a:solidFill>
                <a:latin typeface="Calibri"/>
                <a:cs typeface="Calibri"/>
              </a:rPr>
              <a:t>realizado</a:t>
            </a:r>
            <a:r>
              <a:rPr dirty="0" sz="2800" spc="-65">
                <a:solidFill>
                  <a:srgbClr val="4E3629"/>
                </a:solidFill>
                <a:latin typeface="Calibri"/>
                <a:cs typeface="Calibri"/>
              </a:rPr>
              <a:t> </a:t>
            </a:r>
            <a:r>
              <a:rPr dirty="0" sz="2800">
                <a:solidFill>
                  <a:srgbClr val="4E3629"/>
                </a:solidFill>
                <a:latin typeface="Calibri"/>
                <a:cs typeface="Calibri"/>
              </a:rPr>
              <a:t>algún</a:t>
            </a:r>
            <a:r>
              <a:rPr dirty="0" sz="2800" spc="-50">
                <a:solidFill>
                  <a:srgbClr val="4E3629"/>
                </a:solidFill>
                <a:latin typeface="Calibri"/>
                <a:cs typeface="Calibri"/>
              </a:rPr>
              <a:t> </a:t>
            </a:r>
            <a:r>
              <a:rPr dirty="0" sz="2800">
                <a:solidFill>
                  <a:srgbClr val="4E3629"/>
                </a:solidFill>
                <a:latin typeface="Calibri"/>
                <a:cs typeface="Calibri"/>
              </a:rPr>
              <a:t>DML</a:t>
            </a:r>
            <a:r>
              <a:rPr dirty="0" sz="2800" spc="-55">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tabla</a:t>
            </a:r>
            <a:r>
              <a:rPr dirty="0" sz="2800" spc="-65">
                <a:solidFill>
                  <a:srgbClr val="4E3629"/>
                </a:solidFill>
                <a:latin typeface="Calibri"/>
                <a:cs typeface="Calibri"/>
              </a:rPr>
              <a:t> </a:t>
            </a:r>
            <a:r>
              <a:rPr dirty="0" sz="2800" spc="-50">
                <a:solidFill>
                  <a:srgbClr val="4E3629"/>
                </a:solidFill>
                <a:latin typeface="Calibri"/>
                <a:cs typeface="Calibri"/>
              </a:rPr>
              <a:t>y, </a:t>
            </a:r>
            <a:r>
              <a:rPr dirty="0" sz="2800">
                <a:solidFill>
                  <a:srgbClr val="4E3629"/>
                </a:solidFill>
                <a:latin typeface="Calibri"/>
                <a:cs typeface="Calibri"/>
              </a:rPr>
              <a:t>a</a:t>
            </a:r>
            <a:r>
              <a:rPr dirty="0" sz="2800" spc="-60">
                <a:solidFill>
                  <a:srgbClr val="4E3629"/>
                </a:solidFill>
                <a:latin typeface="Calibri"/>
                <a:cs typeface="Calibri"/>
              </a:rPr>
              <a:t> </a:t>
            </a:r>
            <a:r>
              <a:rPr dirty="0" sz="2800" spc="-10">
                <a:solidFill>
                  <a:srgbClr val="4E3629"/>
                </a:solidFill>
                <a:latin typeface="Calibri"/>
                <a:cs typeface="Calibri"/>
              </a:rPr>
              <a:t>continuación, </a:t>
            </a:r>
            <a:r>
              <a:rPr dirty="0" sz="2800" spc="-10">
                <a:solidFill>
                  <a:srgbClr val="4E3629"/>
                </a:solidFill>
                <a:latin typeface="Calibri"/>
                <a:cs typeface="Calibri"/>
              </a:rPr>
              <a:t>	</a:t>
            </a:r>
            <a:r>
              <a:rPr dirty="0" sz="2800">
                <a:solidFill>
                  <a:srgbClr val="4E3629"/>
                </a:solidFill>
                <a:latin typeface="Calibri"/>
                <a:cs typeface="Calibri"/>
              </a:rPr>
              <a:t>ejecuta</a:t>
            </a:r>
            <a:r>
              <a:rPr dirty="0" sz="2800" spc="-100">
                <a:solidFill>
                  <a:srgbClr val="4E3629"/>
                </a:solidFill>
                <a:latin typeface="Calibri"/>
                <a:cs typeface="Calibri"/>
              </a:rPr>
              <a:t> </a:t>
            </a:r>
            <a:r>
              <a:rPr dirty="0" sz="2800">
                <a:solidFill>
                  <a:srgbClr val="4E3629"/>
                </a:solidFill>
                <a:latin typeface="Calibri"/>
                <a:cs typeface="Calibri"/>
              </a:rPr>
              <a:t>COMMIT</a:t>
            </a:r>
            <a:r>
              <a:rPr dirty="0" sz="2800" spc="-70">
                <a:solidFill>
                  <a:srgbClr val="4E3629"/>
                </a:solidFill>
                <a:latin typeface="Calibri"/>
                <a:cs typeface="Calibri"/>
              </a:rPr>
              <a:t> </a:t>
            </a:r>
            <a:r>
              <a:rPr dirty="0" sz="2800">
                <a:solidFill>
                  <a:srgbClr val="4E3629"/>
                </a:solidFill>
                <a:latin typeface="Calibri"/>
                <a:cs typeface="Calibri"/>
              </a:rPr>
              <a:t>en</a:t>
            </a:r>
            <a:r>
              <a:rPr dirty="0" sz="2800" spc="-65">
                <a:solidFill>
                  <a:srgbClr val="4E3629"/>
                </a:solidFill>
                <a:latin typeface="Calibri"/>
                <a:cs typeface="Calibri"/>
              </a:rPr>
              <a:t> </a:t>
            </a:r>
            <a:r>
              <a:rPr dirty="0" sz="2800">
                <a:solidFill>
                  <a:srgbClr val="4E3629"/>
                </a:solidFill>
                <a:latin typeface="Calibri"/>
                <a:cs typeface="Calibri"/>
              </a:rPr>
              <a:t>dichos</a:t>
            </a:r>
            <a:r>
              <a:rPr dirty="0" sz="2800" spc="-55">
                <a:solidFill>
                  <a:srgbClr val="4E3629"/>
                </a:solidFill>
                <a:latin typeface="Calibri"/>
                <a:cs typeface="Calibri"/>
              </a:rPr>
              <a:t> </a:t>
            </a:r>
            <a:r>
              <a:rPr dirty="0" sz="2800" spc="-10">
                <a:solidFill>
                  <a:srgbClr val="4E3629"/>
                </a:solidFill>
                <a:latin typeface="Calibri"/>
                <a:cs typeface="Calibri"/>
              </a:rPr>
              <a:t>cambios</a:t>
            </a:r>
            <a:endParaRPr sz="2800">
              <a:latin typeface="Calibri"/>
              <a:cs typeface="Calibri"/>
            </a:endParaRPr>
          </a:p>
          <a:p>
            <a:pPr marL="183515" marR="5080" indent="-171450">
              <a:lnSpc>
                <a:spcPct val="80000"/>
              </a:lnSpc>
              <a:spcBef>
                <a:spcPts val="805"/>
              </a:spcBef>
              <a:buClr>
                <a:srgbClr val="D1350F"/>
              </a:buClr>
              <a:buFont typeface="Arial MT"/>
              <a:buChar char="•"/>
              <a:tabLst>
                <a:tab pos="184785" algn="l"/>
              </a:tabLst>
            </a:pPr>
            <a:r>
              <a:rPr dirty="0" sz="2800">
                <a:solidFill>
                  <a:srgbClr val="4E3629"/>
                </a:solidFill>
                <a:latin typeface="Calibri"/>
                <a:cs typeface="Calibri"/>
              </a:rPr>
              <a:t>Oracle</a:t>
            </a:r>
            <a:r>
              <a:rPr dirty="0" sz="2800" spc="-145">
                <a:solidFill>
                  <a:srgbClr val="4E3629"/>
                </a:solidFill>
                <a:latin typeface="Calibri"/>
                <a:cs typeface="Calibri"/>
              </a:rPr>
              <a:t> </a:t>
            </a:r>
            <a:r>
              <a:rPr dirty="0" sz="2800">
                <a:solidFill>
                  <a:srgbClr val="4E3629"/>
                </a:solidFill>
                <a:latin typeface="Calibri"/>
                <a:cs typeface="Calibri"/>
              </a:rPr>
              <a:t>Application</a:t>
            </a:r>
            <a:r>
              <a:rPr dirty="0" sz="2800" spc="-105">
                <a:solidFill>
                  <a:srgbClr val="4E3629"/>
                </a:solidFill>
                <a:latin typeface="Calibri"/>
                <a:cs typeface="Calibri"/>
              </a:rPr>
              <a:t> </a:t>
            </a:r>
            <a:r>
              <a:rPr dirty="0" sz="2800">
                <a:solidFill>
                  <a:srgbClr val="4E3629"/>
                </a:solidFill>
                <a:latin typeface="Calibri"/>
                <a:cs typeface="Calibri"/>
              </a:rPr>
              <a:t>Express</a:t>
            </a:r>
            <a:r>
              <a:rPr dirty="0" sz="2800" spc="-125">
                <a:solidFill>
                  <a:srgbClr val="4E3629"/>
                </a:solidFill>
                <a:latin typeface="Calibri"/>
                <a:cs typeface="Calibri"/>
              </a:rPr>
              <a:t> </a:t>
            </a:r>
            <a:r>
              <a:rPr dirty="0" sz="2800">
                <a:solidFill>
                  <a:srgbClr val="4E3629"/>
                </a:solidFill>
                <a:latin typeface="Calibri"/>
                <a:cs typeface="Calibri"/>
              </a:rPr>
              <a:t>confirma</a:t>
            </a:r>
            <a:r>
              <a:rPr dirty="0" sz="2800" spc="-140">
                <a:solidFill>
                  <a:srgbClr val="4E3629"/>
                </a:solidFill>
                <a:latin typeface="Calibri"/>
                <a:cs typeface="Calibri"/>
              </a:rPr>
              <a:t> </a:t>
            </a:r>
            <a:r>
              <a:rPr dirty="0" sz="2800" spc="-10">
                <a:solidFill>
                  <a:srgbClr val="4E3629"/>
                </a:solidFill>
                <a:latin typeface="Calibri"/>
                <a:cs typeface="Calibri"/>
              </a:rPr>
              <a:t>automáticamente, </a:t>
            </a:r>
            <a:r>
              <a:rPr dirty="0" sz="2800" spc="-10">
                <a:solidFill>
                  <a:srgbClr val="4E3629"/>
                </a:solidFill>
                <a:latin typeface="Calibri"/>
                <a:cs typeface="Calibri"/>
              </a:rPr>
              <a:t>	</a:t>
            </a:r>
            <a:r>
              <a:rPr dirty="0" sz="2800">
                <a:solidFill>
                  <a:srgbClr val="4E3629"/>
                </a:solidFill>
                <a:latin typeface="Calibri"/>
                <a:cs typeface="Calibri"/>
              </a:rPr>
              <a:t>por</a:t>
            </a:r>
            <a:r>
              <a:rPr dirty="0" sz="2800" spc="-55">
                <a:solidFill>
                  <a:srgbClr val="4E3629"/>
                </a:solidFill>
                <a:latin typeface="Calibri"/>
                <a:cs typeface="Calibri"/>
              </a:rPr>
              <a:t> </a:t>
            </a:r>
            <a:r>
              <a:rPr dirty="0" sz="2800">
                <a:solidFill>
                  <a:srgbClr val="4E3629"/>
                </a:solidFill>
                <a:latin typeface="Calibri"/>
                <a:cs typeface="Calibri"/>
              </a:rPr>
              <a:t>lo</a:t>
            </a:r>
            <a:r>
              <a:rPr dirty="0" sz="2800" spc="-6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spc="-10">
                <a:solidFill>
                  <a:srgbClr val="4E3629"/>
                </a:solidFill>
                <a:latin typeface="Calibri"/>
                <a:cs typeface="Calibri"/>
              </a:rPr>
              <a:t>cometen</a:t>
            </a:r>
            <a:r>
              <a:rPr dirty="0" sz="2800" spc="-60">
                <a:solidFill>
                  <a:srgbClr val="4E3629"/>
                </a:solidFill>
                <a:latin typeface="Calibri"/>
                <a:cs typeface="Calibri"/>
              </a:rPr>
              <a:t> </a:t>
            </a:r>
            <a:r>
              <a:rPr dirty="0" sz="2800" spc="-10">
                <a:solidFill>
                  <a:srgbClr val="4E3629"/>
                </a:solidFill>
                <a:latin typeface="Calibri"/>
                <a:cs typeface="Calibri"/>
              </a:rPr>
              <a:t>fácilmente</a:t>
            </a:r>
            <a:r>
              <a:rPr dirty="0" sz="2800" spc="-50">
                <a:solidFill>
                  <a:srgbClr val="4E3629"/>
                </a:solidFill>
                <a:latin typeface="Calibri"/>
                <a:cs typeface="Calibri"/>
              </a:rPr>
              <a:t> </a:t>
            </a:r>
            <a:r>
              <a:rPr dirty="0" sz="2800" spc="-10">
                <a:solidFill>
                  <a:srgbClr val="4E3629"/>
                </a:solidFill>
                <a:latin typeface="Calibri"/>
                <a:cs typeface="Calibri"/>
              </a:rPr>
              <a:t>errores</a:t>
            </a:r>
            <a:endParaRPr sz="2800">
              <a:latin typeface="Calibri"/>
              <a:cs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32</a:t>
            </a:r>
          </a:p>
        </p:txBody>
      </p:sp>
      <p:sp>
        <p:nvSpPr>
          <p:cNvPr id="5" name="object 5" descr=""/>
          <p:cNvSpPr txBox="1"/>
          <p:nvPr/>
        </p:nvSpPr>
        <p:spPr>
          <a:xfrm>
            <a:off x="483514" y="1415923"/>
            <a:ext cx="8057515" cy="4113529"/>
          </a:xfrm>
          <a:prstGeom prst="rect">
            <a:avLst/>
          </a:prstGeom>
        </p:spPr>
        <p:txBody>
          <a:bodyPr wrap="square" lIns="0" tIns="60960" rIns="0" bIns="0" rtlCol="0" vert="horz">
            <a:spAutoFit/>
          </a:bodyPr>
          <a:lstStyle/>
          <a:p>
            <a:pPr marL="183515" marR="66675"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Puede</a:t>
            </a:r>
            <a:r>
              <a:rPr dirty="0" sz="2800" spc="-75">
                <a:solidFill>
                  <a:srgbClr val="4E3629"/>
                </a:solidFill>
                <a:latin typeface="Calibri"/>
                <a:cs typeface="Calibri"/>
              </a:rPr>
              <a:t> </a:t>
            </a:r>
            <a:r>
              <a:rPr dirty="0" sz="2800">
                <a:solidFill>
                  <a:srgbClr val="4E3629"/>
                </a:solidFill>
                <a:latin typeface="Calibri"/>
                <a:cs typeface="Calibri"/>
              </a:rPr>
              <a:t>utilizar</a:t>
            </a:r>
            <a:r>
              <a:rPr dirty="0" sz="2800" spc="-80">
                <a:solidFill>
                  <a:srgbClr val="4E3629"/>
                </a:solidFill>
                <a:latin typeface="Calibri"/>
                <a:cs typeface="Calibri"/>
              </a:rPr>
              <a:t> </a:t>
            </a: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función</a:t>
            </a:r>
            <a:r>
              <a:rPr dirty="0" sz="2800" spc="-60">
                <a:solidFill>
                  <a:srgbClr val="4E3629"/>
                </a:solidFill>
                <a:latin typeface="Calibri"/>
                <a:cs typeface="Calibri"/>
              </a:rPr>
              <a:t> </a:t>
            </a:r>
            <a:r>
              <a:rPr dirty="0" sz="2800">
                <a:solidFill>
                  <a:srgbClr val="4E3629"/>
                </a:solidFill>
                <a:latin typeface="Calibri"/>
                <a:cs typeface="Calibri"/>
              </a:rPr>
              <a:t>FLASHBACK</a:t>
            </a:r>
            <a:r>
              <a:rPr dirty="0" sz="2800" spc="-70">
                <a:solidFill>
                  <a:srgbClr val="4E3629"/>
                </a:solidFill>
                <a:latin typeface="Calibri"/>
                <a:cs typeface="Calibri"/>
              </a:rPr>
              <a:t> </a:t>
            </a:r>
            <a:r>
              <a:rPr dirty="0" sz="2800">
                <a:solidFill>
                  <a:srgbClr val="4E3629"/>
                </a:solidFill>
                <a:latin typeface="Calibri"/>
                <a:cs typeface="Calibri"/>
              </a:rPr>
              <a:t>QUERY</a:t>
            </a:r>
            <a:r>
              <a:rPr dirty="0" sz="2800" spc="-90">
                <a:solidFill>
                  <a:srgbClr val="4E3629"/>
                </a:solidFill>
                <a:latin typeface="Calibri"/>
                <a:cs typeface="Calibri"/>
              </a:rPr>
              <a:t> </a:t>
            </a:r>
            <a:r>
              <a:rPr dirty="0" sz="2800" spc="-20">
                <a:solidFill>
                  <a:srgbClr val="4E3629"/>
                </a:solidFill>
                <a:latin typeface="Calibri"/>
                <a:cs typeface="Calibri"/>
              </a:rPr>
              <a:t>para </a:t>
            </a:r>
            <a:r>
              <a:rPr dirty="0" sz="2800" spc="-20">
                <a:solidFill>
                  <a:srgbClr val="4E3629"/>
                </a:solidFill>
                <a:latin typeface="Calibri"/>
                <a:cs typeface="Calibri"/>
              </a:rPr>
              <a:t>	</a:t>
            </a:r>
            <a:r>
              <a:rPr dirty="0" sz="2800">
                <a:solidFill>
                  <a:srgbClr val="4E3629"/>
                </a:solidFill>
                <a:latin typeface="Calibri"/>
                <a:cs typeface="Calibri"/>
              </a:rPr>
              <a:t>examinar</a:t>
            </a:r>
            <a:r>
              <a:rPr dirty="0" sz="2800" spc="-70">
                <a:solidFill>
                  <a:srgbClr val="4E3629"/>
                </a:solidFill>
                <a:latin typeface="Calibri"/>
                <a:cs typeface="Calibri"/>
              </a:rPr>
              <a:t> </a:t>
            </a:r>
            <a:r>
              <a:rPr dirty="0" sz="2800">
                <a:solidFill>
                  <a:srgbClr val="4E3629"/>
                </a:solidFill>
                <a:latin typeface="Calibri"/>
                <a:cs typeface="Calibri"/>
              </a:rPr>
              <a:t>qué</a:t>
            </a:r>
            <a:r>
              <a:rPr dirty="0" sz="2800" spc="-70">
                <a:solidFill>
                  <a:srgbClr val="4E3629"/>
                </a:solidFill>
                <a:latin typeface="Calibri"/>
                <a:cs typeface="Calibri"/>
              </a:rPr>
              <a:t> </a:t>
            </a:r>
            <a:r>
              <a:rPr dirty="0" sz="2800">
                <a:solidFill>
                  <a:srgbClr val="4E3629"/>
                </a:solidFill>
                <a:latin typeface="Calibri"/>
                <a:cs typeface="Calibri"/>
              </a:rPr>
              <a:t>aspecto</a:t>
            </a:r>
            <a:r>
              <a:rPr dirty="0" sz="2800" spc="-65">
                <a:solidFill>
                  <a:srgbClr val="4E3629"/>
                </a:solidFill>
                <a:latin typeface="Calibri"/>
                <a:cs typeface="Calibri"/>
              </a:rPr>
              <a:t> </a:t>
            </a:r>
            <a:r>
              <a:rPr dirty="0" sz="2800">
                <a:solidFill>
                  <a:srgbClr val="4E3629"/>
                </a:solidFill>
                <a:latin typeface="Calibri"/>
                <a:cs typeface="Calibri"/>
              </a:rPr>
              <a:t>tenían</a:t>
            </a:r>
            <a:r>
              <a:rPr dirty="0" sz="2800" spc="-60">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a:solidFill>
                  <a:srgbClr val="4E3629"/>
                </a:solidFill>
                <a:latin typeface="Calibri"/>
                <a:cs typeface="Calibri"/>
              </a:rPr>
              <a:t>filas</a:t>
            </a:r>
            <a:r>
              <a:rPr dirty="0" sz="2800" spc="-80">
                <a:solidFill>
                  <a:srgbClr val="4E3629"/>
                </a:solidFill>
                <a:latin typeface="Calibri"/>
                <a:cs typeface="Calibri"/>
              </a:rPr>
              <a:t> </a:t>
            </a:r>
            <a:r>
              <a:rPr dirty="0" sz="2800">
                <a:solidFill>
                  <a:srgbClr val="4E3629"/>
                </a:solidFill>
                <a:latin typeface="Calibri"/>
                <a:cs typeface="Calibri"/>
              </a:rPr>
              <a:t>ANTES</a:t>
            </a:r>
            <a:r>
              <a:rPr dirty="0" sz="2800" spc="-6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aplicaran</a:t>
            </a:r>
            <a:r>
              <a:rPr dirty="0" sz="2800" spc="-110">
                <a:solidFill>
                  <a:srgbClr val="4E3629"/>
                </a:solidFill>
                <a:latin typeface="Calibri"/>
                <a:cs typeface="Calibri"/>
              </a:rPr>
              <a:t> </a:t>
            </a:r>
            <a:r>
              <a:rPr dirty="0" sz="2800">
                <a:solidFill>
                  <a:srgbClr val="4E3629"/>
                </a:solidFill>
                <a:latin typeface="Calibri"/>
                <a:cs typeface="Calibri"/>
              </a:rPr>
              <a:t>esos</a:t>
            </a:r>
            <a:r>
              <a:rPr dirty="0" sz="2800" spc="-100">
                <a:solidFill>
                  <a:srgbClr val="4E3629"/>
                </a:solidFill>
                <a:latin typeface="Calibri"/>
                <a:cs typeface="Calibri"/>
              </a:rPr>
              <a:t> </a:t>
            </a:r>
            <a:r>
              <a:rPr dirty="0" sz="2800" spc="-10">
                <a:solidFill>
                  <a:srgbClr val="4E3629"/>
                </a:solidFill>
                <a:latin typeface="Calibri"/>
                <a:cs typeface="Calibri"/>
              </a:rPr>
              <a:t>cambios</a:t>
            </a:r>
            <a:endParaRPr sz="2800">
              <a:latin typeface="Calibri"/>
              <a:cs typeface="Calibri"/>
            </a:endParaRPr>
          </a:p>
          <a:p>
            <a:pPr marL="183515" marR="10795" indent="-171450">
              <a:lnSpc>
                <a:spcPts val="3020"/>
              </a:lnSpc>
              <a:spcBef>
                <a:spcPts val="815"/>
              </a:spcBef>
              <a:buClr>
                <a:srgbClr val="D1350F"/>
              </a:buClr>
              <a:buFont typeface="Arial MT"/>
              <a:buChar char="•"/>
              <a:tabLst>
                <a:tab pos="184785" algn="l"/>
              </a:tabLst>
            </a:pPr>
            <a:r>
              <a:rPr dirty="0" sz="2800">
                <a:solidFill>
                  <a:srgbClr val="4E3629"/>
                </a:solidFill>
                <a:latin typeface="Calibri"/>
                <a:cs typeface="Calibri"/>
              </a:rPr>
              <a:t>Cuando</a:t>
            </a:r>
            <a:r>
              <a:rPr dirty="0" sz="2800" spc="-100">
                <a:solidFill>
                  <a:srgbClr val="4E3629"/>
                </a:solidFill>
                <a:latin typeface="Calibri"/>
                <a:cs typeface="Calibri"/>
              </a:rPr>
              <a:t> </a:t>
            </a:r>
            <a:r>
              <a:rPr dirty="0" sz="2800">
                <a:solidFill>
                  <a:srgbClr val="4E3629"/>
                </a:solidFill>
                <a:latin typeface="Calibri"/>
                <a:cs typeface="Calibri"/>
              </a:rPr>
              <a:t>Oracle</a:t>
            </a:r>
            <a:r>
              <a:rPr dirty="0" sz="2800" spc="-114">
                <a:solidFill>
                  <a:srgbClr val="4E3629"/>
                </a:solidFill>
                <a:latin typeface="Calibri"/>
                <a:cs typeface="Calibri"/>
              </a:rPr>
              <a:t> </a:t>
            </a:r>
            <a:r>
              <a:rPr dirty="0" sz="2800">
                <a:solidFill>
                  <a:srgbClr val="4E3629"/>
                </a:solidFill>
                <a:latin typeface="Calibri"/>
                <a:cs typeface="Calibri"/>
              </a:rPr>
              <a:t>cambia</a:t>
            </a:r>
            <a:r>
              <a:rPr dirty="0" sz="2800" spc="-110">
                <a:solidFill>
                  <a:srgbClr val="4E3629"/>
                </a:solidFill>
                <a:latin typeface="Calibri"/>
                <a:cs typeface="Calibri"/>
              </a:rPr>
              <a:t> </a:t>
            </a:r>
            <a:r>
              <a:rPr dirty="0" sz="2800">
                <a:solidFill>
                  <a:srgbClr val="4E3629"/>
                </a:solidFill>
                <a:latin typeface="Calibri"/>
                <a:cs typeface="Calibri"/>
              </a:rPr>
              <a:t>datos,</a:t>
            </a:r>
            <a:r>
              <a:rPr dirty="0" sz="2800" spc="-110">
                <a:solidFill>
                  <a:srgbClr val="4E3629"/>
                </a:solidFill>
                <a:latin typeface="Calibri"/>
                <a:cs typeface="Calibri"/>
              </a:rPr>
              <a:t> </a:t>
            </a:r>
            <a:r>
              <a:rPr dirty="0" sz="2800">
                <a:solidFill>
                  <a:srgbClr val="4E3629"/>
                </a:solidFill>
                <a:latin typeface="Calibri"/>
                <a:cs typeface="Calibri"/>
              </a:rPr>
              <a:t>siempre</a:t>
            </a:r>
            <a:r>
              <a:rPr dirty="0" sz="2800" spc="-95">
                <a:solidFill>
                  <a:srgbClr val="4E3629"/>
                </a:solidFill>
                <a:latin typeface="Calibri"/>
                <a:cs typeface="Calibri"/>
              </a:rPr>
              <a:t> </a:t>
            </a:r>
            <a:r>
              <a:rPr dirty="0" sz="2800">
                <a:solidFill>
                  <a:srgbClr val="4E3629"/>
                </a:solidFill>
                <a:latin typeface="Calibri"/>
                <a:cs typeface="Calibri"/>
              </a:rPr>
              <a:t>mantiene</a:t>
            </a:r>
            <a:r>
              <a:rPr dirty="0" sz="2800" spc="-105">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copia</a:t>
            </a:r>
            <a:r>
              <a:rPr dirty="0" sz="2800" spc="-55">
                <a:solidFill>
                  <a:srgbClr val="4E3629"/>
                </a:solidFill>
                <a:latin typeface="Calibri"/>
                <a:cs typeface="Calibri"/>
              </a:rPr>
              <a:t> </a:t>
            </a:r>
            <a:r>
              <a:rPr dirty="0" sz="2800">
                <a:solidFill>
                  <a:srgbClr val="4E3629"/>
                </a:solidFill>
                <a:latin typeface="Calibri"/>
                <a:cs typeface="Calibri"/>
              </a:rPr>
              <a:t>del</a:t>
            </a:r>
            <a:r>
              <a:rPr dirty="0" sz="2800" spc="-85">
                <a:solidFill>
                  <a:srgbClr val="4E3629"/>
                </a:solidFill>
                <a:latin typeface="Calibri"/>
                <a:cs typeface="Calibri"/>
              </a:rPr>
              <a:t> </a:t>
            </a:r>
            <a:r>
              <a:rPr dirty="0" sz="2800">
                <a:solidFill>
                  <a:srgbClr val="4E3629"/>
                </a:solidFill>
                <a:latin typeface="Calibri"/>
                <a:cs typeface="Calibri"/>
              </a:rPr>
              <a:t>aspecto</a:t>
            </a:r>
            <a:r>
              <a:rPr dirty="0" sz="2800" spc="-5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los</a:t>
            </a:r>
            <a:r>
              <a:rPr dirty="0" sz="2800" spc="-75">
                <a:solidFill>
                  <a:srgbClr val="4E3629"/>
                </a:solidFill>
                <a:latin typeface="Calibri"/>
                <a:cs typeface="Calibri"/>
              </a:rPr>
              <a:t> </a:t>
            </a:r>
            <a:r>
              <a:rPr dirty="0" sz="2800">
                <a:solidFill>
                  <a:srgbClr val="4E3629"/>
                </a:solidFill>
                <a:latin typeface="Calibri"/>
                <a:cs typeface="Calibri"/>
              </a:rPr>
              <a:t>datos</a:t>
            </a:r>
            <a:r>
              <a:rPr dirty="0" sz="2800" spc="-55">
                <a:solidFill>
                  <a:srgbClr val="4E3629"/>
                </a:solidFill>
                <a:latin typeface="Calibri"/>
                <a:cs typeface="Calibri"/>
              </a:rPr>
              <a:t> </a:t>
            </a:r>
            <a:r>
              <a:rPr dirty="0" sz="2800" spc="-10">
                <a:solidFill>
                  <a:srgbClr val="4E3629"/>
                </a:solidFill>
                <a:latin typeface="Calibri"/>
                <a:cs typeface="Calibri"/>
              </a:rPr>
              <a:t>corregidos</a:t>
            </a:r>
            <a:r>
              <a:rPr dirty="0" sz="2800" spc="-70">
                <a:solidFill>
                  <a:srgbClr val="4E3629"/>
                </a:solidFill>
                <a:latin typeface="Calibri"/>
                <a:cs typeface="Calibri"/>
              </a:rPr>
              <a:t> </a:t>
            </a:r>
            <a:r>
              <a:rPr dirty="0" sz="2800">
                <a:solidFill>
                  <a:srgbClr val="4E3629"/>
                </a:solidFill>
                <a:latin typeface="Calibri"/>
                <a:cs typeface="Calibri"/>
              </a:rPr>
              <a:t>antes</a:t>
            </a:r>
            <a:r>
              <a:rPr dirty="0" sz="2800" spc="-6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spc="-25">
                <a:solidFill>
                  <a:srgbClr val="4E3629"/>
                </a:solidFill>
                <a:latin typeface="Calibri"/>
                <a:cs typeface="Calibri"/>
              </a:rPr>
              <a:t>que </a:t>
            </a:r>
            <a:r>
              <a:rPr dirty="0" sz="2800" spc="-25">
                <a:solidFill>
                  <a:srgbClr val="4E3629"/>
                </a:solidFill>
                <a:latin typeface="Calibri"/>
                <a:cs typeface="Calibri"/>
              </a:rPr>
              <a:t>	</a:t>
            </a:r>
            <a:r>
              <a:rPr dirty="0" sz="2800">
                <a:solidFill>
                  <a:srgbClr val="4E3629"/>
                </a:solidFill>
                <a:latin typeface="Calibri"/>
                <a:cs typeface="Calibri"/>
              </a:rPr>
              <a:t>se</a:t>
            </a:r>
            <a:r>
              <a:rPr dirty="0" sz="2800" spc="-85">
                <a:solidFill>
                  <a:srgbClr val="4E3629"/>
                </a:solidFill>
                <a:latin typeface="Calibri"/>
                <a:cs typeface="Calibri"/>
              </a:rPr>
              <a:t> </a:t>
            </a:r>
            <a:r>
              <a:rPr dirty="0" sz="2800" spc="-10">
                <a:solidFill>
                  <a:srgbClr val="4E3629"/>
                </a:solidFill>
                <a:latin typeface="Calibri"/>
                <a:cs typeface="Calibri"/>
              </a:rPr>
              <a:t>realizara</a:t>
            </a:r>
            <a:r>
              <a:rPr dirty="0" sz="2800" spc="-90">
                <a:solidFill>
                  <a:srgbClr val="4E3629"/>
                </a:solidFill>
                <a:latin typeface="Calibri"/>
                <a:cs typeface="Calibri"/>
              </a:rPr>
              <a:t> </a:t>
            </a:r>
            <a:r>
              <a:rPr dirty="0" sz="2800">
                <a:solidFill>
                  <a:srgbClr val="4E3629"/>
                </a:solidFill>
                <a:latin typeface="Calibri"/>
                <a:cs typeface="Calibri"/>
              </a:rPr>
              <a:t>cualquier</a:t>
            </a:r>
            <a:r>
              <a:rPr dirty="0" sz="2800" spc="-60">
                <a:solidFill>
                  <a:srgbClr val="4E3629"/>
                </a:solidFill>
                <a:latin typeface="Calibri"/>
                <a:cs typeface="Calibri"/>
              </a:rPr>
              <a:t> </a:t>
            </a:r>
            <a:r>
              <a:rPr dirty="0" sz="2800" spc="-10">
                <a:solidFill>
                  <a:srgbClr val="4E3629"/>
                </a:solidFill>
                <a:latin typeface="Calibri"/>
                <a:cs typeface="Calibri"/>
              </a:rPr>
              <a:t>cambio</a:t>
            </a:r>
            <a:endParaRPr sz="2800">
              <a:latin typeface="Calibri"/>
              <a:cs typeface="Calibri"/>
            </a:endParaRPr>
          </a:p>
          <a:p>
            <a:pPr marL="183515" marR="5080" indent="-171450">
              <a:lnSpc>
                <a:spcPct val="90000"/>
              </a:lnSpc>
              <a:spcBef>
                <a:spcPts val="770"/>
              </a:spcBef>
              <a:buClr>
                <a:srgbClr val="D1350F"/>
              </a:buClr>
              <a:buFont typeface="Arial MT"/>
              <a:buChar char="•"/>
              <a:tabLst>
                <a:tab pos="184785" algn="l"/>
              </a:tabLst>
            </a:pPr>
            <a:r>
              <a:rPr dirty="0" sz="2800">
                <a:solidFill>
                  <a:srgbClr val="4E3629"/>
                </a:solidFill>
                <a:latin typeface="Calibri"/>
                <a:cs typeface="Calibri"/>
              </a:rPr>
              <a:t>Por</a:t>
            </a:r>
            <a:r>
              <a:rPr dirty="0" sz="2800" spc="-60">
                <a:solidFill>
                  <a:srgbClr val="4E3629"/>
                </a:solidFill>
                <a:latin typeface="Calibri"/>
                <a:cs typeface="Calibri"/>
              </a:rPr>
              <a:t> </a:t>
            </a:r>
            <a:r>
              <a:rPr dirty="0" sz="2800">
                <a:solidFill>
                  <a:srgbClr val="4E3629"/>
                </a:solidFill>
                <a:latin typeface="Calibri"/>
                <a:cs typeface="Calibri"/>
              </a:rPr>
              <a:t>lo</a:t>
            </a:r>
            <a:r>
              <a:rPr dirty="0" sz="2800" spc="-60">
                <a:solidFill>
                  <a:srgbClr val="4E3629"/>
                </a:solidFill>
                <a:latin typeface="Calibri"/>
                <a:cs typeface="Calibri"/>
              </a:rPr>
              <a:t> </a:t>
            </a:r>
            <a:r>
              <a:rPr dirty="0" sz="2800">
                <a:solidFill>
                  <a:srgbClr val="4E3629"/>
                </a:solidFill>
                <a:latin typeface="Calibri"/>
                <a:cs typeface="Calibri"/>
              </a:rPr>
              <a:t>que</a:t>
            </a:r>
            <a:r>
              <a:rPr dirty="0" sz="2800" spc="-70">
                <a:solidFill>
                  <a:srgbClr val="4E3629"/>
                </a:solidFill>
                <a:latin typeface="Calibri"/>
                <a:cs typeface="Calibri"/>
              </a:rPr>
              <a:t> </a:t>
            </a:r>
            <a:r>
              <a:rPr dirty="0" sz="2800">
                <a:solidFill>
                  <a:srgbClr val="4E3629"/>
                </a:solidFill>
                <a:latin typeface="Calibri"/>
                <a:cs typeface="Calibri"/>
              </a:rPr>
              <a:t>mantiene</a:t>
            </a:r>
            <a:r>
              <a:rPr dirty="0" sz="2800" spc="-55">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copia</a:t>
            </a:r>
            <a:r>
              <a:rPr dirty="0" sz="2800" spc="-70">
                <a:solidFill>
                  <a:srgbClr val="4E3629"/>
                </a:solidFill>
                <a:latin typeface="Calibri"/>
                <a:cs typeface="Calibri"/>
              </a:rPr>
              <a:t> </a:t>
            </a:r>
            <a:r>
              <a:rPr dirty="0" sz="2800">
                <a:solidFill>
                  <a:srgbClr val="4E3629"/>
                </a:solidFill>
                <a:latin typeface="Calibri"/>
                <a:cs typeface="Calibri"/>
              </a:rPr>
              <a:t>del</a:t>
            </a:r>
            <a:r>
              <a:rPr dirty="0" sz="2800" spc="-65">
                <a:solidFill>
                  <a:srgbClr val="4E3629"/>
                </a:solidFill>
                <a:latin typeface="Calibri"/>
                <a:cs typeface="Calibri"/>
              </a:rPr>
              <a:t> </a:t>
            </a:r>
            <a:r>
              <a:rPr dirty="0" sz="2800">
                <a:solidFill>
                  <a:srgbClr val="4E3629"/>
                </a:solidFill>
                <a:latin typeface="Calibri"/>
                <a:cs typeface="Calibri"/>
              </a:rPr>
              <a:t>valor</a:t>
            </a:r>
            <a:r>
              <a:rPr dirty="0" sz="2800" spc="-70">
                <a:solidFill>
                  <a:srgbClr val="4E3629"/>
                </a:solidFill>
                <a:latin typeface="Calibri"/>
                <a:cs typeface="Calibri"/>
              </a:rPr>
              <a:t> </a:t>
            </a:r>
            <a:r>
              <a:rPr dirty="0" sz="2800">
                <a:solidFill>
                  <a:srgbClr val="4E3629"/>
                </a:solidFill>
                <a:latin typeface="Calibri"/>
                <a:cs typeface="Calibri"/>
              </a:rPr>
              <a:t>anterior</a:t>
            </a:r>
            <a:r>
              <a:rPr dirty="0" sz="2800" spc="-7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spc="-10">
                <a:solidFill>
                  <a:srgbClr val="4E3629"/>
                </a:solidFill>
                <a:latin typeface="Calibri"/>
                <a:cs typeface="Calibri"/>
              </a:rPr>
              <a:t>actualización</a:t>
            </a:r>
            <a:r>
              <a:rPr dirty="0" sz="2800" spc="-9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columna,</a:t>
            </a:r>
            <a:r>
              <a:rPr dirty="0" sz="2800" spc="-60">
                <a:solidFill>
                  <a:srgbClr val="4E3629"/>
                </a:solidFill>
                <a:latin typeface="Calibri"/>
                <a:cs typeface="Calibri"/>
              </a:rPr>
              <a:t> </a:t>
            </a:r>
            <a:r>
              <a:rPr dirty="0" sz="2800" spc="-10">
                <a:solidFill>
                  <a:srgbClr val="4E3629"/>
                </a:solidFill>
                <a:latin typeface="Calibri"/>
                <a:cs typeface="Calibri"/>
              </a:rPr>
              <a:t>mantiene </a:t>
            </a:r>
            <a:r>
              <a:rPr dirty="0" sz="2800" spc="-10">
                <a:solidFill>
                  <a:srgbClr val="4E3629"/>
                </a:solidFill>
                <a:latin typeface="Calibri"/>
                <a:cs typeface="Calibri"/>
              </a:rPr>
              <a:t>	</a:t>
            </a:r>
            <a:r>
              <a:rPr dirty="0" sz="2800">
                <a:solidFill>
                  <a:srgbClr val="4E3629"/>
                </a:solidFill>
                <a:latin typeface="Calibri"/>
                <a:cs typeface="Calibri"/>
              </a:rPr>
              <a:t>toda</a:t>
            </a:r>
            <a:r>
              <a:rPr dirty="0" sz="2800" spc="-7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fila</a:t>
            </a:r>
            <a:r>
              <a:rPr dirty="0" sz="2800" spc="-65">
                <a:solidFill>
                  <a:srgbClr val="4E3629"/>
                </a:solidFill>
                <a:latin typeface="Calibri"/>
                <a:cs typeface="Calibri"/>
              </a:rPr>
              <a:t> </a:t>
            </a:r>
            <a:r>
              <a:rPr dirty="0" sz="2800">
                <a:solidFill>
                  <a:srgbClr val="4E3629"/>
                </a:solidFill>
                <a:latin typeface="Calibri"/>
                <a:cs typeface="Calibri"/>
              </a:rPr>
              <a:t>para</a:t>
            </a:r>
            <a:r>
              <a:rPr dirty="0" sz="2800" spc="-65">
                <a:solidFill>
                  <a:srgbClr val="4E3629"/>
                </a:solidFill>
                <a:latin typeface="Calibri"/>
                <a:cs typeface="Calibri"/>
              </a:rPr>
              <a:t> </a:t>
            </a:r>
            <a:r>
              <a:rPr dirty="0" sz="2800">
                <a:solidFill>
                  <a:srgbClr val="4E3629"/>
                </a:solidFill>
                <a:latin typeface="Calibri"/>
                <a:cs typeface="Calibri"/>
              </a:rPr>
              <a:t>una</a:t>
            </a:r>
            <a:r>
              <a:rPr dirty="0" sz="2800" spc="-60">
                <a:solidFill>
                  <a:srgbClr val="4E3629"/>
                </a:solidFill>
                <a:latin typeface="Calibri"/>
                <a:cs typeface="Calibri"/>
              </a:rPr>
              <a:t> </a:t>
            </a:r>
            <a:r>
              <a:rPr dirty="0" sz="2800">
                <a:solidFill>
                  <a:srgbClr val="4E3629"/>
                </a:solidFill>
                <a:latin typeface="Calibri"/>
                <a:cs typeface="Calibri"/>
              </a:rPr>
              <a:t>supresión</a:t>
            </a:r>
            <a:r>
              <a:rPr dirty="0" sz="2800" spc="-15">
                <a:solidFill>
                  <a:srgbClr val="4E3629"/>
                </a:solidFill>
                <a:latin typeface="Calibri"/>
                <a:cs typeface="Calibri"/>
              </a:rPr>
              <a:t> </a:t>
            </a:r>
            <a:r>
              <a:rPr dirty="0" sz="2800">
                <a:solidFill>
                  <a:srgbClr val="4E3629"/>
                </a:solidFill>
                <a:latin typeface="Calibri"/>
                <a:cs typeface="Calibri"/>
              </a:rPr>
              <a:t>y</a:t>
            </a:r>
            <a:r>
              <a:rPr dirty="0" sz="2800" spc="-65">
                <a:solidFill>
                  <a:srgbClr val="4E3629"/>
                </a:solidFill>
                <a:latin typeface="Calibri"/>
                <a:cs typeface="Calibri"/>
              </a:rPr>
              <a:t> </a:t>
            </a:r>
            <a:r>
              <a:rPr dirty="0" sz="2800">
                <a:solidFill>
                  <a:srgbClr val="4E3629"/>
                </a:solidFill>
                <a:latin typeface="Calibri"/>
                <a:cs typeface="Calibri"/>
              </a:rPr>
              <a:t>no</a:t>
            </a:r>
            <a:r>
              <a:rPr dirty="0" sz="2800" spc="-65">
                <a:solidFill>
                  <a:srgbClr val="4E3629"/>
                </a:solidFill>
                <a:latin typeface="Calibri"/>
                <a:cs typeface="Calibri"/>
              </a:rPr>
              <a:t> </a:t>
            </a:r>
            <a:r>
              <a:rPr dirty="0" sz="2800">
                <a:solidFill>
                  <a:srgbClr val="4E3629"/>
                </a:solidFill>
                <a:latin typeface="Calibri"/>
                <a:cs typeface="Calibri"/>
              </a:rPr>
              <a:t>mantiene</a:t>
            </a:r>
            <a:r>
              <a:rPr dirty="0" sz="2800" spc="-55">
                <a:solidFill>
                  <a:srgbClr val="4E3629"/>
                </a:solidFill>
                <a:latin typeface="Calibri"/>
                <a:cs typeface="Calibri"/>
              </a:rPr>
              <a:t> </a:t>
            </a:r>
            <a:r>
              <a:rPr dirty="0" sz="2800" spc="-20">
                <a:solidFill>
                  <a:srgbClr val="4E3629"/>
                </a:solidFill>
                <a:latin typeface="Calibri"/>
                <a:cs typeface="Calibri"/>
              </a:rPr>
              <a:t>nada </a:t>
            </a:r>
            <a:r>
              <a:rPr dirty="0" sz="2800" spc="-20">
                <a:solidFill>
                  <a:srgbClr val="4E3629"/>
                </a:solidFill>
                <a:latin typeface="Calibri"/>
                <a:cs typeface="Calibri"/>
              </a:rPr>
              <a:t>	</a:t>
            </a:r>
            <a:r>
              <a:rPr dirty="0" sz="2800">
                <a:solidFill>
                  <a:srgbClr val="4E3629"/>
                </a:solidFill>
                <a:latin typeface="Calibri"/>
                <a:cs typeface="Calibri"/>
              </a:rPr>
              <a:t>para</a:t>
            </a:r>
            <a:r>
              <a:rPr dirty="0" sz="2800" spc="-7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spc="-10">
                <a:solidFill>
                  <a:srgbClr val="4E3629"/>
                </a:solidFill>
                <a:latin typeface="Calibri"/>
                <a:cs typeface="Calibri"/>
              </a:rPr>
              <a:t>sentencia</a:t>
            </a:r>
            <a:r>
              <a:rPr dirty="0" sz="2800" spc="-55">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10">
                <a:solidFill>
                  <a:srgbClr val="4E3629"/>
                </a:solidFill>
                <a:latin typeface="Calibri"/>
                <a:cs typeface="Calibri"/>
              </a:rPr>
              <a:t>inserción</a:t>
            </a:r>
            <a:endParaRPr sz="2800">
              <a:latin typeface="Calibri"/>
              <a:cs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6" name="object 6"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33</a:t>
            </a:r>
          </a:p>
        </p:txBody>
      </p:sp>
      <p:sp>
        <p:nvSpPr>
          <p:cNvPr id="5" name="object 5" descr=""/>
          <p:cNvSpPr txBox="1"/>
          <p:nvPr/>
        </p:nvSpPr>
        <p:spPr>
          <a:xfrm>
            <a:off x="483514" y="1415923"/>
            <a:ext cx="8071484" cy="2961005"/>
          </a:xfrm>
          <a:prstGeom prst="rect">
            <a:avLst/>
          </a:prstGeom>
        </p:spPr>
        <p:txBody>
          <a:bodyPr wrap="square" lIns="0" tIns="60960" rIns="0" bIns="0" rtlCol="0" vert="horz">
            <a:spAutoFit/>
          </a:bodyPr>
          <a:lstStyle/>
          <a:p>
            <a:pPr marL="183515" marR="110998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Estas</a:t>
            </a:r>
            <a:r>
              <a:rPr dirty="0" sz="2800" spc="-85">
                <a:solidFill>
                  <a:srgbClr val="4E3629"/>
                </a:solidFill>
                <a:latin typeface="Calibri"/>
                <a:cs typeface="Calibri"/>
              </a:rPr>
              <a:t> </a:t>
            </a:r>
            <a:r>
              <a:rPr dirty="0" sz="2800">
                <a:solidFill>
                  <a:srgbClr val="4E3629"/>
                </a:solidFill>
                <a:latin typeface="Calibri"/>
                <a:cs typeface="Calibri"/>
              </a:rPr>
              <a:t>copias</a:t>
            </a:r>
            <a:r>
              <a:rPr dirty="0" sz="2800" spc="-80">
                <a:solidFill>
                  <a:srgbClr val="4E3629"/>
                </a:solidFill>
                <a:latin typeface="Calibri"/>
                <a:cs typeface="Calibri"/>
              </a:rPr>
              <a:t> </a:t>
            </a:r>
            <a:r>
              <a:rPr dirty="0" sz="2800">
                <a:solidFill>
                  <a:srgbClr val="4E3629"/>
                </a:solidFill>
                <a:latin typeface="Calibri"/>
                <a:cs typeface="Calibri"/>
              </a:rPr>
              <a:t>antiguas</a:t>
            </a:r>
            <a:r>
              <a:rPr dirty="0" sz="2800" spc="-80">
                <a:solidFill>
                  <a:srgbClr val="4E3629"/>
                </a:solidFill>
                <a:latin typeface="Calibri"/>
                <a:cs typeface="Calibri"/>
              </a:rPr>
              <a:t> </a:t>
            </a:r>
            <a:r>
              <a:rPr dirty="0" sz="2800">
                <a:solidFill>
                  <a:srgbClr val="4E3629"/>
                </a:solidFill>
                <a:latin typeface="Calibri"/>
                <a:cs typeface="Calibri"/>
              </a:rPr>
              <a:t>se</a:t>
            </a:r>
            <a:r>
              <a:rPr dirty="0" sz="2800" spc="-85">
                <a:solidFill>
                  <a:srgbClr val="4E3629"/>
                </a:solidFill>
                <a:latin typeface="Calibri"/>
                <a:cs typeface="Calibri"/>
              </a:rPr>
              <a:t> </a:t>
            </a:r>
            <a:r>
              <a:rPr dirty="0" sz="2800">
                <a:solidFill>
                  <a:srgbClr val="4E3629"/>
                </a:solidFill>
                <a:latin typeface="Calibri"/>
                <a:cs typeface="Calibri"/>
              </a:rPr>
              <a:t>mantienen</a:t>
            </a:r>
            <a:r>
              <a:rPr dirty="0" sz="2800" spc="-75">
                <a:solidFill>
                  <a:srgbClr val="4E3629"/>
                </a:solidFill>
                <a:latin typeface="Calibri"/>
                <a:cs typeface="Calibri"/>
              </a:rPr>
              <a:t> </a:t>
            </a:r>
            <a:r>
              <a:rPr dirty="0" sz="2800">
                <a:solidFill>
                  <a:srgbClr val="4E3629"/>
                </a:solidFill>
                <a:latin typeface="Calibri"/>
                <a:cs typeface="Calibri"/>
              </a:rPr>
              <a:t>en</a:t>
            </a:r>
            <a:r>
              <a:rPr dirty="0" sz="2800" spc="-90">
                <a:solidFill>
                  <a:srgbClr val="4E3629"/>
                </a:solidFill>
                <a:latin typeface="Calibri"/>
                <a:cs typeface="Calibri"/>
              </a:rPr>
              <a:t> </a:t>
            </a:r>
            <a:r>
              <a:rPr dirty="0" sz="2800">
                <a:solidFill>
                  <a:srgbClr val="4E3629"/>
                </a:solidFill>
                <a:latin typeface="Calibri"/>
                <a:cs typeface="Calibri"/>
              </a:rPr>
              <a:t>un</a:t>
            </a:r>
            <a:r>
              <a:rPr dirty="0" sz="2800" spc="-85">
                <a:solidFill>
                  <a:srgbClr val="4E3629"/>
                </a:solidFill>
                <a:latin typeface="Calibri"/>
                <a:cs typeface="Calibri"/>
              </a:rPr>
              <a:t> </a:t>
            </a:r>
            <a:r>
              <a:rPr dirty="0" sz="2800" spc="-10">
                <a:solidFill>
                  <a:srgbClr val="4E3629"/>
                </a:solidFill>
                <a:latin typeface="Calibri"/>
                <a:cs typeface="Calibri"/>
              </a:rPr>
              <a:t>lugar </a:t>
            </a:r>
            <a:r>
              <a:rPr dirty="0" sz="2800" spc="-10">
                <a:solidFill>
                  <a:srgbClr val="4E3629"/>
                </a:solidFill>
                <a:latin typeface="Calibri"/>
                <a:cs typeface="Calibri"/>
              </a:rPr>
              <a:t>	</a:t>
            </a:r>
            <a:r>
              <a:rPr dirty="0" sz="2800">
                <a:solidFill>
                  <a:srgbClr val="4E3629"/>
                </a:solidFill>
                <a:latin typeface="Calibri"/>
                <a:cs typeface="Calibri"/>
              </a:rPr>
              <a:t>especial</a:t>
            </a:r>
            <a:r>
              <a:rPr dirty="0" sz="2800" spc="-105">
                <a:solidFill>
                  <a:srgbClr val="4E3629"/>
                </a:solidFill>
                <a:latin typeface="Calibri"/>
                <a:cs typeface="Calibri"/>
              </a:rPr>
              <a:t> </a:t>
            </a:r>
            <a:r>
              <a:rPr dirty="0" sz="2800" spc="-10">
                <a:solidFill>
                  <a:srgbClr val="4E3629"/>
                </a:solidFill>
                <a:latin typeface="Calibri"/>
                <a:cs typeface="Calibri"/>
              </a:rPr>
              <a:t>denominado</a:t>
            </a:r>
            <a:r>
              <a:rPr dirty="0" sz="2800" spc="-70">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tablespace</a:t>
            </a:r>
            <a:r>
              <a:rPr dirty="0" sz="2800" spc="-75">
                <a:solidFill>
                  <a:srgbClr val="4E3629"/>
                </a:solidFill>
                <a:latin typeface="Calibri"/>
                <a:cs typeface="Calibri"/>
              </a:rPr>
              <a:t> </a:t>
            </a:r>
            <a:r>
              <a:rPr dirty="0" sz="2800" spc="-20">
                <a:solidFill>
                  <a:srgbClr val="4E3629"/>
                </a:solidFill>
                <a:latin typeface="Calibri"/>
                <a:cs typeface="Calibri"/>
              </a:rPr>
              <a:t>UNDO</a:t>
            </a:r>
            <a:endParaRPr sz="2800">
              <a:latin typeface="Calibri"/>
              <a:cs typeface="Calibri"/>
            </a:endParaRPr>
          </a:p>
          <a:p>
            <a:pPr marL="183515" marR="5080" indent="-171450">
              <a:lnSpc>
                <a:spcPts val="3030"/>
              </a:lnSpc>
              <a:spcBef>
                <a:spcPts val="800"/>
              </a:spcBef>
              <a:buClr>
                <a:srgbClr val="D1350F"/>
              </a:buClr>
              <a:buFont typeface="Arial MT"/>
              <a:buChar char="•"/>
              <a:tabLst>
                <a:tab pos="184785" algn="l"/>
              </a:tabLst>
            </a:pPr>
            <a:r>
              <a:rPr dirty="0" sz="2800">
                <a:solidFill>
                  <a:srgbClr val="4E3629"/>
                </a:solidFill>
                <a:latin typeface="Calibri"/>
                <a:cs typeface="Calibri"/>
              </a:rPr>
              <a:t>Los</a:t>
            </a:r>
            <a:r>
              <a:rPr dirty="0" sz="2800" spc="-50">
                <a:solidFill>
                  <a:srgbClr val="4E3629"/>
                </a:solidFill>
                <a:latin typeface="Calibri"/>
                <a:cs typeface="Calibri"/>
              </a:rPr>
              <a:t> </a:t>
            </a:r>
            <a:r>
              <a:rPr dirty="0" sz="2800">
                <a:solidFill>
                  <a:srgbClr val="4E3629"/>
                </a:solidFill>
                <a:latin typeface="Calibri"/>
                <a:cs typeface="Calibri"/>
              </a:rPr>
              <a:t>usuarios</a:t>
            </a:r>
            <a:r>
              <a:rPr dirty="0" sz="2800" spc="-30">
                <a:solidFill>
                  <a:srgbClr val="4E3629"/>
                </a:solidFill>
                <a:latin typeface="Calibri"/>
                <a:cs typeface="Calibri"/>
              </a:rPr>
              <a:t> </a:t>
            </a:r>
            <a:r>
              <a:rPr dirty="0" sz="2800">
                <a:solidFill>
                  <a:srgbClr val="4E3629"/>
                </a:solidFill>
                <a:latin typeface="Calibri"/>
                <a:cs typeface="Calibri"/>
              </a:rPr>
              <a:t>pueden</a:t>
            </a:r>
            <a:r>
              <a:rPr dirty="0" sz="2800" spc="-40">
                <a:solidFill>
                  <a:srgbClr val="4E3629"/>
                </a:solidFill>
                <a:latin typeface="Calibri"/>
                <a:cs typeface="Calibri"/>
              </a:rPr>
              <a:t> </a:t>
            </a:r>
            <a:r>
              <a:rPr dirty="0" sz="2800">
                <a:solidFill>
                  <a:srgbClr val="4E3629"/>
                </a:solidFill>
                <a:latin typeface="Calibri"/>
                <a:cs typeface="Calibri"/>
              </a:rPr>
              <a:t>acceder</a:t>
            </a:r>
            <a:r>
              <a:rPr dirty="0" sz="2800" spc="-70">
                <a:solidFill>
                  <a:srgbClr val="4E3629"/>
                </a:solidFill>
                <a:latin typeface="Calibri"/>
                <a:cs typeface="Calibri"/>
              </a:rPr>
              <a:t> </a:t>
            </a:r>
            <a:r>
              <a:rPr dirty="0" sz="2800">
                <a:solidFill>
                  <a:srgbClr val="4E3629"/>
                </a:solidFill>
                <a:latin typeface="Calibri"/>
                <a:cs typeface="Calibri"/>
              </a:rPr>
              <a:t>a</a:t>
            </a:r>
            <a:r>
              <a:rPr dirty="0" sz="2800" spc="-65">
                <a:solidFill>
                  <a:srgbClr val="4E3629"/>
                </a:solidFill>
                <a:latin typeface="Calibri"/>
                <a:cs typeface="Calibri"/>
              </a:rPr>
              <a:t> </a:t>
            </a:r>
            <a:r>
              <a:rPr dirty="0" sz="2800">
                <a:solidFill>
                  <a:srgbClr val="4E3629"/>
                </a:solidFill>
                <a:latin typeface="Calibri"/>
                <a:cs typeface="Calibri"/>
              </a:rPr>
              <a:t>esta</a:t>
            </a:r>
            <a:r>
              <a:rPr dirty="0" sz="2800" spc="-45">
                <a:solidFill>
                  <a:srgbClr val="4E3629"/>
                </a:solidFill>
                <a:latin typeface="Calibri"/>
                <a:cs typeface="Calibri"/>
              </a:rPr>
              <a:t> </a:t>
            </a:r>
            <a:r>
              <a:rPr dirty="0" sz="2800">
                <a:solidFill>
                  <a:srgbClr val="4E3629"/>
                </a:solidFill>
                <a:latin typeface="Calibri"/>
                <a:cs typeface="Calibri"/>
              </a:rPr>
              <a:t>zona</a:t>
            </a:r>
            <a:r>
              <a:rPr dirty="0" sz="2800" spc="-65">
                <a:solidFill>
                  <a:srgbClr val="4E3629"/>
                </a:solidFill>
                <a:latin typeface="Calibri"/>
                <a:cs typeface="Calibri"/>
              </a:rPr>
              <a:t> </a:t>
            </a:r>
            <a:r>
              <a:rPr dirty="0" sz="2800">
                <a:solidFill>
                  <a:srgbClr val="4E3629"/>
                </a:solidFill>
                <a:latin typeface="Calibri"/>
                <a:cs typeface="Calibri"/>
              </a:rPr>
              <a:t>especial</a:t>
            </a:r>
            <a:r>
              <a:rPr dirty="0" sz="2800" spc="-55">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base</a:t>
            </a:r>
            <a:r>
              <a:rPr dirty="0" sz="2800" spc="-7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spc="-10">
                <a:solidFill>
                  <a:srgbClr val="4E3629"/>
                </a:solidFill>
                <a:latin typeface="Calibri"/>
                <a:cs typeface="Calibri"/>
              </a:rPr>
              <a:t>mediante</a:t>
            </a:r>
            <a:r>
              <a:rPr dirty="0" sz="2800" spc="-70">
                <a:solidFill>
                  <a:srgbClr val="4E3629"/>
                </a:solidFill>
                <a:latin typeface="Calibri"/>
                <a:cs typeface="Calibri"/>
              </a:rPr>
              <a:t> </a:t>
            </a:r>
            <a:r>
              <a:rPr dirty="0" sz="2800">
                <a:solidFill>
                  <a:srgbClr val="4E3629"/>
                </a:solidFill>
                <a:latin typeface="Calibri"/>
                <a:cs typeface="Calibri"/>
              </a:rPr>
              <a:t>una</a:t>
            </a:r>
            <a:r>
              <a:rPr dirty="0" sz="2800" spc="-70">
                <a:solidFill>
                  <a:srgbClr val="4E3629"/>
                </a:solidFill>
                <a:latin typeface="Calibri"/>
                <a:cs typeface="Calibri"/>
              </a:rPr>
              <a:t> </a:t>
            </a:r>
            <a:r>
              <a:rPr dirty="0" sz="2800">
                <a:solidFill>
                  <a:srgbClr val="4E3629"/>
                </a:solidFill>
                <a:latin typeface="Calibri"/>
                <a:cs typeface="Calibri"/>
              </a:rPr>
              <a:t>consulta</a:t>
            </a:r>
            <a:r>
              <a:rPr dirty="0" sz="2800" spc="-45">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flashback</a:t>
            </a:r>
            <a:endParaRPr sz="2800">
              <a:latin typeface="Calibri"/>
              <a:cs typeface="Calibri"/>
            </a:endParaRPr>
          </a:p>
          <a:p>
            <a:pPr marL="183515" marR="271145" indent="-171450">
              <a:lnSpc>
                <a:spcPct val="90000"/>
              </a:lnSpc>
              <a:spcBef>
                <a:spcPts val="755"/>
              </a:spcBef>
              <a:buClr>
                <a:srgbClr val="D1350F"/>
              </a:buClr>
              <a:buFont typeface="Arial MT"/>
              <a:buChar char="•"/>
              <a:tabLst>
                <a:tab pos="184785" algn="l"/>
              </a:tabLst>
            </a:pPr>
            <a:r>
              <a:rPr dirty="0" sz="2800">
                <a:solidFill>
                  <a:srgbClr val="4E3629"/>
                </a:solidFill>
                <a:latin typeface="Calibri"/>
                <a:cs typeface="Calibri"/>
              </a:rPr>
              <a:t>Puede</a:t>
            </a:r>
            <a:r>
              <a:rPr dirty="0" sz="2800" spc="-60">
                <a:solidFill>
                  <a:srgbClr val="4E3629"/>
                </a:solidFill>
                <a:latin typeface="Calibri"/>
                <a:cs typeface="Calibri"/>
              </a:rPr>
              <a:t> </a:t>
            </a:r>
            <a:r>
              <a:rPr dirty="0" sz="2800">
                <a:solidFill>
                  <a:srgbClr val="4E3629"/>
                </a:solidFill>
                <a:latin typeface="Calibri"/>
                <a:cs typeface="Calibri"/>
              </a:rPr>
              <a:t>consultar</a:t>
            </a:r>
            <a:r>
              <a:rPr dirty="0" sz="2800" spc="-45">
                <a:solidFill>
                  <a:srgbClr val="4E3629"/>
                </a:solidFill>
                <a:latin typeface="Calibri"/>
                <a:cs typeface="Calibri"/>
              </a:rPr>
              <a:t> </a:t>
            </a:r>
            <a:r>
              <a:rPr dirty="0" sz="2800">
                <a:solidFill>
                  <a:srgbClr val="4E3629"/>
                </a:solidFill>
                <a:latin typeface="Calibri"/>
                <a:cs typeface="Calibri"/>
              </a:rPr>
              <a:t>las</a:t>
            </a:r>
            <a:r>
              <a:rPr dirty="0" sz="2800" spc="-75">
                <a:solidFill>
                  <a:srgbClr val="4E3629"/>
                </a:solidFill>
                <a:latin typeface="Calibri"/>
                <a:cs typeface="Calibri"/>
              </a:rPr>
              <a:t> </a:t>
            </a:r>
            <a:r>
              <a:rPr dirty="0" sz="2800" spc="-10">
                <a:solidFill>
                  <a:srgbClr val="4E3629"/>
                </a:solidFill>
                <a:latin typeface="Calibri"/>
                <a:cs typeface="Calibri"/>
              </a:rPr>
              <a:t>versiones</a:t>
            </a:r>
            <a:r>
              <a:rPr dirty="0" sz="2800" spc="-55">
                <a:solidFill>
                  <a:srgbClr val="4E3629"/>
                </a:solidFill>
                <a:latin typeface="Calibri"/>
                <a:cs typeface="Calibri"/>
              </a:rPr>
              <a:t> </a:t>
            </a:r>
            <a:r>
              <a:rPr dirty="0" sz="2800" spc="-10">
                <a:solidFill>
                  <a:srgbClr val="4E3629"/>
                </a:solidFill>
                <a:latin typeface="Calibri"/>
                <a:cs typeface="Calibri"/>
              </a:rPr>
              <a:t>anteriores</a:t>
            </a:r>
            <a:r>
              <a:rPr dirty="0" sz="2800" spc="-7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los</a:t>
            </a:r>
            <a:r>
              <a:rPr dirty="0" sz="2800" spc="-65">
                <a:solidFill>
                  <a:srgbClr val="4E3629"/>
                </a:solidFill>
                <a:latin typeface="Calibri"/>
                <a:cs typeface="Calibri"/>
              </a:rPr>
              <a:t> </a:t>
            </a:r>
            <a:r>
              <a:rPr dirty="0" sz="2800" spc="-10">
                <a:solidFill>
                  <a:srgbClr val="4E3629"/>
                </a:solidFill>
                <a:latin typeface="Calibri"/>
                <a:cs typeface="Calibri"/>
              </a:rPr>
              <a:t>datos 	utilizando</a:t>
            </a:r>
            <a:r>
              <a:rPr dirty="0" sz="2800" spc="-3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cláusula</a:t>
            </a:r>
            <a:r>
              <a:rPr dirty="0" sz="2800" spc="-45">
                <a:solidFill>
                  <a:srgbClr val="4E3629"/>
                </a:solidFill>
                <a:latin typeface="Calibri"/>
                <a:cs typeface="Calibri"/>
              </a:rPr>
              <a:t> </a:t>
            </a:r>
            <a:r>
              <a:rPr dirty="0" sz="2800">
                <a:solidFill>
                  <a:srgbClr val="4E3629"/>
                </a:solidFill>
                <a:latin typeface="Calibri"/>
                <a:cs typeface="Calibri"/>
              </a:rPr>
              <a:t>VERSIONS</a:t>
            </a:r>
            <a:r>
              <a:rPr dirty="0" sz="2800" spc="-5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una</a:t>
            </a:r>
            <a:r>
              <a:rPr dirty="0" sz="2800" spc="-40">
                <a:solidFill>
                  <a:srgbClr val="4E3629"/>
                </a:solidFill>
                <a:latin typeface="Calibri"/>
                <a:cs typeface="Calibri"/>
              </a:rPr>
              <a:t> </a:t>
            </a:r>
            <a:r>
              <a:rPr dirty="0" sz="2800" spc="-10">
                <a:solidFill>
                  <a:srgbClr val="4E3629"/>
                </a:solidFill>
                <a:latin typeface="Calibri"/>
                <a:cs typeface="Calibri"/>
              </a:rPr>
              <a:t>sentencia 	SELECT</a:t>
            </a:r>
            <a:endParaRPr sz="2800">
              <a:latin typeface="Calibri"/>
              <a:cs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8" name="object 8"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34</a:t>
            </a:r>
          </a:p>
        </p:txBody>
      </p:sp>
      <p:sp>
        <p:nvSpPr>
          <p:cNvPr id="5" name="object 5" descr=""/>
          <p:cNvSpPr txBox="1"/>
          <p:nvPr/>
        </p:nvSpPr>
        <p:spPr>
          <a:xfrm>
            <a:off x="483514" y="1382394"/>
            <a:ext cx="203708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a:solidFill>
                  <a:srgbClr val="4E3629"/>
                </a:solidFill>
                <a:latin typeface="Calibri"/>
                <a:cs typeface="Calibri"/>
              </a:rPr>
              <a:t>Por</a:t>
            </a:r>
            <a:r>
              <a:rPr dirty="0" sz="2800" spc="-95">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p:txBody>
      </p:sp>
      <p:sp>
        <p:nvSpPr>
          <p:cNvPr id="6" name="object 6" descr=""/>
          <p:cNvSpPr txBox="1"/>
          <p:nvPr/>
        </p:nvSpPr>
        <p:spPr>
          <a:xfrm>
            <a:off x="483514" y="3596716"/>
            <a:ext cx="8137525" cy="2261870"/>
          </a:xfrm>
          <a:prstGeom prst="rect">
            <a:avLst/>
          </a:prstGeom>
        </p:spPr>
        <p:txBody>
          <a:bodyPr wrap="square" lIns="0" tIns="97790" rIns="0" bIns="0" rtlCol="0" vert="horz">
            <a:spAutoFit/>
          </a:bodyPr>
          <a:lstStyle/>
          <a:p>
            <a:pPr marL="183515" marR="5080" indent="-171450">
              <a:lnSpc>
                <a:spcPct val="80000"/>
              </a:lnSpc>
              <a:spcBef>
                <a:spcPts val="770"/>
              </a:spcBef>
              <a:buClr>
                <a:srgbClr val="D1350F"/>
              </a:buClr>
              <a:buFont typeface="Arial MT"/>
              <a:buChar char="•"/>
              <a:tabLst>
                <a:tab pos="184785" algn="l"/>
              </a:tabLst>
            </a:pPr>
            <a:r>
              <a:rPr dirty="0" sz="2800">
                <a:solidFill>
                  <a:srgbClr val="4E3629"/>
                </a:solidFill>
                <a:latin typeface="Calibri"/>
                <a:cs typeface="Calibri"/>
              </a:rPr>
              <a:t>El</a:t>
            </a:r>
            <a:r>
              <a:rPr dirty="0" sz="2800" spc="-45">
                <a:solidFill>
                  <a:srgbClr val="4E3629"/>
                </a:solidFill>
                <a:latin typeface="Calibri"/>
                <a:cs typeface="Calibri"/>
              </a:rPr>
              <a:t> </a:t>
            </a:r>
            <a:r>
              <a:rPr dirty="0" sz="2800">
                <a:solidFill>
                  <a:srgbClr val="4E3629"/>
                </a:solidFill>
                <a:latin typeface="Calibri"/>
                <a:cs typeface="Calibri"/>
              </a:rPr>
              <a:t>número</a:t>
            </a:r>
            <a:r>
              <a:rPr dirty="0" sz="2800" spc="-20">
                <a:solidFill>
                  <a:srgbClr val="4E3629"/>
                </a:solidFill>
                <a:latin typeface="Calibri"/>
                <a:cs typeface="Calibri"/>
              </a:rPr>
              <a:t> </a:t>
            </a:r>
            <a:r>
              <a:rPr dirty="0" sz="2800">
                <a:solidFill>
                  <a:srgbClr val="4E3629"/>
                </a:solidFill>
                <a:latin typeface="Calibri"/>
                <a:cs typeface="Calibri"/>
              </a:rPr>
              <a:t>SCN</a:t>
            </a:r>
            <a:r>
              <a:rPr dirty="0" sz="2800" spc="-35">
                <a:solidFill>
                  <a:srgbClr val="4E3629"/>
                </a:solidFill>
                <a:latin typeface="Calibri"/>
                <a:cs typeface="Calibri"/>
              </a:rPr>
              <a:t> </a:t>
            </a:r>
            <a:r>
              <a:rPr dirty="0" sz="2800">
                <a:solidFill>
                  <a:srgbClr val="4E3629"/>
                </a:solidFill>
                <a:latin typeface="Calibri"/>
                <a:cs typeface="Calibri"/>
              </a:rPr>
              <a:t>al</a:t>
            </a:r>
            <a:r>
              <a:rPr dirty="0" sz="2800" spc="-55">
                <a:solidFill>
                  <a:srgbClr val="4E3629"/>
                </a:solidFill>
                <a:latin typeface="Calibri"/>
                <a:cs typeface="Calibri"/>
              </a:rPr>
              <a:t> </a:t>
            </a:r>
            <a:r>
              <a:rPr dirty="0" sz="2800">
                <a:solidFill>
                  <a:srgbClr val="4E3629"/>
                </a:solidFill>
                <a:latin typeface="Calibri"/>
                <a:cs typeface="Calibri"/>
              </a:rPr>
              <a:t>que</a:t>
            </a:r>
            <a:r>
              <a:rPr dirty="0" sz="2800" spc="-20">
                <a:solidFill>
                  <a:srgbClr val="4E3629"/>
                </a:solidFill>
                <a:latin typeface="Calibri"/>
                <a:cs typeface="Calibri"/>
              </a:rPr>
              <a:t> </a:t>
            </a:r>
            <a:r>
              <a:rPr dirty="0" sz="2800">
                <a:solidFill>
                  <a:srgbClr val="4E3629"/>
                </a:solidFill>
                <a:latin typeface="Calibri"/>
                <a:cs typeface="Calibri"/>
              </a:rPr>
              <a:t>se</a:t>
            </a:r>
            <a:r>
              <a:rPr dirty="0" sz="2800" spc="-45">
                <a:solidFill>
                  <a:srgbClr val="4E3629"/>
                </a:solidFill>
                <a:latin typeface="Calibri"/>
                <a:cs typeface="Calibri"/>
              </a:rPr>
              <a:t> </a:t>
            </a:r>
            <a:r>
              <a:rPr dirty="0" sz="2800">
                <a:solidFill>
                  <a:srgbClr val="4E3629"/>
                </a:solidFill>
                <a:latin typeface="Calibri"/>
                <a:cs typeface="Calibri"/>
              </a:rPr>
              <a:t>hacía</a:t>
            </a:r>
            <a:r>
              <a:rPr dirty="0" sz="2800" spc="-45">
                <a:solidFill>
                  <a:srgbClr val="4E3629"/>
                </a:solidFill>
                <a:latin typeface="Calibri"/>
                <a:cs typeface="Calibri"/>
              </a:rPr>
              <a:t> </a:t>
            </a:r>
            <a:r>
              <a:rPr dirty="0" sz="2800" spc="-10">
                <a:solidFill>
                  <a:srgbClr val="4E3629"/>
                </a:solidFill>
                <a:latin typeface="Calibri"/>
                <a:cs typeface="Calibri"/>
              </a:rPr>
              <a:t>referencia</a:t>
            </a:r>
            <a:r>
              <a:rPr dirty="0" sz="2800" spc="-45">
                <a:solidFill>
                  <a:srgbClr val="4E3629"/>
                </a:solidFill>
                <a:latin typeface="Calibri"/>
                <a:cs typeface="Calibri"/>
              </a:rPr>
              <a:t> </a:t>
            </a:r>
            <a:r>
              <a:rPr dirty="0" sz="2800">
                <a:solidFill>
                  <a:srgbClr val="4E3629"/>
                </a:solidFill>
                <a:latin typeface="Calibri"/>
                <a:cs typeface="Calibri"/>
              </a:rPr>
              <a:t>en</a:t>
            </a:r>
            <a:r>
              <a:rPr dirty="0" sz="2800" spc="-3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spc="-10">
                <a:solidFill>
                  <a:srgbClr val="4E3629"/>
                </a:solidFill>
                <a:latin typeface="Calibri"/>
                <a:cs typeface="Calibri"/>
              </a:rPr>
              <a:t>consulta </a:t>
            </a:r>
            <a:r>
              <a:rPr dirty="0" sz="2800" spc="-10">
                <a:solidFill>
                  <a:srgbClr val="4E3629"/>
                </a:solidFill>
                <a:latin typeface="Calibri"/>
                <a:cs typeface="Calibri"/>
              </a:rPr>
              <a:t>	</a:t>
            </a:r>
            <a:r>
              <a:rPr dirty="0" sz="2800">
                <a:solidFill>
                  <a:srgbClr val="4E3629"/>
                </a:solidFill>
                <a:latin typeface="Calibri"/>
                <a:cs typeface="Calibri"/>
              </a:rPr>
              <a:t>anterior</a:t>
            </a:r>
            <a:r>
              <a:rPr dirty="0" sz="2800" spc="-80">
                <a:solidFill>
                  <a:srgbClr val="4E3629"/>
                </a:solidFill>
                <a:latin typeface="Calibri"/>
                <a:cs typeface="Calibri"/>
              </a:rPr>
              <a:t> </a:t>
            </a:r>
            <a:r>
              <a:rPr dirty="0" sz="2800">
                <a:solidFill>
                  <a:srgbClr val="4E3629"/>
                </a:solidFill>
                <a:latin typeface="Calibri"/>
                <a:cs typeface="Calibri"/>
              </a:rPr>
              <a:t>significa</a:t>
            </a:r>
            <a:r>
              <a:rPr dirty="0" sz="2800" spc="-5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número</a:t>
            </a:r>
            <a:r>
              <a:rPr dirty="0" sz="2800" spc="-4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a:solidFill>
                  <a:srgbClr val="4E3629"/>
                </a:solidFill>
                <a:latin typeface="Calibri"/>
                <a:cs typeface="Calibri"/>
              </a:rPr>
              <a:t>cambio</a:t>
            </a:r>
            <a:r>
              <a:rPr dirty="0" sz="2800" spc="-65">
                <a:solidFill>
                  <a:srgbClr val="4E3629"/>
                </a:solidFill>
                <a:latin typeface="Calibri"/>
                <a:cs typeface="Calibri"/>
              </a:rPr>
              <a:t> </a:t>
            </a:r>
            <a:r>
              <a:rPr dirty="0" sz="2800">
                <a:solidFill>
                  <a:srgbClr val="4E3629"/>
                </a:solidFill>
                <a:latin typeface="Calibri"/>
                <a:cs typeface="Calibri"/>
              </a:rPr>
              <a:t>del</a:t>
            </a:r>
            <a:r>
              <a:rPr dirty="0" sz="2800" spc="-85">
                <a:solidFill>
                  <a:srgbClr val="4E3629"/>
                </a:solidFill>
                <a:latin typeface="Calibri"/>
                <a:cs typeface="Calibri"/>
              </a:rPr>
              <a:t> </a:t>
            </a:r>
            <a:r>
              <a:rPr dirty="0" sz="2800" spc="-10">
                <a:solidFill>
                  <a:srgbClr val="4E3629"/>
                </a:solidFill>
                <a:latin typeface="Calibri"/>
                <a:cs typeface="Calibri"/>
              </a:rPr>
              <a:t>sistema </a:t>
            </a:r>
            <a:r>
              <a:rPr dirty="0" sz="2800" spc="-10">
                <a:solidFill>
                  <a:srgbClr val="4E3629"/>
                </a:solidFill>
                <a:latin typeface="Calibri"/>
                <a:cs typeface="Calibri"/>
              </a:rPr>
              <a:t>	</a:t>
            </a:r>
            <a:r>
              <a:rPr dirty="0" sz="2800">
                <a:solidFill>
                  <a:srgbClr val="4E3629"/>
                </a:solidFill>
                <a:latin typeface="Calibri"/>
                <a:cs typeface="Calibri"/>
              </a:rPr>
              <a:t>es</a:t>
            </a:r>
            <a:r>
              <a:rPr dirty="0" sz="2800" spc="-55">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spc="-10">
                <a:solidFill>
                  <a:srgbClr val="4E3629"/>
                </a:solidFill>
                <a:latin typeface="Calibri"/>
                <a:cs typeface="Calibri"/>
              </a:rPr>
              <a:t>identificación</a:t>
            </a:r>
            <a:r>
              <a:rPr dirty="0" sz="2800" spc="-40">
                <a:solidFill>
                  <a:srgbClr val="4E3629"/>
                </a:solidFill>
                <a:latin typeface="Calibri"/>
                <a:cs typeface="Calibri"/>
              </a:rPr>
              <a:t> </a:t>
            </a:r>
            <a:r>
              <a:rPr dirty="0" sz="2800">
                <a:solidFill>
                  <a:srgbClr val="4E3629"/>
                </a:solidFill>
                <a:latin typeface="Calibri"/>
                <a:cs typeface="Calibri"/>
              </a:rPr>
              <a:t>precisa</a:t>
            </a:r>
            <a:r>
              <a:rPr dirty="0" sz="2800" spc="-40">
                <a:solidFill>
                  <a:srgbClr val="4E3629"/>
                </a:solidFill>
                <a:latin typeface="Calibri"/>
                <a:cs typeface="Calibri"/>
              </a:rPr>
              <a:t> </a:t>
            </a:r>
            <a:r>
              <a:rPr dirty="0" sz="2800">
                <a:solidFill>
                  <a:srgbClr val="4E3629"/>
                </a:solidFill>
                <a:latin typeface="Calibri"/>
                <a:cs typeface="Calibri"/>
              </a:rPr>
              <a:t>de</a:t>
            </a:r>
            <a:r>
              <a:rPr dirty="0" sz="2800" spc="-45">
                <a:solidFill>
                  <a:srgbClr val="4E3629"/>
                </a:solidFill>
                <a:latin typeface="Calibri"/>
                <a:cs typeface="Calibri"/>
              </a:rPr>
              <a:t> </a:t>
            </a:r>
            <a:r>
              <a:rPr dirty="0" sz="2800">
                <a:solidFill>
                  <a:srgbClr val="4E3629"/>
                </a:solidFill>
                <a:latin typeface="Calibri"/>
                <a:cs typeface="Calibri"/>
              </a:rPr>
              <a:t>tiempo</a:t>
            </a:r>
            <a:r>
              <a:rPr dirty="0" sz="2800" spc="-4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a:solidFill>
                  <a:srgbClr val="4E3629"/>
                </a:solidFill>
                <a:latin typeface="Calibri"/>
                <a:cs typeface="Calibri"/>
              </a:rPr>
              <a:t>base</a:t>
            </a:r>
            <a:r>
              <a:rPr dirty="0" sz="2800" spc="-4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a:p>
            <a:pPr marL="183515" marR="537845" indent="-171450">
              <a:lnSpc>
                <a:spcPts val="2690"/>
              </a:lnSpc>
              <a:spcBef>
                <a:spcPts val="780"/>
              </a:spcBef>
              <a:buClr>
                <a:srgbClr val="D1350F"/>
              </a:buClr>
              <a:buFont typeface="Arial MT"/>
              <a:buChar char="•"/>
              <a:tabLst>
                <a:tab pos="184785" algn="l"/>
              </a:tabLst>
            </a:pP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trata</a:t>
            </a:r>
            <a:r>
              <a:rPr dirty="0" sz="2800" spc="-7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un</a:t>
            </a:r>
            <a:r>
              <a:rPr dirty="0" sz="2800" spc="-55">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a:solidFill>
                  <a:srgbClr val="4E3629"/>
                </a:solidFill>
                <a:latin typeface="Calibri"/>
                <a:cs typeface="Calibri"/>
              </a:rPr>
              <a:t>secuencial</a:t>
            </a:r>
            <a:r>
              <a:rPr dirty="0" sz="2800" spc="-70">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spc="-10">
                <a:solidFill>
                  <a:srgbClr val="4E3629"/>
                </a:solidFill>
                <a:latin typeface="Calibri"/>
                <a:cs typeface="Calibri"/>
              </a:rPr>
              <a:t>incrementa</a:t>
            </a:r>
            <a:r>
              <a:rPr dirty="0" sz="2800" spc="-55">
                <a:solidFill>
                  <a:srgbClr val="4E3629"/>
                </a:solidFill>
                <a:latin typeface="Calibri"/>
                <a:cs typeface="Calibri"/>
              </a:rPr>
              <a:t> </a:t>
            </a:r>
            <a:r>
              <a:rPr dirty="0" sz="2800" spc="-50">
                <a:solidFill>
                  <a:srgbClr val="4E3629"/>
                </a:solidFill>
                <a:latin typeface="Calibri"/>
                <a:cs typeface="Calibri"/>
              </a:rPr>
              <a:t>y </a:t>
            </a:r>
            <a:r>
              <a:rPr dirty="0" sz="2800" spc="-50">
                <a:solidFill>
                  <a:srgbClr val="4E3629"/>
                </a:solidFill>
                <a:latin typeface="Calibri"/>
                <a:cs typeface="Calibri"/>
              </a:rPr>
              <a:t>	</a:t>
            </a:r>
            <a:r>
              <a:rPr dirty="0" sz="2800">
                <a:solidFill>
                  <a:srgbClr val="4E3629"/>
                </a:solidFill>
                <a:latin typeface="Calibri"/>
                <a:cs typeface="Calibri"/>
              </a:rPr>
              <a:t>mantiene</a:t>
            </a:r>
            <a:r>
              <a:rPr dirty="0" sz="2800" spc="-6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a:solidFill>
                  <a:srgbClr val="4E3629"/>
                </a:solidFill>
                <a:latin typeface="Calibri"/>
                <a:cs typeface="Calibri"/>
              </a:rPr>
              <a:t>propia</a:t>
            </a:r>
            <a:r>
              <a:rPr dirty="0" sz="2800" spc="-50">
                <a:solidFill>
                  <a:srgbClr val="4E3629"/>
                </a:solidFill>
                <a:latin typeface="Calibri"/>
                <a:cs typeface="Calibri"/>
              </a:rPr>
              <a:t> </a:t>
            </a:r>
            <a:r>
              <a:rPr dirty="0" sz="2800">
                <a:solidFill>
                  <a:srgbClr val="4E3629"/>
                </a:solidFill>
                <a:latin typeface="Calibri"/>
                <a:cs typeface="Calibri"/>
              </a:rPr>
              <a:t>base</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spc="-10">
                <a:solidFill>
                  <a:srgbClr val="4E3629"/>
                </a:solidFill>
                <a:latin typeface="Calibri"/>
                <a:cs typeface="Calibri"/>
              </a:rPr>
              <a:t>datos</a:t>
            </a:r>
            <a:endParaRPr sz="2800">
              <a:latin typeface="Calibri"/>
              <a:cs typeface="Calibri"/>
            </a:endParaRPr>
          </a:p>
        </p:txBody>
      </p:sp>
      <p:sp>
        <p:nvSpPr>
          <p:cNvPr id="7" name="object 7" descr=""/>
          <p:cNvSpPr txBox="1"/>
          <p:nvPr/>
        </p:nvSpPr>
        <p:spPr>
          <a:xfrm>
            <a:off x="393191" y="1882139"/>
            <a:ext cx="8345805" cy="1696720"/>
          </a:xfrm>
          <a:prstGeom prst="rect">
            <a:avLst/>
          </a:prstGeom>
          <a:solidFill>
            <a:srgbClr val="9DBEC4">
              <a:alpha val="50199"/>
            </a:srgbClr>
          </a:solidFill>
        </p:spPr>
        <p:txBody>
          <a:bodyPr wrap="square" lIns="0" tIns="0" rIns="0" bIns="0" rtlCol="0" vert="horz">
            <a:spAutoFit/>
          </a:bodyPr>
          <a:lstStyle/>
          <a:p>
            <a:pPr>
              <a:lnSpc>
                <a:spcPts val="1695"/>
              </a:lnSpc>
            </a:pPr>
            <a:r>
              <a:rPr dirty="0" sz="1600" b="1">
                <a:solidFill>
                  <a:srgbClr val="4E3629"/>
                </a:solidFill>
                <a:latin typeface="Courier New"/>
                <a:cs typeface="Courier New"/>
              </a:rPr>
              <a:t>SELECT</a:t>
            </a:r>
            <a:r>
              <a:rPr dirty="0" sz="1600" spc="-60" b="1">
                <a:solidFill>
                  <a:srgbClr val="4E3629"/>
                </a:solidFill>
                <a:latin typeface="Courier New"/>
                <a:cs typeface="Courier New"/>
              </a:rPr>
              <a:t> </a:t>
            </a:r>
            <a:r>
              <a:rPr dirty="0" sz="1600" b="1">
                <a:solidFill>
                  <a:srgbClr val="4E3629"/>
                </a:solidFill>
                <a:latin typeface="Courier New"/>
                <a:cs typeface="Courier New"/>
              </a:rPr>
              <a:t>employee_id,first_name</a:t>
            </a:r>
            <a:r>
              <a:rPr dirty="0" sz="1600" spc="-60" b="1">
                <a:solidFill>
                  <a:srgbClr val="4E3629"/>
                </a:solidFill>
                <a:latin typeface="Courier New"/>
                <a:cs typeface="Courier New"/>
              </a:rPr>
              <a:t> </a:t>
            </a:r>
            <a:r>
              <a:rPr dirty="0" sz="1600" b="1">
                <a:solidFill>
                  <a:srgbClr val="4E3629"/>
                </a:solidFill>
                <a:latin typeface="Courier New"/>
                <a:cs typeface="Courier New"/>
              </a:rPr>
              <a:t>||'</a:t>
            </a:r>
            <a:r>
              <a:rPr dirty="0" sz="1600" spc="-70" b="1">
                <a:solidFill>
                  <a:srgbClr val="4E3629"/>
                </a:solidFill>
                <a:latin typeface="Courier New"/>
                <a:cs typeface="Courier New"/>
              </a:rPr>
              <a:t> </a:t>
            </a:r>
            <a:r>
              <a:rPr dirty="0" sz="1600" b="1">
                <a:solidFill>
                  <a:srgbClr val="4E3629"/>
                </a:solidFill>
                <a:latin typeface="Courier New"/>
                <a:cs typeface="Courier New"/>
              </a:rPr>
              <a:t>'||</a:t>
            </a:r>
            <a:r>
              <a:rPr dirty="0" sz="1600" spc="-65" b="1">
                <a:solidFill>
                  <a:srgbClr val="4E3629"/>
                </a:solidFill>
                <a:latin typeface="Courier New"/>
                <a:cs typeface="Courier New"/>
              </a:rPr>
              <a:t> </a:t>
            </a:r>
            <a:r>
              <a:rPr dirty="0" sz="1600" b="1">
                <a:solidFill>
                  <a:srgbClr val="4E3629"/>
                </a:solidFill>
                <a:latin typeface="Courier New"/>
                <a:cs typeface="Courier New"/>
              </a:rPr>
              <a:t>last_name</a:t>
            </a:r>
            <a:r>
              <a:rPr dirty="0" sz="1600" spc="-55" b="1">
                <a:solidFill>
                  <a:srgbClr val="4E3629"/>
                </a:solidFill>
                <a:latin typeface="Courier New"/>
                <a:cs typeface="Courier New"/>
              </a:rPr>
              <a:t> </a:t>
            </a:r>
            <a:r>
              <a:rPr dirty="0" sz="1600" b="1">
                <a:solidFill>
                  <a:srgbClr val="4E3629"/>
                </a:solidFill>
                <a:latin typeface="Courier New"/>
                <a:cs typeface="Courier New"/>
              </a:rPr>
              <a:t>AS</a:t>
            </a:r>
            <a:r>
              <a:rPr dirty="0" sz="1600" spc="-75" b="1">
                <a:solidFill>
                  <a:srgbClr val="4E3629"/>
                </a:solidFill>
                <a:latin typeface="Courier New"/>
                <a:cs typeface="Courier New"/>
              </a:rPr>
              <a:t> </a:t>
            </a:r>
            <a:r>
              <a:rPr dirty="0" sz="1600" spc="-10" b="1">
                <a:solidFill>
                  <a:srgbClr val="4E3629"/>
                </a:solidFill>
                <a:latin typeface="Courier New"/>
                <a:cs typeface="Courier New"/>
              </a:rPr>
              <a:t>"NAME",</a:t>
            </a:r>
            <a:endParaRPr sz="1600">
              <a:latin typeface="Courier New"/>
              <a:cs typeface="Courier New"/>
            </a:endParaRPr>
          </a:p>
          <a:p>
            <a:pPr marL="487680" marR="3087370">
              <a:lnSpc>
                <a:spcPct val="100000"/>
              </a:lnSpc>
              <a:tabLst>
                <a:tab pos="2687320" algn="l"/>
              </a:tabLst>
            </a:pPr>
            <a:r>
              <a:rPr dirty="0" sz="1600" b="1">
                <a:solidFill>
                  <a:srgbClr val="D1350F"/>
                </a:solidFill>
                <a:latin typeface="Courier New"/>
                <a:cs typeface="Courier New"/>
              </a:rPr>
              <a:t>versions_operation</a:t>
            </a:r>
            <a:r>
              <a:rPr dirty="0" sz="1600" spc="-80" b="1">
                <a:solidFill>
                  <a:srgbClr val="D1350F"/>
                </a:solidFill>
                <a:latin typeface="Courier New"/>
                <a:cs typeface="Courier New"/>
              </a:rPr>
              <a:t> </a:t>
            </a:r>
            <a:r>
              <a:rPr dirty="0" sz="1600" b="1">
                <a:solidFill>
                  <a:srgbClr val="4E3629"/>
                </a:solidFill>
                <a:latin typeface="Courier New"/>
                <a:cs typeface="Courier New"/>
              </a:rPr>
              <a:t>AS</a:t>
            </a:r>
            <a:r>
              <a:rPr dirty="0" sz="1600" spc="-70" b="1">
                <a:solidFill>
                  <a:srgbClr val="4E3629"/>
                </a:solidFill>
                <a:latin typeface="Courier New"/>
                <a:cs typeface="Courier New"/>
              </a:rPr>
              <a:t> </a:t>
            </a:r>
            <a:r>
              <a:rPr dirty="0" sz="1600" spc="-10" b="1">
                <a:solidFill>
                  <a:srgbClr val="4E3629"/>
                </a:solidFill>
                <a:latin typeface="Courier New"/>
                <a:cs typeface="Courier New"/>
              </a:rPr>
              <a:t>"OPERATION", </a:t>
            </a:r>
            <a:r>
              <a:rPr dirty="0" sz="1600" b="1">
                <a:solidFill>
                  <a:srgbClr val="D1350F"/>
                </a:solidFill>
                <a:latin typeface="Courier New"/>
                <a:cs typeface="Courier New"/>
              </a:rPr>
              <a:t>versions_starttime</a:t>
            </a:r>
            <a:r>
              <a:rPr dirty="0" sz="1600" spc="-114" b="1">
                <a:solidFill>
                  <a:srgbClr val="D1350F"/>
                </a:solidFill>
                <a:latin typeface="Courier New"/>
                <a:cs typeface="Courier New"/>
              </a:rPr>
              <a:t> </a:t>
            </a:r>
            <a:r>
              <a:rPr dirty="0" sz="1600" b="1">
                <a:solidFill>
                  <a:srgbClr val="4E3629"/>
                </a:solidFill>
                <a:latin typeface="Courier New"/>
                <a:cs typeface="Courier New"/>
              </a:rPr>
              <a:t>AS</a:t>
            </a:r>
            <a:r>
              <a:rPr dirty="0" sz="1600" spc="-100" b="1">
                <a:solidFill>
                  <a:srgbClr val="4E3629"/>
                </a:solidFill>
                <a:latin typeface="Courier New"/>
                <a:cs typeface="Courier New"/>
              </a:rPr>
              <a:t> </a:t>
            </a:r>
            <a:r>
              <a:rPr dirty="0" sz="1600" spc="-10" b="1">
                <a:solidFill>
                  <a:srgbClr val="4E3629"/>
                </a:solidFill>
                <a:latin typeface="Courier New"/>
                <a:cs typeface="Courier New"/>
              </a:rPr>
              <a:t>"START_DATE", </a:t>
            </a:r>
            <a:r>
              <a:rPr dirty="0" sz="1600" spc="-10" b="1">
                <a:solidFill>
                  <a:srgbClr val="D1350F"/>
                </a:solidFill>
                <a:latin typeface="Courier New"/>
                <a:cs typeface="Courier New"/>
              </a:rPr>
              <a:t>versions_endtime</a:t>
            </a:r>
            <a:r>
              <a:rPr dirty="0" sz="1600" b="1">
                <a:solidFill>
                  <a:srgbClr val="D1350F"/>
                </a:solidFill>
                <a:latin typeface="Courier New"/>
                <a:cs typeface="Courier New"/>
              </a:rPr>
              <a:t>	</a:t>
            </a:r>
            <a:r>
              <a:rPr dirty="0" sz="1600" b="1">
                <a:solidFill>
                  <a:srgbClr val="4E3629"/>
                </a:solidFill>
                <a:latin typeface="Courier New"/>
                <a:cs typeface="Courier New"/>
              </a:rPr>
              <a:t>AS</a:t>
            </a:r>
            <a:r>
              <a:rPr dirty="0" sz="1600" spc="-65" b="1">
                <a:solidFill>
                  <a:srgbClr val="4E3629"/>
                </a:solidFill>
                <a:latin typeface="Courier New"/>
                <a:cs typeface="Courier New"/>
              </a:rPr>
              <a:t> </a:t>
            </a:r>
            <a:r>
              <a:rPr dirty="0" sz="1600" b="1">
                <a:solidFill>
                  <a:srgbClr val="4E3629"/>
                </a:solidFill>
                <a:latin typeface="Courier New"/>
                <a:cs typeface="Courier New"/>
              </a:rPr>
              <a:t>"END_DATE",</a:t>
            </a:r>
            <a:r>
              <a:rPr dirty="0" sz="1600" spc="-60" b="1">
                <a:solidFill>
                  <a:srgbClr val="4E3629"/>
                </a:solidFill>
                <a:latin typeface="Courier New"/>
                <a:cs typeface="Courier New"/>
              </a:rPr>
              <a:t> </a:t>
            </a:r>
            <a:r>
              <a:rPr dirty="0" sz="1600" spc="-10" b="1">
                <a:solidFill>
                  <a:srgbClr val="4E3629"/>
                </a:solidFill>
                <a:latin typeface="Courier New"/>
                <a:cs typeface="Courier New"/>
              </a:rPr>
              <a:t>salary</a:t>
            </a:r>
            <a:endParaRPr sz="1600">
              <a:latin typeface="Courier New"/>
              <a:cs typeface="Courier New"/>
            </a:endParaRPr>
          </a:p>
          <a:p>
            <a:pPr>
              <a:lnSpc>
                <a:spcPct val="100000"/>
              </a:lnSpc>
            </a:pPr>
            <a:r>
              <a:rPr dirty="0" sz="1600" b="1">
                <a:solidFill>
                  <a:srgbClr val="4E3629"/>
                </a:solidFill>
                <a:latin typeface="Courier New"/>
                <a:cs typeface="Courier New"/>
              </a:rPr>
              <a:t>FROM</a:t>
            </a:r>
            <a:r>
              <a:rPr dirty="0" sz="1600" spc="-50" b="1">
                <a:solidFill>
                  <a:srgbClr val="4E3629"/>
                </a:solidFill>
                <a:latin typeface="Courier New"/>
                <a:cs typeface="Courier New"/>
              </a:rPr>
              <a:t> </a:t>
            </a:r>
            <a:r>
              <a:rPr dirty="0" sz="1600" spc="-10" b="1">
                <a:solidFill>
                  <a:srgbClr val="4E3629"/>
                </a:solidFill>
                <a:latin typeface="Courier New"/>
                <a:cs typeface="Courier New"/>
              </a:rPr>
              <a:t>employees</a:t>
            </a:r>
            <a:endParaRPr sz="1600">
              <a:latin typeface="Courier New"/>
              <a:cs typeface="Courier New"/>
            </a:endParaRPr>
          </a:p>
          <a:p>
            <a:pPr marL="243204">
              <a:lnSpc>
                <a:spcPct val="100000"/>
              </a:lnSpc>
            </a:pPr>
            <a:r>
              <a:rPr dirty="0" sz="1600" b="1">
                <a:solidFill>
                  <a:srgbClr val="D1350F"/>
                </a:solidFill>
                <a:latin typeface="Courier New"/>
                <a:cs typeface="Courier New"/>
              </a:rPr>
              <a:t>VERSIONS</a:t>
            </a:r>
            <a:r>
              <a:rPr dirty="0" sz="1600" spc="-65" b="1">
                <a:solidFill>
                  <a:srgbClr val="D1350F"/>
                </a:solidFill>
                <a:latin typeface="Courier New"/>
                <a:cs typeface="Courier New"/>
              </a:rPr>
              <a:t> </a:t>
            </a:r>
            <a:r>
              <a:rPr dirty="0" sz="1600" b="1">
                <a:solidFill>
                  <a:srgbClr val="D1350F"/>
                </a:solidFill>
                <a:latin typeface="Courier New"/>
                <a:cs typeface="Courier New"/>
              </a:rPr>
              <a:t>BETWEEN</a:t>
            </a:r>
            <a:r>
              <a:rPr dirty="0" sz="1600" spc="-50" b="1">
                <a:solidFill>
                  <a:srgbClr val="D1350F"/>
                </a:solidFill>
                <a:latin typeface="Courier New"/>
                <a:cs typeface="Courier New"/>
              </a:rPr>
              <a:t> </a:t>
            </a:r>
            <a:r>
              <a:rPr dirty="0" sz="1600" b="1">
                <a:solidFill>
                  <a:srgbClr val="D1350F"/>
                </a:solidFill>
                <a:latin typeface="Courier New"/>
                <a:cs typeface="Courier New"/>
              </a:rPr>
              <a:t>SCN</a:t>
            </a:r>
            <a:r>
              <a:rPr dirty="0" sz="1600" spc="-60" b="1">
                <a:solidFill>
                  <a:srgbClr val="D1350F"/>
                </a:solidFill>
                <a:latin typeface="Courier New"/>
                <a:cs typeface="Courier New"/>
              </a:rPr>
              <a:t> </a:t>
            </a:r>
            <a:r>
              <a:rPr dirty="0" sz="1600" b="1">
                <a:solidFill>
                  <a:srgbClr val="D1350F"/>
                </a:solidFill>
                <a:latin typeface="Courier New"/>
                <a:cs typeface="Courier New"/>
              </a:rPr>
              <a:t>MINVALUE</a:t>
            </a:r>
            <a:r>
              <a:rPr dirty="0" sz="1600" spc="-50" b="1">
                <a:solidFill>
                  <a:srgbClr val="D1350F"/>
                </a:solidFill>
                <a:latin typeface="Courier New"/>
                <a:cs typeface="Courier New"/>
              </a:rPr>
              <a:t> </a:t>
            </a:r>
            <a:r>
              <a:rPr dirty="0" sz="1600" b="1">
                <a:solidFill>
                  <a:srgbClr val="D1350F"/>
                </a:solidFill>
                <a:latin typeface="Courier New"/>
                <a:cs typeface="Courier New"/>
              </a:rPr>
              <a:t>AND</a:t>
            </a:r>
            <a:r>
              <a:rPr dirty="0" sz="1600" spc="-50" b="1">
                <a:solidFill>
                  <a:srgbClr val="D1350F"/>
                </a:solidFill>
                <a:latin typeface="Courier New"/>
                <a:cs typeface="Courier New"/>
              </a:rPr>
              <a:t> </a:t>
            </a:r>
            <a:r>
              <a:rPr dirty="0" sz="1600" spc="-10" b="1">
                <a:solidFill>
                  <a:srgbClr val="D1350F"/>
                </a:solidFill>
                <a:latin typeface="Courier New"/>
                <a:cs typeface="Courier New"/>
              </a:rPr>
              <a:t>MAXVALUE</a:t>
            </a:r>
            <a:endParaRPr sz="1600">
              <a:latin typeface="Courier New"/>
              <a:cs typeface="Courier New"/>
            </a:endParaRPr>
          </a:p>
          <a:p>
            <a:pPr>
              <a:lnSpc>
                <a:spcPct val="100000"/>
              </a:lnSpc>
              <a:tabLst>
                <a:tab pos="854710" algn="l"/>
              </a:tabLst>
            </a:pPr>
            <a:r>
              <a:rPr dirty="0" sz="1600" spc="-10" b="1">
                <a:solidFill>
                  <a:srgbClr val="4E3629"/>
                </a:solidFill>
                <a:latin typeface="Courier New"/>
                <a:cs typeface="Courier New"/>
              </a:rPr>
              <a:t>WHERE</a:t>
            </a:r>
            <a:r>
              <a:rPr dirty="0" sz="1600" b="1">
                <a:solidFill>
                  <a:srgbClr val="4E3629"/>
                </a:solidFill>
                <a:latin typeface="Courier New"/>
                <a:cs typeface="Courier New"/>
              </a:rPr>
              <a:t>	employee_id</a:t>
            </a:r>
            <a:r>
              <a:rPr dirty="0" sz="1600" spc="-50" b="1">
                <a:solidFill>
                  <a:srgbClr val="4E3629"/>
                </a:solidFill>
                <a:latin typeface="Courier New"/>
                <a:cs typeface="Courier New"/>
              </a:rPr>
              <a:t> </a:t>
            </a:r>
            <a:r>
              <a:rPr dirty="0" sz="1600" b="1">
                <a:solidFill>
                  <a:srgbClr val="4E3629"/>
                </a:solidFill>
                <a:latin typeface="Courier New"/>
                <a:cs typeface="Courier New"/>
              </a:rPr>
              <a:t>=</a:t>
            </a:r>
            <a:r>
              <a:rPr dirty="0" sz="1600" spc="-60" b="1">
                <a:solidFill>
                  <a:srgbClr val="4E3629"/>
                </a:solidFill>
                <a:latin typeface="Courier New"/>
                <a:cs typeface="Courier New"/>
              </a:rPr>
              <a:t> </a:t>
            </a:r>
            <a:r>
              <a:rPr dirty="0" sz="1600" spc="-25" b="1">
                <a:solidFill>
                  <a:srgbClr val="4E3629"/>
                </a:solidFill>
                <a:latin typeface="Courier New"/>
                <a:cs typeface="Courier New"/>
              </a:rPr>
              <a:t>1;</a:t>
            </a:r>
            <a:endParaRPr sz="1600">
              <a:latin typeface="Courier New"/>
              <a:cs typeface="Courier New"/>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8" name="object 8"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9" name="object 9"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0" name="object 10"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35</a:t>
            </a:r>
          </a:p>
        </p:txBody>
      </p:sp>
      <p:sp>
        <p:nvSpPr>
          <p:cNvPr id="5" name="object 5" descr=""/>
          <p:cNvSpPr txBox="1"/>
          <p:nvPr/>
        </p:nvSpPr>
        <p:spPr>
          <a:xfrm>
            <a:off x="483514" y="1415923"/>
            <a:ext cx="7822565" cy="1706245"/>
          </a:xfrm>
          <a:prstGeom prst="rect">
            <a:avLst/>
          </a:prstGeom>
        </p:spPr>
        <p:txBody>
          <a:bodyPr wrap="square" lIns="0" tIns="60960" rIns="0" bIns="0" rtlCol="0" vert="horz">
            <a:spAutoFit/>
          </a:bodyPr>
          <a:lstStyle/>
          <a:p>
            <a:pPr marL="183515" marR="167640"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La</a:t>
            </a:r>
            <a:r>
              <a:rPr dirty="0" sz="2800" spc="-95">
                <a:solidFill>
                  <a:srgbClr val="4E3629"/>
                </a:solidFill>
                <a:latin typeface="Calibri"/>
                <a:cs typeface="Calibri"/>
              </a:rPr>
              <a:t> </a:t>
            </a:r>
            <a:r>
              <a:rPr dirty="0" sz="2800">
                <a:solidFill>
                  <a:srgbClr val="4E3629"/>
                </a:solidFill>
                <a:latin typeface="Calibri"/>
                <a:cs typeface="Calibri"/>
              </a:rPr>
              <a:t>mejor</a:t>
            </a:r>
            <a:r>
              <a:rPr dirty="0" sz="2800" spc="-75">
                <a:solidFill>
                  <a:srgbClr val="4E3629"/>
                </a:solidFill>
                <a:latin typeface="Calibri"/>
                <a:cs typeface="Calibri"/>
              </a:rPr>
              <a:t> </a:t>
            </a:r>
            <a:r>
              <a:rPr dirty="0" sz="2800">
                <a:solidFill>
                  <a:srgbClr val="4E3629"/>
                </a:solidFill>
                <a:latin typeface="Calibri"/>
                <a:cs typeface="Calibri"/>
              </a:rPr>
              <a:t>forma</a:t>
            </a:r>
            <a:r>
              <a:rPr dirty="0" sz="2800" spc="-90">
                <a:solidFill>
                  <a:srgbClr val="4E3629"/>
                </a:solidFill>
                <a:latin typeface="Calibri"/>
                <a:cs typeface="Calibri"/>
              </a:rPr>
              <a:t> </a:t>
            </a:r>
            <a:r>
              <a:rPr dirty="0" sz="2800">
                <a:solidFill>
                  <a:srgbClr val="4E3629"/>
                </a:solidFill>
                <a:latin typeface="Calibri"/>
                <a:cs typeface="Calibri"/>
              </a:rPr>
              <a:t>de</a:t>
            </a:r>
            <a:r>
              <a:rPr dirty="0" sz="2800" spc="-80">
                <a:solidFill>
                  <a:srgbClr val="4E3629"/>
                </a:solidFill>
                <a:latin typeface="Calibri"/>
                <a:cs typeface="Calibri"/>
              </a:rPr>
              <a:t> </a:t>
            </a:r>
            <a:r>
              <a:rPr dirty="0" sz="2800" spc="-10">
                <a:solidFill>
                  <a:srgbClr val="4E3629"/>
                </a:solidFill>
                <a:latin typeface="Calibri"/>
                <a:cs typeface="Calibri"/>
              </a:rPr>
              <a:t>demostrar</a:t>
            </a:r>
            <a:r>
              <a:rPr dirty="0" sz="2800" spc="-65">
                <a:solidFill>
                  <a:srgbClr val="4E3629"/>
                </a:solidFill>
                <a:latin typeface="Calibri"/>
                <a:cs typeface="Calibri"/>
              </a:rPr>
              <a:t> </a:t>
            </a:r>
            <a:r>
              <a:rPr dirty="0" sz="2800">
                <a:solidFill>
                  <a:srgbClr val="4E3629"/>
                </a:solidFill>
                <a:latin typeface="Calibri"/>
                <a:cs typeface="Calibri"/>
              </a:rPr>
              <a:t>FLASHBACK</a:t>
            </a:r>
            <a:r>
              <a:rPr dirty="0" sz="2800" spc="-65">
                <a:solidFill>
                  <a:srgbClr val="4E3629"/>
                </a:solidFill>
                <a:latin typeface="Calibri"/>
                <a:cs typeface="Calibri"/>
              </a:rPr>
              <a:t> </a:t>
            </a:r>
            <a:r>
              <a:rPr dirty="0" sz="2800">
                <a:solidFill>
                  <a:srgbClr val="4E3629"/>
                </a:solidFill>
                <a:latin typeface="Calibri"/>
                <a:cs typeface="Calibri"/>
              </a:rPr>
              <a:t>QUERY</a:t>
            </a:r>
            <a:r>
              <a:rPr dirty="0" sz="2800" spc="-85">
                <a:solidFill>
                  <a:srgbClr val="4E3629"/>
                </a:solidFill>
                <a:latin typeface="Calibri"/>
                <a:cs typeface="Calibri"/>
              </a:rPr>
              <a:t> </a:t>
            </a:r>
            <a:r>
              <a:rPr dirty="0" sz="2800" spc="-25">
                <a:solidFill>
                  <a:srgbClr val="4E3629"/>
                </a:solidFill>
                <a:latin typeface="Calibri"/>
                <a:cs typeface="Calibri"/>
              </a:rPr>
              <a:t>es </a:t>
            </a:r>
            <a:r>
              <a:rPr dirty="0" sz="2800" spc="-25">
                <a:solidFill>
                  <a:srgbClr val="4E3629"/>
                </a:solidFill>
                <a:latin typeface="Calibri"/>
                <a:cs typeface="Calibri"/>
              </a:rPr>
              <a:t>	</a:t>
            </a:r>
            <a:r>
              <a:rPr dirty="0" sz="2800">
                <a:solidFill>
                  <a:srgbClr val="4E3629"/>
                </a:solidFill>
                <a:latin typeface="Calibri"/>
                <a:cs typeface="Calibri"/>
              </a:rPr>
              <a:t>con</a:t>
            </a:r>
            <a:r>
              <a:rPr dirty="0" sz="2800" spc="-45">
                <a:solidFill>
                  <a:srgbClr val="4E3629"/>
                </a:solidFill>
                <a:latin typeface="Calibri"/>
                <a:cs typeface="Calibri"/>
              </a:rPr>
              <a:t> </a:t>
            </a:r>
            <a:r>
              <a:rPr dirty="0" sz="2800">
                <a:solidFill>
                  <a:srgbClr val="4E3629"/>
                </a:solidFill>
                <a:latin typeface="Calibri"/>
                <a:cs typeface="Calibri"/>
              </a:rPr>
              <a:t>un</a:t>
            </a:r>
            <a:r>
              <a:rPr dirty="0" sz="2800" spc="-35">
                <a:solidFill>
                  <a:srgbClr val="4E3629"/>
                </a:solidFill>
                <a:latin typeface="Calibri"/>
                <a:cs typeface="Calibri"/>
              </a:rPr>
              <a:t> </a:t>
            </a:r>
            <a:r>
              <a:rPr dirty="0" sz="2800" spc="-10">
                <a:solidFill>
                  <a:srgbClr val="4E3629"/>
                </a:solidFill>
                <a:latin typeface="Calibri"/>
                <a:cs typeface="Calibri"/>
              </a:rPr>
              <a:t>ejemplo</a:t>
            </a:r>
            <a:endParaRPr sz="2800">
              <a:latin typeface="Calibri"/>
              <a:cs typeface="Calibri"/>
            </a:endParaRPr>
          </a:p>
          <a:p>
            <a:pPr marL="183515" marR="5080" indent="-171450">
              <a:lnSpc>
                <a:spcPts val="3030"/>
              </a:lnSpc>
              <a:spcBef>
                <a:spcPts val="800"/>
              </a:spcBef>
              <a:buClr>
                <a:srgbClr val="D1350F"/>
              </a:buClr>
              <a:buFont typeface="Arial MT"/>
              <a:buChar char="•"/>
              <a:tabLst>
                <a:tab pos="184785" algn="l"/>
              </a:tabLst>
            </a:pPr>
            <a:r>
              <a:rPr dirty="0" sz="2800">
                <a:solidFill>
                  <a:srgbClr val="4E3629"/>
                </a:solidFill>
                <a:latin typeface="Calibri"/>
                <a:cs typeface="Calibri"/>
              </a:rPr>
              <a:t>El</a:t>
            </a:r>
            <a:r>
              <a:rPr dirty="0" sz="2800" spc="-70">
                <a:solidFill>
                  <a:srgbClr val="4E3629"/>
                </a:solidFill>
                <a:latin typeface="Calibri"/>
                <a:cs typeface="Calibri"/>
              </a:rPr>
              <a:t> </a:t>
            </a:r>
            <a:r>
              <a:rPr dirty="0" sz="2800" spc="-10">
                <a:solidFill>
                  <a:srgbClr val="4E3629"/>
                </a:solidFill>
                <a:latin typeface="Calibri"/>
                <a:cs typeface="Calibri"/>
              </a:rPr>
              <a:t>contenido</a:t>
            </a:r>
            <a:r>
              <a:rPr dirty="0" sz="2800" spc="-55">
                <a:solidFill>
                  <a:srgbClr val="4E3629"/>
                </a:solidFill>
                <a:latin typeface="Calibri"/>
                <a:cs typeface="Calibri"/>
              </a:rPr>
              <a:t> </a:t>
            </a:r>
            <a:r>
              <a:rPr dirty="0" sz="2800">
                <a:solidFill>
                  <a:srgbClr val="4E3629"/>
                </a:solidFill>
                <a:latin typeface="Calibri"/>
                <a:cs typeface="Calibri"/>
              </a:rPr>
              <a:t>es</a:t>
            </a:r>
            <a:r>
              <a:rPr dirty="0" sz="2800" spc="-75">
                <a:solidFill>
                  <a:srgbClr val="4E3629"/>
                </a:solidFill>
                <a:latin typeface="Calibri"/>
                <a:cs typeface="Calibri"/>
              </a:rPr>
              <a:t> </a:t>
            </a:r>
            <a:r>
              <a:rPr dirty="0" sz="2800">
                <a:solidFill>
                  <a:srgbClr val="4E3629"/>
                </a:solidFill>
                <a:latin typeface="Calibri"/>
                <a:cs typeface="Calibri"/>
              </a:rPr>
              <a:t>el</a:t>
            </a:r>
            <a:r>
              <a:rPr dirty="0" sz="2800" spc="-75">
                <a:solidFill>
                  <a:srgbClr val="4E3629"/>
                </a:solidFill>
                <a:latin typeface="Calibri"/>
                <a:cs typeface="Calibri"/>
              </a:rPr>
              <a:t> </a:t>
            </a:r>
            <a:r>
              <a:rPr dirty="0" sz="2800">
                <a:solidFill>
                  <a:srgbClr val="4E3629"/>
                </a:solidFill>
                <a:latin typeface="Calibri"/>
                <a:cs typeface="Calibri"/>
              </a:rPr>
              <a:t>siguiente</a:t>
            </a:r>
            <a:r>
              <a:rPr dirty="0" sz="2800" spc="-60">
                <a:solidFill>
                  <a:srgbClr val="4E3629"/>
                </a:solidFill>
                <a:latin typeface="Calibri"/>
                <a:cs typeface="Calibri"/>
              </a:rPr>
              <a:t> </a:t>
            </a:r>
            <a:r>
              <a:rPr dirty="0" sz="2800">
                <a:solidFill>
                  <a:srgbClr val="4E3629"/>
                </a:solidFill>
                <a:latin typeface="Calibri"/>
                <a:cs typeface="Calibri"/>
              </a:rPr>
              <a:t>para</a:t>
            </a:r>
            <a:r>
              <a:rPr dirty="0" sz="2800" spc="-50">
                <a:solidFill>
                  <a:srgbClr val="4E3629"/>
                </a:solidFill>
                <a:latin typeface="Calibri"/>
                <a:cs typeface="Calibri"/>
              </a:rPr>
              <a:t> </a:t>
            </a:r>
            <a:r>
              <a:rPr dirty="0" sz="2800">
                <a:solidFill>
                  <a:srgbClr val="4E3629"/>
                </a:solidFill>
                <a:latin typeface="Calibri"/>
                <a:cs typeface="Calibri"/>
              </a:rPr>
              <a:t>employee_id</a:t>
            </a:r>
            <a:r>
              <a:rPr dirty="0" sz="2800" spc="-30">
                <a:solidFill>
                  <a:srgbClr val="4E3629"/>
                </a:solidFill>
                <a:latin typeface="Calibri"/>
                <a:cs typeface="Calibri"/>
              </a:rPr>
              <a:t> </a:t>
            </a:r>
            <a:r>
              <a:rPr dirty="0" sz="2800">
                <a:solidFill>
                  <a:srgbClr val="4E3629"/>
                </a:solidFill>
                <a:latin typeface="Calibri"/>
                <a:cs typeface="Calibri"/>
              </a:rPr>
              <a:t>1</a:t>
            </a:r>
            <a:r>
              <a:rPr dirty="0" sz="2800" spc="-5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tabla</a:t>
            </a:r>
            <a:r>
              <a:rPr dirty="0" sz="2800" spc="-7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spc="-10">
                <a:solidFill>
                  <a:srgbClr val="4E3629"/>
                </a:solidFill>
                <a:latin typeface="Calibri"/>
                <a:cs typeface="Calibri"/>
              </a:rPr>
              <a:t>empleados</a:t>
            </a:r>
            <a:endParaRPr sz="2800">
              <a:latin typeface="Calibri"/>
              <a:cs typeface="Calibri"/>
            </a:endParaRPr>
          </a:p>
        </p:txBody>
      </p:sp>
      <p:sp>
        <p:nvSpPr>
          <p:cNvPr id="6" name="object 6" descr=""/>
          <p:cNvSpPr txBox="1"/>
          <p:nvPr/>
        </p:nvSpPr>
        <p:spPr>
          <a:xfrm>
            <a:off x="471931" y="5219522"/>
            <a:ext cx="2613660" cy="300355"/>
          </a:xfrm>
          <a:prstGeom prst="rect">
            <a:avLst/>
          </a:prstGeom>
        </p:spPr>
        <p:txBody>
          <a:bodyPr wrap="square" lIns="0" tIns="12700" rIns="0" bIns="0" rtlCol="0" vert="horz">
            <a:spAutoFit/>
          </a:bodyPr>
          <a:lstStyle/>
          <a:p>
            <a:pPr marL="12700">
              <a:lnSpc>
                <a:spcPct val="100000"/>
              </a:lnSpc>
              <a:spcBef>
                <a:spcPts val="100"/>
              </a:spcBef>
            </a:pPr>
            <a:r>
              <a:rPr dirty="0" sz="1800">
                <a:solidFill>
                  <a:srgbClr val="4E3629"/>
                </a:solidFill>
                <a:latin typeface="Calibri"/>
                <a:cs typeface="Calibri"/>
              </a:rPr>
              <a:t>no</a:t>
            </a:r>
            <a:r>
              <a:rPr dirty="0" sz="1800" spc="-25">
                <a:solidFill>
                  <a:srgbClr val="4E3629"/>
                </a:solidFill>
                <a:latin typeface="Calibri"/>
                <a:cs typeface="Calibri"/>
              </a:rPr>
              <a:t> </a:t>
            </a:r>
            <a:r>
              <a:rPr dirty="0" sz="1800">
                <a:solidFill>
                  <a:srgbClr val="4E3629"/>
                </a:solidFill>
                <a:latin typeface="Calibri"/>
                <a:cs typeface="Calibri"/>
              </a:rPr>
              <a:t>se</a:t>
            </a:r>
            <a:r>
              <a:rPr dirty="0" sz="1800" spc="-40">
                <a:solidFill>
                  <a:srgbClr val="4E3629"/>
                </a:solidFill>
                <a:latin typeface="Calibri"/>
                <a:cs typeface="Calibri"/>
              </a:rPr>
              <a:t> </a:t>
            </a:r>
            <a:r>
              <a:rPr dirty="0" sz="1800">
                <a:solidFill>
                  <a:srgbClr val="4E3629"/>
                </a:solidFill>
                <a:latin typeface="Calibri"/>
                <a:cs typeface="Calibri"/>
              </a:rPr>
              <a:t>han</a:t>
            </a:r>
            <a:r>
              <a:rPr dirty="0" sz="1800" spc="-20">
                <a:solidFill>
                  <a:srgbClr val="4E3629"/>
                </a:solidFill>
                <a:latin typeface="Calibri"/>
                <a:cs typeface="Calibri"/>
              </a:rPr>
              <a:t> </a:t>
            </a:r>
            <a:r>
              <a:rPr dirty="0" sz="1800" spc="-10">
                <a:solidFill>
                  <a:srgbClr val="4E3629"/>
                </a:solidFill>
                <a:latin typeface="Calibri"/>
                <a:cs typeface="Calibri"/>
              </a:rPr>
              <a:t>encontrado</a:t>
            </a:r>
            <a:r>
              <a:rPr dirty="0" sz="1800" spc="-20">
                <a:solidFill>
                  <a:srgbClr val="4E3629"/>
                </a:solidFill>
                <a:latin typeface="Calibri"/>
                <a:cs typeface="Calibri"/>
              </a:rPr>
              <a:t> datos</a:t>
            </a:r>
            <a:endParaRPr sz="1800">
              <a:latin typeface="Calibri"/>
              <a:cs typeface="Calibri"/>
            </a:endParaRPr>
          </a:p>
        </p:txBody>
      </p:sp>
      <p:sp>
        <p:nvSpPr>
          <p:cNvPr id="7" name="object 7" descr=""/>
          <p:cNvSpPr txBox="1"/>
          <p:nvPr/>
        </p:nvSpPr>
        <p:spPr>
          <a:xfrm>
            <a:off x="405384" y="3186683"/>
            <a:ext cx="8345805" cy="1887220"/>
          </a:xfrm>
          <a:prstGeom prst="rect">
            <a:avLst/>
          </a:prstGeom>
          <a:solidFill>
            <a:srgbClr val="9DBEC4">
              <a:alpha val="50199"/>
            </a:srgbClr>
          </a:solidFill>
        </p:spPr>
        <p:txBody>
          <a:bodyPr wrap="square" lIns="0" tIns="0" rIns="0" bIns="0" rtlCol="0" vert="horz">
            <a:spAutoFit/>
          </a:bodyPr>
          <a:lstStyle/>
          <a:p>
            <a:pPr>
              <a:lnSpc>
                <a:spcPts val="1814"/>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employee_id,first_name</a:t>
            </a:r>
            <a:r>
              <a:rPr dirty="0" sz="1800" spc="-70"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b="1">
                <a:solidFill>
                  <a:srgbClr val="4E3629"/>
                </a:solidFill>
                <a:latin typeface="Courier New"/>
                <a:cs typeface="Courier New"/>
              </a:rPr>
              <a:t>AS</a:t>
            </a:r>
            <a:r>
              <a:rPr dirty="0" sz="1800" spc="-65" b="1">
                <a:solidFill>
                  <a:srgbClr val="4E3629"/>
                </a:solidFill>
                <a:latin typeface="Courier New"/>
                <a:cs typeface="Courier New"/>
              </a:rPr>
              <a:t> </a:t>
            </a:r>
            <a:r>
              <a:rPr dirty="0" sz="1800" spc="-10" b="1">
                <a:solidFill>
                  <a:srgbClr val="4E3629"/>
                </a:solidFill>
                <a:latin typeface="Courier New"/>
                <a:cs typeface="Courier New"/>
              </a:rPr>
              <a:t>"NAME",</a:t>
            </a:r>
            <a:endParaRPr sz="1800">
              <a:latin typeface="Courier New"/>
              <a:cs typeface="Courier New"/>
            </a:endParaRPr>
          </a:p>
          <a:p>
            <a:pPr marL="546735" marR="2467610">
              <a:lnSpc>
                <a:spcPct val="100000"/>
              </a:lnSpc>
              <a:tabLst>
                <a:tab pos="3001645" algn="l"/>
              </a:tabLst>
            </a:pPr>
            <a:r>
              <a:rPr dirty="0" sz="1800" b="1">
                <a:solidFill>
                  <a:srgbClr val="D1350F"/>
                </a:solidFill>
                <a:latin typeface="Courier New"/>
                <a:cs typeface="Courier New"/>
              </a:rPr>
              <a:t>versions_operation</a:t>
            </a:r>
            <a:r>
              <a:rPr dirty="0" sz="1800" spc="-110" b="1">
                <a:solidFill>
                  <a:srgbClr val="D1350F"/>
                </a:solidFill>
                <a:latin typeface="Courier New"/>
                <a:cs typeface="Courier New"/>
              </a:rPr>
              <a:t> </a:t>
            </a:r>
            <a:r>
              <a:rPr dirty="0" sz="1800" b="1">
                <a:solidFill>
                  <a:srgbClr val="4E3629"/>
                </a:solidFill>
                <a:latin typeface="Courier New"/>
                <a:cs typeface="Courier New"/>
              </a:rPr>
              <a:t>AS</a:t>
            </a:r>
            <a:r>
              <a:rPr dirty="0" sz="1800" spc="-95" b="1">
                <a:solidFill>
                  <a:srgbClr val="4E3629"/>
                </a:solidFill>
                <a:latin typeface="Courier New"/>
                <a:cs typeface="Courier New"/>
              </a:rPr>
              <a:t> </a:t>
            </a:r>
            <a:r>
              <a:rPr dirty="0" sz="1800" spc="-10" b="1">
                <a:solidFill>
                  <a:srgbClr val="4E3629"/>
                </a:solidFill>
                <a:latin typeface="Courier New"/>
                <a:cs typeface="Courier New"/>
              </a:rPr>
              <a:t>"OPERATION", </a:t>
            </a:r>
            <a:r>
              <a:rPr dirty="0" sz="1800" b="1">
                <a:solidFill>
                  <a:srgbClr val="D1350F"/>
                </a:solidFill>
                <a:latin typeface="Courier New"/>
                <a:cs typeface="Courier New"/>
              </a:rPr>
              <a:t>versions_starttime</a:t>
            </a:r>
            <a:r>
              <a:rPr dirty="0" sz="1800" spc="-120" b="1">
                <a:solidFill>
                  <a:srgbClr val="D1350F"/>
                </a:solidFill>
                <a:latin typeface="Courier New"/>
                <a:cs typeface="Courier New"/>
              </a:rPr>
              <a:t> </a:t>
            </a:r>
            <a:r>
              <a:rPr dirty="0" sz="1800" b="1">
                <a:solidFill>
                  <a:srgbClr val="4E3629"/>
                </a:solidFill>
                <a:latin typeface="Courier New"/>
                <a:cs typeface="Courier New"/>
              </a:rPr>
              <a:t>AS</a:t>
            </a:r>
            <a:r>
              <a:rPr dirty="0" sz="1800" spc="-105" b="1">
                <a:solidFill>
                  <a:srgbClr val="4E3629"/>
                </a:solidFill>
                <a:latin typeface="Courier New"/>
                <a:cs typeface="Courier New"/>
              </a:rPr>
              <a:t> </a:t>
            </a:r>
            <a:r>
              <a:rPr dirty="0" sz="1800" spc="-10" b="1">
                <a:solidFill>
                  <a:srgbClr val="4E3629"/>
                </a:solidFill>
                <a:latin typeface="Courier New"/>
                <a:cs typeface="Courier New"/>
              </a:rPr>
              <a:t>"START_DATE", </a:t>
            </a:r>
            <a:r>
              <a:rPr dirty="0" sz="1800" spc="-10" b="1">
                <a:solidFill>
                  <a:srgbClr val="D1350F"/>
                </a:solidFill>
                <a:latin typeface="Courier New"/>
                <a:cs typeface="Courier New"/>
              </a:rPr>
              <a:t>versions_endtime</a:t>
            </a:r>
            <a:r>
              <a:rPr dirty="0" sz="1800" b="1">
                <a:solidFill>
                  <a:srgbClr val="D1350F"/>
                </a:solidFill>
                <a:latin typeface="Courier New"/>
                <a:cs typeface="Courier New"/>
              </a:rPr>
              <a:t>	</a:t>
            </a:r>
            <a:r>
              <a:rPr dirty="0" sz="1800" b="1">
                <a:solidFill>
                  <a:srgbClr val="4E3629"/>
                </a:solidFill>
                <a:latin typeface="Courier New"/>
                <a:cs typeface="Courier New"/>
              </a:rPr>
              <a:t>AS</a:t>
            </a:r>
            <a:r>
              <a:rPr dirty="0" sz="1800" spc="-75" b="1">
                <a:solidFill>
                  <a:srgbClr val="4E3629"/>
                </a:solidFill>
                <a:latin typeface="Courier New"/>
                <a:cs typeface="Courier New"/>
              </a:rPr>
              <a:t> </a:t>
            </a:r>
            <a:r>
              <a:rPr dirty="0" sz="1800" b="1">
                <a:solidFill>
                  <a:srgbClr val="4E3629"/>
                </a:solidFill>
                <a:latin typeface="Courier New"/>
                <a:cs typeface="Courier New"/>
              </a:rPr>
              <a:t>"END_DATE",</a:t>
            </a:r>
            <a:r>
              <a:rPr dirty="0" sz="1800" spc="-60"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273685">
              <a:lnSpc>
                <a:spcPct val="100000"/>
              </a:lnSpc>
            </a:pPr>
            <a:r>
              <a:rPr dirty="0" sz="1800" b="1">
                <a:solidFill>
                  <a:srgbClr val="D1350F"/>
                </a:solidFill>
                <a:latin typeface="Courier New"/>
                <a:cs typeface="Courier New"/>
              </a:rPr>
              <a:t>VERSIONS</a:t>
            </a:r>
            <a:r>
              <a:rPr dirty="0" sz="1800" spc="-85" b="1">
                <a:solidFill>
                  <a:srgbClr val="D1350F"/>
                </a:solidFill>
                <a:latin typeface="Courier New"/>
                <a:cs typeface="Courier New"/>
              </a:rPr>
              <a:t> </a:t>
            </a:r>
            <a:r>
              <a:rPr dirty="0" sz="1800" b="1">
                <a:solidFill>
                  <a:srgbClr val="D1350F"/>
                </a:solidFill>
                <a:latin typeface="Courier New"/>
                <a:cs typeface="Courier New"/>
              </a:rPr>
              <a:t>BETWEEN</a:t>
            </a:r>
            <a:r>
              <a:rPr dirty="0" sz="1800" spc="-60" b="1">
                <a:solidFill>
                  <a:srgbClr val="D1350F"/>
                </a:solidFill>
                <a:latin typeface="Courier New"/>
                <a:cs typeface="Courier New"/>
              </a:rPr>
              <a:t> </a:t>
            </a:r>
            <a:r>
              <a:rPr dirty="0" sz="1800" b="1">
                <a:solidFill>
                  <a:srgbClr val="D1350F"/>
                </a:solidFill>
                <a:latin typeface="Courier New"/>
                <a:cs typeface="Courier New"/>
              </a:rPr>
              <a:t>SCN</a:t>
            </a:r>
            <a:r>
              <a:rPr dirty="0" sz="1800" spc="-60" b="1">
                <a:solidFill>
                  <a:srgbClr val="D1350F"/>
                </a:solidFill>
                <a:latin typeface="Courier New"/>
                <a:cs typeface="Courier New"/>
              </a:rPr>
              <a:t> </a:t>
            </a:r>
            <a:r>
              <a:rPr dirty="0" sz="1800" b="1">
                <a:solidFill>
                  <a:srgbClr val="D1350F"/>
                </a:solidFill>
                <a:latin typeface="Courier New"/>
                <a:cs typeface="Courier New"/>
              </a:rPr>
              <a:t>MINVALUE</a:t>
            </a:r>
            <a:r>
              <a:rPr dirty="0" sz="1800" spc="-60" b="1">
                <a:solidFill>
                  <a:srgbClr val="D1350F"/>
                </a:solidFill>
                <a:latin typeface="Courier New"/>
                <a:cs typeface="Courier New"/>
              </a:rPr>
              <a:t> </a:t>
            </a:r>
            <a:r>
              <a:rPr dirty="0" sz="1800" b="1">
                <a:solidFill>
                  <a:srgbClr val="D1350F"/>
                </a:solidFill>
                <a:latin typeface="Courier New"/>
                <a:cs typeface="Courier New"/>
              </a:rPr>
              <a:t>AND</a:t>
            </a:r>
            <a:r>
              <a:rPr dirty="0" sz="1800" spc="-55" b="1">
                <a:solidFill>
                  <a:srgbClr val="D1350F"/>
                </a:solidFill>
                <a:latin typeface="Courier New"/>
                <a:cs typeface="Courier New"/>
              </a:rPr>
              <a:t> </a:t>
            </a:r>
            <a:r>
              <a:rPr dirty="0" sz="1800" spc="-10" b="1">
                <a:solidFill>
                  <a:srgbClr val="D1350F"/>
                </a:solidFill>
                <a:latin typeface="Courier New"/>
                <a:cs typeface="Courier New"/>
              </a:rPr>
              <a:t>MAXVALUE</a:t>
            </a:r>
            <a:endParaRPr sz="1800">
              <a:latin typeface="Courier New"/>
              <a:cs typeface="Courier New"/>
            </a:endParaRPr>
          </a:p>
          <a:p>
            <a:pPr>
              <a:lnSpc>
                <a:spcPct val="100000"/>
              </a:lnSpc>
              <a:tabLst>
                <a:tab pos="956310" algn="l"/>
              </a:tabLst>
            </a:pPr>
            <a:r>
              <a:rPr dirty="0" sz="1800" spc="-10" b="1">
                <a:solidFill>
                  <a:srgbClr val="4E3629"/>
                </a:solidFill>
                <a:latin typeface="Courier New"/>
                <a:cs typeface="Courier New"/>
              </a:rPr>
              <a:t>WHERE</a:t>
            </a:r>
            <a:r>
              <a:rPr dirty="0" sz="1800" b="1">
                <a:solidFill>
                  <a:srgbClr val="4E3629"/>
                </a:solidFill>
                <a:latin typeface="Courier New"/>
                <a:cs typeface="Courier New"/>
              </a:rPr>
              <a:t>	employee_id</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60" b="1">
                <a:solidFill>
                  <a:srgbClr val="4E3629"/>
                </a:solidFill>
                <a:latin typeface="Courier New"/>
                <a:cs typeface="Courier New"/>
              </a:rPr>
              <a:t> </a:t>
            </a:r>
            <a:r>
              <a:rPr dirty="0" sz="1800" spc="-35" b="1">
                <a:solidFill>
                  <a:srgbClr val="4E3629"/>
                </a:solidFill>
                <a:latin typeface="Courier New"/>
                <a:cs typeface="Courier New"/>
              </a:rPr>
              <a:t>1;</a:t>
            </a:r>
            <a:endParaRPr sz="1800">
              <a:latin typeface="Courier New"/>
              <a:cs typeface="Courier New"/>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36</a:t>
            </a:r>
          </a:p>
        </p:txBody>
      </p:sp>
      <p:sp>
        <p:nvSpPr>
          <p:cNvPr id="5" name="object 5" descr=""/>
          <p:cNvSpPr txBox="1"/>
          <p:nvPr/>
        </p:nvSpPr>
        <p:spPr>
          <a:xfrm>
            <a:off x="380491" y="1579244"/>
            <a:ext cx="5770880" cy="452120"/>
          </a:xfrm>
          <a:prstGeom prst="rect">
            <a:avLst/>
          </a:prstGeom>
        </p:spPr>
        <p:txBody>
          <a:bodyPr wrap="square" lIns="0" tIns="12065" rIns="0" bIns="0" rtlCol="0" vert="horz">
            <a:spAutoFit/>
          </a:bodyPr>
          <a:lstStyle/>
          <a:p>
            <a:pPr marL="240029" indent="-227329">
              <a:lnSpc>
                <a:spcPct val="100000"/>
              </a:lnSpc>
              <a:spcBef>
                <a:spcPts val="95"/>
              </a:spcBef>
              <a:buClr>
                <a:srgbClr val="D1350F"/>
              </a:buClr>
              <a:buFont typeface="Arial MT"/>
              <a:buChar char="•"/>
              <a:tabLst>
                <a:tab pos="240029" algn="l"/>
              </a:tabLst>
            </a:pPr>
            <a:r>
              <a:rPr dirty="0" sz="2800">
                <a:solidFill>
                  <a:srgbClr val="4E3629"/>
                </a:solidFill>
                <a:latin typeface="Calibri"/>
                <a:cs typeface="Calibri"/>
              </a:rPr>
              <a:t>A</a:t>
            </a:r>
            <a:r>
              <a:rPr dirty="0" sz="2800" spc="-60">
                <a:solidFill>
                  <a:srgbClr val="4E3629"/>
                </a:solidFill>
                <a:latin typeface="Calibri"/>
                <a:cs typeface="Calibri"/>
              </a:rPr>
              <a:t> </a:t>
            </a:r>
            <a:r>
              <a:rPr dirty="0" sz="2800" spc="-10">
                <a:solidFill>
                  <a:srgbClr val="4E3629"/>
                </a:solidFill>
                <a:latin typeface="Calibri"/>
                <a:cs typeface="Calibri"/>
              </a:rPr>
              <a:t>continuación,</a:t>
            </a:r>
            <a:r>
              <a:rPr dirty="0" sz="2800" spc="-40">
                <a:solidFill>
                  <a:srgbClr val="4E3629"/>
                </a:solidFill>
                <a:latin typeface="Calibri"/>
                <a:cs typeface="Calibri"/>
              </a:rPr>
              <a:t> </a:t>
            </a:r>
            <a:r>
              <a:rPr dirty="0" sz="2800">
                <a:solidFill>
                  <a:srgbClr val="4E3629"/>
                </a:solidFill>
                <a:latin typeface="Calibri"/>
                <a:cs typeface="Calibri"/>
              </a:rPr>
              <a:t>creamos</a:t>
            </a:r>
            <a:r>
              <a:rPr dirty="0" sz="2800" spc="-5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spc="-10">
                <a:solidFill>
                  <a:srgbClr val="4E3629"/>
                </a:solidFill>
                <a:latin typeface="Calibri"/>
                <a:cs typeface="Calibri"/>
              </a:rPr>
              <a:t>empleado:</a:t>
            </a:r>
            <a:endParaRPr sz="2800">
              <a:latin typeface="Calibri"/>
              <a:cs typeface="Calibri"/>
            </a:endParaRPr>
          </a:p>
        </p:txBody>
      </p:sp>
      <p:graphicFrame>
        <p:nvGraphicFramePr>
          <p:cNvPr id="6" name="object 6" descr=""/>
          <p:cNvGraphicFramePr>
            <a:graphicFrameLocks noGrp="1"/>
          </p:cNvGraphicFramePr>
          <p:nvPr/>
        </p:nvGraphicFramePr>
        <p:xfrm>
          <a:off x="734313" y="5298947"/>
          <a:ext cx="7588884" cy="670560"/>
        </p:xfrm>
        <a:graphic>
          <a:graphicData uri="http://schemas.openxmlformats.org/drawingml/2006/table">
            <a:tbl>
              <a:tblPr firstRow="1" bandRow="1">
                <a:tableStyleId>{2D5ABB26-0587-4C30-8999-92F81FD0307C}</a:tableStyleId>
              </a:tblPr>
              <a:tblGrid>
                <a:gridCol w="1273810"/>
                <a:gridCol w="1397000"/>
                <a:gridCol w="1010919"/>
                <a:gridCol w="2168525"/>
                <a:gridCol w="918209"/>
                <a:gridCol w="732154"/>
              </a:tblGrid>
              <a:tr h="335280">
                <a:tc>
                  <a:txBody>
                    <a:bodyPr/>
                    <a:lstStyle/>
                    <a:p>
                      <a:pPr marL="12700">
                        <a:lnSpc>
                          <a:spcPct val="100000"/>
                        </a:lnSpc>
                        <a:spcBef>
                          <a:spcPts val="409"/>
                        </a:spcBef>
                      </a:pPr>
                      <a:r>
                        <a:rPr dirty="0" sz="1400" spc="-10" b="1">
                          <a:solidFill>
                            <a:srgbClr val="4E3629"/>
                          </a:solidFill>
                          <a:latin typeface="Calibri"/>
                          <a:cs typeface="Calibri"/>
                        </a:rPr>
                        <a:t>EMPLOYEE_ID</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409"/>
                        </a:spcBef>
                      </a:pPr>
                      <a:r>
                        <a:rPr dirty="0" sz="1400" spc="-20" b="1">
                          <a:solidFill>
                            <a:srgbClr val="4E3629"/>
                          </a:solidFill>
                          <a:latin typeface="Calibri"/>
                          <a:cs typeface="Calibri"/>
                        </a:rPr>
                        <a:t>NAME</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409"/>
                        </a:spcBef>
                      </a:pPr>
                      <a:r>
                        <a:rPr dirty="0" sz="1400" spc="-10" b="1">
                          <a:solidFill>
                            <a:srgbClr val="4E3629"/>
                          </a:solidFill>
                          <a:latin typeface="Calibri"/>
                          <a:cs typeface="Calibri"/>
                        </a:rPr>
                        <a:t>OPERATION</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400"/>
                        </a:spcBef>
                      </a:pPr>
                      <a:r>
                        <a:rPr dirty="0" sz="1400" spc="-10" b="1">
                          <a:solidFill>
                            <a:srgbClr val="4E3629"/>
                          </a:solidFill>
                          <a:latin typeface="Calibri"/>
                          <a:cs typeface="Calibri"/>
                        </a:rPr>
                        <a:t>START_DATE</a:t>
                      </a:r>
                      <a:endParaRPr sz="1400">
                        <a:latin typeface="Calibri"/>
                        <a:cs typeface="Calibri"/>
                      </a:endParaRPr>
                    </a:p>
                  </a:txBody>
                  <a:tcPr marL="0" marR="0" marB="0" marT="5080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09"/>
                        </a:spcBef>
                      </a:pPr>
                      <a:r>
                        <a:rPr dirty="0" sz="1400" spc="-10" b="1">
                          <a:solidFill>
                            <a:srgbClr val="4E3629"/>
                          </a:solidFill>
                          <a:latin typeface="Calibri"/>
                          <a:cs typeface="Calibri"/>
                        </a:rPr>
                        <a:t>END_DATE</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09"/>
                        </a:spcBef>
                      </a:pPr>
                      <a:r>
                        <a:rPr dirty="0" sz="1400" spc="-10" b="1">
                          <a:solidFill>
                            <a:srgbClr val="4E3629"/>
                          </a:solidFill>
                          <a:latin typeface="Calibri"/>
                          <a:cs typeface="Calibri"/>
                        </a:rPr>
                        <a:t>SALARY</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35280">
                <a:tc>
                  <a:txBody>
                    <a:bodyPr/>
                    <a:lstStyle/>
                    <a:p>
                      <a:pPr marL="12700">
                        <a:lnSpc>
                          <a:spcPct val="100000"/>
                        </a:lnSpc>
                        <a:spcBef>
                          <a:spcPts val="409"/>
                        </a:spcBef>
                      </a:pPr>
                      <a:r>
                        <a:rPr dirty="0" sz="1400" spc="-50">
                          <a:solidFill>
                            <a:srgbClr val="4E3629"/>
                          </a:solidFill>
                          <a:latin typeface="Calibri"/>
                          <a:cs typeface="Calibri"/>
                        </a:rPr>
                        <a:t>1</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409"/>
                        </a:spcBef>
                      </a:pPr>
                      <a:r>
                        <a:rPr dirty="0" sz="1400">
                          <a:solidFill>
                            <a:srgbClr val="4E3629"/>
                          </a:solidFill>
                          <a:latin typeface="Calibri"/>
                          <a:cs typeface="Calibri"/>
                        </a:rPr>
                        <a:t>Natacha</a:t>
                      </a:r>
                      <a:r>
                        <a:rPr dirty="0" sz="1400" spc="-75">
                          <a:solidFill>
                            <a:srgbClr val="4E3629"/>
                          </a:solidFill>
                          <a:latin typeface="Calibri"/>
                          <a:cs typeface="Calibri"/>
                        </a:rPr>
                        <a:t> </a:t>
                      </a:r>
                      <a:r>
                        <a:rPr dirty="0" sz="1400" spc="-10">
                          <a:solidFill>
                            <a:srgbClr val="4E3629"/>
                          </a:solidFill>
                          <a:latin typeface="Calibri"/>
                          <a:cs typeface="Calibri"/>
                        </a:rPr>
                        <a:t>Hansen</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409"/>
                        </a:spcBef>
                      </a:pPr>
                      <a:r>
                        <a:rPr dirty="0" sz="1400" spc="-50">
                          <a:solidFill>
                            <a:srgbClr val="4E3629"/>
                          </a:solidFill>
                          <a:latin typeface="Calibri"/>
                          <a:cs typeface="Calibri"/>
                        </a:rPr>
                        <a:t>I</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409"/>
                        </a:spcBef>
                      </a:pPr>
                      <a:r>
                        <a:rPr dirty="0" sz="1400" spc="-10">
                          <a:solidFill>
                            <a:srgbClr val="4E3629"/>
                          </a:solidFill>
                          <a:latin typeface="Calibri"/>
                          <a:cs typeface="Calibri"/>
                        </a:rPr>
                        <a:t>07-SEP-</a:t>
                      </a:r>
                      <a:r>
                        <a:rPr dirty="0" sz="1400">
                          <a:solidFill>
                            <a:srgbClr val="4E3629"/>
                          </a:solidFill>
                          <a:latin typeface="Calibri"/>
                          <a:cs typeface="Calibri"/>
                        </a:rPr>
                        <a:t>1998</a:t>
                      </a:r>
                      <a:r>
                        <a:rPr dirty="0" sz="1400" spc="-10">
                          <a:solidFill>
                            <a:srgbClr val="4E3629"/>
                          </a:solidFill>
                          <a:latin typeface="Calibri"/>
                          <a:cs typeface="Calibri"/>
                        </a:rPr>
                        <a:t> </a:t>
                      </a:r>
                      <a:r>
                        <a:rPr dirty="0" sz="1400">
                          <a:solidFill>
                            <a:srgbClr val="4E3629"/>
                          </a:solidFill>
                          <a:latin typeface="Calibri"/>
                          <a:cs typeface="Calibri"/>
                        </a:rPr>
                        <a:t>06.51.58</a:t>
                      </a:r>
                      <a:r>
                        <a:rPr dirty="0" sz="1400" spc="-10">
                          <a:solidFill>
                            <a:srgbClr val="4E3629"/>
                          </a:solidFill>
                          <a:latin typeface="Calibri"/>
                          <a:cs typeface="Calibri"/>
                        </a:rPr>
                        <a:t> </a:t>
                      </a:r>
                      <a:r>
                        <a:rPr dirty="0" sz="1400" spc="-25">
                          <a:solidFill>
                            <a:srgbClr val="4E3629"/>
                          </a:solidFill>
                          <a:latin typeface="Calibri"/>
                          <a:cs typeface="Calibri"/>
                        </a:rPr>
                        <a:t>AM</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3340">
                        <a:lnSpc>
                          <a:spcPct val="100000"/>
                        </a:lnSpc>
                        <a:spcBef>
                          <a:spcPts val="409"/>
                        </a:spcBef>
                      </a:pPr>
                      <a:r>
                        <a:rPr dirty="0" sz="1400" spc="-50">
                          <a:solidFill>
                            <a:srgbClr val="4E3629"/>
                          </a:solidFill>
                          <a:latin typeface="Calibri"/>
                          <a:cs typeface="Calibri"/>
                        </a:rPr>
                        <a:t>-</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3335">
                        <a:lnSpc>
                          <a:spcPct val="100000"/>
                        </a:lnSpc>
                        <a:spcBef>
                          <a:spcPts val="409"/>
                        </a:spcBef>
                      </a:pPr>
                      <a:r>
                        <a:rPr dirty="0" sz="1400" spc="-10">
                          <a:solidFill>
                            <a:srgbClr val="4E3629"/>
                          </a:solidFill>
                          <a:latin typeface="Calibri"/>
                          <a:cs typeface="Calibri"/>
                        </a:rPr>
                        <a:t>12000</a:t>
                      </a:r>
                      <a:endParaRPr sz="1400">
                        <a:latin typeface="Calibri"/>
                        <a:cs typeface="Calibri"/>
                      </a:endParaRPr>
                    </a:p>
                  </a:txBody>
                  <a:tcPr marL="0" marR="0" marB="0" marT="52069">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bl>
          </a:graphicData>
        </a:graphic>
      </p:graphicFrame>
      <p:sp>
        <p:nvSpPr>
          <p:cNvPr id="7" name="object 7" descr=""/>
          <p:cNvSpPr txBox="1"/>
          <p:nvPr/>
        </p:nvSpPr>
        <p:spPr>
          <a:xfrm>
            <a:off x="405384" y="2272283"/>
            <a:ext cx="8345805" cy="817244"/>
          </a:xfrm>
          <a:prstGeom prst="rect">
            <a:avLst/>
          </a:prstGeom>
          <a:solidFill>
            <a:srgbClr val="9DBEC4">
              <a:alpha val="50199"/>
            </a:srgbClr>
          </a:solidFill>
        </p:spPr>
        <p:txBody>
          <a:bodyPr wrap="square" lIns="0" tIns="0" rIns="0" bIns="0" rtlCol="0" vert="horz">
            <a:spAutoFit/>
          </a:bodyPr>
          <a:lstStyle/>
          <a:p>
            <a:pPr>
              <a:lnSpc>
                <a:spcPts val="1920"/>
              </a:lnSpc>
            </a:pPr>
            <a:r>
              <a:rPr dirty="0" sz="1800" b="1">
                <a:solidFill>
                  <a:srgbClr val="4E3629"/>
                </a:solidFill>
                <a:latin typeface="Courier New"/>
                <a:cs typeface="Courier New"/>
              </a:rPr>
              <a:t>INSERT</a:t>
            </a:r>
            <a:r>
              <a:rPr dirty="0" sz="1800" spc="-50" b="1">
                <a:solidFill>
                  <a:srgbClr val="4E3629"/>
                </a:solidFill>
                <a:latin typeface="Courier New"/>
                <a:cs typeface="Courier New"/>
              </a:rPr>
              <a:t> </a:t>
            </a:r>
            <a:r>
              <a:rPr dirty="0" sz="1800" b="1">
                <a:solidFill>
                  <a:srgbClr val="4E3629"/>
                </a:solidFill>
                <a:latin typeface="Courier New"/>
                <a:cs typeface="Courier New"/>
              </a:rPr>
              <a:t>INTO</a:t>
            </a:r>
            <a:r>
              <a:rPr dirty="0" sz="1800" spc="-55"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a:lnSpc>
                <a:spcPct val="100000"/>
              </a:lnSpc>
            </a:pPr>
            <a:r>
              <a:rPr dirty="0" sz="1800" b="1">
                <a:solidFill>
                  <a:srgbClr val="4E3629"/>
                </a:solidFill>
                <a:latin typeface="Courier New"/>
                <a:cs typeface="Courier New"/>
              </a:rPr>
              <a:t>VALUES</a:t>
            </a:r>
            <a:r>
              <a:rPr dirty="0" sz="1800" spc="-75" b="1">
                <a:solidFill>
                  <a:srgbClr val="4E3629"/>
                </a:solidFill>
                <a:latin typeface="Courier New"/>
                <a:cs typeface="Courier New"/>
              </a:rPr>
              <a:t> </a:t>
            </a:r>
            <a:r>
              <a:rPr dirty="0" sz="1800" b="1">
                <a:solidFill>
                  <a:srgbClr val="4E3629"/>
                </a:solidFill>
                <a:latin typeface="Courier New"/>
                <a:cs typeface="Courier New"/>
              </a:rPr>
              <a:t>(1,</a:t>
            </a:r>
            <a:r>
              <a:rPr dirty="0" sz="1800" spc="-90" b="1">
                <a:solidFill>
                  <a:srgbClr val="4E3629"/>
                </a:solidFill>
                <a:latin typeface="Courier New"/>
                <a:cs typeface="Courier New"/>
              </a:rPr>
              <a:t> </a:t>
            </a:r>
            <a:r>
              <a:rPr dirty="0" sz="1800" b="1">
                <a:solidFill>
                  <a:srgbClr val="4E3629"/>
                </a:solidFill>
                <a:latin typeface="Courier New"/>
                <a:cs typeface="Courier New"/>
              </a:rPr>
              <a:t>'Natacha',</a:t>
            </a:r>
            <a:r>
              <a:rPr dirty="0" sz="1800" spc="-90" b="1">
                <a:solidFill>
                  <a:srgbClr val="4E3629"/>
                </a:solidFill>
                <a:latin typeface="Courier New"/>
                <a:cs typeface="Courier New"/>
              </a:rPr>
              <a:t> </a:t>
            </a:r>
            <a:r>
              <a:rPr dirty="0" sz="1800" b="1">
                <a:solidFill>
                  <a:srgbClr val="4E3629"/>
                </a:solidFill>
                <a:latin typeface="Courier New"/>
                <a:cs typeface="Courier New"/>
              </a:rPr>
              <a:t>'Hansen',</a:t>
            </a:r>
            <a:r>
              <a:rPr dirty="0" sz="1800" spc="-75" b="1">
                <a:solidFill>
                  <a:srgbClr val="4E3629"/>
                </a:solidFill>
                <a:latin typeface="Courier New"/>
                <a:cs typeface="Courier New"/>
              </a:rPr>
              <a:t> </a:t>
            </a:r>
            <a:r>
              <a:rPr dirty="0" sz="1800" b="1">
                <a:solidFill>
                  <a:srgbClr val="4E3629"/>
                </a:solidFill>
                <a:latin typeface="Courier New"/>
                <a:cs typeface="Courier New"/>
              </a:rPr>
              <a:t>'NHANSEN',</a:t>
            </a:r>
            <a:r>
              <a:rPr dirty="0" sz="1800" spc="-70" b="1">
                <a:solidFill>
                  <a:srgbClr val="4E3629"/>
                </a:solidFill>
                <a:latin typeface="Courier New"/>
                <a:cs typeface="Courier New"/>
              </a:rPr>
              <a:t> </a:t>
            </a:r>
            <a:r>
              <a:rPr dirty="0" sz="1800" spc="-10" b="1">
                <a:solidFill>
                  <a:srgbClr val="4E3629"/>
                </a:solidFill>
                <a:latin typeface="Courier New"/>
                <a:cs typeface="Courier New"/>
              </a:rPr>
              <a:t>'4412312341234',</a:t>
            </a:r>
            <a:endParaRPr sz="1800">
              <a:latin typeface="Courier New"/>
              <a:cs typeface="Courier New"/>
            </a:endParaRPr>
          </a:p>
          <a:p>
            <a:pPr marL="1092200">
              <a:lnSpc>
                <a:spcPct val="100000"/>
              </a:lnSpc>
            </a:pPr>
            <a:r>
              <a:rPr dirty="0" sz="1800" spc="-10" b="1">
                <a:solidFill>
                  <a:srgbClr val="4E3629"/>
                </a:solidFill>
                <a:latin typeface="Courier New"/>
                <a:cs typeface="Courier New"/>
              </a:rPr>
              <a:t>'07-SEP-</a:t>
            </a:r>
            <a:r>
              <a:rPr dirty="0" sz="1800" b="1">
                <a:solidFill>
                  <a:srgbClr val="4E3629"/>
                </a:solidFill>
                <a:latin typeface="Courier New"/>
                <a:cs typeface="Courier New"/>
              </a:rPr>
              <a:t>1998',</a:t>
            </a:r>
            <a:r>
              <a:rPr dirty="0" sz="1800" spc="-55" b="1">
                <a:solidFill>
                  <a:srgbClr val="4E3629"/>
                </a:solidFill>
                <a:latin typeface="Courier New"/>
                <a:cs typeface="Courier New"/>
              </a:rPr>
              <a:t> </a:t>
            </a:r>
            <a:r>
              <a:rPr dirty="0" sz="1800" b="1">
                <a:solidFill>
                  <a:srgbClr val="4E3629"/>
                </a:solidFill>
                <a:latin typeface="Courier New"/>
                <a:cs typeface="Courier New"/>
              </a:rPr>
              <a:t>'AD_VP',</a:t>
            </a:r>
            <a:r>
              <a:rPr dirty="0" sz="1800" spc="-55" b="1">
                <a:solidFill>
                  <a:srgbClr val="4E3629"/>
                </a:solidFill>
                <a:latin typeface="Courier New"/>
                <a:cs typeface="Courier New"/>
              </a:rPr>
              <a:t> </a:t>
            </a:r>
            <a:r>
              <a:rPr dirty="0" sz="1800" b="1">
                <a:solidFill>
                  <a:srgbClr val="4E3629"/>
                </a:solidFill>
                <a:latin typeface="Courier New"/>
                <a:cs typeface="Courier New"/>
              </a:rPr>
              <a:t>12000,</a:t>
            </a:r>
            <a:r>
              <a:rPr dirty="0" sz="1800" spc="-55" b="1">
                <a:solidFill>
                  <a:srgbClr val="4E3629"/>
                </a:solidFill>
                <a:latin typeface="Courier New"/>
                <a:cs typeface="Courier New"/>
              </a:rPr>
              <a:t> </a:t>
            </a:r>
            <a:r>
              <a:rPr dirty="0" sz="1800" b="1">
                <a:solidFill>
                  <a:srgbClr val="4E3629"/>
                </a:solidFill>
                <a:latin typeface="Courier New"/>
                <a:cs typeface="Courier New"/>
              </a:rPr>
              <a:t>null,</a:t>
            </a:r>
            <a:r>
              <a:rPr dirty="0" sz="1800" spc="-55" b="1">
                <a:solidFill>
                  <a:srgbClr val="4E3629"/>
                </a:solidFill>
                <a:latin typeface="Courier New"/>
                <a:cs typeface="Courier New"/>
              </a:rPr>
              <a:t> </a:t>
            </a:r>
            <a:r>
              <a:rPr dirty="0" sz="1800" b="1">
                <a:solidFill>
                  <a:srgbClr val="4E3629"/>
                </a:solidFill>
                <a:latin typeface="Courier New"/>
                <a:cs typeface="Courier New"/>
              </a:rPr>
              <a:t>100,</a:t>
            </a:r>
            <a:r>
              <a:rPr dirty="0" sz="1800" spc="-55" b="1">
                <a:solidFill>
                  <a:srgbClr val="4E3629"/>
                </a:solidFill>
                <a:latin typeface="Courier New"/>
                <a:cs typeface="Courier New"/>
              </a:rPr>
              <a:t> </a:t>
            </a:r>
            <a:r>
              <a:rPr dirty="0" sz="1800" b="1">
                <a:solidFill>
                  <a:srgbClr val="4E3629"/>
                </a:solidFill>
                <a:latin typeface="Courier New"/>
                <a:cs typeface="Courier New"/>
              </a:rPr>
              <a:t>90,</a:t>
            </a:r>
            <a:r>
              <a:rPr dirty="0" sz="1800" spc="-50" b="1">
                <a:solidFill>
                  <a:srgbClr val="4E3629"/>
                </a:solidFill>
                <a:latin typeface="Courier New"/>
                <a:cs typeface="Courier New"/>
              </a:rPr>
              <a:t> </a:t>
            </a:r>
            <a:r>
              <a:rPr dirty="0" sz="1800" spc="-10" b="1">
                <a:solidFill>
                  <a:srgbClr val="4E3629"/>
                </a:solidFill>
                <a:latin typeface="Courier New"/>
                <a:cs typeface="Courier New"/>
              </a:rPr>
              <a:t>NULL);</a:t>
            </a:r>
            <a:endParaRPr sz="1800">
              <a:latin typeface="Courier New"/>
              <a:cs typeface="Courier New"/>
            </a:endParaRPr>
          </a:p>
        </p:txBody>
      </p:sp>
      <p:sp>
        <p:nvSpPr>
          <p:cNvPr id="8" name="object 8" descr=""/>
          <p:cNvSpPr txBox="1"/>
          <p:nvPr/>
        </p:nvSpPr>
        <p:spPr>
          <a:xfrm>
            <a:off x="393191" y="3221735"/>
            <a:ext cx="8345805" cy="1885314"/>
          </a:xfrm>
          <a:prstGeom prst="rect">
            <a:avLst/>
          </a:prstGeom>
          <a:solidFill>
            <a:srgbClr val="9DBEC4">
              <a:alpha val="50199"/>
            </a:srgbClr>
          </a:solidFill>
        </p:spPr>
        <p:txBody>
          <a:bodyPr wrap="square" lIns="0" tIns="0" rIns="0" bIns="0" rtlCol="0" vert="horz">
            <a:spAutoFit/>
          </a:bodyPr>
          <a:lstStyle/>
          <a:p>
            <a:pPr>
              <a:lnSpc>
                <a:spcPts val="1810"/>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employee_id,first_name</a:t>
            </a:r>
            <a:r>
              <a:rPr dirty="0" sz="1800" spc="-70"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70"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b="1">
                <a:solidFill>
                  <a:srgbClr val="4E3629"/>
                </a:solidFill>
                <a:latin typeface="Courier New"/>
                <a:cs typeface="Courier New"/>
              </a:rPr>
              <a:t>AS</a:t>
            </a:r>
            <a:r>
              <a:rPr dirty="0" sz="1800" spc="-65" b="1">
                <a:solidFill>
                  <a:srgbClr val="4E3629"/>
                </a:solidFill>
                <a:latin typeface="Courier New"/>
                <a:cs typeface="Courier New"/>
              </a:rPr>
              <a:t> </a:t>
            </a:r>
            <a:r>
              <a:rPr dirty="0" sz="1800" spc="-10" b="1">
                <a:solidFill>
                  <a:srgbClr val="4E3629"/>
                </a:solidFill>
                <a:latin typeface="Courier New"/>
                <a:cs typeface="Courier New"/>
              </a:rPr>
              <a:t>"NAME",</a:t>
            </a:r>
            <a:endParaRPr sz="1800">
              <a:latin typeface="Courier New"/>
              <a:cs typeface="Courier New"/>
            </a:endParaRPr>
          </a:p>
          <a:p>
            <a:pPr marL="547370" marR="2466975">
              <a:lnSpc>
                <a:spcPct val="100000"/>
              </a:lnSpc>
              <a:tabLst>
                <a:tab pos="3002280" algn="l"/>
              </a:tabLst>
            </a:pPr>
            <a:r>
              <a:rPr dirty="0" sz="1800" b="1">
                <a:solidFill>
                  <a:srgbClr val="D1350F"/>
                </a:solidFill>
                <a:latin typeface="Courier New"/>
                <a:cs typeface="Courier New"/>
              </a:rPr>
              <a:t>versions_operation</a:t>
            </a:r>
            <a:r>
              <a:rPr dirty="0" sz="1800" spc="-105" b="1">
                <a:solidFill>
                  <a:srgbClr val="D1350F"/>
                </a:solidFill>
                <a:latin typeface="Courier New"/>
                <a:cs typeface="Courier New"/>
              </a:rPr>
              <a:t> </a:t>
            </a:r>
            <a:r>
              <a:rPr dirty="0" sz="1800" b="1">
                <a:solidFill>
                  <a:srgbClr val="4E3629"/>
                </a:solidFill>
                <a:latin typeface="Courier New"/>
                <a:cs typeface="Courier New"/>
              </a:rPr>
              <a:t>AS</a:t>
            </a:r>
            <a:r>
              <a:rPr dirty="0" sz="1800" spc="-95" b="1">
                <a:solidFill>
                  <a:srgbClr val="4E3629"/>
                </a:solidFill>
                <a:latin typeface="Courier New"/>
                <a:cs typeface="Courier New"/>
              </a:rPr>
              <a:t> </a:t>
            </a:r>
            <a:r>
              <a:rPr dirty="0" sz="1800" spc="-10" b="1">
                <a:solidFill>
                  <a:srgbClr val="4E3629"/>
                </a:solidFill>
                <a:latin typeface="Courier New"/>
                <a:cs typeface="Courier New"/>
              </a:rPr>
              <a:t>"OPERATION", </a:t>
            </a:r>
            <a:r>
              <a:rPr dirty="0" sz="1800" b="1">
                <a:solidFill>
                  <a:srgbClr val="D1350F"/>
                </a:solidFill>
                <a:latin typeface="Courier New"/>
                <a:cs typeface="Courier New"/>
              </a:rPr>
              <a:t>versions_starttime</a:t>
            </a:r>
            <a:r>
              <a:rPr dirty="0" sz="1800" spc="-105" b="1">
                <a:solidFill>
                  <a:srgbClr val="D1350F"/>
                </a:solidFill>
                <a:latin typeface="Courier New"/>
                <a:cs typeface="Courier New"/>
              </a:rPr>
              <a:t> </a:t>
            </a:r>
            <a:r>
              <a:rPr dirty="0" sz="1800" b="1">
                <a:solidFill>
                  <a:srgbClr val="4E3629"/>
                </a:solidFill>
                <a:latin typeface="Courier New"/>
                <a:cs typeface="Courier New"/>
              </a:rPr>
              <a:t>AS</a:t>
            </a:r>
            <a:r>
              <a:rPr dirty="0" sz="1800" spc="-95" b="1">
                <a:solidFill>
                  <a:srgbClr val="4E3629"/>
                </a:solidFill>
                <a:latin typeface="Courier New"/>
                <a:cs typeface="Courier New"/>
              </a:rPr>
              <a:t> </a:t>
            </a:r>
            <a:r>
              <a:rPr dirty="0" sz="1800" spc="-10" b="1">
                <a:solidFill>
                  <a:srgbClr val="4E3629"/>
                </a:solidFill>
                <a:latin typeface="Courier New"/>
                <a:cs typeface="Courier New"/>
              </a:rPr>
              <a:t>"START_DATE", </a:t>
            </a:r>
            <a:r>
              <a:rPr dirty="0" sz="1800" spc="-10" b="1">
                <a:solidFill>
                  <a:srgbClr val="D1350F"/>
                </a:solidFill>
                <a:latin typeface="Courier New"/>
                <a:cs typeface="Courier New"/>
              </a:rPr>
              <a:t>versions_endtime</a:t>
            </a:r>
            <a:r>
              <a:rPr dirty="0" sz="1800" b="1">
                <a:solidFill>
                  <a:srgbClr val="D1350F"/>
                </a:solidFill>
                <a:latin typeface="Courier New"/>
                <a:cs typeface="Courier New"/>
              </a:rPr>
              <a:t>	</a:t>
            </a:r>
            <a:r>
              <a:rPr dirty="0" sz="1800" b="1">
                <a:solidFill>
                  <a:srgbClr val="4E3629"/>
                </a:solidFill>
                <a:latin typeface="Courier New"/>
                <a:cs typeface="Courier New"/>
              </a:rPr>
              <a:t>AS</a:t>
            </a:r>
            <a:r>
              <a:rPr dirty="0" sz="1800" spc="-75" b="1">
                <a:solidFill>
                  <a:srgbClr val="4E3629"/>
                </a:solidFill>
                <a:latin typeface="Courier New"/>
                <a:cs typeface="Courier New"/>
              </a:rPr>
              <a:t> </a:t>
            </a:r>
            <a:r>
              <a:rPr dirty="0" sz="1800" b="1">
                <a:solidFill>
                  <a:srgbClr val="4E3629"/>
                </a:solidFill>
                <a:latin typeface="Courier New"/>
                <a:cs typeface="Courier New"/>
              </a:rPr>
              <a:t>"END_DATE",</a:t>
            </a:r>
            <a:r>
              <a:rPr dirty="0" sz="1800" spc="-60"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274320">
              <a:lnSpc>
                <a:spcPct val="100000"/>
              </a:lnSpc>
            </a:pPr>
            <a:r>
              <a:rPr dirty="0" sz="1800" b="1">
                <a:solidFill>
                  <a:srgbClr val="D1350F"/>
                </a:solidFill>
                <a:latin typeface="Courier New"/>
                <a:cs typeface="Courier New"/>
              </a:rPr>
              <a:t>VERSIONS</a:t>
            </a:r>
            <a:r>
              <a:rPr dirty="0" sz="1800" spc="-85" b="1">
                <a:solidFill>
                  <a:srgbClr val="D1350F"/>
                </a:solidFill>
                <a:latin typeface="Courier New"/>
                <a:cs typeface="Courier New"/>
              </a:rPr>
              <a:t> </a:t>
            </a:r>
            <a:r>
              <a:rPr dirty="0" sz="1800" b="1">
                <a:solidFill>
                  <a:srgbClr val="D1350F"/>
                </a:solidFill>
                <a:latin typeface="Courier New"/>
                <a:cs typeface="Courier New"/>
              </a:rPr>
              <a:t>BETWEEN</a:t>
            </a:r>
            <a:r>
              <a:rPr dirty="0" sz="1800" spc="-60" b="1">
                <a:solidFill>
                  <a:srgbClr val="D1350F"/>
                </a:solidFill>
                <a:latin typeface="Courier New"/>
                <a:cs typeface="Courier New"/>
              </a:rPr>
              <a:t> </a:t>
            </a:r>
            <a:r>
              <a:rPr dirty="0" sz="1800" b="1">
                <a:solidFill>
                  <a:srgbClr val="D1350F"/>
                </a:solidFill>
                <a:latin typeface="Courier New"/>
                <a:cs typeface="Courier New"/>
              </a:rPr>
              <a:t>SCN</a:t>
            </a:r>
            <a:r>
              <a:rPr dirty="0" sz="1800" spc="-60" b="1">
                <a:solidFill>
                  <a:srgbClr val="D1350F"/>
                </a:solidFill>
                <a:latin typeface="Courier New"/>
                <a:cs typeface="Courier New"/>
              </a:rPr>
              <a:t> </a:t>
            </a:r>
            <a:r>
              <a:rPr dirty="0" sz="1800" b="1">
                <a:solidFill>
                  <a:srgbClr val="D1350F"/>
                </a:solidFill>
                <a:latin typeface="Courier New"/>
                <a:cs typeface="Courier New"/>
              </a:rPr>
              <a:t>MINVALUE</a:t>
            </a:r>
            <a:r>
              <a:rPr dirty="0" sz="1800" spc="-60" b="1">
                <a:solidFill>
                  <a:srgbClr val="D1350F"/>
                </a:solidFill>
                <a:latin typeface="Courier New"/>
                <a:cs typeface="Courier New"/>
              </a:rPr>
              <a:t> </a:t>
            </a:r>
            <a:r>
              <a:rPr dirty="0" sz="1800" b="1">
                <a:solidFill>
                  <a:srgbClr val="D1350F"/>
                </a:solidFill>
                <a:latin typeface="Courier New"/>
                <a:cs typeface="Courier New"/>
              </a:rPr>
              <a:t>AND</a:t>
            </a:r>
            <a:r>
              <a:rPr dirty="0" sz="1800" spc="-55" b="1">
                <a:solidFill>
                  <a:srgbClr val="D1350F"/>
                </a:solidFill>
                <a:latin typeface="Courier New"/>
                <a:cs typeface="Courier New"/>
              </a:rPr>
              <a:t> </a:t>
            </a:r>
            <a:r>
              <a:rPr dirty="0" sz="1800" spc="-10" b="1">
                <a:solidFill>
                  <a:srgbClr val="D1350F"/>
                </a:solidFill>
                <a:latin typeface="Courier New"/>
                <a:cs typeface="Courier New"/>
              </a:rPr>
              <a:t>MAXVALUE</a:t>
            </a:r>
            <a:endParaRPr sz="1800">
              <a:latin typeface="Courier New"/>
              <a:cs typeface="Courier New"/>
            </a:endParaRPr>
          </a:p>
          <a:p>
            <a:pPr>
              <a:lnSpc>
                <a:spcPct val="100000"/>
              </a:lnSpc>
              <a:tabLst>
                <a:tab pos="956944" algn="l"/>
              </a:tabLst>
            </a:pPr>
            <a:r>
              <a:rPr dirty="0" sz="1800" spc="-10" b="1">
                <a:solidFill>
                  <a:srgbClr val="4E3629"/>
                </a:solidFill>
                <a:latin typeface="Courier New"/>
                <a:cs typeface="Courier New"/>
              </a:rPr>
              <a:t>WHERE</a:t>
            </a:r>
            <a:r>
              <a:rPr dirty="0" sz="1800" b="1">
                <a:solidFill>
                  <a:srgbClr val="4E3629"/>
                </a:solidFill>
                <a:latin typeface="Courier New"/>
                <a:cs typeface="Courier New"/>
              </a:rPr>
              <a:t>	employee_id</a:t>
            </a:r>
            <a:r>
              <a:rPr dirty="0" sz="1800" spc="-80" b="1">
                <a:solidFill>
                  <a:srgbClr val="4E3629"/>
                </a:solidFill>
                <a:latin typeface="Courier New"/>
                <a:cs typeface="Courier New"/>
              </a:rPr>
              <a:t> </a:t>
            </a:r>
            <a:r>
              <a:rPr dirty="0" sz="1800" b="1">
                <a:solidFill>
                  <a:srgbClr val="4E3629"/>
                </a:solidFill>
                <a:latin typeface="Courier New"/>
                <a:cs typeface="Courier New"/>
              </a:rPr>
              <a:t>=</a:t>
            </a:r>
            <a:r>
              <a:rPr dirty="0" sz="1800" spc="-65" b="1">
                <a:solidFill>
                  <a:srgbClr val="4E3629"/>
                </a:solidFill>
                <a:latin typeface="Courier New"/>
                <a:cs typeface="Courier New"/>
              </a:rPr>
              <a:t> </a:t>
            </a:r>
            <a:r>
              <a:rPr dirty="0" sz="1800" spc="-25" b="1">
                <a:solidFill>
                  <a:srgbClr val="4E3629"/>
                </a:solidFill>
                <a:latin typeface="Courier New"/>
                <a:cs typeface="Courier New"/>
              </a:rPr>
              <a:t>1;</a:t>
            </a:r>
            <a:endParaRPr sz="1800">
              <a:latin typeface="Courier New"/>
              <a:cs typeface="Courier New"/>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37</a:t>
            </a:r>
          </a:p>
        </p:txBody>
      </p:sp>
      <p:sp>
        <p:nvSpPr>
          <p:cNvPr id="5" name="object 5" descr=""/>
          <p:cNvSpPr txBox="1"/>
          <p:nvPr/>
        </p:nvSpPr>
        <p:spPr>
          <a:xfrm>
            <a:off x="483514" y="1415923"/>
            <a:ext cx="585470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a:solidFill>
                  <a:srgbClr val="4E3629"/>
                </a:solidFill>
                <a:latin typeface="Calibri"/>
                <a:cs typeface="Calibri"/>
              </a:rPr>
              <a:t>A</a:t>
            </a:r>
            <a:r>
              <a:rPr dirty="0" sz="2800" spc="-60">
                <a:solidFill>
                  <a:srgbClr val="4E3629"/>
                </a:solidFill>
                <a:latin typeface="Calibri"/>
                <a:cs typeface="Calibri"/>
              </a:rPr>
              <a:t> </a:t>
            </a:r>
            <a:r>
              <a:rPr dirty="0" sz="2800" spc="-10">
                <a:solidFill>
                  <a:srgbClr val="4E3629"/>
                </a:solidFill>
                <a:latin typeface="Calibri"/>
                <a:cs typeface="Calibri"/>
              </a:rPr>
              <a:t>continuación,</a:t>
            </a:r>
            <a:r>
              <a:rPr dirty="0" sz="2800" spc="-45">
                <a:solidFill>
                  <a:srgbClr val="4E3629"/>
                </a:solidFill>
                <a:latin typeface="Calibri"/>
                <a:cs typeface="Calibri"/>
              </a:rPr>
              <a:t> </a:t>
            </a:r>
            <a:r>
              <a:rPr dirty="0" sz="2800">
                <a:solidFill>
                  <a:srgbClr val="4E3629"/>
                </a:solidFill>
                <a:latin typeface="Calibri"/>
                <a:cs typeface="Calibri"/>
              </a:rPr>
              <a:t>puede</a:t>
            </a:r>
            <a:r>
              <a:rPr dirty="0" sz="2800" spc="-45">
                <a:solidFill>
                  <a:srgbClr val="4E3629"/>
                </a:solidFill>
                <a:latin typeface="Calibri"/>
                <a:cs typeface="Calibri"/>
              </a:rPr>
              <a:t> </a:t>
            </a:r>
            <a:r>
              <a:rPr dirty="0" sz="2800">
                <a:solidFill>
                  <a:srgbClr val="4E3629"/>
                </a:solidFill>
                <a:latin typeface="Calibri"/>
                <a:cs typeface="Calibri"/>
              </a:rPr>
              <a:t>actualizar</a:t>
            </a:r>
            <a:r>
              <a:rPr dirty="0" sz="2800" spc="-70">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fila:</a:t>
            </a:r>
            <a:endParaRPr sz="2800">
              <a:latin typeface="Calibri"/>
              <a:cs typeface="Calibri"/>
            </a:endParaRPr>
          </a:p>
        </p:txBody>
      </p:sp>
      <p:graphicFrame>
        <p:nvGraphicFramePr>
          <p:cNvPr id="6" name="object 6" descr=""/>
          <p:cNvGraphicFramePr>
            <a:graphicFrameLocks noGrp="1"/>
          </p:cNvGraphicFramePr>
          <p:nvPr/>
        </p:nvGraphicFramePr>
        <p:xfrm>
          <a:off x="821867" y="4870577"/>
          <a:ext cx="7576820" cy="1064895"/>
        </p:xfrm>
        <a:graphic>
          <a:graphicData uri="http://schemas.openxmlformats.org/drawingml/2006/table">
            <a:tbl>
              <a:tblPr firstRow="1" bandRow="1">
                <a:tableStyleId>{2D5ABB26-0587-4C30-8999-92F81FD0307C}</a:tableStyleId>
              </a:tblPr>
              <a:tblGrid>
                <a:gridCol w="1019810"/>
                <a:gridCol w="1202055"/>
                <a:gridCol w="882014"/>
                <a:gridCol w="1866264"/>
                <a:gridCol w="1917699"/>
                <a:gridCol w="601345"/>
              </a:tblGrid>
              <a:tr h="335280">
                <a:tc>
                  <a:txBody>
                    <a:bodyPr/>
                    <a:lstStyle/>
                    <a:p>
                      <a:pPr marL="12700">
                        <a:lnSpc>
                          <a:spcPct val="100000"/>
                        </a:lnSpc>
                        <a:spcBef>
                          <a:spcPts val="475"/>
                        </a:spcBef>
                      </a:pPr>
                      <a:r>
                        <a:rPr dirty="0" sz="1300" spc="-10" b="1">
                          <a:solidFill>
                            <a:srgbClr val="4E3629"/>
                          </a:solidFill>
                          <a:latin typeface="Calibri"/>
                          <a:cs typeface="Calibri"/>
                        </a:rPr>
                        <a:t>EMPLOYEE_ID</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475"/>
                        </a:spcBef>
                      </a:pPr>
                      <a:r>
                        <a:rPr dirty="0" sz="1300" spc="-20" b="1">
                          <a:solidFill>
                            <a:srgbClr val="4E3629"/>
                          </a:solidFill>
                          <a:latin typeface="Calibri"/>
                          <a:cs typeface="Calibri"/>
                        </a:rPr>
                        <a:t>NAME</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475"/>
                        </a:spcBef>
                      </a:pPr>
                      <a:r>
                        <a:rPr dirty="0" sz="1300" spc="-10" b="1">
                          <a:solidFill>
                            <a:srgbClr val="4E3629"/>
                          </a:solidFill>
                          <a:latin typeface="Calibri"/>
                          <a:cs typeface="Calibri"/>
                        </a:rPr>
                        <a:t>OPERATION</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59"/>
                        </a:spcBef>
                      </a:pPr>
                      <a:r>
                        <a:rPr dirty="0" sz="1300" spc="-10" b="1">
                          <a:solidFill>
                            <a:srgbClr val="4E3629"/>
                          </a:solidFill>
                          <a:latin typeface="Calibri"/>
                          <a:cs typeface="Calibri"/>
                        </a:rPr>
                        <a:t>START_DATE</a:t>
                      </a:r>
                      <a:endParaRPr sz="1300">
                        <a:latin typeface="Calibri"/>
                        <a:cs typeface="Calibri"/>
                      </a:endParaRPr>
                    </a:p>
                  </a:txBody>
                  <a:tcPr marL="0" marR="0" marB="0" marT="5841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75"/>
                        </a:spcBef>
                      </a:pPr>
                      <a:r>
                        <a:rPr dirty="0" sz="1300" spc="-10" b="1">
                          <a:solidFill>
                            <a:srgbClr val="4E3629"/>
                          </a:solidFill>
                          <a:latin typeface="Calibri"/>
                          <a:cs typeface="Calibri"/>
                        </a:rPr>
                        <a:t>END_DATE</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75"/>
                        </a:spcBef>
                      </a:pPr>
                      <a:r>
                        <a:rPr dirty="0" sz="1300" spc="-10" b="1">
                          <a:solidFill>
                            <a:srgbClr val="4E3629"/>
                          </a:solidFill>
                          <a:latin typeface="Calibri"/>
                          <a:cs typeface="Calibri"/>
                        </a:rPr>
                        <a:t>SALARY</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94335">
                <a:tc>
                  <a:txBody>
                    <a:bodyPr/>
                    <a:lstStyle/>
                    <a:p>
                      <a:pPr marL="12700">
                        <a:lnSpc>
                          <a:spcPct val="100000"/>
                        </a:lnSpc>
                        <a:spcBef>
                          <a:spcPts val="710"/>
                        </a:spcBef>
                      </a:pPr>
                      <a:r>
                        <a:rPr dirty="0" sz="1300" spc="-50">
                          <a:solidFill>
                            <a:srgbClr val="4E3629"/>
                          </a:solidFill>
                          <a:latin typeface="Calibri"/>
                          <a:cs typeface="Calibri"/>
                        </a:rPr>
                        <a:t>1</a:t>
                      </a:r>
                      <a:endParaRPr sz="1300">
                        <a:latin typeface="Calibri"/>
                        <a:cs typeface="Calibri"/>
                      </a:endParaRPr>
                    </a:p>
                  </a:txBody>
                  <a:tcPr marL="0" marR="0" marB="0" marT="9017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710"/>
                        </a:spcBef>
                      </a:pPr>
                      <a:r>
                        <a:rPr dirty="0" sz="1300">
                          <a:solidFill>
                            <a:srgbClr val="4E3629"/>
                          </a:solidFill>
                          <a:latin typeface="Calibri"/>
                          <a:cs typeface="Calibri"/>
                        </a:rPr>
                        <a:t>Natacha</a:t>
                      </a:r>
                      <a:r>
                        <a:rPr dirty="0" sz="1300" spc="-60">
                          <a:solidFill>
                            <a:srgbClr val="4E3629"/>
                          </a:solidFill>
                          <a:latin typeface="Calibri"/>
                          <a:cs typeface="Calibri"/>
                        </a:rPr>
                        <a:t> </a:t>
                      </a:r>
                      <a:r>
                        <a:rPr dirty="0" sz="1300" spc="-10">
                          <a:solidFill>
                            <a:srgbClr val="4E3629"/>
                          </a:solidFill>
                          <a:latin typeface="Calibri"/>
                          <a:cs typeface="Calibri"/>
                        </a:rPr>
                        <a:t>Hansen</a:t>
                      </a:r>
                      <a:endParaRPr sz="1300">
                        <a:latin typeface="Calibri"/>
                        <a:cs typeface="Calibri"/>
                      </a:endParaRPr>
                    </a:p>
                  </a:txBody>
                  <a:tcPr marL="0" marR="0" marB="0" marT="9017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710"/>
                        </a:spcBef>
                      </a:pPr>
                      <a:r>
                        <a:rPr dirty="0" sz="1300" spc="-50">
                          <a:solidFill>
                            <a:srgbClr val="4E3629"/>
                          </a:solidFill>
                          <a:latin typeface="Calibri"/>
                          <a:cs typeface="Calibri"/>
                        </a:rPr>
                        <a:t>U</a:t>
                      </a:r>
                      <a:endParaRPr sz="1300">
                        <a:latin typeface="Calibri"/>
                        <a:cs typeface="Calibri"/>
                      </a:endParaRPr>
                    </a:p>
                  </a:txBody>
                  <a:tcPr marL="0" marR="0" marB="0" marT="9017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3335">
                        <a:lnSpc>
                          <a:spcPct val="100000"/>
                        </a:lnSpc>
                        <a:spcBef>
                          <a:spcPts val="710"/>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10">
                          <a:solidFill>
                            <a:srgbClr val="4E3629"/>
                          </a:solidFill>
                          <a:latin typeface="Calibri"/>
                          <a:cs typeface="Calibri"/>
                        </a:rPr>
                        <a:t> </a:t>
                      </a:r>
                      <a:r>
                        <a:rPr dirty="0" sz="1300">
                          <a:solidFill>
                            <a:srgbClr val="4E3629"/>
                          </a:solidFill>
                          <a:latin typeface="Calibri"/>
                          <a:cs typeface="Calibri"/>
                        </a:rPr>
                        <a:t>06.57.01</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9017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1435">
                        <a:lnSpc>
                          <a:spcPct val="100000"/>
                        </a:lnSpc>
                        <a:spcBef>
                          <a:spcPts val="710"/>
                        </a:spcBef>
                      </a:pPr>
                      <a:r>
                        <a:rPr dirty="0" sz="1300" spc="-50">
                          <a:solidFill>
                            <a:srgbClr val="4E3629"/>
                          </a:solidFill>
                          <a:latin typeface="Calibri"/>
                          <a:cs typeface="Calibri"/>
                        </a:rPr>
                        <a:t>-</a:t>
                      </a:r>
                      <a:endParaRPr sz="1300">
                        <a:latin typeface="Calibri"/>
                        <a:cs typeface="Calibri"/>
                      </a:endParaRPr>
                    </a:p>
                  </a:txBody>
                  <a:tcPr marL="0" marR="0" marB="0" marT="9017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3335">
                        <a:lnSpc>
                          <a:spcPct val="100000"/>
                        </a:lnSpc>
                        <a:spcBef>
                          <a:spcPts val="710"/>
                        </a:spcBef>
                      </a:pPr>
                      <a:r>
                        <a:rPr dirty="0" sz="1300" spc="-50">
                          <a:solidFill>
                            <a:srgbClr val="4E3629"/>
                          </a:solidFill>
                          <a:latin typeface="Calibri"/>
                          <a:cs typeface="Calibri"/>
                        </a:rPr>
                        <a:t>1</a:t>
                      </a:r>
                      <a:endParaRPr sz="1300">
                        <a:latin typeface="Calibri"/>
                        <a:cs typeface="Calibri"/>
                      </a:endParaRPr>
                    </a:p>
                  </a:txBody>
                  <a:tcPr marL="0" marR="0" marB="0" marT="9017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35280">
                <a:tc>
                  <a:txBody>
                    <a:bodyPr/>
                    <a:lstStyle/>
                    <a:p>
                      <a:pPr marL="12700">
                        <a:lnSpc>
                          <a:spcPct val="100000"/>
                        </a:lnSpc>
                        <a:spcBef>
                          <a:spcPts val="475"/>
                        </a:spcBef>
                      </a:pPr>
                      <a:r>
                        <a:rPr dirty="0" sz="1300" spc="-50">
                          <a:solidFill>
                            <a:srgbClr val="4E3629"/>
                          </a:solidFill>
                          <a:latin typeface="Calibri"/>
                          <a:cs typeface="Calibri"/>
                        </a:rPr>
                        <a:t>1</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a:solidFill>
                            <a:srgbClr val="4E3629"/>
                          </a:solidFill>
                          <a:latin typeface="Calibri"/>
                          <a:cs typeface="Calibri"/>
                        </a:rPr>
                        <a:t>Natacha</a:t>
                      </a:r>
                      <a:r>
                        <a:rPr dirty="0" sz="1300" spc="-60">
                          <a:solidFill>
                            <a:srgbClr val="4E3629"/>
                          </a:solidFill>
                          <a:latin typeface="Calibri"/>
                          <a:cs typeface="Calibri"/>
                        </a:rPr>
                        <a:t> </a:t>
                      </a:r>
                      <a:r>
                        <a:rPr dirty="0" sz="1300" spc="-10">
                          <a:solidFill>
                            <a:srgbClr val="4E3629"/>
                          </a:solidFill>
                          <a:latin typeface="Calibri"/>
                          <a:cs typeface="Calibri"/>
                        </a:rPr>
                        <a:t>Hansen</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spc="-50">
                          <a:solidFill>
                            <a:srgbClr val="4E3629"/>
                          </a:solidFill>
                          <a:latin typeface="Calibri"/>
                          <a:cs typeface="Calibri"/>
                        </a:rPr>
                        <a:t>I</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10">
                          <a:solidFill>
                            <a:srgbClr val="4E3629"/>
                          </a:solidFill>
                          <a:latin typeface="Calibri"/>
                          <a:cs typeface="Calibri"/>
                        </a:rPr>
                        <a:t> </a:t>
                      </a:r>
                      <a:r>
                        <a:rPr dirty="0" sz="1300">
                          <a:solidFill>
                            <a:srgbClr val="4E3629"/>
                          </a:solidFill>
                          <a:latin typeface="Calibri"/>
                          <a:cs typeface="Calibri"/>
                        </a:rPr>
                        <a:t>06.51.58</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10">
                          <a:solidFill>
                            <a:srgbClr val="4E3629"/>
                          </a:solidFill>
                          <a:latin typeface="Calibri"/>
                          <a:cs typeface="Calibri"/>
                        </a:rPr>
                        <a:t> </a:t>
                      </a:r>
                      <a:r>
                        <a:rPr dirty="0" sz="1300">
                          <a:solidFill>
                            <a:srgbClr val="4E3629"/>
                          </a:solidFill>
                          <a:latin typeface="Calibri"/>
                          <a:cs typeface="Calibri"/>
                        </a:rPr>
                        <a:t>06.57.01</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10">
                          <a:solidFill>
                            <a:srgbClr val="4E3629"/>
                          </a:solidFill>
                          <a:latin typeface="Calibri"/>
                          <a:cs typeface="Calibri"/>
                        </a:rPr>
                        <a:t>12000</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7" name="object 7" descr=""/>
          <p:cNvSpPr txBox="1"/>
          <p:nvPr/>
        </p:nvSpPr>
        <p:spPr>
          <a:xfrm>
            <a:off x="405384" y="1937004"/>
            <a:ext cx="8345805" cy="817244"/>
          </a:xfrm>
          <a:prstGeom prst="rect">
            <a:avLst/>
          </a:prstGeom>
          <a:solidFill>
            <a:srgbClr val="9DBEC4">
              <a:alpha val="50199"/>
            </a:srgbClr>
          </a:solidFill>
        </p:spPr>
        <p:txBody>
          <a:bodyPr wrap="square" lIns="0" tIns="0" rIns="0" bIns="0" rtlCol="0" vert="horz">
            <a:spAutoFit/>
          </a:bodyPr>
          <a:lstStyle/>
          <a:p>
            <a:pPr>
              <a:lnSpc>
                <a:spcPts val="1925"/>
              </a:lnSpc>
            </a:pPr>
            <a:r>
              <a:rPr dirty="0" sz="1800" b="1">
                <a:solidFill>
                  <a:srgbClr val="4E3629"/>
                </a:solidFill>
                <a:latin typeface="Courier New"/>
                <a:cs typeface="Courier New"/>
              </a:rPr>
              <a:t>UPDATE</a:t>
            </a:r>
            <a:r>
              <a:rPr dirty="0" sz="1800" spc="-45"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a:lnSpc>
                <a:spcPct val="100000"/>
              </a:lnSpc>
            </a:pPr>
            <a:r>
              <a:rPr dirty="0" sz="1800" b="1">
                <a:solidFill>
                  <a:srgbClr val="4E3629"/>
                </a:solidFill>
                <a:latin typeface="Courier New"/>
                <a:cs typeface="Courier New"/>
              </a:rPr>
              <a:t>SET</a:t>
            </a:r>
            <a:r>
              <a:rPr dirty="0" sz="1800" spc="-40" b="1">
                <a:solidFill>
                  <a:srgbClr val="4E3629"/>
                </a:solidFill>
                <a:latin typeface="Courier New"/>
                <a:cs typeface="Courier New"/>
              </a:rPr>
              <a:t> </a:t>
            </a:r>
            <a:r>
              <a:rPr dirty="0" sz="1800" b="1">
                <a:solidFill>
                  <a:srgbClr val="4E3629"/>
                </a:solidFill>
                <a:latin typeface="Courier New"/>
                <a:cs typeface="Courier New"/>
              </a:rPr>
              <a:t>salary</a:t>
            </a:r>
            <a:r>
              <a:rPr dirty="0" sz="1800" spc="-50" b="1">
                <a:solidFill>
                  <a:srgbClr val="4E3629"/>
                </a:solidFill>
                <a:latin typeface="Courier New"/>
                <a:cs typeface="Courier New"/>
              </a:rPr>
              <a:t> </a:t>
            </a:r>
            <a:r>
              <a:rPr dirty="0" sz="1800" b="1">
                <a:solidFill>
                  <a:srgbClr val="4E3629"/>
                </a:solidFill>
                <a:latin typeface="Courier New"/>
                <a:cs typeface="Courier New"/>
              </a:rPr>
              <a:t>=</a:t>
            </a:r>
            <a:r>
              <a:rPr dirty="0" sz="1800" spc="-20" b="1">
                <a:solidFill>
                  <a:srgbClr val="4E3629"/>
                </a:solidFill>
                <a:latin typeface="Courier New"/>
                <a:cs typeface="Courier New"/>
              </a:rPr>
              <a:t> </a:t>
            </a:r>
            <a:r>
              <a:rPr dirty="0" sz="1800" spc="-50" b="1">
                <a:solidFill>
                  <a:srgbClr val="4E3629"/>
                </a:solidFill>
                <a:latin typeface="Courier New"/>
                <a:cs typeface="Courier New"/>
              </a:rPr>
              <a:t>1</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55" b="1">
                <a:solidFill>
                  <a:srgbClr val="4E3629"/>
                </a:solidFill>
                <a:latin typeface="Courier New"/>
                <a:cs typeface="Courier New"/>
              </a:rPr>
              <a:t> </a:t>
            </a:r>
            <a:r>
              <a:rPr dirty="0" sz="1800" b="1">
                <a:solidFill>
                  <a:srgbClr val="4E3629"/>
                </a:solidFill>
                <a:latin typeface="Courier New"/>
                <a:cs typeface="Courier New"/>
              </a:rPr>
              <a:t>employee_id</a:t>
            </a:r>
            <a:r>
              <a:rPr dirty="0" sz="1800" spc="-40"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spc="-25" b="1">
                <a:solidFill>
                  <a:srgbClr val="4E3629"/>
                </a:solidFill>
                <a:latin typeface="Courier New"/>
                <a:cs typeface="Courier New"/>
              </a:rPr>
              <a:t>1;</a:t>
            </a:r>
            <a:endParaRPr sz="1800">
              <a:latin typeface="Courier New"/>
              <a:cs typeface="Courier New"/>
            </a:endParaRPr>
          </a:p>
        </p:txBody>
      </p:sp>
      <p:sp>
        <p:nvSpPr>
          <p:cNvPr id="8" name="object 8" descr=""/>
          <p:cNvSpPr txBox="1"/>
          <p:nvPr/>
        </p:nvSpPr>
        <p:spPr>
          <a:xfrm>
            <a:off x="405384" y="2865120"/>
            <a:ext cx="8345805" cy="1887220"/>
          </a:xfrm>
          <a:prstGeom prst="rect">
            <a:avLst/>
          </a:prstGeom>
          <a:solidFill>
            <a:srgbClr val="9DBEC4">
              <a:alpha val="50199"/>
            </a:srgbClr>
          </a:solidFill>
        </p:spPr>
        <p:txBody>
          <a:bodyPr wrap="square" lIns="0" tIns="0" rIns="0" bIns="0" rtlCol="0" vert="horz">
            <a:spAutoFit/>
          </a:bodyPr>
          <a:lstStyle/>
          <a:p>
            <a:pPr>
              <a:lnSpc>
                <a:spcPts val="1820"/>
              </a:lnSpc>
            </a:pPr>
            <a:r>
              <a:rPr dirty="0" sz="1800" b="1">
                <a:solidFill>
                  <a:srgbClr val="4E3629"/>
                </a:solidFill>
                <a:latin typeface="Courier New"/>
                <a:cs typeface="Courier New"/>
              </a:rPr>
              <a:t>SELECT</a:t>
            </a:r>
            <a:r>
              <a:rPr dirty="0" sz="1800" spc="-70" b="1">
                <a:solidFill>
                  <a:srgbClr val="4E3629"/>
                </a:solidFill>
                <a:latin typeface="Courier New"/>
                <a:cs typeface="Courier New"/>
              </a:rPr>
              <a:t> </a:t>
            </a:r>
            <a:r>
              <a:rPr dirty="0" sz="1800" b="1">
                <a:solidFill>
                  <a:srgbClr val="4E3629"/>
                </a:solidFill>
                <a:latin typeface="Courier New"/>
                <a:cs typeface="Courier New"/>
              </a:rPr>
              <a:t>employee_id,first_name</a:t>
            </a:r>
            <a:r>
              <a:rPr dirty="0" sz="1800" spc="-90" b="1">
                <a:solidFill>
                  <a:srgbClr val="4E3629"/>
                </a:solidFill>
                <a:latin typeface="Courier New"/>
                <a:cs typeface="Courier New"/>
              </a:rPr>
              <a:t> </a:t>
            </a:r>
            <a:r>
              <a:rPr dirty="0" sz="1800" b="1">
                <a:solidFill>
                  <a:srgbClr val="4E3629"/>
                </a:solidFill>
                <a:latin typeface="Courier New"/>
                <a:cs typeface="Courier New"/>
              </a:rPr>
              <a:t>||'</a:t>
            </a:r>
            <a:r>
              <a:rPr dirty="0" sz="1800" spc="-80" b="1">
                <a:solidFill>
                  <a:srgbClr val="4E3629"/>
                </a:solidFill>
                <a:latin typeface="Courier New"/>
                <a:cs typeface="Courier New"/>
              </a:rPr>
              <a:t> </a:t>
            </a:r>
            <a:r>
              <a:rPr dirty="0" sz="1800" b="1">
                <a:solidFill>
                  <a:srgbClr val="4E3629"/>
                </a:solidFill>
                <a:latin typeface="Courier New"/>
                <a:cs typeface="Courier New"/>
              </a:rPr>
              <a:t>'||</a:t>
            </a:r>
            <a:r>
              <a:rPr dirty="0" sz="1800" spc="-85" b="1">
                <a:solidFill>
                  <a:srgbClr val="4E3629"/>
                </a:solidFill>
                <a:latin typeface="Courier New"/>
                <a:cs typeface="Courier New"/>
              </a:rPr>
              <a:t> </a:t>
            </a:r>
            <a:r>
              <a:rPr dirty="0" sz="1800" b="1">
                <a:solidFill>
                  <a:srgbClr val="4E3629"/>
                </a:solidFill>
                <a:latin typeface="Courier New"/>
                <a:cs typeface="Courier New"/>
              </a:rPr>
              <a:t>last_name</a:t>
            </a:r>
            <a:r>
              <a:rPr dirty="0" sz="1800" spc="-90" b="1">
                <a:solidFill>
                  <a:srgbClr val="4E3629"/>
                </a:solidFill>
                <a:latin typeface="Courier New"/>
                <a:cs typeface="Courier New"/>
              </a:rPr>
              <a:t> </a:t>
            </a:r>
            <a:r>
              <a:rPr dirty="0" sz="1800" b="1">
                <a:solidFill>
                  <a:srgbClr val="4E3629"/>
                </a:solidFill>
                <a:latin typeface="Courier New"/>
                <a:cs typeface="Courier New"/>
              </a:rPr>
              <a:t>AS</a:t>
            </a:r>
            <a:r>
              <a:rPr dirty="0" sz="1800" spc="-65" b="1">
                <a:solidFill>
                  <a:srgbClr val="4E3629"/>
                </a:solidFill>
                <a:latin typeface="Courier New"/>
                <a:cs typeface="Courier New"/>
              </a:rPr>
              <a:t> </a:t>
            </a:r>
            <a:r>
              <a:rPr dirty="0" sz="1800" spc="-10" b="1">
                <a:solidFill>
                  <a:srgbClr val="4E3629"/>
                </a:solidFill>
                <a:latin typeface="Courier New"/>
                <a:cs typeface="Courier New"/>
              </a:rPr>
              <a:t>"NAME",</a:t>
            </a:r>
            <a:endParaRPr sz="1800">
              <a:latin typeface="Courier New"/>
              <a:cs typeface="Courier New"/>
            </a:endParaRPr>
          </a:p>
          <a:p>
            <a:pPr marL="546735" marR="2467610">
              <a:lnSpc>
                <a:spcPct val="100000"/>
              </a:lnSpc>
              <a:tabLst>
                <a:tab pos="3001645" algn="l"/>
              </a:tabLst>
            </a:pPr>
            <a:r>
              <a:rPr dirty="0" sz="1800" b="1">
                <a:solidFill>
                  <a:srgbClr val="D1350F"/>
                </a:solidFill>
                <a:latin typeface="Courier New"/>
                <a:cs typeface="Courier New"/>
              </a:rPr>
              <a:t>versions_operation</a:t>
            </a:r>
            <a:r>
              <a:rPr dirty="0" sz="1800" spc="-110" b="1">
                <a:solidFill>
                  <a:srgbClr val="D1350F"/>
                </a:solidFill>
                <a:latin typeface="Courier New"/>
                <a:cs typeface="Courier New"/>
              </a:rPr>
              <a:t> </a:t>
            </a:r>
            <a:r>
              <a:rPr dirty="0" sz="1800" b="1">
                <a:solidFill>
                  <a:srgbClr val="4E3629"/>
                </a:solidFill>
                <a:latin typeface="Courier New"/>
                <a:cs typeface="Courier New"/>
              </a:rPr>
              <a:t>AS</a:t>
            </a:r>
            <a:r>
              <a:rPr dirty="0" sz="1800" spc="-95" b="1">
                <a:solidFill>
                  <a:srgbClr val="4E3629"/>
                </a:solidFill>
                <a:latin typeface="Courier New"/>
                <a:cs typeface="Courier New"/>
              </a:rPr>
              <a:t> </a:t>
            </a:r>
            <a:r>
              <a:rPr dirty="0" sz="1800" spc="-10" b="1">
                <a:solidFill>
                  <a:srgbClr val="4E3629"/>
                </a:solidFill>
                <a:latin typeface="Courier New"/>
                <a:cs typeface="Courier New"/>
              </a:rPr>
              <a:t>"OPERATION", </a:t>
            </a:r>
            <a:r>
              <a:rPr dirty="0" sz="1800" b="1">
                <a:solidFill>
                  <a:srgbClr val="D1350F"/>
                </a:solidFill>
                <a:latin typeface="Courier New"/>
                <a:cs typeface="Courier New"/>
              </a:rPr>
              <a:t>versions_starttime</a:t>
            </a:r>
            <a:r>
              <a:rPr dirty="0" sz="1800" spc="-110" b="1">
                <a:solidFill>
                  <a:srgbClr val="D1350F"/>
                </a:solidFill>
                <a:latin typeface="Courier New"/>
                <a:cs typeface="Courier New"/>
              </a:rPr>
              <a:t> </a:t>
            </a:r>
            <a:r>
              <a:rPr dirty="0" sz="1800" b="1">
                <a:solidFill>
                  <a:srgbClr val="4E3629"/>
                </a:solidFill>
                <a:latin typeface="Courier New"/>
                <a:cs typeface="Courier New"/>
              </a:rPr>
              <a:t>AS</a:t>
            </a:r>
            <a:r>
              <a:rPr dirty="0" sz="1800" spc="-95" b="1">
                <a:solidFill>
                  <a:srgbClr val="4E3629"/>
                </a:solidFill>
                <a:latin typeface="Courier New"/>
                <a:cs typeface="Courier New"/>
              </a:rPr>
              <a:t> </a:t>
            </a:r>
            <a:r>
              <a:rPr dirty="0" sz="1800" spc="-10" b="1">
                <a:solidFill>
                  <a:srgbClr val="4E3629"/>
                </a:solidFill>
                <a:latin typeface="Courier New"/>
                <a:cs typeface="Courier New"/>
              </a:rPr>
              <a:t>"START_DATE", </a:t>
            </a:r>
            <a:r>
              <a:rPr dirty="0" sz="1800" spc="-10" b="1">
                <a:solidFill>
                  <a:srgbClr val="D1350F"/>
                </a:solidFill>
                <a:latin typeface="Courier New"/>
                <a:cs typeface="Courier New"/>
              </a:rPr>
              <a:t>versions_endtime</a:t>
            </a:r>
            <a:r>
              <a:rPr dirty="0" sz="1800" b="1">
                <a:solidFill>
                  <a:srgbClr val="D1350F"/>
                </a:solidFill>
                <a:latin typeface="Courier New"/>
                <a:cs typeface="Courier New"/>
              </a:rPr>
              <a:t>	</a:t>
            </a:r>
            <a:r>
              <a:rPr dirty="0" sz="1800" b="1">
                <a:solidFill>
                  <a:srgbClr val="4E3629"/>
                </a:solidFill>
                <a:latin typeface="Courier New"/>
                <a:cs typeface="Courier New"/>
              </a:rPr>
              <a:t>AS</a:t>
            </a:r>
            <a:r>
              <a:rPr dirty="0" sz="1800" spc="-75" b="1">
                <a:solidFill>
                  <a:srgbClr val="4E3629"/>
                </a:solidFill>
                <a:latin typeface="Courier New"/>
                <a:cs typeface="Courier New"/>
              </a:rPr>
              <a:t> </a:t>
            </a:r>
            <a:r>
              <a:rPr dirty="0" sz="1800" b="1">
                <a:solidFill>
                  <a:srgbClr val="4E3629"/>
                </a:solidFill>
                <a:latin typeface="Courier New"/>
                <a:cs typeface="Courier New"/>
              </a:rPr>
              <a:t>"END_DATE",</a:t>
            </a:r>
            <a:r>
              <a:rPr dirty="0" sz="1800" spc="-60"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273685">
              <a:lnSpc>
                <a:spcPct val="100000"/>
              </a:lnSpc>
            </a:pPr>
            <a:r>
              <a:rPr dirty="0" sz="1800" b="1">
                <a:solidFill>
                  <a:srgbClr val="D1350F"/>
                </a:solidFill>
                <a:latin typeface="Courier New"/>
                <a:cs typeface="Courier New"/>
              </a:rPr>
              <a:t>VERSIONS</a:t>
            </a:r>
            <a:r>
              <a:rPr dirty="0" sz="1800" spc="-90" b="1">
                <a:solidFill>
                  <a:srgbClr val="D1350F"/>
                </a:solidFill>
                <a:latin typeface="Courier New"/>
                <a:cs typeface="Courier New"/>
              </a:rPr>
              <a:t> </a:t>
            </a:r>
            <a:r>
              <a:rPr dirty="0" sz="1800" b="1">
                <a:solidFill>
                  <a:srgbClr val="D1350F"/>
                </a:solidFill>
                <a:latin typeface="Courier New"/>
                <a:cs typeface="Courier New"/>
              </a:rPr>
              <a:t>BETWEEN</a:t>
            </a:r>
            <a:r>
              <a:rPr dirty="0" sz="1800" spc="-70" b="1">
                <a:solidFill>
                  <a:srgbClr val="D1350F"/>
                </a:solidFill>
                <a:latin typeface="Courier New"/>
                <a:cs typeface="Courier New"/>
              </a:rPr>
              <a:t> </a:t>
            </a:r>
            <a:r>
              <a:rPr dirty="0" sz="1800" b="1">
                <a:solidFill>
                  <a:srgbClr val="D1350F"/>
                </a:solidFill>
                <a:latin typeface="Courier New"/>
                <a:cs typeface="Courier New"/>
              </a:rPr>
              <a:t>SCN</a:t>
            </a:r>
            <a:r>
              <a:rPr dirty="0" sz="1800" spc="-60" b="1">
                <a:solidFill>
                  <a:srgbClr val="D1350F"/>
                </a:solidFill>
                <a:latin typeface="Courier New"/>
                <a:cs typeface="Courier New"/>
              </a:rPr>
              <a:t> </a:t>
            </a:r>
            <a:r>
              <a:rPr dirty="0" sz="1800" b="1">
                <a:solidFill>
                  <a:srgbClr val="D1350F"/>
                </a:solidFill>
                <a:latin typeface="Courier New"/>
                <a:cs typeface="Courier New"/>
              </a:rPr>
              <a:t>MINVALUE</a:t>
            </a:r>
            <a:r>
              <a:rPr dirty="0" sz="1800" spc="-65" b="1">
                <a:solidFill>
                  <a:srgbClr val="D1350F"/>
                </a:solidFill>
                <a:latin typeface="Courier New"/>
                <a:cs typeface="Courier New"/>
              </a:rPr>
              <a:t> </a:t>
            </a:r>
            <a:r>
              <a:rPr dirty="0" sz="1800" b="1">
                <a:solidFill>
                  <a:srgbClr val="D1350F"/>
                </a:solidFill>
                <a:latin typeface="Courier New"/>
                <a:cs typeface="Courier New"/>
              </a:rPr>
              <a:t>AND</a:t>
            </a:r>
            <a:r>
              <a:rPr dirty="0" sz="1800" spc="-65" b="1">
                <a:solidFill>
                  <a:srgbClr val="D1350F"/>
                </a:solidFill>
                <a:latin typeface="Courier New"/>
                <a:cs typeface="Courier New"/>
              </a:rPr>
              <a:t> </a:t>
            </a:r>
            <a:r>
              <a:rPr dirty="0" sz="1800" spc="-10" b="1">
                <a:solidFill>
                  <a:srgbClr val="D1350F"/>
                </a:solidFill>
                <a:latin typeface="Courier New"/>
                <a:cs typeface="Courier New"/>
              </a:rPr>
              <a:t>MAXVALUE</a:t>
            </a:r>
            <a:endParaRPr sz="1800">
              <a:latin typeface="Courier New"/>
              <a:cs typeface="Courier New"/>
            </a:endParaRPr>
          </a:p>
          <a:p>
            <a:pPr>
              <a:lnSpc>
                <a:spcPct val="100000"/>
              </a:lnSpc>
              <a:spcBef>
                <a:spcPts val="5"/>
              </a:spcBef>
              <a:tabLst>
                <a:tab pos="956310" algn="l"/>
              </a:tabLst>
            </a:pPr>
            <a:r>
              <a:rPr dirty="0" sz="1800" spc="-10" b="1">
                <a:solidFill>
                  <a:srgbClr val="4E3629"/>
                </a:solidFill>
                <a:latin typeface="Courier New"/>
                <a:cs typeface="Courier New"/>
              </a:rPr>
              <a:t>WHERE</a:t>
            </a:r>
            <a:r>
              <a:rPr dirty="0" sz="1800" b="1">
                <a:solidFill>
                  <a:srgbClr val="4E3629"/>
                </a:solidFill>
                <a:latin typeface="Courier New"/>
                <a:cs typeface="Courier New"/>
              </a:rPr>
              <a:t>	employee_id</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60" b="1">
                <a:solidFill>
                  <a:srgbClr val="4E3629"/>
                </a:solidFill>
                <a:latin typeface="Courier New"/>
                <a:cs typeface="Courier New"/>
              </a:rPr>
              <a:t> </a:t>
            </a:r>
            <a:r>
              <a:rPr dirty="0" sz="1800" spc="-35" b="1">
                <a:solidFill>
                  <a:srgbClr val="4E3629"/>
                </a:solidFill>
                <a:latin typeface="Courier New"/>
                <a:cs typeface="Courier New"/>
              </a:rPr>
              <a:t>1;</a:t>
            </a:r>
            <a:endParaRPr sz="1800">
              <a:latin typeface="Courier New"/>
              <a:cs typeface="Courier New"/>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9" name="object 9"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10" name="object 10"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11" name="object 11"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38</a:t>
            </a:r>
          </a:p>
        </p:txBody>
      </p:sp>
      <p:sp>
        <p:nvSpPr>
          <p:cNvPr id="5" name="object 5" descr=""/>
          <p:cNvSpPr txBox="1"/>
          <p:nvPr/>
        </p:nvSpPr>
        <p:spPr>
          <a:xfrm>
            <a:off x="483514" y="1415923"/>
            <a:ext cx="5674360" cy="452120"/>
          </a:xfrm>
          <a:prstGeom prst="rect">
            <a:avLst/>
          </a:prstGeom>
        </p:spPr>
        <p:txBody>
          <a:bodyPr wrap="square" lIns="0" tIns="12065" rIns="0" bIns="0" rtlCol="0" vert="horz">
            <a:spAutoFit/>
          </a:bodyPr>
          <a:lstStyle/>
          <a:p>
            <a:pPr marL="184150" indent="-171450">
              <a:lnSpc>
                <a:spcPct val="100000"/>
              </a:lnSpc>
              <a:spcBef>
                <a:spcPts val="95"/>
              </a:spcBef>
              <a:buClr>
                <a:srgbClr val="D1350F"/>
              </a:buClr>
              <a:buFont typeface="Arial MT"/>
              <a:buChar char="•"/>
              <a:tabLst>
                <a:tab pos="184150" algn="l"/>
              </a:tabLst>
            </a:pPr>
            <a:r>
              <a:rPr dirty="0" sz="2800">
                <a:solidFill>
                  <a:srgbClr val="4E3629"/>
                </a:solidFill>
                <a:latin typeface="Calibri"/>
                <a:cs typeface="Calibri"/>
              </a:rPr>
              <a:t>A</a:t>
            </a:r>
            <a:r>
              <a:rPr dirty="0" sz="2800" spc="-50">
                <a:solidFill>
                  <a:srgbClr val="4E3629"/>
                </a:solidFill>
                <a:latin typeface="Calibri"/>
                <a:cs typeface="Calibri"/>
              </a:rPr>
              <a:t> </a:t>
            </a:r>
            <a:r>
              <a:rPr dirty="0" sz="2800" spc="-10">
                <a:solidFill>
                  <a:srgbClr val="4E3629"/>
                </a:solidFill>
                <a:latin typeface="Calibri"/>
                <a:cs typeface="Calibri"/>
              </a:rPr>
              <a:t>continuación,</a:t>
            </a:r>
            <a:r>
              <a:rPr dirty="0" sz="2800" spc="-35">
                <a:solidFill>
                  <a:srgbClr val="4E3629"/>
                </a:solidFill>
                <a:latin typeface="Calibri"/>
                <a:cs typeface="Calibri"/>
              </a:rPr>
              <a:t> </a:t>
            </a:r>
            <a:r>
              <a:rPr dirty="0" sz="2800">
                <a:solidFill>
                  <a:srgbClr val="4E3629"/>
                </a:solidFill>
                <a:latin typeface="Calibri"/>
                <a:cs typeface="Calibri"/>
              </a:rPr>
              <a:t>puede</a:t>
            </a:r>
            <a:r>
              <a:rPr dirty="0" sz="2800" spc="-35">
                <a:solidFill>
                  <a:srgbClr val="4E3629"/>
                </a:solidFill>
                <a:latin typeface="Calibri"/>
                <a:cs typeface="Calibri"/>
              </a:rPr>
              <a:t> </a:t>
            </a:r>
            <a:r>
              <a:rPr dirty="0" sz="2800">
                <a:solidFill>
                  <a:srgbClr val="4E3629"/>
                </a:solidFill>
                <a:latin typeface="Calibri"/>
                <a:cs typeface="Calibri"/>
              </a:rPr>
              <a:t>suprimir</a:t>
            </a:r>
            <a:r>
              <a:rPr dirty="0" sz="2800" spc="-25">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fila:</a:t>
            </a:r>
            <a:endParaRPr sz="2800">
              <a:latin typeface="Calibri"/>
              <a:cs typeface="Calibri"/>
            </a:endParaRPr>
          </a:p>
        </p:txBody>
      </p:sp>
      <p:graphicFrame>
        <p:nvGraphicFramePr>
          <p:cNvPr id="6" name="object 6" descr=""/>
          <p:cNvGraphicFramePr>
            <a:graphicFrameLocks noGrp="1"/>
          </p:cNvGraphicFramePr>
          <p:nvPr/>
        </p:nvGraphicFramePr>
        <p:xfrm>
          <a:off x="821867" y="4645278"/>
          <a:ext cx="7576820" cy="1341120"/>
        </p:xfrm>
        <a:graphic>
          <a:graphicData uri="http://schemas.openxmlformats.org/drawingml/2006/table">
            <a:tbl>
              <a:tblPr firstRow="1" bandRow="1">
                <a:tableStyleId>{2D5ABB26-0587-4C30-8999-92F81FD0307C}</a:tableStyleId>
              </a:tblPr>
              <a:tblGrid>
                <a:gridCol w="1019810"/>
                <a:gridCol w="1202055"/>
                <a:gridCol w="882014"/>
                <a:gridCol w="1866264"/>
                <a:gridCol w="1917699"/>
                <a:gridCol w="601345"/>
              </a:tblGrid>
              <a:tr h="335280">
                <a:tc>
                  <a:txBody>
                    <a:bodyPr/>
                    <a:lstStyle/>
                    <a:p>
                      <a:pPr marL="12700">
                        <a:lnSpc>
                          <a:spcPct val="100000"/>
                        </a:lnSpc>
                        <a:spcBef>
                          <a:spcPts val="475"/>
                        </a:spcBef>
                      </a:pPr>
                      <a:r>
                        <a:rPr dirty="0" sz="1300" spc="-10" b="1">
                          <a:solidFill>
                            <a:srgbClr val="4E3629"/>
                          </a:solidFill>
                          <a:latin typeface="Calibri"/>
                          <a:cs typeface="Calibri"/>
                        </a:rPr>
                        <a:t>EMPLOYEE_ID</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475"/>
                        </a:spcBef>
                      </a:pPr>
                      <a:r>
                        <a:rPr dirty="0" sz="1300" spc="-20" b="1">
                          <a:solidFill>
                            <a:srgbClr val="4E3629"/>
                          </a:solidFill>
                          <a:latin typeface="Calibri"/>
                          <a:cs typeface="Calibri"/>
                        </a:rPr>
                        <a:t>NAME</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2700">
                        <a:lnSpc>
                          <a:spcPct val="100000"/>
                        </a:lnSpc>
                        <a:spcBef>
                          <a:spcPts val="475"/>
                        </a:spcBef>
                      </a:pPr>
                      <a:r>
                        <a:rPr dirty="0" sz="1300" spc="-10" b="1">
                          <a:solidFill>
                            <a:srgbClr val="4E3629"/>
                          </a:solidFill>
                          <a:latin typeface="Calibri"/>
                          <a:cs typeface="Calibri"/>
                        </a:rPr>
                        <a:t>OPERATION</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59"/>
                        </a:spcBef>
                      </a:pPr>
                      <a:r>
                        <a:rPr dirty="0" sz="1300" spc="-10" b="1">
                          <a:solidFill>
                            <a:srgbClr val="4E3629"/>
                          </a:solidFill>
                          <a:latin typeface="Calibri"/>
                          <a:cs typeface="Calibri"/>
                        </a:rPr>
                        <a:t>START_DATE</a:t>
                      </a:r>
                      <a:endParaRPr sz="1300">
                        <a:latin typeface="Calibri"/>
                        <a:cs typeface="Calibri"/>
                      </a:endParaRPr>
                    </a:p>
                  </a:txBody>
                  <a:tcPr marL="0" marR="0" marB="0" marT="5841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75"/>
                        </a:spcBef>
                      </a:pPr>
                      <a:r>
                        <a:rPr dirty="0" sz="1300" spc="-10" b="1">
                          <a:solidFill>
                            <a:srgbClr val="4E3629"/>
                          </a:solidFill>
                          <a:latin typeface="Calibri"/>
                          <a:cs typeface="Calibri"/>
                        </a:rPr>
                        <a:t>END_DATE</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13335">
                        <a:lnSpc>
                          <a:spcPct val="100000"/>
                        </a:lnSpc>
                        <a:spcBef>
                          <a:spcPts val="475"/>
                        </a:spcBef>
                      </a:pPr>
                      <a:r>
                        <a:rPr dirty="0" sz="1300" spc="-10" b="1">
                          <a:solidFill>
                            <a:srgbClr val="4E3629"/>
                          </a:solidFill>
                          <a:latin typeface="Calibri"/>
                          <a:cs typeface="Calibri"/>
                        </a:rPr>
                        <a:t>SALARY</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35280">
                <a:tc>
                  <a:txBody>
                    <a:bodyPr/>
                    <a:lstStyle/>
                    <a:p>
                      <a:pPr marL="12700">
                        <a:lnSpc>
                          <a:spcPct val="100000"/>
                        </a:lnSpc>
                        <a:spcBef>
                          <a:spcPts val="475"/>
                        </a:spcBef>
                      </a:pPr>
                      <a:r>
                        <a:rPr dirty="0" sz="1300" spc="-50">
                          <a:solidFill>
                            <a:srgbClr val="4E3629"/>
                          </a:solidFill>
                          <a:latin typeface="Calibri"/>
                          <a:cs typeface="Calibri"/>
                        </a:rPr>
                        <a:t>1</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a:solidFill>
                            <a:srgbClr val="4E3629"/>
                          </a:solidFill>
                          <a:latin typeface="Calibri"/>
                          <a:cs typeface="Calibri"/>
                        </a:rPr>
                        <a:t>Natacha</a:t>
                      </a:r>
                      <a:r>
                        <a:rPr dirty="0" sz="1300" spc="-60">
                          <a:solidFill>
                            <a:srgbClr val="4E3629"/>
                          </a:solidFill>
                          <a:latin typeface="Calibri"/>
                          <a:cs typeface="Calibri"/>
                        </a:rPr>
                        <a:t> </a:t>
                      </a:r>
                      <a:r>
                        <a:rPr dirty="0" sz="1300" spc="-10">
                          <a:solidFill>
                            <a:srgbClr val="4E3629"/>
                          </a:solidFill>
                          <a:latin typeface="Calibri"/>
                          <a:cs typeface="Calibri"/>
                        </a:rPr>
                        <a:t>Hansen</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spc="-50">
                          <a:solidFill>
                            <a:srgbClr val="4E3629"/>
                          </a:solidFill>
                          <a:latin typeface="Calibri"/>
                          <a:cs typeface="Calibri"/>
                        </a:rPr>
                        <a:t>D</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3335">
                        <a:lnSpc>
                          <a:spcPct val="100000"/>
                        </a:lnSpc>
                        <a:spcBef>
                          <a:spcPts val="480"/>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5">
                          <a:solidFill>
                            <a:srgbClr val="4E3629"/>
                          </a:solidFill>
                          <a:latin typeface="Calibri"/>
                          <a:cs typeface="Calibri"/>
                        </a:rPr>
                        <a:t> </a:t>
                      </a:r>
                      <a:r>
                        <a:rPr dirty="0" sz="1300">
                          <a:solidFill>
                            <a:srgbClr val="4E3629"/>
                          </a:solidFill>
                          <a:latin typeface="Calibri"/>
                          <a:cs typeface="Calibri"/>
                        </a:rPr>
                        <a:t>07.00.10</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6096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51435">
                        <a:lnSpc>
                          <a:spcPct val="100000"/>
                        </a:lnSpc>
                        <a:spcBef>
                          <a:spcPts val="475"/>
                        </a:spcBef>
                      </a:pPr>
                      <a:r>
                        <a:rPr dirty="0" sz="1300" spc="-50">
                          <a:solidFill>
                            <a:srgbClr val="4E3629"/>
                          </a:solidFill>
                          <a:latin typeface="Calibri"/>
                          <a:cs typeface="Calibri"/>
                        </a:rPr>
                        <a:t>-</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50">
                          <a:solidFill>
                            <a:srgbClr val="4E3629"/>
                          </a:solidFill>
                          <a:latin typeface="Calibri"/>
                          <a:cs typeface="Calibri"/>
                        </a:rPr>
                        <a:t>1</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35280">
                <a:tc>
                  <a:txBody>
                    <a:bodyPr/>
                    <a:lstStyle/>
                    <a:p>
                      <a:pPr marL="12700">
                        <a:lnSpc>
                          <a:spcPct val="100000"/>
                        </a:lnSpc>
                        <a:spcBef>
                          <a:spcPts val="475"/>
                        </a:spcBef>
                      </a:pPr>
                      <a:r>
                        <a:rPr dirty="0" sz="1300" spc="-50">
                          <a:solidFill>
                            <a:srgbClr val="4E3629"/>
                          </a:solidFill>
                          <a:latin typeface="Calibri"/>
                          <a:cs typeface="Calibri"/>
                        </a:rPr>
                        <a:t>1</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a:solidFill>
                            <a:srgbClr val="4E3629"/>
                          </a:solidFill>
                          <a:latin typeface="Calibri"/>
                          <a:cs typeface="Calibri"/>
                        </a:rPr>
                        <a:t>Natacha</a:t>
                      </a:r>
                      <a:r>
                        <a:rPr dirty="0" sz="1300" spc="-60">
                          <a:solidFill>
                            <a:srgbClr val="4E3629"/>
                          </a:solidFill>
                          <a:latin typeface="Calibri"/>
                          <a:cs typeface="Calibri"/>
                        </a:rPr>
                        <a:t> </a:t>
                      </a:r>
                      <a:r>
                        <a:rPr dirty="0" sz="1300" spc="-10">
                          <a:solidFill>
                            <a:srgbClr val="4E3629"/>
                          </a:solidFill>
                          <a:latin typeface="Calibri"/>
                          <a:cs typeface="Calibri"/>
                        </a:rPr>
                        <a:t>Hansen</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spc="-50">
                          <a:solidFill>
                            <a:srgbClr val="4E3629"/>
                          </a:solidFill>
                          <a:latin typeface="Calibri"/>
                          <a:cs typeface="Calibri"/>
                        </a:rPr>
                        <a:t>U</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10">
                          <a:solidFill>
                            <a:srgbClr val="4E3629"/>
                          </a:solidFill>
                          <a:latin typeface="Calibri"/>
                          <a:cs typeface="Calibri"/>
                        </a:rPr>
                        <a:t> </a:t>
                      </a:r>
                      <a:r>
                        <a:rPr dirty="0" sz="1300">
                          <a:solidFill>
                            <a:srgbClr val="4E3629"/>
                          </a:solidFill>
                          <a:latin typeface="Calibri"/>
                          <a:cs typeface="Calibri"/>
                        </a:rPr>
                        <a:t>06.57.01</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51435">
                        <a:lnSpc>
                          <a:spcPct val="100000"/>
                        </a:lnSpc>
                        <a:spcBef>
                          <a:spcPts val="480"/>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5">
                          <a:solidFill>
                            <a:srgbClr val="4E3629"/>
                          </a:solidFill>
                          <a:latin typeface="Calibri"/>
                          <a:cs typeface="Calibri"/>
                        </a:rPr>
                        <a:t> </a:t>
                      </a:r>
                      <a:r>
                        <a:rPr dirty="0" sz="1300">
                          <a:solidFill>
                            <a:srgbClr val="4E3629"/>
                          </a:solidFill>
                          <a:latin typeface="Calibri"/>
                          <a:cs typeface="Calibri"/>
                        </a:rPr>
                        <a:t>07.00.10</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6096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50">
                          <a:solidFill>
                            <a:srgbClr val="4E3629"/>
                          </a:solidFill>
                          <a:latin typeface="Calibri"/>
                          <a:cs typeface="Calibri"/>
                        </a:rPr>
                        <a:t>1</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5280">
                <a:tc>
                  <a:txBody>
                    <a:bodyPr/>
                    <a:lstStyle/>
                    <a:p>
                      <a:pPr marL="12700">
                        <a:lnSpc>
                          <a:spcPct val="100000"/>
                        </a:lnSpc>
                        <a:spcBef>
                          <a:spcPts val="475"/>
                        </a:spcBef>
                      </a:pPr>
                      <a:r>
                        <a:rPr dirty="0" sz="1300" spc="-50">
                          <a:solidFill>
                            <a:srgbClr val="4E3629"/>
                          </a:solidFill>
                          <a:latin typeface="Calibri"/>
                          <a:cs typeface="Calibri"/>
                        </a:rPr>
                        <a:t>1</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a:solidFill>
                            <a:srgbClr val="4E3629"/>
                          </a:solidFill>
                          <a:latin typeface="Calibri"/>
                          <a:cs typeface="Calibri"/>
                        </a:rPr>
                        <a:t>Natacha</a:t>
                      </a:r>
                      <a:r>
                        <a:rPr dirty="0" sz="1300" spc="-60">
                          <a:solidFill>
                            <a:srgbClr val="4E3629"/>
                          </a:solidFill>
                          <a:latin typeface="Calibri"/>
                          <a:cs typeface="Calibri"/>
                        </a:rPr>
                        <a:t> </a:t>
                      </a:r>
                      <a:r>
                        <a:rPr dirty="0" sz="1300" spc="-10">
                          <a:solidFill>
                            <a:srgbClr val="4E3629"/>
                          </a:solidFill>
                          <a:latin typeface="Calibri"/>
                          <a:cs typeface="Calibri"/>
                        </a:rPr>
                        <a:t>Hansen</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2700">
                        <a:lnSpc>
                          <a:spcPct val="100000"/>
                        </a:lnSpc>
                        <a:spcBef>
                          <a:spcPts val="475"/>
                        </a:spcBef>
                      </a:pPr>
                      <a:r>
                        <a:rPr dirty="0" sz="1300" spc="-50">
                          <a:solidFill>
                            <a:srgbClr val="4E3629"/>
                          </a:solidFill>
                          <a:latin typeface="Calibri"/>
                          <a:cs typeface="Calibri"/>
                        </a:rPr>
                        <a:t>I</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10">
                          <a:solidFill>
                            <a:srgbClr val="4E3629"/>
                          </a:solidFill>
                          <a:latin typeface="Calibri"/>
                          <a:cs typeface="Calibri"/>
                        </a:rPr>
                        <a:t> </a:t>
                      </a:r>
                      <a:r>
                        <a:rPr dirty="0" sz="1300">
                          <a:solidFill>
                            <a:srgbClr val="4E3629"/>
                          </a:solidFill>
                          <a:latin typeface="Calibri"/>
                          <a:cs typeface="Calibri"/>
                        </a:rPr>
                        <a:t>06.51.58</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10">
                          <a:solidFill>
                            <a:srgbClr val="4E3629"/>
                          </a:solidFill>
                          <a:latin typeface="Calibri"/>
                          <a:cs typeface="Calibri"/>
                        </a:rPr>
                        <a:t>07-SEP-</a:t>
                      </a:r>
                      <a:r>
                        <a:rPr dirty="0" sz="1300">
                          <a:solidFill>
                            <a:srgbClr val="4E3629"/>
                          </a:solidFill>
                          <a:latin typeface="Calibri"/>
                          <a:cs typeface="Calibri"/>
                        </a:rPr>
                        <a:t>1998</a:t>
                      </a:r>
                      <a:r>
                        <a:rPr dirty="0" sz="1300" spc="10">
                          <a:solidFill>
                            <a:srgbClr val="4E3629"/>
                          </a:solidFill>
                          <a:latin typeface="Calibri"/>
                          <a:cs typeface="Calibri"/>
                        </a:rPr>
                        <a:t> </a:t>
                      </a:r>
                      <a:r>
                        <a:rPr dirty="0" sz="1300">
                          <a:solidFill>
                            <a:srgbClr val="4E3629"/>
                          </a:solidFill>
                          <a:latin typeface="Calibri"/>
                          <a:cs typeface="Calibri"/>
                        </a:rPr>
                        <a:t>06.57.01</a:t>
                      </a:r>
                      <a:r>
                        <a:rPr dirty="0" sz="1300" spc="10">
                          <a:solidFill>
                            <a:srgbClr val="4E3629"/>
                          </a:solidFill>
                          <a:latin typeface="Calibri"/>
                          <a:cs typeface="Calibri"/>
                        </a:rPr>
                        <a:t> </a:t>
                      </a:r>
                      <a:r>
                        <a:rPr dirty="0" sz="1300" spc="-25">
                          <a:solidFill>
                            <a:srgbClr val="4E3629"/>
                          </a:solidFill>
                          <a:latin typeface="Calibri"/>
                          <a:cs typeface="Calibri"/>
                        </a:rPr>
                        <a:t>AM</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13335">
                        <a:lnSpc>
                          <a:spcPct val="100000"/>
                        </a:lnSpc>
                        <a:spcBef>
                          <a:spcPts val="475"/>
                        </a:spcBef>
                      </a:pPr>
                      <a:r>
                        <a:rPr dirty="0" sz="1300" spc="-10">
                          <a:solidFill>
                            <a:srgbClr val="4E3629"/>
                          </a:solidFill>
                          <a:latin typeface="Calibri"/>
                          <a:cs typeface="Calibri"/>
                        </a:rPr>
                        <a:t>12000</a:t>
                      </a:r>
                      <a:endParaRPr sz="1300">
                        <a:latin typeface="Calibri"/>
                        <a:cs typeface="Calibri"/>
                      </a:endParaRPr>
                    </a:p>
                  </a:txBody>
                  <a:tcPr marL="0" marR="0" marB="0" marT="6032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7" name="object 7" descr=""/>
          <p:cNvSpPr txBox="1"/>
          <p:nvPr/>
        </p:nvSpPr>
        <p:spPr>
          <a:xfrm>
            <a:off x="405384" y="1882139"/>
            <a:ext cx="8345805" cy="626745"/>
          </a:xfrm>
          <a:prstGeom prst="rect">
            <a:avLst/>
          </a:prstGeom>
          <a:solidFill>
            <a:srgbClr val="9DBEC4">
              <a:alpha val="50199"/>
            </a:srgbClr>
          </a:solidFill>
        </p:spPr>
        <p:txBody>
          <a:bodyPr wrap="square" lIns="0" tIns="11430" rIns="0" bIns="0" rtlCol="0" vert="horz">
            <a:spAutoFit/>
          </a:bodyPr>
          <a:lstStyle/>
          <a:p>
            <a:pPr>
              <a:lnSpc>
                <a:spcPct val="100000"/>
              </a:lnSpc>
              <a:spcBef>
                <a:spcPts val="90"/>
              </a:spcBef>
            </a:pPr>
            <a:r>
              <a:rPr dirty="0" sz="1800" b="1">
                <a:solidFill>
                  <a:srgbClr val="4E3629"/>
                </a:solidFill>
                <a:latin typeface="Courier New"/>
                <a:cs typeface="Courier New"/>
              </a:rPr>
              <a:t>DELETE</a:t>
            </a:r>
            <a:r>
              <a:rPr dirty="0" sz="1800" spc="-50" b="1">
                <a:solidFill>
                  <a:srgbClr val="4E3629"/>
                </a:solidFill>
                <a:latin typeface="Courier New"/>
                <a:cs typeface="Courier New"/>
              </a:rPr>
              <a:t> </a:t>
            </a:r>
            <a:r>
              <a:rPr dirty="0" sz="1800" b="1">
                <a:solidFill>
                  <a:srgbClr val="4E3629"/>
                </a:solidFill>
                <a:latin typeface="Courier New"/>
                <a:cs typeface="Courier New"/>
              </a:rPr>
              <a:t>from</a:t>
            </a:r>
            <a:r>
              <a:rPr dirty="0" sz="1800" spc="-45" b="1">
                <a:solidFill>
                  <a:srgbClr val="4E3629"/>
                </a:solidFill>
                <a:latin typeface="Courier New"/>
                <a:cs typeface="Courier New"/>
              </a:rPr>
              <a:t> </a:t>
            </a:r>
            <a:r>
              <a:rPr dirty="0" sz="1800" spc="-10" b="1">
                <a:solidFill>
                  <a:srgbClr val="4E3629"/>
                </a:solidFill>
                <a:latin typeface="Courier New"/>
                <a:cs typeface="Courier New"/>
              </a:rPr>
              <a:t>copy_employees</a:t>
            </a:r>
            <a:endParaRPr sz="1800">
              <a:latin typeface="Courier New"/>
              <a:cs typeface="Courier New"/>
            </a:endParaRPr>
          </a:p>
          <a:p>
            <a:pPr>
              <a:lnSpc>
                <a:spcPct val="100000"/>
              </a:lnSpc>
            </a:pPr>
            <a:r>
              <a:rPr dirty="0" sz="1800" b="1">
                <a:solidFill>
                  <a:srgbClr val="4E3629"/>
                </a:solidFill>
                <a:latin typeface="Courier New"/>
                <a:cs typeface="Courier New"/>
              </a:rPr>
              <a:t>WHERE</a:t>
            </a:r>
            <a:r>
              <a:rPr dirty="0" sz="1800" spc="-75" b="1">
                <a:solidFill>
                  <a:srgbClr val="4E3629"/>
                </a:solidFill>
                <a:latin typeface="Courier New"/>
                <a:cs typeface="Courier New"/>
              </a:rPr>
              <a:t> </a:t>
            </a:r>
            <a:r>
              <a:rPr dirty="0" sz="1800" b="1">
                <a:solidFill>
                  <a:srgbClr val="4E3629"/>
                </a:solidFill>
                <a:latin typeface="Courier New"/>
                <a:cs typeface="Courier New"/>
              </a:rPr>
              <a:t>employee_id</a:t>
            </a:r>
            <a:r>
              <a:rPr dirty="0" sz="1800" spc="-50" b="1">
                <a:solidFill>
                  <a:srgbClr val="4E3629"/>
                </a:solidFill>
                <a:latin typeface="Courier New"/>
                <a:cs typeface="Courier New"/>
              </a:rPr>
              <a:t> </a:t>
            </a:r>
            <a:r>
              <a:rPr dirty="0" sz="1800" b="1">
                <a:solidFill>
                  <a:srgbClr val="4E3629"/>
                </a:solidFill>
                <a:latin typeface="Courier New"/>
                <a:cs typeface="Courier New"/>
              </a:rPr>
              <a:t>=</a:t>
            </a:r>
            <a:r>
              <a:rPr dirty="0" sz="1800" spc="-60" b="1">
                <a:solidFill>
                  <a:srgbClr val="4E3629"/>
                </a:solidFill>
                <a:latin typeface="Courier New"/>
                <a:cs typeface="Courier New"/>
              </a:rPr>
              <a:t> </a:t>
            </a:r>
            <a:r>
              <a:rPr dirty="0" sz="1800" spc="-25" b="1">
                <a:solidFill>
                  <a:srgbClr val="4E3629"/>
                </a:solidFill>
                <a:latin typeface="Courier New"/>
                <a:cs typeface="Courier New"/>
              </a:rPr>
              <a:t>1;</a:t>
            </a:r>
            <a:endParaRPr sz="1800">
              <a:latin typeface="Courier New"/>
              <a:cs typeface="Courier New"/>
            </a:endParaRPr>
          </a:p>
        </p:txBody>
      </p:sp>
      <p:sp>
        <p:nvSpPr>
          <p:cNvPr id="8" name="object 8" descr=""/>
          <p:cNvSpPr txBox="1"/>
          <p:nvPr/>
        </p:nvSpPr>
        <p:spPr>
          <a:xfrm>
            <a:off x="405384" y="2636520"/>
            <a:ext cx="8345805" cy="1887220"/>
          </a:xfrm>
          <a:prstGeom prst="rect">
            <a:avLst/>
          </a:prstGeom>
          <a:solidFill>
            <a:srgbClr val="9DBEC4">
              <a:alpha val="50199"/>
            </a:srgbClr>
          </a:solidFill>
        </p:spPr>
        <p:txBody>
          <a:bodyPr wrap="square" lIns="0" tIns="0" rIns="0" bIns="0" rtlCol="0" vert="horz">
            <a:spAutoFit/>
          </a:bodyPr>
          <a:lstStyle/>
          <a:p>
            <a:pPr>
              <a:lnSpc>
                <a:spcPts val="1814"/>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employee_id,first_name</a:t>
            </a:r>
            <a:r>
              <a:rPr dirty="0" sz="1800" spc="-70"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75"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b="1">
                <a:solidFill>
                  <a:srgbClr val="4E3629"/>
                </a:solidFill>
                <a:latin typeface="Courier New"/>
                <a:cs typeface="Courier New"/>
              </a:rPr>
              <a:t>AS</a:t>
            </a:r>
            <a:r>
              <a:rPr dirty="0" sz="1800" spc="-65" b="1">
                <a:solidFill>
                  <a:srgbClr val="4E3629"/>
                </a:solidFill>
                <a:latin typeface="Courier New"/>
                <a:cs typeface="Courier New"/>
              </a:rPr>
              <a:t> </a:t>
            </a:r>
            <a:r>
              <a:rPr dirty="0" sz="1800" spc="-10" b="1">
                <a:solidFill>
                  <a:srgbClr val="4E3629"/>
                </a:solidFill>
                <a:latin typeface="Courier New"/>
                <a:cs typeface="Courier New"/>
              </a:rPr>
              <a:t>"NAME",</a:t>
            </a:r>
            <a:endParaRPr sz="1800">
              <a:latin typeface="Courier New"/>
              <a:cs typeface="Courier New"/>
            </a:endParaRPr>
          </a:p>
          <a:p>
            <a:pPr marL="546735" marR="2467610">
              <a:lnSpc>
                <a:spcPct val="100000"/>
              </a:lnSpc>
              <a:tabLst>
                <a:tab pos="3001645" algn="l"/>
              </a:tabLst>
            </a:pPr>
            <a:r>
              <a:rPr dirty="0" sz="1800" b="1">
                <a:solidFill>
                  <a:srgbClr val="D1350F"/>
                </a:solidFill>
                <a:latin typeface="Courier New"/>
                <a:cs typeface="Courier New"/>
              </a:rPr>
              <a:t>versions_operation</a:t>
            </a:r>
            <a:r>
              <a:rPr dirty="0" sz="1800" spc="-110" b="1">
                <a:solidFill>
                  <a:srgbClr val="D1350F"/>
                </a:solidFill>
                <a:latin typeface="Courier New"/>
                <a:cs typeface="Courier New"/>
              </a:rPr>
              <a:t> </a:t>
            </a:r>
            <a:r>
              <a:rPr dirty="0" sz="1800" b="1">
                <a:solidFill>
                  <a:srgbClr val="4E3629"/>
                </a:solidFill>
                <a:latin typeface="Courier New"/>
                <a:cs typeface="Courier New"/>
              </a:rPr>
              <a:t>AS</a:t>
            </a:r>
            <a:r>
              <a:rPr dirty="0" sz="1800" spc="-95" b="1">
                <a:solidFill>
                  <a:srgbClr val="4E3629"/>
                </a:solidFill>
                <a:latin typeface="Courier New"/>
                <a:cs typeface="Courier New"/>
              </a:rPr>
              <a:t> </a:t>
            </a:r>
            <a:r>
              <a:rPr dirty="0" sz="1800" spc="-10" b="1">
                <a:solidFill>
                  <a:srgbClr val="4E3629"/>
                </a:solidFill>
                <a:latin typeface="Courier New"/>
                <a:cs typeface="Courier New"/>
              </a:rPr>
              <a:t>"OPERATION", </a:t>
            </a:r>
            <a:r>
              <a:rPr dirty="0" sz="1800" b="1">
                <a:solidFill>
                  <a:srgbClr val="D1350F"/>
                </a:solidFill>
                <a:latin typeface="Courier New"/>
                <a:cs typeface="Courier New"/>
              </a:rPr>
              <a:t>versions_starttime</a:t>
            </a:r>
            <a:r>
              <a:rPr dirty="0" sz="1800" spc="-120" b="1">
                <a:solidFill>
                  <a:srgbClr val="D1350F"/>
                </a:solidFill>
                <a:latin typeface="Courier New"/>
                <a:cs typeface="Courier New"/>
              </a:rPr>
              <a:t> </a:t>
            </a:r>
            <a:r>
              <a:rPr dirty="0" sz="1800" b="1">
                <a:solidFill>
                  <a:srgbClr val="4E3629"/>
                </a:solidFill>
                <a:latin typeface="Courier New"/>
                <a:cs typeface="Courier New"/>
              </a:rPr>
              <a:t>AS</a:t>
            </a:r>
            <a:r>
              <a:rPr dirty="0" sz="1800" spc="-105" b="1">
                <a:solidFill>
                  <a:srgbClr val="4E3629"/>
                </a:solidFill>
                <a:latin typeface="Courier New"/>
                <a:cs typeface="Courier New"/>
              </a:rPr>
              <a:t> </a:t>
            </a:r>
            <a:r>
              <a:rPr dirty="0" sz="1800" spc="-10" b="1">
                <a:solidFill>
                  <a:srgbClr val="4E3629"/>
                </a:solidFill>
                <a:latin typeface="Courier New"/>
                <a:cs typeface="Courier New"/>
              </a:rPr>
              <a:t>"START_DATE", </a:t>
            </a:r>
            <a:r>
              <a:rPr dirty="0" sz="1800" spc="-10" b="1">
                <a:solidFill>
                  <a:srgbClr val="D1350F"/>
                </a:solidFill>
                <a:latin typeface="Courier New"/>
                <a:cs typeface="Courier New"/>
              </a:rPr>
              <a:t>versions_endtime</a:t>
            </a:r>
            <a:r>
              <a:rPr dirty="0" sz="1800" b="1">
                <a:solidFill>
                  <a:srgbClr val="D1350F"/>
                </a:solidFill>
                <a:latin typeface="Courier New"/>
                <a:cs typeface="Courier New"/>
              </a:rPr>
              <a:t>	</a:t>
            </a:r>
            <a:r>
              <a:rPr dirty="0" sz="1800" b="1">
                <a:solidFill>
                  <a:srgbClr val="4E3629"/>
                </a:solidFill>
                <a:latin typeface="Courier New"/>
                <a:cs typeface="Courier New"/>
              </a:rPr>
              <a:t>AS</a:t>
            </a:r>
            <a:r>
              <a:rPr dirty="0" sz="1800" spc="-75" b="1">
                <a:solidFill>
                  <a:srgbClr val="4E3629"/>
                </a:solidFill>
                <a:latin typeface="Courier New"/>
                <a:cs typeface="Courier New"/>
              </a:rPr>
              <a:t> </a:t>
            </a:r>
            <a:r>
              <a:rPr dirty="0" sz="1800" b="1">
                <a:solidFill>
                  <a:srgbClr val="4E3629"/>
                </a:solidFill>
                <a:latin typeface="Courier New"/>
                <a:cs typeface="Courier New"/>
              </a:rPr>
              <a:t>"END_DATE",</a:t>
            </a:r>
            <a:r>
              <a:rPr dirty="0" sz="1800" spc="-60"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273685">
              <a:lnSpc>
                <a:spcPct val="100000"/>
              </a:lnSpc>
            </a:pPr>
            <a:r>
              <a:rPr dirty="0" sz="1800" b="1">
                <a:solidFill>
                  <a:srgbClr val="D1350F"/>
                </a:solidFill>
                <a:latin typeface="Courier New"/>
                <a:cs typeface="Courier New"/>
              </a:rPr>
              <a:t>VERSIONS</a:t>
            </a:r>
            <a:r>
              <a:rPr dirty="0" sz="1800" spc="-85" b="1">
                <a:solidFill>
                  <a:srgbClr val="D1350F"/>
                </a:solidFill>
                <a:latin typeface="Courier New"/>
                <a:cs typeface="Courier New"/>
              </a:rPr>
              <a:t> </a:t>
            </a:r>
            <a:r>
              <a:rPr dirty="0" sz="1800" b="1">
                <a:solidFill>
                  <a:srgbClr val="D1350F"/>
                </a:solidFill>
                <a:latin typeface="Courier New"/>
                <a:cs typeface="Courier New"/>
              </a:rPr>
              <a:t>BETWEEN</a:t>
            </a:r>
            <a:r>
              <a:rPr dirty="0" sz="1800" spc="-60" b="1">
                <a:solidFill>
                  <a:srgbClr val="D1350F"/>
                </a:solidFill>
                <a:latin typeface="Courier New"/>
                <a:cs typeface="Courier New"/>
              </a:rPr>
              <a:t> </a:t>
            </a:r>
            <a:r>
              <a:rPr dirty="0" sz="1800" b="1">
                <a:solidFill>
                  <a:srgbClr val="D1350F"/>
                </a:solidFill>
                <a:latin typeface="Courier New"/>
                <a:cs typeface="Courier New"/>
              </a:rPr>
              <a:t>SCN</a:t>
            </a:r>
            <a:r>
              <a:rPr dirty="0" sz="1800" spc="-60" b="1">
                <a:solidFill>
                  <a:srgbClr val="D1350F"/>
                </a:solidFill>
                <a:latin typeface="Courier New"/>
                <a:cs typeface="Courier New"/>
              </a:rPr>
              <a:t> </a:t>
            </a:r>
            <a:r>
              <a:rPr dirty="0" sz="1800" b="1">
                <a:solidFill>
                  <a:srgbClr val="D1350F"/>
                </a:solidFill>
                <a:latin typeface="Courier New"/>
                <a:cs typeface="Courier New"/>
              </a:rPr>
              <a:t>MINVALUE</a:t>
            </a:r>
            <a:r>
              <a:rPr dirty="0" sz="1800" spc="-60" b="1">
                <a:solidFill>
                  <a:srgbClr val="D1350F"/>
                </a:solidFill>
                <a:latin typeface="Courier New"/>
                <a:cs typeface="Courier New"/>
              </a:rPr>
              <a:t> </a:t>
            </a:r>
            <a:r>
              <a:rPr dirty="0" sz="1800" b="1">
                <a:solidFill>
                  <a:srgbClr val="D1350F"/>
                </a:solidFill>
                <a:latin typeface="Courier New"/>
                <a:cs typeface="Courier New"/>
              </a:rPr>
              <a:t>AND</a:t>
            </a:r>
            <a:r>
              <a:rPr dirty="0" sz="1800" spc="-55" b="1">
                <a:solidFill>
                  <a:srgbClr val="D1350F"/>
                </a:solidFill>
                <a:latin typeface="Courier New"/>
                <a:cs typeface="Courier New"/>
              </a:rPr>
              <a:t> </a:t>
            </a:r>
            <a:r>
              <a:rPr dirty="0" sz="1800" spc="-10" b="1">
                <a:solidFill>
                  <a:srgbClr val="D1350F"/>
                </a:solidFill>
                <a:latin typeface="Courier New"/>
                <a:cs typeface="Courier New"/>
              </a:rPr>
              <a:t>MAXVALUE</a:t>
            </a:r>
            <a:endParaRPr sz="1800">
              <a:latin typeface="Courier New"/>
              <a:cs typeface="Courier New"/>
            </a:endParaRPr>
          </a:p>
          <a:p>
            <a:pPr>
              <a:lnSpc>
                <a:spcPct val="100000"/>
              </a:lnSpc>
              <a:tabLst>
                <a:tab pos="956310" algn="l"/>
              </a:tabLst>
            </a:pPr>
            <a:r>
              <a:rPr dirty="0" sz="1800" spc="-10" b="1">
                <a:solidFill>
                  <a:srgbClr val="4E3629"/>
                </a:solidFill>
                <a:latin typeface="Courier New"/>
                <a:cs typeface="Courier New"/>
              </a:rPr>
              <a:t>WHERE</a:t>
            </a:r>
            <a:r>
              <a:rPr dirty="0" sz="1800" b="1">
                <a:solidFill>
                  <a:srgbClr val="4E3629"/>
                </a:solidFill>
                <a:latin typeface="Courier New"/>
                <a:cs typeface="Courier New"/>
              </a:rPr>
              <a:t>	employee_id</a:t>
            </a:r>
            <a:r>
              <a:rPr dirty="0" sz="1800" spc="-75" b="1">
                <a:solidFill>
                  <a:srgbClr val="4E3629"/>
                </a:solidFill>
                <a:latin typeface="Courier New"/>
                <a:cs typeface="Courier New"/>
              </a:rPr>
              <a:t> </a:t>
            </a:r>
            <a:r>
              <a:rPr dirty="0" sz="1800" b="1">
                <a:solidFill>
                  <a:srgbClr val="4E3629"/>
                </a:solidFill>
                <a:latin typeface="Courier New"/>
                <a:cs typeface="Courier New"/>
              </a:rPr>
              <a:t>=</a:t>
            </a:r>
            <a:r>
              <a:rPr dirty="0" sz="1800" spc="-60" b="1">
                <a:solidFill>
                  <a:srgbClr val="4E3629"/>
                </a:solidFill>
                <a:latin typeface="Courier New"/>
                <a:cs typeface="Courier New"/>
              </a:rPr>
              <a:t> </a:t>
            </a:r>
            <a:r>
              <a:rPr dirty="0" sz="1800" spc="-35" b="1">
                <a:solidFill>
                  <a:srgbClr val="4E3629"/>
                </a:solidFill>
                <a:latin typeface="Courier New"/>
                <a:cs typeface="Courier New"/>
              </a:rPr>
              <a:t>1;</a:t>
            </a:r>
            <a:endParaRPr sz="1800">
              <a:latin typeface="Courier New"/>
              <a:cs typeface="Courier New"/>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
          <p:cNvPicPr/>
          <p:nvPr/>
        </p:nvPicPr>
        <p:blipFill>
          <a:blip r:embed="rId2" cstate="print"/>
          <a:stretch>
            <a:fillRect/>
          </a:stretch>
        </p:blipFill>
        <p:spPr>
          <a:xfrm>
            <a:off x="0" y="0"/>
            <a:ext cx="9143999" cy="254507"/>
          </a:xfrm>
          <a:prstGeom prst="rect">
            <a:avLst/>
          </a:prstGeom>
        </p:spPr>
      </p:pic>
      <p:pic>
        <p:nvPicPr>
          <p:cNvPr id="3" name="object 3" descr=""/>
          <p:cNvPicPr/>
          <p:nvPr/>
        </p:nvPicPr>
        <p:blipFill>
          <a:blip r:embed="rId3" cstate="print"/>
          <a:stretch>
            <a:fillRect/>
          </a:stretch>
        </p:blipFill>
        <p:spPr>
          <a:xfrm>
            <a:off x="405384" y="6178296"/>
            <a:ext cx="1258824" cy="420623"/>
          </a:xfrm>
          <a:prstGeom prst="rect">
            <a:avLst/>
          </a:prstGeom>
        </p:spPr>
      </p:pic>
      <p:sp>
        <p:nvSpPr>
          <p:cNvPr id="4" name="object 4"/>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FLASHBACK</a:t>
            </a:r>
            <a:r>
              <a:rPr dirty="0" spc="-114"/>
              <a:t> </a:t>
            </a:r>
            <a:r>
              <a:rPr dirty="0" spc="-20"/>
              <a:t>QUERY</a:t>
            </a:r>
          </a:p>
        </p:txBody>
      </p:sp>
      <p:sp>
        <p:nvSpPr>
          <p:cNvPr id="7" name="object 7" descr=""/>
          <p:cNvSpPr txBox="1"/>
          <p:nvPr/>
        </p:nvSpPr>
        <p:spPr>
          <a:xfrm>
            <a:off x="2874645" y="6517868"/>
            <a:ext cx="1186180" cy="249554"/>
          </a:xfrm>
          <a:prstGeom prst="rect">
            <a:avLst/>
          </a:prstGeom>
        </p:spPr>
        <p:txBody>
          <a:bodyPr wrap="square" lIns="0" tIns="0" rIns="0" bIns="0" rtlCol="0" vert="horz">
            <a:spAutoFit/>
          </a:bodyPr>
          <a:lstStyle/>
          <a:p>
            <a:pPr marL="12700">
              <a:lnSpc>
                <a:spcPts val="855"/>
              </a:lnSpc>
            </a:pPr>
            <a:r>
              <a:rPr dirty="0" sz="850">
                <a:solidFill>
                  <a:srgbClr val="4E3629"/>
                </a:solidFill>
                <a:latin typeface="Calibri"/>
                <a:cs typeface="Calibri"/>
              </a:rPr>
              <a:t>DP</a:t>
            </a:r>
            <a:r>
              <a:rPr dirty="0" sz="850" spc="-10">
                <a:solidFill>
                  <a:srgbClr val="4E3629"/>
                </a:solidFill>
                <a:latin typeface="Calibri"/>
                <a:cs typeface="Calibri"/>
              </a:rPr>
              <a:t> </a:t>
            </a:r>
            <a:r>
              <a:rPr dirty="0" sz="850">
                <a:solidFill>
                  <a:srgbClr val="4E3629"/>
                </a:solidFill>
                <a:latin typeface="Calibri"/>
                <a:cs typeface="Calibri"/>
              </a:rPr>
              <a:t>13-</a:t>
            </a:r>
            <a:r>
              <a:rPr dirty="0" sz="850" spc="-50">
                <a:solidFill>
                  <a:srgbClr val="4E3629"/>
                </a:solidFill>
                <a:latin typeface="Calibri"/>
                <a:cs typeface="Calibri"/>
              </a:rPr>
              <a:t>3</a:t>
            </a:r>
            <a:endParaRPr sz="850">
              <a:latin typeface="Calibri"/>
              <a:cs typeface="Calibri"/>
            </a:endParaRPr>
          </a:p>
          <a:p>
            <a:pPr marL="12700">
              <a:lnSpc>
                <a:spcPts val="965"/>
              </a:lnSpc>
            </a:pPr>
            <a:r>
              <a:rPr dirty="0" sz="850" spc="-10">
                <a:solidFill>
                  <a:srgbClr val="4E3629"/>
                </a:solidFill>
                <a:latin typeface="Calibri"/>
                <a:cs typeface="Calibri"/>
              </a:rPr>
              <a:t>Modificación</a:t>
            </a:r>
            <a:r>
              <a:rPr dirty="0" sz="850" spc="30">
                <a:solidFill>
                  <a:srgbClr val="4E3629"/>
                </a:solidFill>
                <a:latin typeface="Calibri"/>
                <a:cs typeface="Calibri"/>
              </a:rPr>
              <a:t> </a:t>
            </a:r>
            <a:r>
              <a:rPr dirty="0" sz="850">
                <a:solidFill>
                  <a:srgbClr val="4E3629"/>
                </a:solidFill>
                <a:latin typeface="Calibri"/>
                <a:cs typeface="Calibri"/>
              </a:rPr>
              <a:t>de</a:t>
            </a:r>
            <a:r>
              <a:rPr dirty="0" sz="850" spc="-10">
                <a:solidFill>
                  <a:srgbClr val="4E3629"/>
                </a:solidFill>
                <a:latin typeface="Calibri"/>
                <a:cs typeface="Calibri"/>
              </a:rPr>
              <a:t> </a:t>
            </a:r>
            <a:r>
              <a:rPr dirty="0" sz="850">
                <a:solidFill>
                  <a:srgbClr val="4E3629"/>
                </a:solidFill>
                <a:latin typeface="Calibri"/>
                <a:cs typeface="Calibri"/>
              </a:rPr>
              <a:t>una </a:t>
            </a:r>
            <a:r>
              <a:rPr dirty="0" sz="850" spc="-20">
                <a:solidFill>
                  <a:srgbClr val="4E3629"/>
                </a:solidFill>
                <a:latin typeface="Calibri"/>
                <a:cs typeface="Calibri"/>
              </a:rPr>
              <a:t>Tabla</a:t>
            </a:r>
            <a:endParaRPr sz="850">
              <a:latin typeface="Calibri"/>
              <a:cs typeface="Calibri"/>
            </a:endParaRPr>
          </a:p>
        </p:txBody>
      </p:sp>
      <p:sp>
        <p:nvSpPr>
          <p:cNvPr id="8" name="object 8" descr=""/>
          <p:cNvSpPr txBox="1">
            <a:spLocks noGrp="1"/>
          </p:cNvSpPr>
          <p:nvPr>
            <p:ph type="ftr" idx="5" sz="quarter"/>
          </p:nvPr>
        </p:nvSpPr>
        <p:spPr>
          <a:prstGeom prst="rect"/>
        </p:spPr>
        <p:txBody>
          <a:bodyPr wrap="square" lIns="0" tIns="0" rIns="0" bIns="0" rtlCol="0" vert="horz">
            <a:spAutoFit/>
          </a:bodyPr>
          <a:lstStyle/>
          <a:p>
            <a:pPr marL="13335">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5"/>
              <a:t> </a:t>
            </a:r>
            <a:r>
              <a:rPr dirty="0"/>
              <a:t>sus</a:t>
            </a:r>
            <a:r>
              <a:rPr dirty="0" spc="-35"/>
              <a:t> </a:t>
            </a:r>
            <a:r>
              <a:rPr dirty="0"/>
              <a:t>filiales.</a:t>
            </a:r>
            <a:r>
              <a:rPr dirty="0" spc="-5"/>
              <a:t> </a:t>
            </a:r>
            <a:r>
              <a:rPr dirty="0"/>
              <a:t>Todos</a:t>
            </a:r>
            <a:r>
              <a:rPr dirty="0" spc="-35"/>
              <a:t> </a:t>
            </a:r>
            <a:r>
              <a:rPr dirty="0"/>
              <a:t>los</a:t>
            </a:r>
            <a:r>
              <a:rPr dirty="0" spc="-30"/>
              <a:t> </a:t>
            </a:r>
            <a:r>
              <a:rPr dirty="0"/>
              <a:t>derechos</a:t>
            </a:r>
            <a:r>
              <a:rPr dirty="0" spc="-5"/>
              <a:t> </a:t>
            </a:r>
            <a:r>
              <a:rPr dirty="0" spc="-10"/>
              <a:t>reservados.</a:t>
            </a:r>
          </a:p>
        </p:txBody>
      </p:sp>
      <p:sp>
        <p:nvSpPr>
          <p:cNvPr id="9" name="object 9" descr=""/>
          <p:cNvSpPr txBox="1">
            <a:spLocks noGrp="1"/>
          </p:cNvSpPr>
          <p:nvPr>
            <p:ph type="sldNum" idx="7" sz="quarter"/>
          </p:nvPr>
        </p:nvSpPr>
        <p:spPr>
          <a:prstGeom prst="rect"/>
        </p:spPr>
        <p:txBody>
          <a:bodyPr wrap="square" lIns="0" tIns="0" rIns="0" bIns="0" rtlCol="0" vert="horz">
            <a:spAutoFit/>
          </a:bodyPr>
          <a:lstStyle/>
          <a:p>
            <a:pPr marL="13970">
              <a:lnSpc>
                <a:spcPts val="910"/>
              </a:lnSpc>
            </a:pPr>
            <a:r>
              <a:rPr dirty="0" spc="-25"/>
              <a:t>39</a:t>
            </a:r>
          </a:p>
        </p:txBody>
      </p:sp>
      <p:sp>
        <p:nvSpPr>
          <p:cNvPr id="5" name="object 5" descr=""/>
          <p:cNvSpPr txBox="1"/>
          <p:nvPr/>
        </p:nvSpPr>
        <p:spPr>
          <a:xfrm>
            <a:off x="483514" y="1415923"/>
            <a:ext cx="7588250" cy="2474595"/>
          </a:xfrm>
          <a:prstGeom prst="rect">
            <a:avLst/>
          </a:prstGeom>
        </p:spPr>
        <p:txBody>
          <a:bodyPr wrap="square" lIns="0" tIns="60960" rIns="0" bIns="0" rtlCol="0" vert="horz">
            <a:spAutoFit/>
          </a:bodyPr>
          <a:lstStyle/>
          <a:p>
            <a:pPr algn="just" marL="183515" marR="184785" indent="-171450">
              <a:lnSpc>
                <a:spcPts val="3020"/>
              </a:lnSpc>
              <a:spcBef>
                <a:spcPts val="480"/>
              </a:spcBef>
              <a:buClr>
                <a:srgbClr val="D1350F"/>
              </a:buClr>
              <a:buFont typeface="Arial MT"/>
              <a:buChar char="•"/>
              <a:tabLst>
                <a:tab pos="184785" algn="l"/>
              </a:tabLst>
            </a:pPr>
            <a:r>
              <a:rPr dirty="0" sz="2800">
                <a:solidFill>
                  <a:srgbClr val="4E3629"/>
                </a:solidFill>
                <a:latin typeface="Calibri"/>
                <a:cs typeface="Calibri"/>
              </a:rPr>
              <a:t>El</a:t>
            </a:r>
            <a:r>
              <a:rPr dirty="0" sz="2800" spc="-60">
                <a:solidFill>
                  <a:srgbClr val="4E3629"/>
                </a:solidFill>
                <a:latin typeface="Calibri"/>
                <a:cs typeface="Calibri"/>
              </a:rPr>
              <a:t> </a:t>
            </a:r>
            <a:r>
              <a:rPr dirty="0" sz="2800" spc="-10">
                <a:solidFill>
                  <a:srgbClr val="4E3629"/>
                </a:solidFill>
                <a:latin typeface="Calibri"/>
                <a:cs typeface="Calibri"/>
              </a:rPr>
              <a:t>resultado</a:t>
            </a:r>
            <a:r>
              <a:rPr dirty="0" sz="2800" spc="-3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última</a:t>
            </a:r>
            <a:r>
              <a:rPr dirty="0" sz="2800" spc="-35">
                <a:solidFill>
                  <a:srgbClr val="4E3629"/>
                </a:solidFill>
                <a:latin typeface="Calibri"/>
                <a:cs typeface="Calibri"/>
              </a:rPr>
              <a:t> </a:t>
            </a:r>
            <a:r>
              <a:rPr dirty="0" sz="2800">
                <a:solidFill>
                  <a:srgbClr val="4E3629"/>
                </a:solidFill>
                <a:latin typeface="Calibri"/>
                <a:cs typeface="Calibri"/>
              </a:rPr>
              <a:t>consulta</a:t>
            </a:r>
            <a:r>
              <a:rPr dirty="0" sz="2800" spc="-3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la</a:t>
            </a:r>
            <a:r>
              <a:rPr dirty="0" sz="2800" spc="-60">
                <a:solidFill>
                  <a:srgbClr val="4E3629"/>
                </a:solidFill>
                <a:latin typeface="Calibri"/>
                <a:cs typeface="Calibri"/>
              </a:rPr>
              <a:t> </a:t>
            </a:r>
            <a:r>
              <a:rPr dirty="0" sz="2800" spc="-10">
                <a:solidFill>
                  <a:srgbClr val="4E3629"/>
                </a:solidFill>
                <a:latin typeface="Calibri"/>
                <a:cs typeface="Calibri"/>
              </a:rPr>
              <a:t>diapositiva </a:t>
            </a:r>
            <a:r>
              <a:rPr dirty="0" sz="2800" spc="-10">
                <a:solidFill>
                  <a:srgbClr val="4E3629"/>
                </a:solidFill>
                <a:latin typeface="Calibri"/>
                <a:cs typeface="Calibri"/>
              </a:rPr>
              <a:t>	</a:t>
            </a:r>
            <a:r>
              <a:rPr dirty="0" sz="2800">
                <a:solidFill>
                  <a:srgbClr val="4E3629"/>
                </a:solidFill>
                <a:latin typeface="Calibri"/>
                <a:cs typeface="Calibri"/>
              </a:rPr>
              <a:t>anterior</a:t>
            </a:r>
            <a:r>
              <a:rPr dirty="0" sz="2800" spc="-100">
                <a:solidFill>
                  <a:srgbClr val="4E3629"/>
                </a:solidFill>
                <a:latin typeface="Calibri"/>
                <a:cs typeface="Calibri"/>
              </a:rPr>
              <a:t> </a:t>
            </a:r>
            <a:r>
              <a:rPr dirty="0" sz="2800">
                <a:solidFill>
                  <a:srgbClr val="4E3629"/>
                </a:solidFill>
                <a:latin typeface="Calibri"/>
                <a:cs typeface="Calibri"/>
              </a:rPr>
              <a:t>solo</a:t>
            </a:r>
            <a:r>
              <a:rPr dirty="0" sz="2800" spc="-80">
                <a:solidFill>
                  <a:srgbClr val="4E3629"/>
                </a:solidFill>
                <a:latin typeface="Calibri"/>
                <a:cs typeface="Calibri"/>
              </a:rPr>
              <a:t> </a:t>
            </a:r>
            <a:r>
              <a:rPr dirty="0" sz="2800">
                <a:solidFill>
                  <a:srgbClr val="4E3629"/>
                </a:solidFill>
                <a:latin typeface="Calibri"/>
                <a:cs typeface="Calibri"/>
              </a:rPr>
              <a:t>está</a:t>
            </a:r>
            <a:r>
              <a:rPr dirty="0" sz="2800" spc="-90">
                <a:solidFill>
                  <a:srgbClr val="4E3629"/>
                </a:solidFill>
                <a:latin typeface="Calibri"/>
                <a:cs typeface="Calibri"/>
              </a:rPr>
              <a:t> </a:t>
            </a:r>
            <a:r>
              <a:rPr dirty="0" sz="2800">
                <a:solidFill>
                  <a:srgbClr val="4E3629"/>
                </a:solidFill>
                <a:latin typeface="Calibri"/>
                <a:cs typeface="Calibri"/>
              </a:rPr>
              <a:t>disponible</a:t>
            </a:r>
            <a:r>
              <a:rPr dirty="0" sz="2800" spc="-40">
                <a:solidFill>
                  <a:srgbClr val="4E3629"/>
                </a:solidFill>
                <a:latin typeface="Calibri"/>
                <a:cs typeface="Calibri"/>
              </a:rPr>
              <a:t> </a:t>
            </a:r>
            <a:r>
              <a:rPr dirty="0" sz="2800">
                <a:solidFill>
                  <a:srgbClr val="4E3629"/>
                </a:solidFill>
                <a:latin typeface="Calibri"/>
                <a:cs typeface="Calibri"/>
              </a:rPr>
              <a:t>si</a:t>
            </a:r>
            <a:r>
              <a:rPr dirty="0" sz="2800" spc="-90">
                <a:solidFill>
                  <a:srgbClr val="4E3629"/>
                </a:solidFill>
                <a:latin typeface="Calibri"/>
                <a:cs typeface="Calibri"/>
              </a:rPr>
              <a:t> </a:t>
            </a:r>
            <a:r>
              <a:rPr dirty="0" sz="2800">
                <a:solidFill>
                  <a:srgbClr val="4E3629"/>
                </a:solidFill>
                <a:latin typeface="Calibri"/>
                <a:cs typeface="Calibri"/>
              </a:rPr>
              <a:t>se</a:t>
            </a:r>
            <a:r>
              <a:rPr dirty="0" sz="2800" spc="-90">
                <a:solidFill>
                  <a:srgbClr val="4E3629"/>
                </a:solidFill>
                <a:latin typeface="Calibri"/>
                <a:cs typeface="Calibri"/>
              </a:rPr>
              <a:t> </a:t>
            </a:r>
            <a:r>
              <a:rPr dirty="0" sz="2800">
                <a:solidFill>
                  <a:srgbClr val="4E3629"/>
                </a:solidFill>
                <a:latin typeface="Calibri"/>
                <a:cs typeface="Calibri"/>
              </a:rPr>
              <a:t>utiliza</a:t>
            </a:r>
            <a:r>
              <a:rPr dirty="0" sz="2800" spc="-75">
                <a:solidFill>
                  <a:srgbClr val="4E3629"/>
                </a:solidFill>
                <a:latin typeface="Calibri"/>
                <a:cs typeface="Calibri"/>
              </a:rPr>
              <a:t> </a:t>
            </a:r>
            <a:r>
              <a:rPr dirty="0" sz="2800" spc="-10">
                <a:solidFill>
                  <a:srgbClr val="4E3629"/>
                </a:solidFill>
                <a:latin typeface="Calibri"/>
                <a:cs typeface="Calibri"/>
              </a:rPr>
              <a:t>Flashback </a:t>
            </a:r>
            <a:r>
              <a:rPr dirty="0" sz="2800" spc="-10">
                <a:solidFill>
                  <a:srgbClr val="4E3629"/>
                </a:solidFill>
                <a:latin typeface="Calibri"/>
                <a:cs typeface="Calibri"/>
              </a:rPr>
              <a:t>	</a:t>
            </a:r>
            <a:r>
              <a:rPr dirty="0" sz="2800" spc="-20">
                <a:solidFill>
                  <a:srgbClr val="4E3629"/>
                </a:solidFill>
                <a:latin typeface="Calibri"/>
                <a:cs typeface="Calibri"/>
              </a:rPr>
              <a:t>query,</a:t>
            </a:r>
            <a:r>
              <a:rPr dirty="0" sz="2800" spc="-50">
                <a:solidFill>
                  <a:srgbClr val="4E3629"/>
                </a:solidFill>
                <a:latin typeface="Calibri"/>
                <a:cs typeface="Calibri"/>
              </a:rPr>
              <a:t> </a:t>
            </a:r>
            <a:r>
              <a:rPr dirty="0" sz="2800">
                <a:solidFill>
                  <a:srgbClr val="4E3629"/>
                </a:solidFill>
                <a:latin typeface="Calibri"/>
                <a:cs typeface="Calibri"/>
              </a:rPr>
              <a:t>es</a:t>
            </a:r>
            <a:r>
              <a:rPr dirty="0" sz="2800" spc="-85">
                <a:solidFill>
                  <a:srgbClr val="4E3629"/>
                </a:solidFill>
                <a:latin typeface="Calibri"/>
                <a:cs typeface="Calibri"/>
              </a:rPr>
              <a:t> </a:t>
            </a:r>
            <a:r>
              <a:rPr dirty="0" sz="2800" spc="-25">
                <a:solidFill>
                  <a:srgbClr val="4E3629"/>
                </a:solidFill>
                <a:latin typeface="Calibri"/>
                <a:cs typeface="Calibri"/>
              </a:rPr>
              <a:t>decir,</a:t>
            </a:r>
            <a:r>
              <a:rPr dirty="0" sz="2800" spc="-55">
                <a:solidFill>
                  <a:srgbClr val="4E3629"/>
                </a:solidFill>
                <a:latin typeface="Calibri"/>
                <a:cs typeface="Calibri"/>
              </a:rPr>
              <a:t> </a:t>
            </a:r>
            <a:r>
              <a:rPr dirty="0" sz="2800">
                <a:solidFill>
                  <a:srgbClr val="4E3629"/>
                </a:solidFill>
                <a:latin typeface="Calibri"/>
                <a:cs typeface="Calibri"/>
              </a:rPr>
              <a:t>la</a:t>
            </a:r>
            <a:r>
              <a:rPr dirty="0" sz="2800" spc="-90">
                <a:solidFill>
                  <a:srgbClr val="4E3629"/>
                </a:solidFill>
                <a:latin typeface="Calibri"/>
                <a:cs typeface="Calibri"/>
              </a:rPr>
              <a:t> </a:t>
            </a:r>
            <a:r>
              <a:rPr dirty="0" sz="2800">
                <a:solidFill>
                  <a:srgbClr val="4E3629"/>
                </a:solidFill>
                <a:latin typeface="Calibri"/>
                <a:cs typeface="Calibri"/>
              </a:rPr>
              <a:t>cláusula</a:t>
            </a:r>
            <a:r>
              <a:rPr dirty="0" sz="2800" spc="-65">
                <a:solidFill>
                  <a:srgbClr val="4E3629"/>
                </a:solidFill>
                <a:latin typeface="Calibri"/>
                <a:cs typeface="Calibri"/>
              </a:rPr>
              <a:t> </a:t>
            </a:r>
            <a:r>
              <a:rPr dirty="0" sz="2800" spc="-10">
                <a:solidFill>
                  <a:srgbClr val="4E3629"/>
                </a:solidFill>
                <a:latin typeface="Calibri"/>
                <a:cs typeface="Calibri"/>
              </a:rPr>
              <a:t>VERSIONS</a:t>
            </a:r>
            <a:endParaRPr sz="2800">
              <a:latin typeface="Calibri"/>
              <a:cs typeface="Calibri"/>
            </a:endParaRPr>
          </a:p>
          <a:p>
            <a:pPr marL="183515" marR="5080" indent="-171450">
              <a:lnSpc>
                <a:spcPts val="3020"/>
              </a:lnSpc>
              <a:spcBef>
                <a:spcPts val="815"/>
              </a:spcBef>
              <a:buClr>
                <a:srgbClr val="D1350F"/>
              </a:buClr>
              <a:buFont typeface="Arial MT"/>
              <a:buChar char="•"/>
              <a:tabLst>
                <a:tab pos="184785" algn="l"/>
              </a:tabLst>
            </a:pPr>
            <a:r>
              <a:rPr dirty="0" sz="2800">
                <a:solidFill>
                  <a:srgbClr val="4E3629"/>
                </a:solidFill>
                <a:latin typeface="Calibri"/>
                <a:cs typeface="Calibri"/>
              </a:rPr>
              <a:t>Si</a:t>
            </a:r>
            <a:r>
              <a:rPr dirty="0" sz="2800" spc="-90">
                <a:solidFill>
                  <a:srgbClr val="4E3629"/>
                </a:solidFill>
                <a:latin typeface="Calibri"/>
                <a:cs typeface="Calibri"/>
              </a:rPr>
              <a:t> </a:t>
            </a:r>
            <a:r>
              <a:rPr dirty="0" sz="2800" spc="-10">
                <a:solidFill>
                  <a:srgbClr val="4E3629"/>
                </a:solidFill>
                <a:latin typeface="Calibri"/>
                <a:cs typeface="Calibri"/>
              </a:rPr>
              <a:t>intenta</a:t>
            </a:r>
            <a:r>
              <a:rPr dirty="0" sz="2800" spc="-95">
                <a:solidFill>
                  <a:srgbClr val="4E3629"/>
                </a:solidFill>
                <a:latin typeface="Calibri"/>
                <a:cs typeface="Calibri"/>
              </a:rPr>
              <a:t> </a:t>
            </a:r>
            <a:r>
              <a:rPr dirty="0" sz="2800">
                <a:solidFill>
                  <a:srgbClr val="4E3629"/>
                </a:solidFill>
                <a:latin typeface="Calibri"/>
                <a:cs typeface="Calibri"/>
              </a:rPr>
              <a:t>realizar</a:t>
            </a:r>
            <a:r>
              <a:rPr dirty="0" sz="2800" spc="-100">
                <a:solidFill>
                  <a:srgbClr val="4E3629"/>
                </a:solidFill>
                <a:latin typeface="Calibri"/>
                <a:cs typeface="Calibri"/>
              </a:rPr>
              <a:t> </a:t>
            </a:r>
            <a:r>
              <a:rPr dirty="0" sz="2800">
                <a:solidFill>
                  <a:srgbClr val="4E3629"/>
                </a:solidFill>
                <a:latin typeface="Calibri"/>
                <a:cs typeface="Calibri"/>
              </a:rPr>
              <a:t>una</a:t>
            </a:r>
            <a:r>
              <a:rPr dirty="0" sz="2800" spc="-75">
                <a:solidFill>
                  <a:srgbClr val="4E3629"/>
                </a:solidFill>
                <a:latin typeface="Calibri"/>
                <a:cs typeface="Calibri"/>
              </a:rPr>
              <a:t> </a:t>
            </a:r>
            <a:r>
              <a:rPr dirty="0" sz="2800">
                <a:solidFill>
                  <a:srgbClr val="4E3629"/>
                </a:solidFill>
                <a:latin typeface="Calibri"/>
                <a:cs typeface="Calibri"/>
              </a:rPr>
              <a:t>búsqueda</a:t>
            </a:r>
            <a:r>
              <a:rPr dirty="0" sz="2800" spc="-50">
                <a:solidFill>
                  <a:srgbClr val="4E3629"/>
                </a:solidFill>
                <a:latin typeface="Calibri"/>
                <a:cs typeface="Calibri"/>
              </a:rPr>
              <a:t> </a:t>
            </a:r>
            <a:r>
              <a:rPr dirty="0" sz="2800">
                <a:solidFill>
                  <a:srgbClr val="4E3629"/>
                </a:solidFill>
                <a:latin typeface="Calibri"/>
                <a:cs typeface="Calibri"/>
              </a:rPr>
              <a:t>normal</a:t>
            </a:r>
            <a:r>
              <a:rPr dirty="0" sz="2800" spc="-80">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employee_id</a:t>
            </a:r>
            <a:r>
              <a:rPr dirty="0" sz="2800" spc="-50">
                <a:solidFill>
                  <a:srgbClr val="4E3629"/>
                </a:solidFill>
                <a:latin typeface="Calibri"/>
                <a:cs typeface="Calibri"/>
              </a:rPr>
              <a:t> </a:t>
            </a:r>
            <a:r>
              <a:rPr dirty="0" sz="2800">
                <a:solidFill>
                  <a:srgbClr val="4E3629"/>
                </a:solidFill>
                <a:latin typeface="Calibri"/>
                <a:cs typeface="Calibri"/>
              </a:rPr>
              <a:t>=</a:t>
            </a:r>
            <a:r>
              <a:rPr dirty="0" sz="2800" spc="-60">
                <a:solidFill>
                  <a:srgbClr val="4E3629"/>
                </a:solidFill>
                <a:latin typeface="Calibri"/>
                <a:cs typeface="Calibri"/>
              </a:rPr>
              <a:t> </a:t>
            </a:r>
            <a:r>
              <a:rPr dirty="0" sz="2800">
                <a:solidFill>
                  <a:srgbClr val="4E3629"/>
                </a:solidFill>
                <a:latin typeface="Calibri"/>
                <a:cs typeface="Calibri"/>
              </a:rPr>
              <a:t>1</a:t>
            </a:r>
            <a:r>
              <a:rPr dirty="0" sz="2800" spc="-65">
                <a:solidFill>
                  <a:srgbClr val="4E3629"/>
                </a:solidFill>
                <a:latin typeface="Calibri"/>
                <a:cs typeface="Calibri"/>
              </a:rPr>
              <a:t> </a:t>
            </a:r>
            <a:r>
              <a:rPr dirty="0" sz="2800">
                <a:solidFill>
                  <a:srgbClr val="4E3629"/>
                </a:solidFill>
                <a:latin typeface="Calibri"/>
                <a:cs typeface="Calibri"/>
              </a:rPr>
              <a:t>tras</a:t>
            </a:r>
            <a:r>
              <a:rPr dirty="0" sz="2800" spc="-55">
                <a:solidFill>
                  <a:srgbClr val="4E3629"/>
                </a:solidFill>
                <a:latin typeface="Calibri"/>
                <a:cs typeface="Calibri"/>
              </a:rPr>
              <a:t> </a:t>
            </a:r>
            <a:r>
              <a:rPr dirty="0" sz="2800">
                <a:solidFill>
                  <a:srgbClr val="4E3629"/>
                </a:solidFill>
                <a:latin typeface="Calibri"/>
                <a:cs typeface="Calibri"/>
              </a:rPr>
              <a:t>la</a:t>
            </a:r>
            <a:r>
              <a:rPr dirty="0" sz="2800" spc="-85">
                <a:solidFill>
                  <a:srgbClr val="4E3629"/>
                </a:solidFill>
                <a:latin typeface="Calibri"/>
                <a:cs typeface="Calibri"/>
              </a:rPr>
              <a:t> </a:t>
            </a:r>
            <a:r>
              <a:rPr dirty="0" sz="2800">
                <a:solidFill>
                  <a:srgbClr val="4E3629"/>
                </a:solidFill>
                <a:latin typeface="Calibri"/>
                <a:cs typeface="Calibri"/>
              </a:rPr>
              <a:t>sentencia</a:t>
            </a:r>
            <a:r>
              <a:rPr dirty="0" sz="2800" spc="-40">
                <a:solidFill>
                  <a:srgbClr val="4E3629"/>
                </a:solidFill>
                <a:latin typeface="Calibri"/>
                <a:cs typeface="Calibri"/>
              </a:rPr>
              <a:t> </a:t>
            </a:r>
            <a:r>
              <a:rPr dirty="0" sz="2800">
                <a:solidFill>
                  <a:srgbClr val="4E3629"/>
                </a:solidFill>
                <a:latin typeface="Calibri"/>
                <a:cs typeface="Calibri"/>
              </a:rPr>
              <a:t>delete,</a:t>
            </a:r>
            <a:r>
              <a:rPr dirty="0" sz="2800" spc="-70">
                <a:solidFill>
                  <a:srgbClr val="4E3629"/>
                </a:solidFill>
                <a:latin typeface="Calibri"/>
                <a:cs typeface="Calibri"/>
              </a:rPr>
              <a:t> </a:t>
            </a:r>
            <a:r>
              <a:rPr dirty="0" sz="2800" spc="-10">
                <a:solidFill>
                  <a:srgbClr val="4E3629"/>
                </a:solidFill>
                <a:latin typeface="Calibri"/>
                <a:cs typeface="Calibri"/>
              </a:rPr>
              <a:t>recibirá</a:t>
            </a:r>
            <a:r>
              <a:rPr dirty="0" sz="2800" spc="-60">
                <a:solidFill>
                  <a:srgbClr val="4E3629"/>
                </a:solidFill>
                <a:latin typeface="Calibri"/>
                <a:cs typeface="Calibri"/>
              </a:rPr>
              <a:t> </a:t>
            </a:r>
            <a:r>
              <a:rPr dirty="0" sz="2800" spc="-25">
                <a:solidFill>
                  <a:srgbClr val="4E3629"/>
                </a:solidFill>
                <a:latin typeface="Calibri"/>
                <a:cs typeface="Calibri"/>
              </a:rPr>
              <a:t>el </a:t>
            </a:r>
            <a:r>
              <a:rPr dirty="0" sz="2800" spc="-25">
                <a:solidFill>
                  <a:srgbClr val="4E3629"/>
                </a:solidFill>
                <a:latin typeface="Calibri"/>
                <a:cs typeface="Calibri"/>
              </a:rPr>
              <a:t>	</a:t>
            </a:r>
            <a:r>
              <a:rPr dirty="0" sz="2800">
                <a:solidFill>
                  <a:srgbClr val="4E3629"/>
                </a:solidFill>
                <a:latin typeface="Calibri"/>
                <a:cs typeface="Calibri"/>
              </a:rPr>
              <a:t>error</a:t>
            </a:r>
            <a:r>
              <a:rPr dirty="0" sz="2800" spc="-65">
                <a:solidFill>
                  <a:srgbClr val="4E3629"/>
                </a:solidFill>
                <a:latin typeface="Calibri"/>
                <a:cs typeface="Calibri"/>
              </a:rPr>
              <a:t> </a:t>
            </a:r>
            <a:r>
              <a:rPr dirty="0" sz="2800">
                <a:solidFill>
                  <a:srgbClr val="4E3629"/>
                </a:solidFill>
                <a:latin typeface="Calibri"/>
                <a:cs typeface="Calibri"/>
              </a:rPr>
              <a:t>normal,</a:t>
            </a:r>
            <a:r>
              <a:rPr dirty="0" sz="2800" spc="-70">
                <a:solidFill>
                  <a:srgbClr val="4E3629"/>
                </a:solidFill>
                <a:latin typeface="Calibri"/>
                <a:cs typeface="Calibri"/>
              </a:rPr>
              <a:t> </a:t>
            </a:r>
            <a:r>
              <a:rPr dirty="0" sz="2800">
                <a:solidFill>
                  <a:srgbClr val="4E3629"/>
                </a:solidFill>
                <a:latin typeface="Calibri"/>
                <a:cs typeface="Calibri"/>
              </a:rPr>
              <a:t>No</a:t>
            </a:r>
            <a:r>
              <a:rPr dirty="0" sz="2800" spc="-60">
                <a:solidFill>
                  <a:srgbClr val="4E3629"/>
                </a:solidFill>
                <a:latin typeface="Calibri"/>
                <a:cs typeface="Calibri"/>
              </a:rPr>
              <a:t> </a:t>
            </a:r>
            <a:r>
              <a:rPr dirty="0" sz="2800">
                <a:solidFill>
                  <a:srgbClr val="4E3629"/>
                </a:solidFill>
                <a:latin typeface="Calibri"/>
                <a:cs typeface="Calibri"/>
              </a:rPr>
              <a:t>Data</a:t>
            </a:r>
            <a:r>
              <a:rPr dirty="0" sz="2800" spc="-65">
                <a:solidFill>
                  <a:srgbClr val="4E3629"/>
                </a:solidFill>
                <a:latin typeface="Calibri"/>
                <a:cs typeface="Calibri"/>
              </a:rPr>
              <a:t> </a:t>
            </a:r>
            <a:r>
              <a:rPr dirty="0" sz="2800" spc="-10">
                <a:solidFill>
                  <a:srgbClr val="4E3629"/>
                </a:solidFill>
                <a:latin typeface="Calibri"/>
                <a:cs typeface="Calibri"/>
              </a:rPr>
              <a:t>Found</a:t>
            </a:r>
            <a:endParaRPr sz="2800">
              <a:latin typeface="Calibri"/>
              <a:cs typeface="Calibri"/>
            </a:endParaRPr>
          </a:p>
        </p:txBody>
      </p:sp>
      <p:sp>
        <p:nvSpPr>
          <p:cNvPr id="6" name="object 6" descr=""/>
          <p:cNvSpPr txBox="1"/>
          <p:nvPr/>
        </p:nvSpPr>
        <p:spPr>
          <a:xfrm>
            <a:off x="405384" y="4005071"/>
            <a:ext cx="8345805" cy="882650"/>
          </a:xfrm>
          <a:prstGeom prst="rect">
            <a:avLst/>
          </a:prstGeom>
          <a:solidFill>
            <a:srgbClr val="9DBEC4">
              <a:alpha val="50199"/>
            </a:srgbClr>
          </a:solidFill>
        </p:spPr>
        <p:txBody>
          <a:bodyPr wrap="square" lIns="0" tIns="3175" rIns="0" bIns="0" rtlCol="0" vert="horz">
            <a:spAutoFit/>
          </a:bodyPr>
          <a:lstStyle/>
          <a:p>
            <a:pPr>
              <a:lnSpc>
                <a:spcPct val="100000"/>
              </a:lnSpc>
              <a:spcBef>
                <a:spcPts val="25"/>
              </a:spcBef>
            </a:pPr>
            <a:r>
              <a:rPr dirty="0" sz="1800" b="1">
                <a:solidFill>
                  <a:srgbClr val="4E3629"/>
                </a:solidFill>
                <a:latin typeface="Courier New"/>
                <a:cs typeface="Courier New"/>
              </a:rPr>
              <a:t>SELECT</a:t>
            </a:r>
            <a:r>
              <a:rPr dirty="0" sz="1800" spc="-85" b="1">
                <a:solidFill>
                  <a:srgbClr val="4E3629"/>
                </a:solidFill>
                <a:latin typeface="Courier New"/>
                <a:cs typeface="Courier New"/>
              </a:rPr>
              <a:t> </a:t>
            </a:r>
            <a:r>
              <a:rPr dirty="0" sz="1800" b="1">
                <a:solidFill>
                  <a:srgbClr val="4E3629"/>
                </a:solidFill>
                <a:latin typeface="Courier New"/>
                <a:cs typeface="Courier New"/>
              </a:rPr>
              <a:t>employee_id,</a:t>
            </a:r>
            <a:r>
              <a:rPr dirty="0" sz="1800" spc="-90" b="1">
                <a:solidFill>
                  <a:srgbClr val="4E3629"/>
                </a:solidFill>
                <a:latin typeface="Courier New"/>
                <a:cs typeface="Courier New"/>
              </a:rPr>
              <a:t> </a:t>
            </a:r>
            <a:r>
              <a:rPr dirty="0" sz="1800" spc="-10" b="1">
                <a:solidFill>
                  <a:srgbClr val="4E3629"/>
                </a:solidFill>
                <a:latin typeface="Courier New"/>
                <a:cs typeface="Courier New"/>
              </a:rPr>
              <a:t>salary</a:t>
            </a:r>
            <a:endParaRPr sz="1800">
              <a:latin typeface="Courier New"/>
              <a:cs typeface="Courier New"/>
            </a:endParaRPr>
          </a:p>
          <a:p>
            <a:pPr marR="5334000">
              <a:lnSpc>
                <a:spcPct val="100000"/>
              </a:lnSpc>
            </a:pPr>
            <a:r>
              <a:rPr dirty="0" sz="1800" b="1">
                <a:solidFill>
                  <a:srgbClr val="4E3629"/>
                </a:solidFill>
                <a:latin typeface="Courier New"/>
                <a:cs typeface="Courier New"/>
              </a:rPr>
              <a:t>FROM</a:t>
            </a:r>
            <a:r>
              <a:rPr dirty="0" sz="1800" spc="-35" b="1">
                <a:solidFill>
                  <a:srgbClr val="4E3629"/>
                </a:solidFill>
                <a:latin typeface="Courier New"/>
                <a:cs typeface="Courier New"/>
              </a:rPr>
              <a:t> </a:t>
            </a:r>
            <a:r>
              <a:rPr dirty="0" sz="1800" spc="-10" b="1">
                <a:solidFill>
                  <a:srgbClr val="4E3629"/>
                </a:solidFill>
                <a:latin typeface="Courier New"/>
                <a:cs typeface="Courier New"/>
              </a:rPr>
              <a:t>copy_employees </a:t>
            </a:r>
            <a:r>
              <a:rPr dirty="0" sz="1800" b="1">
                <a:solidFill>
                  <a:srgbClr val="4E3629"/>
                </a:solidFill>
                <a:latin typeface="Courier New"/>
                <a:cs typeface="Courier New"/>
              </a:rPr>
              <a:t>WHERE</a:t>
            </a:r>
            <a:r>
              <a:rPr dirty="0" sz="1800" spc="-55" b="1">
                <a:solidFill>
                  <a:srgbClr val="4E3629"/>
                </a:solidFill>
                <a:latin typeface="Courier New"/>
                <a:cs typeface="Courier New"/>
              </a:rPr>
              <a:t> </a:t>
            </a:r>
            <a:r>
              <a:rPr dirty="0" sz="1800" b="1">
                <a:solidFill>
                  <a:srgbClr val="4E3629"/>
                </a:solidFill>
                <a:latin typeface="Courier New"/>
                <a:cs typeface="Courier New"/>
              </a:rPr>
              <a:t>employee_id</a:t>
            </a:r>
            <a:r>
              <a:rPr dirty="0" sz="1800" spc="-40" b="1">
                <a:solidFill>
                  <a:srgbClr val="4E3629"/>
                </a:solidFill>
                <a:latin typeface="Courier New"/>
                <a:cs typeface="Courier New"/>
              </a:rPr>
              <a:t> </a:t>
            </a:r>
            <a:r>
              <a:rPr dirty="0" sz="1800" b="1">
                <a:solidFill>
                  <a:srgbClr val="4E3629"/>
                </a:solidFill>
                <a:latin typeface="Courier New"/>
                <a:cs typeface="Courier New"/>
              </a:rPr>
              <a:t>=</a:t>
            </a:r>
            <a:r>
              <a:rPr dirty="0" sz="1800" spc="-55" b="1">
                <a:solidFill>
                  <a:srgbClr val="4E3629"/>
                </a:solidFill>
                <a:latin typeface="Courier New"/>
                <a:cs typeface="Courier New"/>
              </a:rPr>
              <a:t> </a:t>
            </a:r>
            <a:r>
              <a:rPr dirty="0" sz="1800" spc="-25" b="1">
                <a:solidFill>
                  <a:srgbClr val="4E3629"/>
                </a:solidFill>
                <a:latin typeface="Courier New"/>
                <a:cs typeface="Courier New"/>
              </a:rPr>
              <a:t>1;</a:t>
            </a:r>
            <a:endParaRPr sz="1800">
              <a:latin typeface="Courier New"/>
              <a:cs typeface="Courier New"/>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40760" y="1638508"/>
            <a:ext cx="3068955" cy="534035"/>
          </a:xfrm>
          <a:prstGeom prst="rect"/>
        </p:spPr>
        <p:txBody>
          <a:bodyPr wrap="square" lIns="0" tIns="17145" rIns="0" bIns="0" rtlCol="0" vert="horz">
            <a:spAutoFit/>
          </a:bodyPr>
          <a:lstStyle/>
          <a:p>
            <a:pPr marL="12700">
              <a:lnSpc>
                <a:spcPct val="100000"/>
              </a:lnSpc>
              <a:spcBef>
                <a:spcPts val="135"/>
              </a:spcBef>
            </a:pPr>
            <a:r>
              <a:rPr dirty="0" spc="1280">
                <a:solidFill>
                  <a:srgbClr val="131316"/>
                </a:solidFill>
                <a:latin typeface="Verdana"/>
                <a:cs typeface="Verdana"/>
              </a:rPr>
              <a:t>LEALTAD</a:t>
            </a:r>
          </a:p>
        </p:txBody>
      </p:sp>
      <p:sp>
        <p:nvSpPr>
          <p:cNvPr id="3" name="object 3" descr=""/>
          <p:cNvSpPr txBox="1"/>
          <p:nvPr/>
        </p:nvSpPr>
        <p:spPr>
          <a:xfrm>
            <a:off x="1097956" y="3403677"/>
            <a:ext cx="6067425" cy="562610"/>
          </a:xfrm>
          <a:prstGeom prst="rect">
            <a:avLst/>
          </a:prstGeom>
        </p:spPr>
        <p:txBody>
          <a:bodyPr wrap="square" lIns="0" tIns="22860" rIns="0" bIns="0" rtlCol="0" vert="horz">
            <a:spAutoFit/>
          </a:bodyPr>
          <a:lstStyle/>
          <a:p>
            <a:pPr marL="12700" marR="5080">
              <a:lnSpc>
                <a:spcPct val="96000"/>
              </a:lnSpc>
              <a:spcBef>
                <a:spcPts val="180"/>
              </a:spcBef>
            </a:pPr>
            <a:r>
              <a:rPr dirty="0" sz="1200">
                <a:solidFill>
                  <a:srgbClr val="131316"/>
                </a:solidFill>
                <a:latin typeface="Lucida Sans Unicode"/>
                <a:cs typeface="Lucida Sans Unicode"/>
              </a:rPr>
              <a:t>LA</a:t>
            </a:r>
            <a:r>
              <a:rPr dirty="0" sz="1200" spc="-10">
                <a:solidFill>
                  <a:srgbClr val="131316"/>
                </a:solidFill>
                <a:latin typeface="Lucida Sans Unicode"/>
                <a:cs typeface="Lucida Sans Unicode"/>
              </a:rPr>
              <a:t> LEALTAD</a:t>
            </a:r>
            <a:r>
              <a:rPr dirty="0" sz="1200" spc="-45">
                <a:solidFill>
                  <a:srgbClr val="131316"/>
                </a:solidFill>
                <a:latin typeface="Lucida Sans Unicode"/>
                <a:cs typeface="Lucida Sans Unicode"/>
              </a:rPr>
              <a:t> </a:t>
            </a:r>
            <a:r>
              <a:rPr dirty="0" sz="1200" spc="110">
                <a:solidFill>
                  <a:srgbClr val="131316"/>
                </a:solidFill>
                <a:latin typeface="Lucida Sans Unicode"/>
                <a:cs typeface="Lucida Sans Unicode"/>
              </a:rPr>
              <a:t>SE</a:t>
            </a:r>
            <a:r>
              <a:rPr dirty="0" sz="1200" spc="-40">
                <a:solidFill>
                  <a:srgbClr val="131316"/>
                </a:solidFill>
                <a:latin typeface="Lucida Sans Unicode"/>
                <a:cs typeface="Lucida Sans Unicode"/>
              </a:rPr>
              <a:t> </a:t>
            </a:r>
            <a:r>
              <a:rPr dirty="0" sz="1200" spc="50">
                <a:solidFill>
                  <a:srgbClr val="131316"/>
                </a:solidFill>
                <a:latin typeface="Lucida Sans Unicode"/>
                <a:cs typeface="Lucida Sans Unicode"/>
              </a:rPr>
              <a:t>TRADUCE</a:t>
            </a:r>
            <a:r>
              <a:rPr dirty="0" sz="1200" spc="40">
                <a:solidFill>
                  <a:srgbClr val="131316"/>
                </a:solidFill>
                <a:latin typeface="Lucida Sans Unicode"/>
                <a:cs typeface="Lucida Sans Unicode"/>
              </a:rPr>
              <a:t> </a:t>
            </a:r>
            <a:r>
              <a:rPr dirty="0" sz="1200" spc="55">
                <a:solidFill>
                  <a:srgbClr val="131316"/>
                </a:solidFill>
                <a:latin typeface="Lucida Sans Unicode"/>
                <a:cs typeface="Lucida Sans Unicode"/>
              </a:rPr>
              <a:t>EN</a:t>
            </a:r>
            <a:r>
              <a:rPr dirty="0" sz="1200" spc="-5">
                <a:solidFill>
                  <a:srgbClr val="131316"/>
                </a:solidFill>
                <a:latin typeface="Lucida Sans Unicode"/>
                <a:cs typeface="Lucida Sans Unicode"/>
              </a:rPr>
              <a:t> </a:t>
            </a:r>
            <a:r>
              <a:rPr dirty="0" sz="1200">
                <a:solidFill>
                  <a:srgbClr val="131316"/>
                </a:solidFill>
                <a:latin typeface="Lucida Sans Unicode"/>
                <a:cs typeface="Lucida Sans Unicode"/>
              </a:rPr>
              <a:t>GARANTIZAR</a:t>
            </a:r>
            <a:r>
              <a:rPr dirty="0" sz="1200" spc="-25">
                <a:solidFill>
                  <a:srgbClr val="131316"/>
                </a:solidFill>
                <a:latin typeface="Lucida Sans Unicode"/>
                <a:cs typeface="Lucida Sans Unicode"/>
              </a:rPr>
              <a:t> </a:t>
            </a:r>
            <a:r>
              <a:rPr dirty="0" sz="1200">
                <a:solidFill>
                  <a:srgbClr val="131316"/>
                </a:solidFill>
                <a:latin typeface="Lucida Sans Unicode"/>
                <a:cs typeface="Lucida Sans Unicode"/>
              </a:rPr>
              <a:t>QUE,</a:t>
            </a:r>
            <a:r>
              <a:rPr dirty="0" sz="1200" spc="35">
                <a:solidFill>
                  <a:srgbClr val="131316"/>
                </a:solidFill>
                <a:latin typeface="Lucida Sans Unicode"/>
                <a:cs typeface="Lucida Sans Unicode"/>
              </a:rPr>
              <a:t> </a:t>
            </a:r>
            <a:r>
              <a:rPr dirty="0" sz="1200">
                <a:solidFill>
                  <a:srgbClr val="131316"/>
                </a:solidFill>
                <a:latin typeface="Lucida Sans Unicode"/>
                <a:cs typeface="Lucida Sans Unicode"/>
              </a:rPr>
              <a:t>UNA</a:t>
            </a:r>
            <a:r>
              <a:rPr dirty="0" sz="1200" spc="-25">
                <a:solidFill>
                  <a:srgbClr val="131316"/>
                </a:solidFill>
                <a:latin typeface="Lucida Sans Unicode"/>
                <a:cs typeface="Lucida Sans Unicode"/>
              </a:rPr>
              <a:t> </a:t>
            </a:r>
            <a:r>
              <a:rPr dirty="0" sz="1200">
                <a:solidFill>
                  <a:srgbClr val="131316"/>
                </a:solidFill>
                <a:latin typeface="Lucida Sans Unicode"/>
                <a:cs typeface="Lucida Sans Unicode"/>
              </a:rPr>
              <a:t>VEZ</a:t>
            </a:r>
            <a:r>
              <a:rPr dirty="0" sz="1200" spc="5">
                <a:solidFill>
                  <a:srgbClr val="131316"/>
                </a:solidFill>
                <a:latin typeface="Lucida Sans Unicode"/>
                <a:cs typeface="Lucida Sans Unicode"/>
              </a:rPr>
              <a:t> </a:t>
            </a:r>
            <a:r>
              <a:rPr dirty="0" sz="1200">
                <a:solidFill>
                  <a:srgbClr val="131316"/>
                </a:solidFill>
                <a:latin typeface="Lucida Sans Unicode"/>
                <a:cs typeface="Lucida Sans Unicode"/>
              </a:rPr>
              <a:t>ACEPTADA</a:t>
            </a:r>
            <a:r>
              <a:rPr dirty="0" sz="1200" spc="-45">
                <a:solidFill>
                  <a:srgbClr val="131316"/>
                </a:solidFill>
                <a:latin typeface="Lucida Sans Unicode"/>
                <a:cs typeface="Lucida Sans Unicode"/>
              </a:rPr>
              <a:t> </a:t>
            </a:r>
            <a:r>
              <a:rPr dirty="0" sz="1200" spc="-50">
                <a:solidFill>
                  <a:srgbClr val="131316"/>
                </a:solidFill>
                <a:latin typeface="Lucida Sans Unicode"/>
                <a:cs typeface="Lucida Sans Unicode"/>
              </a:rPr>
              <a:t>Y </a:t>
            </a:r>
            <a:r>
              <a:rPr dirty="0" sz="1200" spc="60">
                <a:solidFill>
                  <a:srgbClr val="131316"/>
                </a:solidFill>
                <a:latin typeface="Lucida Sans Unicode"/>
                <a:cs typeface="Lucida Sans Unicode"/>
              </a:rPr>
              <a:t>COMPROMETIDA</a:t>
            </a:r>
            <a:r>
              <a:rPr dirty="0" sz="1200" spc="-80">
                <a:solidFill>
                  <a:srgbClr val="131316"/>
                </a:solidFill>
                <a:latin typeface="Lucida Sans Unicode"/>
                <a:cs typeface="Lucida Sans Unicode"/>
              </a:rPr>
              <a:t> </a:t>
            </a:r>
            <a:r>
              <a:rPr dirty="0" sz="1200">
                <a:solidFill>
                  <a:srgbClr val="131316"/>
                </a:solidFill>
                <a:latin typeface="Lucida Sans Unicode"/>
                <a:cs typeface="Lucida Sans Unicode"/>
              </a:rPr>
              <a:t>UNA</a:t>
            </a:r>
            <a:r>
              <a:rPr dirty="0" sz="1200" spc="-95">
                <a:solidFill>
                  <a:srgbClr val="131316"/>
                </a:solidFill>
                <a:latin typeface="Lucida Sans Unicode"/>
                <a:cs typeface="Lucida Sans Unicode"/>
              </a:rPr>
              <a:t> </a:t>
            </a:r>
            <a:r>
              <a:rPr dirty="0" sz="1200" spc="65">
                <a:solidFill>
                  <a:srgbClr val="131316"/>
                </a:solidFill>
                <a:latin typeface="Lucida Sans Unicode"/>
                <a:cs typeface="Lucida Sans Unicode"/>
              </a:rPr>
              <a:t>OPERACIÓN</a:t>
            </a:r>
            <a:r>
              <a:rPr dirty="0" sz="1200" spc="-60">
                <a:solidFill>
                  <a:srgbClr val="131316"/>
                </a:solidFill>
                <a:latin typeface="Lucida Sans Unicode"/>
                <a:cs typeface="Lucida Sans Unicode"/>
              </a:rPr>
              <a:t> </a:t>
            </a:r>
            <a:r>
              <a:rPr dirty="0" sz="1200" spc="80">
                <a:solidFill>
                  <a:srgbClr val="131316"/>
                </a:solidFill>
                <a:latin typeface="Lucida Sans Unicode"/>
                <a:cs typeface="Lucida Sans Unicode"/>
              </a:rPr>
              <a:t>O</a:t>
            </a:r>
            <a:r>
              <a:rPr dirty="0" sz="1200" spc="-75">
                <a:solidFill>
                  <a:srgbClr val="131316"/>
                </a:solidFill>
                <a:latin typeface="Lucida Sans Unicode"/>
                <a:cs typeface="Lucida Sans Unicode"/>
              </a:rPr>
              <a:t> </a:t>
            </a:r>
            <a:r>
              <a:rPr dirty="0" sz="1200">
                <a:solidFill>
                  <a:srgbClr val="131316"/>
                </a:solidFill>
                <a:latin typeface="Lucida Sans Unicode"/>
                <a:cs typeface="Lucida Sans Unicode"/>
              </a:rPr>
              <a:t>UN</a:t>
            </a:r>
            <a:r>
              <a:rPr dirty="0" sz="1200" spc="-10">
                <a:solidFill>
                  <a:srgbClr val="131316"/>
                </a:solidFill>
                <a:latin typeface="Lucida Sans Unicode"/>
                <a:cs typeface="Lucida Sans Unicode"/>
              </a:rPr>
              <a:t> </a:t>
            </a:r>
            <a:r>
              <a:rPr dirty="0" sz="1200">
                <a:solidFill>
                  <a:srgbClr val="131316"/>
                </a:solidFill>
                <a:latin typeface="Lucida Sans Unicode"/>
                <a:cs typeface="Lucida Sans Unicode"/>
              </a:rPr>
              <a:t>DISEÑO,</a:t>
            </a:r>
            <a:r>
              <a:rPr dirty="0" sz="1200" spc="-15">
                <a:solidFill>
                  <a:srgbClr val="131316"/>
                </a:solidFill>
                <a:latin typeface="Lucida Sans Unicode"/>
                <a:cs typeface="Lucida Sans Unicode"/>
              </a:rPr>
              <a:t> </a:t>
            </a:r>
            <a:r>
              <a:rPr dirty="0" sz="1200" spc="65">
                <a:solidFill>
                  <a:srgbClr val="131316"/>
                </a:solidFill>
                <a:latin typeface="Lucida Sans Unicode"/>
                <a:cs typeface="Lucida Sans Unicode"/>
              </a:rPr>
              <a:t>EL</a:t>
            </a:r>
            <a:r>
              <a:rPr dirty="0" sz="1200" spc="-90">
                <a:solidFill>
                  <a:srgbClr val="131316"/>
                </a:solidFill>
                <a:latin typeface="Lucida Sans Unicode"/>
                <a:cs typeface="Lucida Sans Unicode"/>
              </a:rPr>
              <a:t> </a:t>
            </a:r>
            <a:r>
              <a:rPr dirty="0" sz="1200" spc="50">
                <a:solidFill>
                  <a:srgbClr val="131316"/>
                </a:solidFill>
                <a:latin typeface="Lucida Sans Unicode"/>
                <a:cs typeface="Lucida Sans Unicode"/>
              </a:rPr>
              <a:t>SISTEMA</a:t>
            </a:r>
            <a:r>
              <a:rPr dirty="0" sz="1200" spc="-95">
                <a:solidFill>
                  <a:srgbClr val="131316"/>
                </a:solidFill>
                <a:latin typeface="Lucida Sans Unicode"/>
                <a:cs typeface="Lucida Sans Unicode"/>
              </a:rPr>
              <a:t> </a:t>
            </a:r>
            <a:r>
              <a:rPr dirty="0" sz="1200">
                <a:solidFill>
                  <a:srgbClr val="131316"/>
                </a:solidFill>
                <a:latin typeface="Lucida Sans Unicode"/>
                <a:cs typeface="Lucida Sans Unicode"/>
              </a:rPr>
              <a:t>Y</a:t>
            </a:r>
            <a:r>
              <a:rPr dirty="0" sz="1200" spc="-85">
                <a:solidFill>
                  <a:srgbClr val="131316"/>
                </a:solidFill>
                <a:latin typeface="Lucida Sans Unicode"/>
                <a:cs typeface="Lucida Sans Unicode"/>
              </a:rPr>
              <a:t> </a:t>
            </a:r>
            <a:r>
              <a:rPr dirty="0" sz="1200" spc="50">
                <a:solidFill>
                  <a:srgbClr val="131316"/>
                </a:solidFill>
                <a:latin typeface="Lucida Sans Unicode"/>
                <a:cs typeface="Lucida Sans Unicode"/>
              </a:rPr>
              <a:t>LAS</a:t>
            </a:r>
            <a:r>
              <a:rPr dirty="0" sz="1200" spc="-55">
                <a:solidFill>
                  <a:srgbClr val="131316"/>
                </a:solidFill>
                <a:latin typeface="Lucida Sans Unicode"/>
                <a:cs typeface="Lucida Sans Unicode"/>
              </a:rPr>
              <a:t> </a:t>
            </a:r>
            <a:r>
              <a:rPr dirty="0" sz="1200" spc="40">
                <a:solidFill>
                  <a:srgbClr val="131316"/>
                </a:solidFill>
                <a:latin typeface="Lucida Sans Unicode"/>
                <a:cs typeface="Lucida Sans Unicode"/>
              </a:rPr>
              <a:t>POLÍTICAS </a:t>
            </a:r>
            <a:r>
              <a:rPr dirty="0" sz="1200" spc="50">
                <a:solidFill>
                  <a:srgbClr val="131316"/>
                </a:solidFill>
                <a:latin typeface="Lucida Sans Unicode"/>
                <a:cs typeface="Lucida Sans Unicode"/>
              </a:rPr>
              <a:t>ASOCIADAS</a:t>
            </a:r>
            <a:r>
              <a:rPr dirty="0" sz="1200" spc="-95">
                <a:solidFill>
                  <a:srgbClr val="131316"/>
                </a:solidFill>
                <a:latin typeface="Lucida Sans Unicode"/>
                <a:cs typeface="Lucida Sans Unicode"/>
              </a:rPr>
              <a:t> </a:t>
            </a:r>
            <a:r>
              <a:rPr dirty="0" sz="1200" spc="110">
                <a:solidFill>
                  <a:srgbClr val="131316"/>
                </a:solidFill>
                <a:latin typeface="Lucida Sans Unicode"/>
                <a:cs typeface="Lucida Sans Unicode"/>
              </a:rPr>
              <a:t>SE</a:t>
            </a:r>
            <a:r>
              <a:rPr dirty="0" sz="1200" spc="-50">
                <a:solidFill>
                  <a:srgbClr val="131316"/>
                </a:solidFill>
                <a:latin typeface="Lucida Sans Unicode"/>
                <a:cs typeface="Lucida Sans Unicode"/>
              </a:rPr>
              <a:t> </a:t>
            </a:r>
            <a:r>
              <a:rPr dirty="0" sz="1200" spc="20">
                <a:solidFill>
                  <a:srgbClr val="131316"/>
                </a:solidFill>
                <a:latin typeface="Lucida Sans Unicode"/>
                <a:cs typeface="Lucida Sans Unicode"/>
              </a:rPr>
              <a:t>MANTENGAN</a:t>
            </a:r>
            <a:r>
              <a:rPr dirty="0" sz="1200" spc="-55">
                <a:solidFill>
                  <a:srgbClr val="131316"/>
                </a:solidFill>
                <a:latin typeface="Lucida Sans Unicode"/>
                <a:cs typeface="Lucida Sans Unicode"/>
              </a:rPr>
              <a:t> </a:t>
            </a:r>
            <a:r>
              <a:rPr dirty="0" sz="1200" spc="60">
                <a:solidFill>
                  <a:srgbClr val="131316"/>
                </a:solidFill>
                <a:latin typeface="Lucida Sans Unicode"/>
                <a:cs typeface="Lucida Sans Unicode"/>
              </a:rPr>
              <a:t>FIELES</a:t>
            </a:r>
            <a:r>
              <a:rPr dirty="0" sz="1200" spc="-110">
                <a:solidFill>
                  <a:srgbClr val="131316"/>
                </a:solidFill>
                <a:latin typeface="Lucida Sans Unicode"/>
                <a:cs typeface="Lucida Sans Unicode"/>
              </a:rPr>
              <a:t> </a:t>
            </a:r>
            <a:r>
              <a:rPr dirty="0" sz="1200" spc="10">
                <a:solidFill>
                  <a:srgbClr val="131316"/>
                </a:solidFill>
                <a:latin typeface="Lucida Sans Unicode"/>
                <a:cs typeface="Lucida Sans Unicode"/>
              </a:rPr>
              <a:t>A</a:t>
            </a:r>
            <a:r>
              <a:rPr dirty="0" sz="1200" spc="-75">
                <a:solidFill>
                  <a:srgbClr val="131316"/>
                </a:solidFill>
                <a:latin typeface="Lucida Sans Unicode"/>
                <a:cs typeface="Lucida Sans Unicode"/>
              </a:rPr>
              <a:t> </a:t>
            </a:r>
            <a:r>
              <a:rPr dirty="0" sz="1200" spc="60">
                <a:solidFill>
                  <a:srgbClr val="131316"/>
                </a:solidFill>
                <a:latin typeface="Lucida Sans Unicode"/>
                <a:cs typeface="Lucida Sans Unicode"/>
              </a:rPr>
              <a:t>ESA</a:t>
            </a:r>
            <a:r>
              <a:rPr dirty="0" sz="1200" spc="-75">
                <a:solidFill>
                  <a:srgbClr val="131316"/>
                </a:solidFill>
                <a:latin typeface="Lucida Sans Unicode"/>
                <a:cs typeface="Lucida Sans Unicode"/>
              </a:rPr>
              <a:t> </a:t>
            </a:r>
            <a:r>
              <a:rPr dirty="0" sz="1200" spc="70">
                <a:solidFill>
                  <a:srgbClr val="131316"/>
                </a:solidFill>
                <a:latin typeface="Lucida Sans Unicode"/>
                <a:cs typeface="Lucida Sans Unicode"/>
              </a:rPr>
              <a:t>PROMESA</a:t>
            </a:r>
            <a:r>
              <a:rPr dirty="0" sz="1200" spc="-105">
                <a:solidFill>
                  <a:srgbClr val="131316"/>
                </a:solidFill>
                <a:latin typeface="Lucida Sans Unicode"/>
                <a:cs typeface="Lucida Sans Unicode"/>
              </a:rPr>
              <a:t> </a:t>
            </a:r>
            <a:r>
              <a:rPr dirty="0" sz="1200" spc="10">
                <a:solidFill>
                  <a:srgbClr val="131316"/>
                </a:solidFill>
                <a:latin typeface="Lucida Sans Unicode"/>
                <a:cs typeface="Lucida Sans Unicode"/>
              </a:rPr>
              <a:t>A</a:t>
            </a:r>
            <a:r>
              <a:rPr dirty="0" sz="1200" spc="-75">
                <a:solidFill>
                  <a:srgbClr val="131316"/>
                </a:solidFill>
                <a:latin typeface="Lucida Sans Unicode"/>
                <a:cs typeface="Lucida Sans Unicode"/>
              </a:rPr>
              <a:t> </a:t>
            </a:r>
            <a:r>
              <a:rPr dirty="0" sz="1200" spc="20">
                <a:solidFill>
                  <a:srgbClr val="131316"/>
                </a:solidFill>
                <a:latin typeface="Lucida Sans Unicode"/>
                <a:cs typeface="Lucida Sans Unicode"/>
              </a:rPr>
              <a:t>LO</a:t>
            </a:r>
            <a:r>
              <a:rPr dirty="0" sz="1200" spc="-90">
                <a:solidFill>
                  <a:srgbClr val="131316"/>
                </a:solidFill>
                <a:latin typeface="Lucida Sans Unicode"/>
                <a:cs typeface="Lucida Sans Unicode"/>
              </a:rPr>
              <a:t> </a:t>
            </a:r>
            <a:r>
              <a:rPr dirty="0" sz="1200" spc="65">
                <a:solidFill>
                  <a:srgbClr val="131316"/>
                </a:solidFill>
                <a:latin typeface="Lucida Sans Unicode"/>
                <a:cs typeface="Lucida Sans Unicode"/>
              </a:rPr>
              <a:t>LARGO</a:t>
            </a:r>
            <a:r>
              <a:rPr dirty="0" sz="1200" spc="-95">
                <a:solidFill>
                  <a:srgbClr val="131316"/>
                </a:solidFill>
                <a:latin typeface="Lucida Sans Unicode"/>
                <a:cs typeface="Lucida Sans Unicode"/>
              </a:rPr>
              <a:t> </a:t>
            </a:r>
            <a:r>
              <a:rPr dirty="0" sz="1200" spc="50">
                <a:solidFill>
                  <a:srgbClr val="131316"/>
                </a:solidFill>
                <a:latin typeface="Lucida Sans Unicode"/>
                <a:cs typeface="Lucida Sans Unicode"/>
              </a:rPr>
              <a:t>DEL</a:t>
            </a:r>
            <a:r>
              <a:rPr dirty="0" sz="1200" spc="-155">
                <a:solidFill>
                  <a:srgbClr val="131316"/>
                </a:solidFill>
                <a:latin typeface="Lucida Sans Unicode"/>
                <a:cs typeface="Lucida Sans Unicode"/>
              </a:rPr>
              <a:t> </a:t>
            </a:r>
            <a:r>
              <a:rPr dirty="0" sz="1200" spc="-10">
                <a:solidFill>
                  <a:srgbClr val="131316"/>
                </a:solidFill>
                <a:latin typeface="Lucida Sans Unicode"/>
                <a:cs typeface="Lucida Sans Unicode"/>
              </a:rPr>
              <a:t>TIEMPO.</a:t>
            </a:r>
            <a:endParaRPr sz="1200">
              <a:latin typeface="Lucida Sans Unicode"/>
              <a:cs typeface="Lucida Sans Unicode"/>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prstGeom prst="rect"/>
        </p:spPr>
        <p:txBody>
          <a:bodyPr wrap="square" lIns="0" tIns="77470" rIns="0" bIns="0" rtlCol="0" vert="horz">
            <a:spAutoFit/>
          </a:bodyPr>
          <a:lstStyle/>
          <a:p>
            <a:pPr marL="12700" marR="5080">
              <a:lnSpc>
                <a:spcPts val="3050"/>
              </a:lnSpc>
              <a:spcBef>
                <a:spcPts val="610"/>
              </a:spcBef>
              <a:tabLst>
                <a:tab pos="915035" algn="l"/>
                <a:tab pos="2997835" algn="l"/>
              </a:tabLst>
            </a:pPr>
            <a:r>
              <a:rPr dirty="0" sz="2950" spc="1110">
                <a:solidFill>
                  <a:srgbClr val="131316"/>
                </a:solidFill>
                <a:latin typeface="Trebuchet MS"/>
                <a:cs typeface="Trebuchet MS"/>
              </a:rPr>
              <a:t>¡GRACIAS</a:t>
            </a:r>
            <a:r>
              <a:rPr dirty="0" sz="2950">
                <a:solidFill>
                  <a:srgbClr val="131316"/>
                </a:solidFill>
                <a:latin typeface="Trebuchet MS"/>
                <a:cs typeface="Trebuchet MS"/>
              </a:rPr>
              <a:t>	</a:t>
            </a:r>
            <a:r>
              <a:rPr dirty="0" sz="2950" spc="1325">
                <a:solidFill>
                  <a:srgbClr val="131316"/>
                </a:solidFill>
                <a:latin typeface="Trebuchet MS"/>
                <a:cs typeface="Trebuchet MS"/>
              </a:rPr>
              <a:t>POR </a:t>
            </a:r>
            <a:r>
              <a:rPr dirty="0" sz="2950" spc="1120">
                <a:solidFill>
                  <a:srgbClr val="131316"/>
                </a:solidFill>
                <a:latin typeface="Trebuchet MS"/>
                <a:cs typeface="Trebuchet MS"/>
              </a:rPr>
              <a:t>SU</a:t>
            </a:r>
            <a:r>
              <a:rPr dirty="0" sz="2950">
                <a:solidFill>
                  <a:srgbClr val="131316"/>
                </a:solidFill>
                <a:latin typeface="Trebuchet MS"/>
                <a:cs typeface="Trebuchet MS"/>
              </a:rPr>
              <a:t>	</a:t>
            </a:r>
            <a:r>
              <a:rPr dirty="0" sz="2950" spc="1090">
                <a:solidFill>
                  <a:srgbClr val="131316"/>
                </a:solidFill>
                <a:latin typeface="Trebuchet MS"/>
                <a:cs typeface="Trebuchet MS"/>
              </a:rPr>
              <a:t>ATENCIÓN!</a:t>
            </a:r>
            <a:endParaRPr sz="2950">
              <a:latin typeface="Trebuchet MS"/>
              <a:cs typeface="Trebuchet MS"/>
            </a:endParaRPr>
          </a:p>
        </p:txBody>
      </p:sp>
      <p:sp>
        <p:nvSpPr>
          <p:cNvPr id="3" name="object 3" descr=""/>
          <p:cNvSpPr txBox="1"/>
          <p:nvPr/>
        </p:nvSpPr>
        <p:spPr>
          <a:xfrm>
            <a:off x="3549550" y="3855640"/>
            <a:ext cx="1412240" cy="394335"/>
          </a:xfrm>
          <a:prstGeom prst="rect">
            <a:avLst/>
          </a:prstGeom>
        </p:spPr>
        <p:txBody>
          <a:bodyPr wrap="square" lIns="0" tIns="14604" rIns="0" bIns="0" rtlCol="0" vert="horz">
            <a:spAutoFit/>
          </a:bodyPr>
          <a:lstStyle/>
          <a:p>
            <a:pPr marL="12700">
              <a:lnSpc>
                <a:spcPct val="100000"/>
              </a:lnSpc>
              <a:spcBef>
                <a:spcPts val="114"/>
              </a:spcBef>
            </a:pPr>
            <a:r>
              <a:rPr dirty="0" sz="2400" spc="-25">
                <a:solidFill>
                  <a:srgbClr val="131316"/>
                </a:solidFill>
                <a:latin typeface="Verdana"/>
                <a:cs typeface="Verdana"/>
              </a:rPr>
              <a:t>D</a:t>
            </a:r>
            <a:r>
              <a:rPr dirty="0" sz="2400" spc="-285">
                <a:solidFill>
                  <a:srgbClr val="131316"/>
                </a:solidFill>
                <a:latin typeface="Verdana"/>
                <a:cs typeface="Verdana"/>
              </a:rPr>
              <a:t> </a:t>
            </a:r>
            <a:r>
              <a:rPr dirty="0" sz="2400" spc="-25">
                <a:solidFill>
                  <a:srgbClr val="131316"/>
                </a:solidFill>
                <a:latin typeface="Verdana"/>
                <a:cs typeface="Verdana"/>
              </a:rPr>
              <a:t>U</a:t>
            </a:r>
            <a:r>
              <a:rPr dirty="0" sz="2400" spc="-275">
                <a:solidFill>
                  <a:srgbClr val="131316"/>
                </a:solidFill>
                <a:latin typeface="Verdana"/>
                <a:cs typeface="Verdana"/>
              </a:rPr>
              <a:t> </a:t>
            </a:r>
            <a:r>
              <a:rPr dirty="0" sz="2400" spc="-25">
                <a:solidFill>
                  <a:srgbClr val="131316"/>
                </a:solidFill>
                <a:latin typeface="Verdana"/>
                <a:cs typeface="Verdana"/>
              </a:rPr>
              <a:t>D</a:t>
            </a:r>
            <a:r>
              <a:rPr dirty="0" sz="2400" spc="-254">
                <a:solidFill>
                  <a:srgbClr val="131316"/>
                </a:solidFill>
                <a:latin typeface="Verdana"/>
                <a:cs typeface="Verdana"/>
              </a:rPr>
              <a:t> </a:t>
            </a:r>
            <a:r>
              <a:rPr dirty="0" sz="2400">
                <a:solidFill>
                  <a:srgbClr val="131316"/>
                </a:solidFill>
                <a:latin typeface="Verdana"/>
                <a:cs typeface="Verdana"/>
              </a:rPr>
              <a:t>A</a:t>
            </a:r>
            <a:r>
              <a:rPr dirty="0" sz="2400" spc="-285">
                <a:solidFill>
                  <a:srgbClr val="131316"/>
                </a:solidFill>
                <a:latin typeface="Verdana"/>
                <a:cs typeface="Verdana"/>
              </a:rPr>
              <a:t> </a:t>
            </a:r>
            <a:r>
              <a:rPr dirty="0" sz="2400" spc="-50">
                <a:solidFill>
                  <a:srgbClr val="131316"/>
                </a:solidFill>
                <a:latin typeface="Verdana"/>
                <a:cs typeface="Verdana"/>
              </a:rPr>
              <a:t>S</a:t>
            </a:r>
            <a:endParaRPr sz="2400">
              <a:latin typeface="Verdana"/>
              <a:cs typeface="Verdana"/>
            </a:endParaRPr>
          </a:p>
        </p:txBody>
      </p:sp>
      <p:pic>
        <p:nvPicPr>
          <p:cNvPr id="4" name="object 4" descr=""/>
          <p:cNvPicPr/>
          <p:nvPr/>
        </p:nvPicPr>
        <p:blipFill>
          <a:blip r:embed="rId2" cstate="print"/>
          <a:stretch>
            <a:fillRect/>
          </a:stretch>
        </p:blipFill>
        <p:spPr>
          <a:xfrm>
            <a:off x="6767904" y="1437490"/>
            <a:ext cx="1331258" cy="1826110"/>
          </a:xfrm>
          <a:prstGeom prst="rect">
            <a:avLst/>
          </a:prstGeom>
        </p:spPr>
      </p:pic>
      <p:sp>
        <p:nvSpPr>
          <p:cNvPr id="5" name="object 5" descr=""/>
          <p:cNvSpPr txBox="1"/>
          <p:nvPr/>
        </p:nvSpPr>
        <p:spPr>
          <a:xfrm>
            <a:off x="1529743" y="4729066"/>
            <a:ext cx="5815965" cy="383540"/>
          </a:xfrm>
          <a:prstGeom prst="rect">
            <a:avLst/>
          </a:prstGeom>
        </p:spPr>
        <p:txBody>
          <a:bodyPr wrap="square" lIns="0" tIns="12065" rIns="0" bIns="0" rtlCol="0" vert="horz">
            <a:spAutoFit/>
          </a:bodyPr>
          <a:lstStyle/>
          <a:p>
            <a:pPr marL="318770" marR="5080" indent="-306705">
              <a:lnSpc>
                <a:spcPct val="123600"/>
              </a:lnSpc>
              <a:spcBef>
                <a:spcPts val="95"/>
              </a:spcBef>
            </a:pPr>
            <a:r>
              <a:rPr dirty="0" sz="950" spc="-10">
                <a:solidFill>
                  <a:srgbClr val="131316"/>
                </a:solidFill>
                <a:latin typeface="Verdana"/>
                <a:cs typeface="Verdana"/>
              </a:rPr>
              <a:t>R</a:t>
            </a:r>
            <a:r>
              <a:rPr dirty="0" sz="950" spc="-114">
                <a:solidFill>
                  <a:srgbClr val="131316"/>
                </a:solidFill>
                <a:latin typeface="Verdana"/>
                <a:cs typeface="Verdana"/>
              </a:rPr>
              <a:t> </a:t>
            </a:r>
            <a:r>
              <a:rPr dirty="0" sz="950" spc="-25">
                <a:solidFill>
                  <a:srgbClr val="131316"/>
                </a:solidFill>
                <a:latin typeface="Verdana"/>
                <a:cs typeface="Verdana"/>
              </a:rPr>
              <a:t>E</a:t>
            </a:r>
            <a:r>
              <a:rPr dirty="0" sz="950" spc="-100">
                <a:solidFill>
                  <a:srgbClr val="131316"/>
                </a:solidFill>
                <a:latin typeface="Verdana"/>
                <a:cs typeface="Verdana"/>
              </a:rPr>
              <a:t> </a:t>
            </a:r>
            <a:r>
              <a:rPr dirty="0" sz="950" spc="125">
                <a:solidFill>
                  <a:srgbClr val="131316"/>
                </a:solidFill>
                <a:latin typeface="Verdana"/>
                <a:cs typeface="Verdana"/>
              </a:rPr>
              <a:t>C</a:t>
            </a:r>
            <a:r>
              <a:rPr dirty="0" sz="950" spc="-114">
                <a:solidFill>
                  <a:srgbClr val="131316"/>
                </a:solidFill>
                <a:latin typeface="Verdana"/>
                <a:cs typeface="Verdana"/>
              </a:rPr>
              <a:t> </a:t>
            </a:r>
            <a:r>
              <a:rPr dirty="0" sz="950">
                <a:solidFill>
                  <a:srgbClr val="131316"/>
                </a:solidFill>
                <a:latin typeface="Verdana"/>
                <a:cs typeface="Verdana"/>
              </a:rPr>
              <a:t>U</a:t>
            </a:r>
            <a:r>
              <a:rPr dirty="0" sz="950" spc="-100">
                <a:solidFill>
                  <a:srgbClr val="131316"/>
                </a:solidFill>
                <a:latin typeface="Verdana"/>
                <a:cs typeface="Verdana"/>
              </a:rPr>
              <a:t> </a:t>
            </a:r>
            <a:r>
              <a:rPr dirty="0" sz="950" spc="-25">
                <a:solidFill>
                  <a:srgbClr val="131316"/>
                </a:solidFill>
                <a:latin typeface="Verdana"/>
                <a:cs typeface="Verdana"/>
              </a:rPr>
              <a:t>E</a:t>
            </a:r>
            <a:r>
              <a:rPr dirty="0" sz="950" spc="-110">
                <a:solidFill>
                  <a:srgbClr val="131316"/>
                </a:solidFill>
                <a:latin typeface="Verdana"/>
                <a:cs typeface="Verdana"/>
              </a:rPr>
              <a:t> </a:t>
            </a:r>
            <a:r>
              <a:rPr dirty="0" sz="950" spc="-10">
                <a:solidFill>
                  <a:srgbClr val="131316"/>
                </a:solidFill>
                <a:latin typeface="Verdana"/>
                <a:cs typeface="Verdana"/>
              </a:rPr>
              <a:t>R</a:t>
            </a:r>
            <a:r>
              <a:rPr dirty="0" sz="950" spc="-100">
                <a:solidFill>
                  <a:srgbClr val="131316"/>
                </a:solidFill>
                <a:latin typeface="Verdana"/>
                <a:cs typeface="Verdana"/>
              </a:rPr>
              <a:t> </a:t>
            </a:r>
            <a:r>
              <a:rPr dirty="0" sz="950" spc="-10">
                <a:solidFill>
                  <a:srgbClr val="131316"/>
                </a:solidFill>
                <a:latin typeface="Verdana"/>
                <a:cs typeface="Verdana"/>
              </a:rPr>
              <a:t>D</a:t>
            </a:r>
            <a:r>
              <a:rPr dirty="0" sz="950" spc="-120">
                <a:solidFill>
                  <a:srgbClr val="131316"/>
                </a:solidFill>
                <a:latin typeface="Verdana"/>
                <a:cs typeface="Verdana"/>
              </a:rPr>
              <a:t> </a:t>
            </a:r>
            <a:r>
              <a:rPr dirty="0" sz="950">
                <a:solidFill>
                  <a:srgbClr val="131316"/>
                </a:solidFill>
                <a:latin typeface="Verdana"/>
                <a:cs typeface="Verdana"/>
              </a:rPr>
              <a:t>A</a:t>
            </a:r>
            <a:r>
              <a:rPr dirty="0" sz="950" spc="380">
                <a:solidFill>
                  <a:srgbClr val="131316"/>
                </a:solidFill>
                <a:latin typeface="Verdana"/>
                <a:cs typeface="Verdana"/>
              </a:rPr>
              <a:t> </a:t>
            </a:r>
            <a:r>
              <a:rPr dirty="0" sz="950" spc="60">
                <a:solidFill>
                  <a:srgbClr val="131316"/>
                </a:solidFill>
                <a:latin typeface="Verdana"/>
                <a:cs typeface="Verdana"/>
              </a:rPr>
              <a:t>Q</a:t>
            </a:r>
            <a:r>
              <a:rPr dirty="0" sz="950" spc="-110">
                <a:solidFill>
                  <a:srgbClr val="131316"/>
                </a:solidFill>
                <a:latin typeface="Verdana"/>
                <a:cs typeface="Verdana"/>
              </a:rPr>
              <a:t> </a:t>
            </a:r>
            <a:r>
              <a:rPr dirty="0" sz="950">
                <a:solidFill>
                  <a:srgbClr val="131316"/>
                </a:solidFill>
                <a:latin typeface="Verdana"/>
                <a:cs typeface="Verdana"/>
              </a:rPr>
              <a:t>U</a:t>
            </a:r>
            <a:r>
              <a:rPr dirty="0" sz="950" spc="-120">
                <a:solidFill>
                  <a:srgbClr val="131316"/>
                </a:solidFill>
                <a:latin typeface="Verdana"/>
                <a:cs typeface="Verdana"/>
              </a:rPr>
              <a:t> </a:t>
            </a:r>
            <a:r>
              <a:rPr dirty="0" sz="950">
                <a:solidFill>
                  <a:srgbClr val="131316"/>
                </a:solidFill>
                <a:latin typeface="Verdana"/>
                <a:cs typeface="Verdana"/>
              </a:rPr>
              <a:t>E</a:t>
            </a:r>
            <a:r>
              <a:rPr dirty="0" sz="950" spc="375">
                <a:solidFill>
                  <a:srgbClr val="131316"/>
                </a:solidFill>
                <a:latin typeface="Verdana"/>
                <a:cs typeface="Verdana"/>
              </a:rPr>
              <a:t> </a:t>
            </a:r>
            <a:r>
              <a:rPr dirty="0" sz="950">
                <a:solidFill>
                  <a:srgbClr val="131316"/>
                </a:solidFill>
                <a:latin typeface="Verdana"/>
                <a:cs typeface="Verdana"/>
              </a:rPr>
              <a:t>T</a:t>
            </a:r>
            <a:r>
              <a:rPr dirty="0" sz="950" spc="-114">
                <a:solidFill>
                  <a:srgbClr val="131316"/>
                </a:solidFill>
                <a:latin typeface="Verdana"/>
                <a:cs typeface="Verdana"/>
              </a:rPr>
              <a:t> </a:t>
            </a:r>
            <a:r>
              <a:rPr dirty="0" sz="950" spc="-25">
                <a:solidFill>
                  <a:srgbClr val="131316"/>
                </a:solidFill>
                <a:latin typeface="Verdana"/>
                <a:cs typeface="Verdana"/>
              </a:rPr>
              <a:t>E</a:t>
            </a:r>
            <a:r>
              <a:rPr dirty="0" sz="950" spc="-110">
                <a:solidFill>
                  <a:srgbClr val="131316"/>
                </a:solidFill>
                <a:latin typeface="Verdana"/>
                <a:cs typeface="Verdana"/>
              </a:rPr>
              <a:t> </a:t>
            </a:r>
            <a:r>
              <a:rPr dirty="0" sz="950">
                <a:solidFill>
                  <a:srgbClr val="131316"/>
                </a:solidFill>
                <a:latin typeface="Verdana"/>
                <a:cs typeface="Verdana"/>
              </a:rPr>
              <a:t>N</a:t>
            </a:r>
            <a:r>
              <a:rPr dirty="0" sz="950" spc="-100">
                <a:solidFill>
                  <a:srgbClr val="131316"/>
                </a:solidFill>
                <a:latin typeface="Verdana"/>
                <a:cs typeface="Verdana"/>
              </a:rPr>
              <a:t> </a:t>
            </a:r>
            <a:r>
              <a:rPr dirty="0" sz="950" spc="-25">
                <a:solidFill>
                  <a:srgbClr val="131316"/>
                </a:solidFill>
                <a:latin typeface="Verdana"/>
                <a:cs typeface="Verdana"/>
              </a:rPr>
              <a:t>E</a:t>
            </a:r>
            <a:r>
              <a:rPr dirty="0" sz="950" spc="-110">
                <a:solidFill>
                  <a:srgbClr val="131316"/>
                </a:solidFill>
                <a:latin typeface="Verdana"/>
                <a:cs typeface="Verdana"/>
              </a:rPr>
              <a:t> </a:t>
            </a:r>
            <a:r>
              <a:rPr dirty="0" sz="950" spc="80">
                <a:solidFill>
                  <a:srgbClr val="131316"/>
                </a:solidFill>
                <a:latin typeface="Verdana"/>
                <a:cs typeface="Verdana"/>
              </a:rPr>
              <a:t>M</a:t>
            </a:r>
            <a:r>
              <a:rPr dirty="0" sz="950" spc="-105">
                <a:solidFill>
                  <a:srgbClr val="131316"/>
                </a:solidFill>
                <a:latin typeface="Verdana"/>
                <a:cs typeface="Verdana"/>
              </a:rPr>
              <a:t> </a:t>
            </a:r>
            <a:r>
              <a:rPr dirty="0" sz="950" spc="60">
                <a:solidFill>
                  <a:srgbClr val="131316"/>
                </a:solidFill>
                <a:latin typeface="Verdana"/>
                <a:cs typeface="Verdana"/>
              </a:rPr>
              <a:t>O</a:t>
            </a:r>
            <a:r>
              <a:rPr dirty="0" sz="950" spc="-100">
                <a:solidFill>
                  <a:srgbClr val="131316"/>
                </a:solidFill>
                <a:latin typeface="Verdana"/>
                <a:cs typeface="Verdana"/>
              </a:rPr>
              <a:t> </a:t>
            </a:r>
            <a:r>
              <a:rPr dirty="0" sz="950">
                <a:solidFill>
                  <a:srgbClr val="131316"/>
                </a:solidFill>
                <a:latin typeface="Verdana"/>
                <a:cs typeface="Verdana"/>
              </a:rPr>
              <a:t>S</a:t>
            </a:r>
            <a:r>
              <a:rPr dirty="0" sz="950" spc="355">
                <a:solidFill>
                  <a:srgbClr val="131316"/>
                </a:solidFill>
                <a:latin typeface="Verdana"/>
                <a:cs typeface="Verdana"/>
              </a:rPr>
              <a:t> </a:t>
            </a:r>
            <a:r>
              <a:rPr dirty="0" sz="950">
                <a:solidFill>
                  <a:srgbClr val="131316"/>
                </a:solidFill>
                <a:latin typeface="Verdana"/>
                <a:cs typeface="Verdana"/>
              </a:rPr>
              <a:t>N</a:t>
            </a:r>
            <a:r>
              <a:rPr dirty="0" sz="950" spc="-110">
                <a:solidFill>
                  <a:srgbClr val="131316"/>
                </a:solidFill>
                <a:latin typeface="Verdana"/>
                <a:cs typeface="Verdana"/>
              </a:rPr>
              <a:t> </a:t>
            </a:r>
            <a:r>
              <a:rPr dirty="0" sz="950">
                <a:solidFill>
                  <a:srgbClr val="131316"/>
                </a:solidFill>
                <a:latin typeface="Verdana"/>
                <a:cs typeface="Verdana"/>
              </a:rPr>
              <a:t>U</a:t>
            </a:r>
            <a:r>
              <a:rPr dirty="0" sz="950" spc="-110">
                <a:solidFill>
                  <a:srgbClr val="131316"/>
                </a:solidFill>
                <a:latin typeface="Verdana"/>
                <a:cs typeface="Verdana"/>
              </a:rPr>
              <a:t> </a:t>
            </a:r>
            <a:r>
              <a:rPr dirty="0" sz="950" spc="-25">
                <a:solidFill>
                  <a:srgbClr val="131316"/>
                </a:solidFill>
                <a:latin typeface="Verdana"/>
                <a:cs typeface="Verdana"/>
              </a:rPr>
              <a:t>E</a:t>
            </a:r>
            <a:r>
              <a:rPr dirty="0" sz="950" spc="-100">
                <a:solidFill>
                  <a:srgbClr val="131316"/>
                </a:solidFill>
                <a:latin typeface="Verdana"/>
                <a:cs typeface="Verdana"/>
              </a:rPr>
              <a:t> </a:t>
            </a:r>
            <a:r>
              <a:rPr dirty="0" sz="950" spc="-35">
                <a:solidFill>
                  <a:srgbClr val="131316"/>
                </a:solidFill>
                <a:latin typeface="Verdana"/>
                <a:cs typeface="Verdana"/>
              </a:rPr>
              <a:t>S</a:t>
            </a:r>
            <a:r>
              <a:rPr dirty="0" sz="950" spc="-105">
                <a:solidFill>
                  <a:srgbClr val="131316"/>
                </a:solidFill>
                <a:latin typeface="Verdana"/>
                <a:cs typeface="Verdana"/>
              </a:rPr>
              <a:t> </a:t>
            </a:r>
            <a:r>
              <a:rPr dirty="0" sz="950">
                <a:solidFill>
                  <a:srgbClr val="131316"/>
                </a:solidFill>
                <a:latin typeface="Verdana"/>
                <a:cs typeface="Verdana"/>
              </a:rPr>
              <a:t>T</a:t>
            </a:r>
            <a:r>
              <a:rPr dirty="0" sz="950" spc="-110">
                <a:solidFill>
                  <a:srgbClr val="131316"/>
                </a:solidFill>
                <a:latin typeface="Verdana"/>
                <a:cs typeface="Verdana"/>
              </a:rPr>
              <a:t> </a:t>
            </a:r>
            <a:r>
              <a:rPr dirty="0" sz="950" spc="-10">
                <a:solidFill>
                  <a:srgbClr val="131316"/>
                </a:solidFill>
                <a:latin typeface="Verdana"/>
                <a:cs typeface="Verdana"/>
              </a:rPr>
              <a:t>R</a:t>
            </a:r>
            <a:r>
              <a:rPr dirty="0" sz="950" spc="-100">
                <a:solidFill>
                  <a:srgbClr val="131316"/>
                </a:solidFill>
                <a:latin typeface="Verdana"/>
                <a:cs typeface="Verdana"/>
              </a:rPr>
              <a:t> </a:t>
            </a:r>
            <a:r>
              <a:rPr dirty="0" sz="950" spc="60">
                <a:solidFill>
                  <a:srgbClr val="131316"/>
                </a:solidFill>
                <a:latin typeface="Verdana"/>
                <a:cs typeface="Verdana"/>
              </a:rPr>
              <a:t>O</a:t>
            </a:r>
            <a:r>
              <a:rPr dirty="0" sz="950" spc="350">
                <a:solidFill>
                  <a:srgbClr val="131316"/>
                </a:solidFill>
                <a:latin typeface="Verdana"/>
                <a:cs typeface="Verdana"/>
              </a:rPr>
              <a:t> </a:t>
            </a:r>
            <a:r>
              <a:rPr dirty="0" sz="950" spc="-20">
                <a:solidFill>
                  <a:srgbClr val="131316"/>
                </a:solidFill>
                <a:latin typeface="Verdana"/>
                <a:cs typeface="Verdana"/>
              </a:rPr>
              <a:t>F</a:t>
            </a:r>
            <a:r>
              <a:rPr dirty="0" sz="950" spc="-95">
                <a:solidFill>
                  <a:srgbClr val="131316"/>
                </a:solidFill>
                <a:latin typeface="Verdana"/>
                <a:cs typeface="Verdana"/>
              </a:rPr>
              <a:t> </a:t>
            </a:r>
            <a:r>
              <a:rPr dirty="0" sz="950" spc="60">
                <a:solidFill>
                  <a:srgbClr val="131316"/>
                </a:solidFill>
                <a:latin typeface="Verdana"/>
                <a:cs typeface="Verdana"/>
              </a:rPr>
              <a:t>O</a:t>
            </a:r>
            <a:r>
              <a:rPr dirty="0" sz="950" spc="-120">
                <a:solidFill>
                  <a:srgbClr val="131316"/>
                </a:solidFill>
                <a:latin typeface="Verdana"/>
                <a:cs typeface="Verdana"/>
              </a:rPr>
              <a:t> </a:t>
            </a:r>
            <a:r>
              <a:rPr dirty="0" sz="950" spc="-10">
                <a:solidFill>
                  <a:srgbClr val="131316"/>
                </a:solidFill>
                <a:latin typeface="Verdana"/>
                <a:cs typeface="Verdana"/>
              </a:rPr>
              <a:t>R</a:t>
            </a:r>
            <a:r>
              <a:rPr dirty="0" sz="950" spc="-100">
                <a:solidFill>
                  <a:srgbClr val="131316"/>
                </a:solidFill>
                <a:latin typeface="Verdana"/>
                <a:cs typeface="Verdana"/>
              </a:rPr>
              <a:t> </a:t>
            </a:r>
            <a:r>
              <a:rPr dirty="0" sz="950" spc="60">
                <a:solidFill>
                  <a:srgbClr val="131316"/>
                </a:solidFill>
                <a:latin typeface="Verdana"/>
                <a:cs typeface="Verdana"/>
              </a:rPr>
              <a:t>O</a:t>
            </a:r>
            <a:r>
              <a:rPr dirty="0" sz="950" spc="375">
                <a:solidFill>
                  <a:srgbClr val="131316"/>
                </a:solidFill>
                <a:latin typeface="Verdana"/>
                <a:cs typeface="Verdana"/>
              </a:rPr>
              <a:t> </a:t>
            </a:r>
            <a:r>
              <a:rPr dirty="0" sz="950" spc="-35">
                <a:solidFill>
                  <a:srgbClr val="131316"/>
                </a:solidFill>
                <a:latin typeface="Verdana"/>
                <a:cs typeface="Verdana"/>
              </a:rPr>
              <a:t>S</a:t>
            </a:r>
            <a:r>
              <a:rPr dirty="0" sz="950" spc="-110">
                <a:solidFill>
                  <a:srgbClr val="131316"/>
                </a:solidFill>
                <a:latin typeface="Verdana"/>
                <a:cs typeface="Verdana"/>
              </a:rPr>
              <a:t> </a:t>
            </a:r>
            <a:r>
              <a:rPr dirty="0" sz="950" spc="-25">
                <a:solidFill>
                  <a:srgbClr val="131316"/>
                </a:solidFill>
                <a:latin typeface="Verdana"/>
                <a:cs typeface="Verdana"/>
              </a:rPr>
              <a:t>E</a:t>
            </a:r>
            <a:r>
              <a:rPr dirty="0" sz="950" spc="-110">
                <a:solidFill>
                  <a:srgbClr val="131316"/>
                </a:solidFill>
                <a:latin typeface="Verdana"/>
                <a:cs typeface="Verdana"/>
              </a:rPr>
              <a:t> </a:t>
            </a:r>
            <a:r>
              <a:rPr dirty="0" sz="950" spc="80">
                <a:solidFill>
                  <a:srgbClr val="131316"/>
                </a:solidFill>
                <a:latin typeface="Verdana"/>
                <a:cs typeface="Verdana"/>
              </a:rPr>
              <a:t>M</a:t>
            </a:r>
            <a:r>
              <a:rPr dirty="0" sz="950" spc="-105">
                <a:solidFill>
                  <a:srgbClr val="131316"/>
                </a:solidFill>
                <a:latin typeface="Verdana"/>
                <a:cs typeface="Verdana"/>
              </a:rPr>
              <a:t> </a:t>
            </a:r>
            <a:r>
              <a:rPr dirty="0" sz="950">
                <a:solidFill>
                  <a:srgbClr val="131316"/>
                </a:solidFill>
                <a:latin typeface="Verdana"/>
                <a:cs typeface="Verdana"/>
              </a:rPr>
              <a:t>A</a:t>
            </a:r>
            <a:r>
              <a:rPr dirty="0" sz="950" spc="-110">
                <a:solidFill>
                  <a:srgbClr val="131316"/>
                </a:solidFill>
                <a:latin typeface="Verdana"/>
                <a:cs typeface="Verdana"/>
              </a:rPr>
              <a:t> </a:t>
            </a:r>
            <a:r>
              <a:rPr dirty="0" sz="950">
                <a:solidFill>
                  <a:srgbClr val="131316"/>
                </a:solidFill>
                <a:latin typeface="Verdana"/>
                <a:cs typeface="Verdana"/>
              </a:rPr>
              <a:t>N</a:t>
            </a:r>
            <a:r>
              <a:rPr dirty="0" sz="950" spc="-110">
                <a:solidFill>
                  <a:srgbClr val="131316"/>
                </a:solidFill>
                <a:latin typeface="Verdana"/>
                <a:cs typeface="Verdana"/>
              </a:rPr>
              <a:t> </a:t>
            </a:r>
            <a:r>
              <a:rPr dirty="0" sz="950">
                <a:solidFill>
                  <a:srgbClr val="131316"/>
                </a:solidFill>
                <a:latin typeface="Verdana"/>
                <a:cs typeface="Verdana"/>
              </a:rPr>
              <a:t>A</a:t>
            </a:r>
            <a:r>
              <a:rPr dirty="0" sz="950" spc="-110">
                <a:solidFill>
                  <a:srgbClr val="131316"/>
                </a:solidFill>
                <a:latin typeface="Verdana"/>
                <a:cs typeface="Verdana"/>
              </a:rPr>
              <a:t> </a:t>
            </a:r>
            <a:r>
              <a:rPr dirty="0" sz="950">
                <a:solidFill>
                  <a:srgbClr val="131316"/>
                </a:solidFill>
                <a:latin typeface="Verdana"/>
                <a:cs typeface="Verdana"/>
              </a:rPr>
              <a:t>L</a:t>
            </a:r>
            <a:r>
              <a:rPr dirty="0" sz="950" spc="360">
                <a:solidFill>
                  <a:srgbClr val="131316"/>
                </a:solidFill>
                <a:latin typeface="Verdana"/>
                <a:cs typeface="Verdana"/>
              </a:rPr>
              <a:t> </a:t>
            </a:r>
            <a:r>
              <a:rPr dirty="0" sz="950" spc="-10">
                <a:solidFill>
                  <a:srgbClr val="131316"/>
                </a:solidFill>
                <a:latin typeface="Verdana"/>
                <a:cs typeface="Verdana"/>
              </a:rPr>
              <a:t>D</a:t>
            </a:r>
            <a:r>
              <a:rPr dirty="0" sz="950" spc="-100">
                <a:solidFill>
                  <a:srgbClr val="131316"/>
                </a:solidFill>
                <a:latin typeface="Verdana"/>
                <a:cs typeface="Verdana"/>
              </a:rPr>
              <a:t> </a:t>
            </a:r>
            <a:r>
              <a:rPr dirty="0" sz="950" spc="60">
                <a:solidFill>
                  <a:srgbClr val="131316"/>
                </a:solidFill>
                <a:latin typeface="Verdana"/>
                <a:cs typeface="Verdana"/>
              </a:rPr>
              <a:t>O</a:t>
            </a:r>
            <a:r>
              <a:rPr dirty="0" sz="950" spc="-110">
                <a:solidFill>
                  <a:srgbClr val="131316"/>
                </a:solidFill>
                <a:latin typeface="Verdana"/>
                <a:cs typeface="Verdana"/>
              </a:rPr>
              <a:t> </a:t>
            </a:r>
            <a:r>
              <a:rPr dirty="0" sz="950">
                <a:solidFill>
                  <a:srgbClr val="131316"/>
                </a:solidFill>
                <a:latin typeface="Verdana"/>
                <a:cs typeface="Verdana"/>
              </a:rPr>
              <a:t>N</a:t>
            </a:r>
            <a:r>
              <a:rPr dirty="0" sz="950" spc="-100">
                <a:solidFill>
                  <a:srgbClr val="131316"/>
                </a:solidFill>
                <a:latin typeface="Verdana"/>
                <a:cs typeface="Verdana"/>
              </a:rPr>
              <a:t> </a:t>
            </a:r>
            <a:r>
              <a:rPr dirty="0" sz="950" spc="-10">
                <a:solidFill>
                  <a:srgbClr val="131316"/>
                </a:solidFill>
                <a:latin typeface="Verdana"/>
                <a:cs typeface="Verdana"/>
              </a:rPr>
              <a:t>D</a:t>
            </a:r>
            <a:r>
              <a:rPr dirty="0" sz="950" spc="-110">
                <a:solidFill>
                  <a:srgbClr val="131316"/>
                </a:solidFill>
                <a:latin typeface="Verdana"/>
                <a:cs typeface="Verdana"/>
              </a:rPr>
              <a:t> </a:t>
            </a:r>
            <a:r>
              <a:rPr dirty="0" sz="950">
                <a:solidFill>
                  <a:srgbClr val="131316"/>
                </a:solidFill>
                <a:latin typeface="Verdana"/>
                <a:cs typeface="Verdana"/>
              </a:rPr>
              <a:t>E</a:t>
            </a:r>
            <a:r>
              <a:rPr dirty="0" sz="950" spc="360">
                <a:solidFill>
                  <a:srgbClr val="131316"/>
                </a:solidFill>
                <a:latin typeface="Verdana"/>
                <a:cs typeface="Verdana"/>
              </a:rPr>
              <a:t> </a:t>
            </a:r>
            <a:r>
              <a:rPr dirty="0" sz="950">
                <a:solidFill>
                  <a:srgbClr val="131316"/>
                </a:solidFill>
                <a:latin typeface="Verdana"/>
                <a:cs typeface="Verdana"/>
              </a:rPr>
              <a:t>P</a:t>
            </a:r>
            <a:r>
              <a:rPr dirty="0" sz="950" spc="-100">
                <a:solidFill>
                  <a:srgbClr val="131316"/>
                </a:solidFill>
                <a:latin typeface="Verdana"/>
                <a:cs typeface="Verdana"/>
              </a:rPr>
              <a:t> </a:t>
            </a:r>
            <a:r>
              <a:rPr dirty="0" sz="950">
                <a:solidFill>
                  <a:srgbClr val="131316"/>
                </a:solidFill>
                <a:latin typeface="Verdana"/>
                <a:cs typeface="Verdana"/>
              </a:rPr>
              <a:t>U</a:t>
            </a:r>
            <a:r>
              <a:rPr dirty="0" sz="950" spc="-110">
                <a:solidFill>
                  <a:srgbClr val="131316"/>
                </a:solidFill>
                <a:latin typeface="Verdana"/>
                <a:cs typeface="Verdana"/>
              </a:rPr>
              <a:t> </a:t>
            </a:r>
            <a:r>
              <a:rPr dirty="0" sz="950" spc="-25">
                <a:solidFill>
                  <a:srgbClr val="131316"/>
                </a:solidFill>
                <a:latin typeface="Verdana"/>
                <a:cs typeface="Verdana"/>
              </a:rPr>
              <a:t>E</a:t>
            </a:r>
            <a:r>
              <a:rPr dirty="0" sz="950" spc="-110">
                <a:solidFill>
                  <a:srgbClr val="131316"/>
                </a:solidFill>
                <a:latin typeface="Verdana"/>
                <a:cs typeface="Verdana"/>
              </a:rPr>
              <a:t> </a:t>
            </a:r>
            <a:r>
              <a:rPr dirty="0" sz="950" spc="-10">
                <a:solidFill>
                  <a:srgbClr val="131316"/>
                </a:solidFill>
                <a:latin typeface="Verdana"/>
                <a:cs typeface="Verdana"/>
              </a:rPr>
              <a:t>D</a:t>
            </a:r>
            <a:r>
              <a:rPr dirty="0" sz="950" spc="-110">
                <a:solidFill>
                  <a:srgbClr val="131316"/>
                </a:solidFill>
                <a:latin typeface="Verdana"/>
                <a:cs typeface="Verdana"/>
              </a:rPr>
              <a:t> </a:t>
            </a:r>
            <a:r>
              <a:rPr dirty="0" sz="950" spc="-25">
                <a:solidFill>
                  <a:srgbClr val="131316"/>
                </a:solidFill>
                <a:latin typeface="Verdana"/>
                <a:cs typeface="Verdana"/>
              </a:rPr>
              <a:t>E</a:t>
            </a:r>
            <a:r>
              <a:rPr dirty="0" sz="950" spc="-100">
                <a:solidFill>
                  <a:srgbClr val="131316"/>
                </a:solidFill>
                <a:latin typeface="Verdana"/>
                <a:cs typeface="Verdana"/>
              </a:rPr>
              <a:t> </a:t>
            </a:r>
            <a:r>
              <a:rPr dirty="0" sz="950" spc="-50">
                <a:solidFill>
                  <a:srgbClr val="131316"/>
                </a:solidFill>
                <a:latin typeface="Verdana"/>
                <a:cs typeface="Verdana"/>
              </a:rPr>
              <a:t>S </a:t>
            </a:r>
            <a:r>
              <a:rPr dirty="0" sz="950" spc="125">
                <a:solidFill>
                  <a:srgbClr val="131316"/>
                </a:solidFill>
                <a:latin typeface="Verdana"/>
                <a:cs typeface="Verdana"/>
              </a:rPr>
              <a:t>C</a:t>
            </a:r>
            <a:r>
              <a:rPr dirty="0" sz="950" spc="-120">
                <a:solidFill>
                  <a:srgbClr val="131316"/>
                </a:solidFill>
                <a:latin typeface="Verdana"/>
                <a:cs typeface="Verdana"/>
              </a:rPr>
              <a:t> </a:t>
            </a:r>
            <a:r>
              <a:rPr dirty="0" sz="950" spc="60">
                <a:solidFill>
                  <a:srgbClr val="131316"/>
                </a:solidFill>
                <a:latin typeface="Verdana"/>
                <a:cs typeface="Verdana"/>
              </a:rPr>
              <a:t>O</a:t>
            </a:r>
            <a:r>
              <a:rPr dirty="0" sz="950" spc="-110">
                <a:solidFill>
                  <a:srgbClr val="131316"/>
                </a:solidFill>
                <a:latin typeface="Verdana"/>
                <a:cs typeface="Verdana"/>
              </a:rPr>
              <a:t> </a:t>
            </a:r>
            <a:r>
              <a:rPr dirty="0" sz="950">
                <a:solidFill>
                  <a:srgbClr val="131316"/>
                </a:solidFill>
                <a:latin typeface="Verdana"/>
                <a:cs typeface="Verdana"/>
              </a:rPr>
              <a:t>N</a:t>
            </a:r>
            <a:r>
              <a:rPr dirty="0" sz="950" spc="-100">
                <a:solidFill>
                  <a:srgbClr val="131316"/>
                </a:solidFill>
                <a:latin typeface="Verdana"/>
                <a:cs typeface="Verdana"/>
              </a:rPr>
              <a:t> </a:t>
            </a:r>
            <a:r>
              <a:rPr dirty="0" sz="950" spc="-35">
                <a:solidFill>
                  <a:srgbClr val="131316"/>
                </a:solidFill>
                <a:latin typeface="Verdana"/>
                <a:cs typeface="Verdana"/>
              </a:rPr>
              <a:t>S</a:t>
            </a:r>
            <a:r>
              <a:rPr dirty="0" sz="950" spc="-105">
                <a:solidFill>
                  <a:srgbClr val="131316"/>
                </a:solidFill>
                <a:latin typeface="Verdana"/>
                <a:cs typeface="Verdana"/>
              </a:rPr>
              <a:t> </a:t>
            </a:r>
            <a:r>
              <a:rPr dirty="0" sz="950">
                <a:solidFill>
                  <a:srgbClr val="131316"/>
                </a:solidFill>
                <a:latin typeface="Verdana"/>
                <a:cs typeface="Verdana"/>
              </a:rPr>
              <a:t>U</a:t>
            </a:r>
            <a:r>
              <a:rPr dirty="0" sz="950" spc="-110">
                <a:solidFill>
                  <a:srgbClr val="131316"/>
                </a:solidFill>
                <a:latin typeface="Verdana"/>
                <a:cs typeface="Verdana"/>
              </a:rPr>
              <a:t> </a:t>
            </a:r>
            <a:r>
              <a:rPr dirty="0" sz="950">
                <a:solidFill>
                  <a:srgbClr val="131316"/>
                </a:solidFill>
                <a:latin typeface="Verdana"/>
                <a:cs typeface="Verdana"/>
              </a:rPr>
              <a:t>L</a:t>
            </a:r>
            <a:r>
              <a:rPr dirty="0" sz="950" spc="-110">
                <a:solidFill>
                  <a:srgbClr val="131316"/>
                </a:solidFill>
                <a:latin typeface="Verdana"/>
                <a:cs typeface="Verdana"/>
              </a:rPr>
              <a:t> </a:t>
            </a:r>
            <a:r>
              <a:rPr dirty="0" sz="950">
                <a:solidFill>
                  <a:srgbClr val="131316"/>
                </a:solidFill>
                <a:latin typeface="Verdana"/>
                <a:cs typeface="Verdana"/>
              </a:rPr>
              <a:t>T</a:t>
            </a:r>
            <a:r>
              <a:rPr dirty="0" sz="950" spc="-110">
                <a:solidFill>
                  <a:srgbClr val="131316"/>
                </a:solidFill>
                <a:latin typeface="Verdana"/>
                <a:cs typeface="Verdana"/>
              </a:rPr>
              <a:t> </a:t>
            </a:r>
            <a:r>
              <a:rPr dirty="0" sz="950">
                <a:solidFill>
                  <a:srgbClr val="131316"/>
                </a:solidFill>
                <a:latin typeface="Verdana"/>
                <a:cs typeface="Verdana"/>
              </a:rPr>
              <a:t>A</a:t>
            </a:r>
            <a:r>
              <a:rPr dirty="0" sz="950" spc="-110">
                <a:solidFill>
                  <a:srgbClr val="131316"/>
                </a:solidFill>
                <a:latin typeface="Verdana"/>
                <a:cs typeface="Verdana"/>
              </a:rPr>
              <a:t> </a:t>
            </a:r>
            <a:r>
              <a:rPr dirty="0" sz="950">
                <a:solidFill>
                  <a:srgbClr val="131316"/>
                </a:solidFill>
                <a:latin typeface="Verdana"/>
                <a:cs typeface="Verdana"/>
              </a:rPr>
              <a:t>R</a:t>
            </a:r>
            <a:r>
              <a:rPr dirty="0" sz="950" spc="375">
                <a:solidFill>
                  <a:srgbClr val="131316"/>
                </a:solidFill>
                <a:latin typeface="Verdana"/>
                <a:cs typeface="Verdana"/>
              </a:rPr>
              <a:t> </a:t>
            </a:r>
            <a:r>
              <a:rPr dirty="0" sz="950" spc="125">
                <a:solidFill>
                  <a:srgbClr val="131316"/>
                </a:solidFill>
                <a:latin typeface="Verdana"/>
                <a:cs typeface="Verdana"/>
              </a:rPr>
              <a:t>C</a:t>
            </a:r>
            <a:r>
              <a:rPr dirty="0" sz="950" spc="-110">
                <a:solidFill>
                  <a:srgbClr val="131316"/>
                </a:solidFill>
                <a:latin typeface="Verdana"/>
                <a:cs typeface="Verdana"/>
              </a:rPr>
              <a:t> </a:t>
            </a:r>
            <a:r>
              <a:rPr dirty="0" sz="950">
                <a:solidFill>
                  <a:srgbClr val="131316"/>
                </a:solidFill>
                <a:latin typeface="Verdana"/>
                <a:cs typeface="Verdana"/>
              </a:rPr>
              <a:t>U</a:t>
            </a:r>
            <a:r>
              <a:rPr dirty="0" sz="950" spc="-110">
                <a:solidFill>
                  <a:srgbClr val="131316"/>
                </a:solidFill>
                <a:latin typeface="Verdana"/>
                <a:cs typeface="Verdana"/>
              </a:rPr>
              <a:t> </a:t>
            </a:r>
            <a:r>
              <a:rPr dirty="0" sz="950">
                <a:solidFill>
                  <a:srgbClr val="131316"/>
                </a:solidFill>
                <a:latin typeface="Verdana"/>
                <a:cs typeface="Verdana"/>
              </a:rPr>
              <a:t>A</a:t>
            </a:r>
            <a:r>
              <a:rPr dirty="0" sz="950" spc="-110">
                <a:solidFill>
                  <a:srgbClr val="131316"/>
                </a:solidFill>
                <a:latin typeface="Verdana"/>
                <a:cs typeface="Verdana"/>
              </a:rPr>
              <a:t> </a:t>
            </a:r>
            <a:r>
              <a:rPr dirty="0" sz="950">
                <a:solidFill>
                  <a:srgbClr val="131316"/>
                </a:solidFill>
                <a:latin typeface="Verdana"/>
                <a:cs typeface="Verdana"/>
              </a:rPr>
              <a:t>L</a:t>
            </a:r>
            <a:r>
              <a:rPr dirty="0" sz="950" spc="-100">
                <a:solidFill>
                  <a:srgbClr val="131316"/>
                </a:solidFill>
                <a:latin typeface="Verdana"/>
                <a:cs typeface="Verdana"/>
              </a:rPr>
              <a:t> </a:t>
            </a:r>
            <a:r>
              <a:rPr dirty="0" sz="950" spc="60">
                <a:solidFill>
                  <a:srgbClr val="131316"/>
                </a:solidFill>
                <a:latin typeface="Verdana"/>
                <a:cs typeface="Verdana"/>
              </a:rPr>
              <a:t>Q</a:t>
            </a:r>
            <a:r>
              <a:rPr dirty="0" sz="950" spc="-120">
                <a:solidFill>
                  <a:srgbClr val="131316"/>
                </a:solidFill>
                <a:latin typeface="Verdana"/>
                <a:cs typeface="Verdana"/>
              </a:rPr>
              <a:t> </a:t>
            </a:r>
            <a:r>
              <a:rPr dirty="0" sz="950">
                <a:solidFill>
                  <a:srgbClr val="131316"/>
                </a:solidFill>
                <a:latin typeface="Verdana"/>
                <a:cs typeface="Verdana"/>
              </a:rPr>
              <a:t>U</a:t>
            </a:r>
            <a:r>
              <a:rPr dirty="0" sz="950" spc="-100">
                <a:solidFill>
                  <a:srgbClr val="131316"/>
                </a:solidFill>
                <a:latin typeface="Verdana"/>
                <a:cs typeface="Verdana"/>
              </a:rPr>
              <a:t> </a:t>
            </a:r>
            <a:r>
              <a:rPr dirty="0" sz="950" spc="-120">
                <a:solidFill>
                  <a:srgbClr val="131316"/>
                </a:solidFill>
                <a:latin typeface="Verdana"/>
                <a:cs typeface="Verdana"/>
              </a:rPr>
              <a:t>I</a:t>
            </a:r>
            <a:r>
              <a:rPr dirty="0" sz="950" spc="-110">
                <a:solidFill>
                  <a:srgbClr val="131316"/>
                </a:solidFill>
                <a:latin typeface="Verdana"/>
                <a:cs typeface="Verdana"/>
              </a:rPr>
              <a:t> </a:t>
            </a:r>
            <a:r>
              <a:rPr dirty="0" sz="950" spc="-25">
                <a:solidFill>
                  <a:srgbClr val="131316"/>
                </a:solidFill>
                <a:latin typeface="Verdana"/>
                <a:cs typeface="Verdana"/>
              </a:rPr>
              <a:t>E</a:t>
            </a:r>
            <a:r>
              <a:rPr dirty="0" sz="950" spc="-110">
                <a:solidFill>
                  <a:srgbClr val="131316"/>
                </a:solidFill>
                <a:latin typeface="Verdana"/>
                <a:cs typeface="Verdana"/>
              </a:rPr>
              <a:t> </a:t>
            </a:r>
            <a:r>
              <a:rPr dirty="0" sz="950">
                <a:solidFill>
                  <a:srgbClr val="131316"/>
                </a:solidFill>
                <a:latin typeface="Verdana"/>
                <a:cs typeface="Verdana"/>
              </a:rPr>
              <a:t>R</a:t>
            </a:r>
            <a:r>
              <a:rPr dirty="0" sz="950" spc="375">
                <a:solidFill>
                  <a:srgbClr val="131316"/>
                </a:solidFill>
                <a:latin typeface="Verdana"/>
                <a:cs typeface="Verdana"/>
              </a:rPr>
              <a:t> </a:t>
            </a:r>
            <a:r>
              <a:rPr dirty="0" sz="950" spc="-10">
                <a:solidFill>
                  <a:srgbClr val="131316"/>
                </a:solidFill>
                <a:latin typeface="Verdana"/>
                <a:cs typeface="Verdana"/>
              </a:rPr>
              <a:t>D</a:t>
            </a:r>
            <a:r>
              <a:rPr dirty="0" sz="950" spc="-114">
                <a:solidFill>
                  <a:srgbClr val="131316"/>
                </a:solidFill>
                <a:latin typeface="Verdana"/>
                <a:cs typeface="Verdana"/>
              </a:rPr>
              <a:t> </a:t>
            </a:r>
            <a:r>
              <a:rPr dirty="0" sz="950">
                <a:solidFill>
                  <a:srgbClr val="131316"/>
                </a:solidFill>
                <a:latin typeface="Verdana"/>
                <a:cs typeface="Verdana"/>
              </a:rPr>
              <a:t>U</a:t>
            </a:r>
            <a:r>
              <a:rPr dirty="0" sz="950" spc="-100">
                <a:solidFill>
                  <a:srgbClr val="131316"/>
                </a:solidFill>
                <a:latin typeface="Verdana"/>
                <a:cs typeface="Verdana"/>
              </a:rPr>
              <a:t> </a:t>
            </a:r>
            <a:r>
              <a:rPr dirty="0" sz="950" spc="-10">
                <a:solidFill>
                  <a:srgbClr val="131316"/>
                </a:solidFill>
                <a:latin typeface="Verdana"/>
                <a:cs typeface="Verdana"/>
              </a:rPr>
              <a:t>D</a:t>
            </a:r>
            <a:r>
              <a:rPr dirty="0" sz="950" spc="-120">
                <a:solidFill>
                  <a:srgbClr val="131316"/>
                </a:solidFill>
                <a:latin typeface="Verdana"/>
                <a:cs typeface="Verdana"/>
              </a:rPr>
              <a:t> </a:t>
            </a:r>
            <a:r>
              <a:rPr dirty="0" sz="950">
                <a:solidFill>
                  <a:srgbClr val="131316"/>
                </a:solidFill>
                <a:latin typeface="Verdana"/>
                <a:cs typeface="Verdana"/>
              </a:rPr>
              <a:t>A</a:t>
            </a:r>
            <a:r>
              <a:rPr dirty="0" sz="950" spc="375">
                <a:solidFill>
                  <a:srgbClr val="131316"/>
                </a:solidFill>
                <a:latin typeface="Verdana"/>
                <a:cs typeface="Verdana"/>
              </a:rPr>
              <a:t> </a:t>
            </a:r>
            <a:r>
              <a:rPr dirty="0" sz="950" spc="60">
                <a:solidFill>
                  <a:srgbClr val="131316"/>
                </a:solidFill>
                <a:latin typeface="Verdana"/>
                <a:cs typeface="Verdana"/>
              </a:rPr>
              <a:t>Q</a:t>
            </a:r>
            <a:r>
              <a:rPr dirty="0" sz="950" spc="-100">
                <a:solidFill>
                  <a:srgbClr val="131316"/>
                </a:solidFill>
                <a:latin typeface="Verdana"/>
                <a:cs typeface="Verdana"/>
              </a:rPr>
              <a:t> </a:t>
            </a:r>
            <a:r>
              <a:rPr dirty="0" sz="950">
                <a:solidFill>
                  <a:srgbClr val="131316"/>
                </a:solidFill>
                <a:latin typeface="Verdana"/>
                <a:cs typeface="Verdana"/>
              </a:rPr>
              <a:t>U</a:t>
            </a:r>
            <a:r>
              <a:rPr dirty="0" sz="950" spc="-120">
                <a:solidFill>
                  <a:srgbClr val="131316"/>
                </a:solidFill>
                <a:latin typeface="Verdana"/>
                <a:cs typeface="Verdana"/>
              </a:rPr>
              <a:t> </a:t>
            </a:r>
            <a:r>
              <a:rPr dirty="0" sz="950">
                <a:solidFill>
                  <a:srgbClr val="131316"/>
                </a:solidFill>
                <a:latin typeface="Verdana"/>
                <a:cs typeface="Verdana"/>
              </a:rPr>
              <a:t>E</a:t>
            </a:r>
            <a:r>
              <a:rPr dirty="0" sz="950" spc="365">
                <a:solidFill>
                  <a:srgbClr val="131316"/>
                </a:solidFill>
                <a:latin typeface="Verdana"/>
                <a:cs typeface="Verdana"/>
              </a:rPr>
              <a:t> </a:t>
            </a:r>
            <a:r>
              <a:rPr dirty="0" sz="950">
                <a:solidFill>
                  <a:srgbClr val="131316"/>
                </a:solidFill>
                <a:latin typeface="Verdana"/>
                <a:cs typeface="Verdana"/>
              </a:rPr>
              <a:t>T</a:t>
            </a:r>
            <a:r>
              <a:rPr dirty="0" sz="950" spc="-105">
                <a:solidFill>
                  <a:srgbClr val="131316"/>
                </a:solidFill>
                <a:latin typeface="Verdana"/>
                <a:cs typeface="Verdana"/>
              </a:rPr>
              <a:t> </a:t>
            </a:r>
            <a:r>
              <a:rPr dirty="0" sz="950">
                <a:solidFill>
                  <a:srgbClr val="131316"/>
                </a:solidFill>
                <a:latin typeface="Verdana"/>
                <a:cs typeface="Verdana"/>
              </a:rPr>
              <a:t>E</a:t>
            </a:r>
            <a:r>
              <a:rPr dirty="0" sz="950" spc="365">
                <a:solidFill>
                  <a:srgbClr val="131316"/>
                </a:solidFill>
                <a:latin typeface="Verdana"/>
                <a:cs typeface="Verdana"/>
              </a:rPr>
              <a:t> </a:t>
            </a:r>
            <a:r>
              <a:rPr dirty="0" sz="950" spc="-35">
                <a:solidFill>
                  <a:srgbClr val="131316"/>
                </a:solidFill>
                <a:latin typeface="Verdana"/>
                <a:cs typeface="Verdana"/>
              </a:rPr>
              <a:t>S</a:t>
            </a:r>
            <a:r>
              <a:rPr dirty="0" sz="950" spc="-105">
                <a:solidFill>
                  <a:srgbClr val="131316"/>
                </a:solidFill>
                <a:latin typeface="Verdana"/>
                <a:cs typeface="Verdana"/>
              </a:rPr>
              <a:t> </a:t>
            </a:r>
            <a:r>
              <a:rPr dirty="0" sz="950">
                <a:solidFill>
                  <a:srgbClr val="131316"/>
                </a:solidFill>
                <a:latin typeface="Verdana"/>
                <a:cs typeface="Verdana"/>
              </a:rPr>
              <a:t>U</a:t>
            </a:r>
            <a:r>
              <a:rPr dirty="0" sz="950" spc="-110">
                <a:solidFill>
                  <a:srgbClr val="131316"/>
                </a:solidFill>
                <a:latin typeface="Verdana"/>
                <a:cs typeface="Verdana"/>
              </a:rPr>
              <a:t> </a:t>
            </a:r>
            <a:r>
              <a:rPr dirty="0" sz="950" spc="-10">
                <a:solidFill>
                  <a:srgbClr val="131316"/>
                </a:solidFill>
                <a:latin typeface="Verdana"/>
                <a:cs typeface="Verdana"/>
              </a:rPr>
              <a:t>R</a:t>
            </a:r>
            <a:r>
              <a:rPr dirty="0" sz="950" spc="-100">
                <a:solidFill>
                  <a:srgbClr val="131316"/>
                </a:solidFill>
                <a:latin typeface="Verdana"/>
                <a:cs typeface="Verdana"/>
              </a:rPr>
              <a:t> </a:t>
            </a:r>
            <a:r>
              <a:rPr dirty="0" sz="950">
                <a:solidFill>
                  <a:srgbClr val="131316"/>
                </a:solidFill>
                <a:latin typeface="Verdana"/>
                <a:cs typeface="Verdana"/>
              </a:rPr>
              <a:t>J</a:t>
            </a:r>
            <a:r>
              <a:rPr dirty="0" sz="950" spc="-100">
                <a:solidFill>
                  <a:srgbClr val="131316"/>
                </a:solidFill>
                <a:latin typeface="Verdana"/>
                <a:cs typeface="Verdana"/>
              </a:rPr>
              <a:t> </a:t>
            </a:r>
            <a:r>
              <a:rPr dirty="0" sz="950">
                <a:solidFill>
                  <a:srgbClr val="131316"/>
                </a:solidFill>
                <a:latin typeface="Verdana"/>
                <a:cs typeface="Verdana"/>
              </a:rPr>
              <a:t>A</a:t>
            </a:r>
            <a:r>
              <a:rPr dirty="0" sz="950" spc="365">
                <a:solidFill>
                  <a:srgbClr val="131316"/>
                </a:solidFill>
                <a:latin typeface="Verdana"/>
                <a:cs typeface="Verdana"/>
              </a:rPr>
              <a:t> </a:t>
            </a:r>
            <a:r>
              <a:rPr dirty="0" sz="950" spc="-25">
                <a:solidFill>
                  <a:srgbClr val="131316"/>
                </a:solidFill>
                <a:latin typeface="Verdana"/>
                <a:cs typeface="Verdana"/>
              </a:rPr>
              <a:t>E</a:t>
            </a:r>
            <a:r>
              <a:rPr dirty="0" sz="950" spc="-110">
                <a:solidFill>
                  <a:srgbClr val="131316"/>
                </a:solidFill>
                <a:latin typeface="Verdana"/>
                <a:cs typeface="Verdana"/>
              </a:rPr>
              <a:t> </a:t>
            </a:r>
            <a:r>
              <a:rPr dirty="0" sz="950">
                <a:solidFill>
                  <a:srgbClr val="131316"/>
                </a:solidFill>
                <a:latin typeface="Verdana"/>
                <a:cs typeface="Verdana"/>
              </a:rPr>
              <a:t>N</a:t>
            </a:r>
            <a:r>
              <a:rPr dirty="0" sz="950" spc="360">
                <a:solidFill>
                  <a:srgbClr val="131316"/>
                </a:solidFill>
                <a:latin typeface="Verdana"/>
                <a:cs typeface="Verdana"/>
              </a:rPr>
              <a:t> </a:t>
            </a:r>
            <a:r>
              <a:rPr dirty="0" sz="950">
                <a:solidFill>
                  <a:srgbClr val="131316"/>
                </a:solidFill>
                <a:latin typeface="Verdana"/>
                <a:cs typeface="Verdana"/>
              </a:rPr>
              <a:t>L</a:t>
            </a:r>
            <a:r>
              <a:rPr dirty="0" sz="950" spc="-100">
                <a:solidFill>
                  <a:srgbClr val="131316"/>
                </a:solidFill>
                <a:latin typeface="Verdana"/>
                <a:cs typeface="Verdana"/>
              </a:rPr>
              <a:t> </a:t>
            </a:r>
            <a:r>
              <a:rPr dirty="0" sz="950">
                <a:solidFill>
                  <a:srgbClr val="131316"/>
                </a:solidFill>
                <a:latin typeface="Verdana"/>
                <a:cs typeface="Verdana"/>
              </a:rPr>
              <a:t>A</a:t>
            </a:r>
            <a:r>
              <a:rPr dirty="0" sz="950" spc="365">
                <a:solidFill>
                  <a:srgbClr val="131316"/>
                </a:solidFill>
                <a:latin typeface="Verdana"/>
                <a:cs typeface="Verdana"/>
              </a:rPr>
              <a:t> </a:t>
            </a:r>
            <a:r>
              <a:rPr dirty="0" sz="950" spc="-35">
                <a:solidFill>
                  <a:srgbClr val="131316"/>
                </a:solidFill>
                <a:latin typeface="Verdana"/>
                <a:cs typeface="Verdana"/>
              </a:rPr>
              <a:t>S</a:t>
            </a:r>
            <a:r>
              <a:rPr dirty="0" sz="950" spc="-114">
                <a:solidFill>
                  <a:srgbClr val="131316"/>
                </a:solidFill>
                <a:latin typeface="Verdana"/>
                <a:cs typeface="Verdana"/>
              </a:rPr>
              <a:t> </a:t>
            </a:r>
            <a:r>
              <a:rPr dirty="0" sz="950" spc="-25">
                <a:solidFill>
                  <a:srgbClr val="131316"/>
                </a:solidFill>
                <a:latin typeface="Verdana"/>
                <a:cs typeface="Verdana"/>
              </a:rPr>
              <a:t>E</a:t>
            </a:r>
            <a:r>
              <a:rPr dirty="0" sz="950" spc="-100">
                <a:solidFill>
                  <a:srgbClr val="131316"/>
                </a:solidFill>
                <a:latin typeface="Verdana"/>
                <a:cs typeface="Verdana"/>
              </a:rPr>
              <a:t> </a:t>
            </a:r>
            <a:r>
              <a:rPr dirty="0" sz="950" spc="80">
                <a:solidFill>
                  <a:srgbClr val="131316"/>
                </a:solidFill>
                <a:latin typeface="Verdana"/>
                <a:cs typeface="Verdana"/>
              </a:rPr>
              <a:t>M</a:t>
            </a:r>
            <a:r>
              <a:rPr dirty="0" sz="950" spc="-105">
                <a:solidFill>
                  <a:srgbClr val="131316"/>
                </a:solidFill>
                <a:latin typeface="Verdana"/>
                <a:cs typeface="Verdana"/>
              </a:rPr>
              <a:t> </a:t>
            </a:r>
            <a:r>
              <a:rPr dirty="0" sz="950">
                <a:solidFill>
                  <a:srgbClr val="131316"/>
                </a:solidFill>
                <a:latin typeface="Verdana"/>
                <a:cs typeface="Verdana"/>
              </a:rPr>
              <a:t>A</a:t>
            </a:r>
            <a:r>
              <a:rPr dirty="0" sz="950" spc="-100">
                <a:solidFill>
                  <a:srgbClr val="131316"/>
                </a:solidFill>
                <a:latin typeface="Verdana"/>
                <a:cs typeface="Verdana"/>
              </a:rPr>
              <a:t> </a:t>
            </a:r>
            <a:r>
              <a:rPr dirty="0" sz="950">
                <a:solidFill>
                  <a:srgbClr val="131316"/>
                </a:solidFill>
                <a:latin typeface="Verdana"/>
                <a:cs typeface="Verdana"/>
              </a:rPr>
              <a:t>N</a:t>
            </a:r>
            <a:r>
              <a:rPr dirty="0" sz="950" spc="-120">
                <a:solidFill>
                  <a:srgbClr val="131316"/>
                </a:solidFill>
                <a:latin typeface="Verdana"/>
                <a:cs typeface="Verdana"/>
              </a:rPr>
              <a:t> </a:t>
            </a:r>
            <a:r>
              <a:rPr dirty="0" sz="950" spc="-50">
                <a:solidFill>
                  <a:srgbClr val="131316"/>
                </a:solidFill>
                <a:latin typeface="Verdana"/>
                <a:cs typeface="Verdana"/>
              </a:rPr>
              <a:t>A</a:t>
            </a:r>
            <a:endParaRPr sz="950">
              <a:latin typeface="Verdana"/>
              <a:cs typeface="Verdan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2026-05-12T05:14:17Z</dcterms:created>
  <dcterms:modified xsi:type="dcterms:W3CDTF">2026-05-12T05:14:17Z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2026-05-12T00:00:00Z</vt:filetime>
  </property>
  <property fmtid="{D5CDD505-2E9C-101B-9397-08002B2CF9AE}" pid="3" name="LastSaved">
    <vt:filetime>2026-05-12T00:00:00Z</vt:filetime>
  </property>
  <property fmtid="{D5CDD505-2E9C-101B-9397-08002B2CF9AE}" pid="4" name="Producer">
    <vt:lpwstr>iLovePDF</vt:lpwstr>
  </property>
</Properties>
</file>