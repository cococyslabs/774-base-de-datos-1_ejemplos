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/Relationships>
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/Relationships>
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/Relationships>
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/Relationships>
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19:14:45</a:t>
            </a:r>
          </a:p>
          <a:p>
            <a:r>
              <a:t>--------------------------------------------</a:t>
            </a:r>
          </a:p>
          <a:p>
            <a:r>
              <a:t>El uso de roles hace que el proceso de otorgar privilegios sea mucho más fácil. En lugar de asignar privilegios individuales a cientos de usuarios, el DBA puede crear un rol, asignar privilegios al rol y, a continuación, otorgar el rol a los usuarios.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07504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007350" cy="324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2080260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Relationship Id="rId5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Relationship Id="rId5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slide18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slide19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slide20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slide2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slide" Target="slide2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590613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17-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4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Revocación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Funciones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04505" cy="34448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858519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grupo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relacionados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endParaRPr sz="2800">
              <a:latin typeface="Calibri"/>
              <a:cs typeface="Calibri"/>
            </a:endParaRPr>
          </a:p>
          <a:p>
            <a:pPr marL="182880" marR="205104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método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facilita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revocación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mantenimiento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endParaRPr sz="2800">
              <a:latin typeface="Calibri"/>
              <a:cs typeface="Calibri"/>
            </a:endParaRPr>
          </a:p>
          <a:p>
            <a:pPr marL="182880" marR="27686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tener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diferentes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mismo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diferentes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normalmente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aplicación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Funciones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546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lugar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debe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endParaRPr sz="2800">
              <a:latin typeface="Calibri"/>
              <a:cs typeface="Calibri"/>
            </a:endParaRPr>
          </a:p>
          <a:p>
            <a:pPr marL="182880" marR="14414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rol,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dicho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3603" y="3938991"/>
            <a:ext cx="161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600" spc="-4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created.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8265" y="4609293"/>
            <a:ext cx="19780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3603" y="5271082"/>
            <a:ext cx="19780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7576" y="3613403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384" y="4335779"/>
            <a:ext cx="834707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384" y="5018532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jennifer_cho;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Funciones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65373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rol: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387729"/>
            <a:ext cx="792734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GRANT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así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1978151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role_name;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Funciones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31175" cy="21920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manager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y,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gestores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endParaRPr sz="2800">
              <a:latin typeface="Calibri"/>
              <a:cs typeface="Calibri"/>
            </a:endParaRPr>
          </a:p>
          <a:p>
            <a:pPr algn="just"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endParaRPr sz="2800">
              <a:latin typeface="Calibri"/>
              <a:cs typeface="Calibri"/>
            </a:endParaRPr>
          </a:p>
          <a:p>
            <a:pPr algn="just" marL="183515" indent="-170815">
              <a:lnSpc>
                <a:spcPct val="10000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Ahora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3602" y="4136034"/>
            <a:ext cx="1489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600" spc="-4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created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8264" y="4847280"/>
            <a:ext cx="1856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3602" y="5509069"/>
            <a:ext cx="1856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3768852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384" y="4529328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384" y="5190744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jennifer_cho;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Funciones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465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9022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tiene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varios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roles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otorgados,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reciben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asociados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Nota: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clases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Academy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3602" y="4136034"/>
            <a:ext cx="1489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600" spc="-4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created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8264" y="4847280"/>
            <a:ext cx="1856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3602" y="5509069"/>
            <a:ext cx="1856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50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ourier New"/>
                <a:cs typeface="Courier New"/>
              </a:rPr>
              <a:t>succeeded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3768852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384" y="4529328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384" y="5190744"/>
            <a:ext cx="8345805" cy="3079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jennifer_cho;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4191" y="6489343"/>
            <a:ext cx="208026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17-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Revocación</a:t>
            </a:r>
            <a:r>
              <a:rPr dirty="0" sz="850" spc="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85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850" spc="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Objeto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Características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los</a:t>
            </a:r>
            <a:r>
              <a:rPr dirty="0" spc="-35"/>
              <a:t> </a:t>
            </a:r>
            <a:r>
              <a:rPr dirty="0" spc="-10"/>
              <a:t>Roles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712709" cy="18084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7785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privilegios 	relacionados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Simplifican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proceso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otorgamiento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revocación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3552" y="3097626"/>
            <a:ext cx="2521585" cy="99441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55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DBA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11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540" y="3656076"/>
            <a:ext cx="3421379" cy="141427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764940" y="5266648"/>
            <a:ext cx="13385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Asignación</a:t>
            </a:r>
            <a:r>
              <a:rPr dirty="0" sz="18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privilegios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84293" y="3442420"/>
            <a:ext cx="854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95494" y="4546329"/>
            <a:ext cx="999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80430" y="5266648"/>
            <a:ext cx="13385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Asignación</a:t>
            </a:r>
            <a:r>
              <a:rPr dirty="0" sz="18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privilegios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Asignación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/>
              <a:t>Privilegios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Objeto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3272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03177" y="3336926"/>
          <a:ext cx="7614284" cy="2830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4095"/>
                <a:gridCol w="5240655"/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Sintaxis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Definida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object_priv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 que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column_list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1310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otorgan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object_name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sobre 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user|role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identifica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todos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14680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permite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otorgar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otros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2214372"/>
            <a:ext cx="8345805" cy="108077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object_priv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[(column_list)]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object_name</a:t>
            </a:r>
            <a:endParaRPr sz="1800">
              <a:latin typeface="Courier New"/>
              <a:cs typeface="Courier New"/>
            </a:endParaRPr>
          </a:p>
          <a:p>
            <a:pPr marL="273685" marR="5334635" indent="-2743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{user|role|PUBLIC}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[WITH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OPTION];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Directrices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/>
              <a:t>Privilegios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Objeto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3075" cy="33445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otorgar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objeto,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estar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esquema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WITH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GRANT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OPTION</a:t>
            </a:r>
            <a:endParaRPr sz="2800">
              <a:latin typeface="Calibri"/>
              <a:cs typeface="Calibri"/>
            </a:endParaRPr>
          </a:p>
          <a:p>
            <a:pPr algn="just" marL="182880" marR="12192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algn="just" marL="182880" marR="2286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propietario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adquiere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automáticamente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dicho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87830" y="2047855"/>
            <a:ext cx="1099185" cy="184150"/>
          </a:xfrm>
          <a:custGeom>
            <a:avLst/>
            <a:gdLst/>
            <a:ahLst/>
            <a:cxnLst/>
            <a:rect l="l" t="t" r="r" b="b"/>
            <a:pathLst>
              <a:path w="1099184" h="184150">
                <a:moveTo>
                  <a:pt x="1052761" y="0"/>
                </a:moveTo>
                <a:lnTo>
                  <a:pt x="45929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59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29" y="183720"/>
                </a:lnTo>
                <a:lnTo>
                  <a:pt x="1052761" y="183720"/>
                </a:lnTo>
                <a:lnTo>
                  <a:pt x="1069626" y="175825"/>
                </a:lnTo>
                <a:lnTo>
                  <a:pt x="1084338" y="155013"/>
                </a:lnTo>
                <a:lnTo>
                  <a:pt x="1094744" y="125589"/>
                </a:lnTo>
                <a:lnTo>
                  <a:pt x="1098691" y="91859"/>
                </a:lnTo>
                <a:lnTo>
                  <a:pt x="1094744" y="58130"/>
                </a:lnTo>
                <a:lnTo>
                  <a:pt x="1084338" y="28706"/>
                </a:lnTo>
                <a:lnTo>
                  <a:pt x="1069626" y="7894"/>
                </a:lnTo>
                <a:lnTo>
                  <a:pt x="105276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87830" y="1804016"/>
            <a:ext cx="1221740" cy="184150"/>
          </a:xfrm>
          <a:custGeom>
            <a:avLst/>
            <a:gdLst/>
            <a:ahLst/>
            <a:cxnLst/>
            <a:rect l="l" t="t" r="r" b="b"/>
            <a:pathLst>
              <a:path w="1221740" h="184150">
                <a:moveTo>
                  <a:pt x="1175288" y="0"/>
                </a:moveTo>
                <a:lnTo>
                  <a:pt x="45929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59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29" y="183719"/>
                </a:lnTo>
                <a:lnTo>
                  <a:pt x="1175288" y="183719"/>
                </a:lnTo>
                <a:lnTo>
                  <a:pt x="1192153" y="175825"/>
                </a:lnTo>
                <a:lnTo>
                  <a:pt x="1206865" y="155013"/>
                </a:lnTo>
                <a:lnTo>
                  <a:pt x="1217271" y="125589"/>
                </a:lnTo>
                <a:lnTo>
                  <a:pt x="1221218" y="91859"/>
                </a:lnTo>
                <a:lnTo>
                  <a:pt x="1217271" y="58130"/>
                </a:lnTo>
                <a:lnTo>
                  <a:pt x="1206865" y="28706"/>
                </a:lnTo>
                <a:lnTo>
                  <a:pt x="1192153" y="7894"/>
                </a:lnTo>
                <a:lnTo>
                  <a:pt x="1175288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87425" y="1560178"/>
            <a:ext cx="1464945" cy="184150"/>
          </a:xfrm>
          <a:custGeom>
            <a:avLst/>
            <a:gdLst/>
            <a:ahLst/>
            <a:cxnLst/>
            <a:rect l="l" t="t" r="r" b="b"/>
            <a:pathLst>
              <a:path w="1464945" h="184150">
                <a:moveTo>
                  <a:pt x="1418924" y="0"/>
                </a:moveTo>
                <a:lnTo>
                  <a:pt x="45929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59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29" y="183719"/>
                </a:lnTo>
                <a:lnTo>
                  <a:pt x="1418924" y="183719"/>
                </a:lnTo>
                <a:lnTo>
                  <a:pt x="1435789" y="175825"/>
                </a:lnTo>
                <a:lnTo>
                  <a:pt x="1450501" y="155013"/>
                </a:lnTo>
                <a:lnTo>
                  <a:pt x="1460907" y="125589"/>
                </a:lnTo>
                <a:lnTo>
                  <a:pt x="1464854" y="91859"/>
                </a:lnTo>
                <a:lnTo>
                  <a:pt x="1460907" y="58130"/>
                </a:lnTo>
                <a:lnTo>
                  <a:pt x="1450501" y="28706"/>
                </a:lnTo>
                <a:lnTo>
                  <a:pt x="1435789" y="7894"/>
                </a:lnTo>
                <a:lnTo>
                  <a:pt x="1418924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68464" y="3838112"/>
            <a:ext cx="2191385" cy="264795"/>
          </a:xfrm>
          <a:custGeom>
            <a:avLst/>
            <a:gdLst/>
            <a:ahLst/>
            <a:cxnLst/>
            <a:rect l="l" t="t" r="r" b="b"/>
            <a:pathLst>
              <a:path w="2191385" h="264795">
                <a:moveTo>
                  <a:pt x="2125129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2125129" y="264566"/>
                </a:lnTo>
                <a:lnTo>
                  <a:pt x="2149415" y="253198"/>
                </a:lnTo>
                <a:lnTo>
                  <a:pt x="2170601" y="223227"/>
                </a:lnTo>
                <a:lnTo>
                  <a:pt x="2185586" y="180855"/>
                </a:lnTo>
                <a:lnTo>
                  <a:pt x="2191270" y="132283"/>
                </a:lnTo>
                <a:lnTo>
                  <a:pt x="2185586" y="83710"/>
                </a:lnTo>
                <a:lnTo>
                  <a:pt x="2170601" y="41338"/>
                </a:lnTo>
                <a:lnTo>
                  <a:pt x="2149415" y="11368"/>
                </a:lnTo>
                <a:lnTo>
                  <a:pt x="212512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68464" y="3520964"/>
            <a:ext cx="3729354" cy="264795"/>
          </a:xfrm>
          <a:custGeom>
            <a:avLst/>
            <a:gdLst/>
            <a:ahLst/>
            <a:cxnLst/>
            <a:rect l="l" t="t" r="r" b="b"/>
            <a:pathLst>
              <a:path w="3729354" h="264795">
                <a:moveTo>
                  <a:pt x="3662657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3662657" y="264566"/>
                </a:lnTo>
                <a:lnTo>
                  <a:pt x="3686943" y="253198"/>
                </a:lnTo>
                <a:lnTo>
                  <a:pt x="3708129" y="223227"/>
                </a:lnTo>
                <a:lnTo>
                  <a:pt x="3723114" y="180855"/>
                </a:lnTo>
                <a:lnTo>
                  <a:pt x="3728798" y="132283"/>
                </a:lnTo>
                <a:lnTo>
                  <a:pt x="3723114" y="83710"/>
                </a:lnTo>
                <a:lnTo>
                  <a:pt x="3708129" y="41338"/>
                </a:lnTo>
                <a:lnTo>
                  <a:pt x="3686943" y="11368"/>
                </a:lnTo>
                <a:lnTo>
                  <a:pt x="3662657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68464" y="3203814"/>
            <a:ext cx="3068955" cy="264795"/>
          </a:xfrm>
          <a:custGeom>
            <a:avLst/>
            <a:gdLst/>
            <a:ahLst/>
            <a:cxnLst/>
            <a:rect l="l" t="t" r="r" b="b"/>
            <a:pathLst>
              <a:path w="3068954" h="264795">
                <a:moveTo>
                  <a:pt x="3002630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3002630" y="264566"/>
                </a:lnTo>
                <a:lnTo>
                  <a:pt x="3026916" y="253198"/>
                </a:lnTo>
                <a:lnTo>
                  <a:pt x="3048102" y="223227"/>
                </a:lnTo>
                <a:lnTo>
                  <a:pt x="3063088" y="180855"/>
                </a:lnTo>
                <a:lnTo>
                  <a:pt x="3068772" y="132283"/>
                </a:lnTo>
                <a:lnTo>
                  <a:pt x="3063088" y="83710"/>
                </a:lnTo>
                <a:lnTo>
                  <a:pt x="3048102" y="41338"/>
                </a:lnTo>
                <a:lnTo>
                  <a:pt x="3026916" y="11368"/>
                </a:lnTo>
                <a:lnTo>
                  <a:pt x="3002630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68464" y="2886666"/>
            <a:ext cx="3634104" cy="264795"/>
          </a:xfrm>
          <a:custGeom>
            <a:avLst/>
            <a:gdLst/>
            <a:ahLst/>
            <a:cxnLst/>
            <a:rect l="l" t="t" r="r" b="b"/>
            <a:pathLst>
              <a:path w="3634104" h="264794">
                <a:moveTo>
                  <a:pt x="3567809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3567809" y="264566"/>
                </a:lnTo>
                <a:lnTo>
                  <a:pt x="3592096" y="253198"/>
                </a:lnTo>
                <a:lnTo>
                  <a:pt x="3613282" y="223227"/>
                </a:lnTo>
                <a:lnTo>
                  <a:pt x="3628267" y="180855"/>
                </a:lnTo>
                <a:lnTo>
                  <a:pt x="3633951" y="132283"/>
                </a:lnTo>
                <a:lnTo>
                  <a:pt x="3628267" y="83710"/>
                </a:lnTo>
                <a:lnTo>
                  <a:pt x="3613282" y="41338"/>
                </a:lnTo>
                <a:lnTo>
                  <a:pt x="3592096" y="11368"/>
                </a:lnTo>
                <a:lnTo>
                  <a:pt x="356780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87830" y="3267048"/>
            <a:ext cx="2930525" cy="184150"/>
          </a:xfrm>
          <a:custGeom>
            <a:avLst/>
            <a:gdLst/>
            <a:ahLst/>
            <a:cxnLst/>
            <a:rect l="l" t="t" r="r" b="b"/>
            <a:pathLst>
              <a:path w="2930525" h="184150">
                <a:moveTo>
                  <a:pt x="2884489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2884489" y="183720"/>
                </a:lnTo>
                <a:lnTo>
                  <a:pt x="2901354" y="175825"/>
                </a:lnTo>
                <a:lnTo>
                  <a:pt x="2916066" y="155013"/>
                </a:lnTo>
                <a:lnTo>
                  <a:pt x="2926472" y="125589"/>
                </a:lnTo>
                <a:lnTo>
                  <a:pt x="2930419" y="91860"/>
                </a:lnTo>
                <a:lnTo>
                  <a:pt x="2926472" y="58130"/>
                </a:lnTo>
                <a:lnTo>
                  <a:pt x="2916066" y="28706"/>
                </a:lnTo>
                <a:lnTo>
                  <a:pt x="2901354" y="7894"/>
                </a:lnTo>
                <a:lnTo>
                  <a:pt x="288448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87830" y="3023209"/>
            <a:ext cx="1221740" cy="184150"/>
          </a:xfrm>
          <a:custGeom>
            <a:avLst/>
            <a:gdLst/>
            <a:ahLst/>
            <a:cxnLst/>
            <a:rect l="l" t="t" r="r" b="b"/>
            <a:pathLst>
              <a:path w="1221740" h="184150">
                <a:moveTo>
                  <a:pt x="1175289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1175289" y="183720"/>
                </a:lnTo>
                <a:lnTo>
                  <a:pt x="1192154" y="175825"/>
                </a:lnTo>
                <a:lnTo>
                  <a:pt x="1206866" y="155013"/>
                </a:lnTo>
                <a:lnTo>
                  <a:pt x="1217272" y="125589"/>
                </a:lnTo>
                <a:lnTo>
                  <a:pt x="1221219" y="91860"/>
                </a:lnTo>
                <a:lnTo>
                  <a:pt x="1217272" y="58130"/>
                </a:lnTo>
                <a:lnTo>
                  <a:pt x="1206866" y="28706"/>
                </a:lnTo>
                <a:lnTo>
                  <a:pt x="1192154" y="7894"/>
                </a:lnTo>
                <a:lnTo>
                  <a:pt x="117528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597740" y="2779370"/>
            <a:ext cx="1221740" cy="184150"/>
          </a:xfrm>
          <a:custGeom>
            <a:avLst/>
            <a:gdLst/>
            <a:ahLst/>
            <a:cxnLst/>
            <a:rect l="l" t="t" r="r" b="b"/>
            <a:pathLst>
              <a:path w="1221740" h="184150">
                <a:moveTo>
                  <a:pt x="1175289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1175289" y="183720"/>
                </a:lnTo>
                <a:lnTo>
                  <a:pt x="1192154" y="175825"/>
                </a:lnTo>
                <a:lnTo>
                  <a:pt x="1206866" y="155013"/>
                </a:lnTo>
                <a:lnTo>
                  <a:pt x="1217272" y="125589"/>
                </a:lnTo>
                <a:lnTo>
                  <a:pt x="1221219" y="91860"/>
                </a:lnTo>
                <a:lnTo>
                  <a:pt x="1217272" y="58130"/>
                </a:lnTo>
                <a:lnTo>
                  <a:pt x="1206866" y="28706"/>
                </a:lnTo>
                <a:lnTo>
                  <a:pt x="1192154" y="7894"/>
                </a:lnTo>
                <a:lnTo>
                  <a:pt x="117528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87425" y="2535531"/>
            <a:ext cx="2930525" cy="184150"/>
          </a:xfrm>
          <a:custGeom>
            <a:avLst/>
            <a:gdLst/>
            <a:ahLst/>
            <a:cxnLst/>
            <a:rect l="l" t="t" r="r" b="b"/>
            <a:pathLst>
              <a:path w="2930525" h="184150">
                <a:moveTo>
                  <a:pt x="2883983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2883983" y="183720"/>
                </a:lnTo>
                <a:lnTo>
                  <a:pt x="2900848" y="175825"/>
                </a:lnTo>
                <a:lnTo>
                  <a:pt x="2915560" y="155013"/>
                </a:lnTo>
                <a:lnTo>
                  <a:pt x="2925965" y="125589"/>
                </a:lnTo>
                <a:lnTo>
                  <a:pt x="2929912" y="91860"/>
                </a:lnTo>
                <a:lnTo>
                  <a:pt x="2925965" y="58130"/>
                </a:lnTo>
                <a:lnTo>
                  <a:pt x="2915560" y="28706"/>
                </a:lnTo>
                <a:lnTo>
                  <a:pt x="2900848" y="7894"/>
                </a:lnTo>
                <a:lnTo>
                  <a:pt x="2883983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68464" y="5523657"/>
            <a:ext cx="2191385" cy="264795"/>
          </a:xfrm>
          <a:custGeom>
            <a:avLst/>
            <a:gdLst/>
            <a:ahLst/>
            <a:cxnLst/>
            <a:rect l="l" t="t" r="r" b="b"/>
            <a:pathLst>
              <a:path w="2191385" h="264795">
                <a:moveTo>
                  <a:pt x="2125129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2125129" y="264566"/>
                </a:lnTo>
                <a:lnTo>
                  <a:pt x="2149415" y="253198"/>
                </a:lnTo>
                <a:lnTo>
                  <a:pt x="2170601" y="223227"/>
                </a:lnTo>
                <a:lnTo>
                  <a:pt x="2185586" y="180855"/>
                </a:lnTo>
                <a:lnTo>
                  <a:pt x="2191270" y="132283"/>
                </a:lnTo>
                <a:lnTo>
                  <a:pt x="2185586" y="83710"/>
                </a:lnTo>
                <a:lnTo>
                  <a:pt x="2170601" y="41338"/>
                </a:lnTo>
                <a:lnTo>
                  <a:pt x="2149415" y="11368"/>
                </a:lnTo>
                <a:lnTo>
                  <a:pt x="212512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68464" y="5206508"/>
            <a:ext cx="3326765" cy="264795"/>
          </a:xfrm>
          <a:custGeom>
            <a:avLst/>
            <a:gdLst/>
            <a:ahLst/>
            <a:cxnLst/>
            <a:rect l="l" t="t" r="r" b="b"/>
            <a:pathLst>
              <a:path w="3326765" h="264795">
                <a:moveTo>
                  <a:pt x="3260483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3260483" y="264566"/>
                </a:lnTo>
                <a:lnTo>
                  <a:pt x="3284770" y="253198"/>
                </a:lnTo>
                <a:lnTo>
                  <a:pt x="3305956" y="223227"/>
                </a:lnTo>
                <a:lnTo>
                  <a:pt x="3320941" y="180855"/>
                </a:lnTo>
                <a:lnTo>
                  <a:pt x="3326625" y="132283"/>
                </a:lnTo>
                <a:lnTo>
                  <a:pt x="3320941" y="83710"/>
                </a:lnTo>
                <a:lnTo>
                  <a:pt x="3305956" y="41338"/>
                </a:lnTo>
                <a:lnTo>
                  <a:pt x="3284770" y="11368"/>
                </a:lnTo>
                <a:lnTo>
                  <a:pt x="3260483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68464" y="4889358"/>
            <a:ext cx="3768090" cy="264795"/>
          </a:xfrm>
          <a:custGeom>
            <a:avLst/>
            <a:gdLst/>
            <a:ahLst/>
            <a:cxnLst/>
            <a:rect l="l" t="t" r="r" b="b"/>
            <a:pathLst>
              <a:path w="3768090" h="264795">
                <a:moveTo>
                  <a:pt x="3701945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3701945" y="264566"/>
                </a:lnTo>
                <a:lnTo>
                  <a:pt x="3726232" y="253198"/>
                </a:lnTo>
                <a:lnTo>
                  <a:pt x="3747418" y="223227"/>
                </a:lnTo>
                <a:lnTo>
                  <a:pt x="3762403" y="180855"/>
                </a:lnTo>
                <a:lnTo>
                  <a:pt x="3768087" y="132283"/>
                </a:lnTo>
                <a:lnTo>
                  <a:pt x="3762403" y="83710"/>
                </a:lnTo>
                <a:lnTo>
                  <a:pt x="3747418" y="41338"/>
                </a:lnTo>
                <a:lnTo>
                  <a:pt x="3726232" y="11368"/>
                </a:lnTo>
                <a:lnTo>
                  <a:pt x="3701945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68464" y="4572210"/>
            <a:ext cx="4100195" cy="264795"/>
          </a:xfrm>
          <a:custGeom>
            <a:avLst/>
            <a:gdLst/>
            <a:ahLst/>
            <a:cxnLst/>
            <a:rect l="l" t="t" r="r" b="b"/>
            <a:pathLst>
              <a:path w="4100195" h="264795">
                <a:moveTo>
                  <a:pt x="4033645" y="0"/>
                </a:moveTo>
                <a:lnTo>
                  <a:pt x="66141" y="0"/>
                </a:lnTo>
                <a:lnTo>
                  <a:pt x="41855" y="11368"/>
                </a:lnTo>
                <a:lnTo>
                  <a:pt x="20669" y="41338"/>
                </a:lnTo>
                <a:lnTo>
                  <a:pt x="5684" y="83710"/>
                </a:lnTo>
                <a:lnTo>
                  <a:pt x="0" y="132283"/>
                </a:lnTo>
                <a:lnTo>
                  <a:pt x="5684" y="180855"/>
                </a:lnTo>
                <a:lnTo>
                  <a:pt x="20669" y="223227"/>
                </a:lnTo>
                <a:lnTo>
                  <a:pt x="41855" y="253198"/>
                </a:lnTo>
                <a:lnTo>
                  <a:pt x="66141" y="264566"/>
                </a:lnTo>
                <a:lnTo>
                  <a:pt x="4033645" y="264566"/>
                </a:lnTo>
                <a:lnTo>
                  <a:pt x="4057932" y="253198"/>
                </a:lnTo>
                <a:lnTo>
                  <a:pt x="4079118" y="223227"/>
                </a:lnTo>
                <a:lnTo>
                  <a:pt x="4094103" y="180855"/>
                </a:lnTo>
                <a:lnTo>
                  <a:pt x="4099787" y="132283"/>
                </a:lnTo>
                <a:lnTo>
                  <a:pt x="4094103" y="83710"/>
                </a:lnTo>
                <a:lnTo>
                  <a:pt x="4079118" y="41338"/>
                </a:lnTo>
                <a:lnTo>
                  <a:pt x="4057932" y="11368"/>
                </a:lnTo>
                <a:lnTo>
                  <a:pt x="4033645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931218" y="4208927"/>
            <a:ext cx="1286510" cy="306070"/>
          </a:xfrm>
          <a:custGeom>
            <a:avLst/>
            <a:gdLst/>
            <a:ahLst/>
            <a:cxnLst/>
            <a:rect l="l" t="t" r="r" b="b"/>
            <a:pathLst>
              <a:path w="1286510" h="306070">
                <a:moveTo>
                  <a:pt x="1209812" y="0"/>
                </a:moveTo>
                <a:lnTo>
                  <a:pt x="76393" y="0"/>
                </a:lnTo>
                <a:lnTo>
                  <a:pt x="48342" y="13130"/>
                </a:lnTo>
                <a:lnTo>
                  <a:pt x="23872" y="47745"/>
                </a:lnTo>
                <a:lnTo>
                  <a:pt x="6565" y="96685"/>
                </a:lnTo>
                <a:lnTo>
                  <a:pt x="0" y="152787"/>
                </a:lnTo>
                <a:lnTo>
                  <a:pt x="6565" y="208888"/>
                </a:lnTo>
                <a:lnTo>
                  <a:pt x="23872" y="257827"/>
                </a:lnTo>
                <a:lnTo>
                  <a:pt x="48342" y="292443"/>
                </a:lnTo>
                <a:lnTo>
                  <a:pt x="76393" y="305573"/>
                </a:lnTo>
                <a:lnTo>
                  <a:pt x="1209812" y="305573"/>
                </a:lnTo>
                <a:lnTo>
                  <a:pt x="1237862" y="292443"/>
                </a:lnTo>
                <a:lnTo>
                  <a:pt x="1262333" y="257827"/>
                </a:lnTo>
                <a:lnTo>
                  <a:pt x="1279641" y="208888"/>
                </a:lnTo>
                <a:lnTo>
                  <a:pt x="1286206" y="152787"/>
                </a:lnTo>
                <a:lnTo>
                  <a:pt x="1279641" y="96685"/>
                </a:lnTo>
                <a:lnTo>
                  <a:pt x="1262333" y="47745"/>
                </a:lnTo>
                <a:lnTo>
                  <a:pt x="1237862" y="13130"/>
                </a:lnTo>
                <a:lnTo>
                  <a:pt x="1209812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GRANT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483552" y="1387985"/>
            <a:ext cx="4450715" cy="442976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84785" marR="50800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King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(nombre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usuario scott_king)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creado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ts val="25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derecha,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les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otorgado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permiso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SELECCIONAR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endParaRPr sz="2600">
              <a:latin typeface="Calibri"/>
              <a:cs typeface="Calibri"/>
            </a:endParaRPr>
          </a:p>
          <a:p>
            <a:pPr marL="184785" marR="158750" indent="-172720">
              <a:lnSpc>
                <a:spcPts val="250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otorgan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6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Jennifer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rol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gestor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columnas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específicas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521452" y="1524000"/>
            <a:ext cx="3525520" cy="41503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365125" indent="-365125">
              <a:lnSpc>
                <a:spcPts val="1755"/>
              </a:lnSpc>
              <a:buAutoNum type="arabicPeriod"/>
              <a:tabLst>
                <a:tab pos="365125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endParaRPr sz="1600">
              <a:latin typeface="Courier New"/>
              <a:cs typeface="Courier New"/>
            </a:endParaRPr>
          </a:p>
          <a:p>
            <a:pPr marL="365760" marR="1929764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PUBLIC;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5125" indent="-365125">
              <a:lnSpc>
                <a:spcPct val="100000"/>
              </a:lnSpc>
              <a:buAutoNum type="arabicPeriod" startAt="2"/>
              <a:tabLst>
                <a:tab pos="365125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UPDATE(first_name,</a:t>
            </a:r>
            <a:endParaRPr sz="1600">
              <a:latin typeface="Courier New"/>
              <a:cs typeface="Courier New"/>
            </a:endParaRPr>
          </a:p>
          <a:p>
            <a:pPr marL="2075814">
              <a:lnSpc>
                <a:spcPct val="100000"/>
              </a:lnSpc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last_name)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jennifer_cho,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5760" indent="-36512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65760" algn="l"/>
                <a:tab pos="1343025" algn="l"/>
              </a:tabLst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scott_king.clients;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4490" marR="342265" indent="-365125">
              <a:lnSpc>
                <a:spcPct val="100000"/>
              </a:lnSpc>
              <a:buAutoNum type="arabicPeriod" startAt="4"/>
              <a:tabLst>
                <a:tab pos="365760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SYNONYM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FOR</a:t>
            </a:r>
            <a:r>
              <a:rPr dirty="0" sz="1600" spc="-1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scott_king.clients;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E3629"/>
              </a:buClr>
              <a:buFont typeface="Courier New"/>
              <a:buAutoNum type="arabicPeriod" startAt="4"/>
            </a:pPr>
            <a:endParaRPr sz="1600">
              <a:latin typeface="Courier New"/>
              <a:cs typeface="Courier New"/>
            </a:endParaRPr>
          </a:p>
          <a:p>
            <a:pPr marL="365760" indent="-36512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65760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600">
              <a:latin typeface="Courier New"/>
              <a:cs typeface="Courier New"/>
            </a:endParaRPr>
          </a:p>
          <a:p>
            <a:pPr marL="36639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88034" y="5378035"/>
            <a:ext cx="1465580" cy="184150"/>
          </a:xfrm>
          <a:custGeom>
            <a:avLst/>
            <a:gdLst/>
            <a:ahLst/>
            <a:cxnLst/>
            <a:rect l="l" t="t" r="r" b="b"/>
            <a:pathLst>
              <a:path w="1465579" h="184150">
                <a:moveTo>
                  <a:pt x="1419026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1419026" y="183720"/>
                </a:lnTo>
                <a:lnTo>
                  <a:pt x="1435891" y="175825"/>
                </a:lnTo>
                <a:lnTo>
                  <a:pt x="1450603" y="155013"/>
                </a:lnTo>
                <a:lnTo>
                  <a:pt x="1461009" y="125589"/>
                </a:lnTo>
                <a:lnTo>
                  <a:pt x="1464956" y="91860"/>
                </a:lnTo>
                <a:lnTo>
                  <a:pt x="1461009" y="58130"/>
                </a:lnTo>
                <a:lnTo>
                  <a:pt x="1450603" y="28706"/>
                </a:lnTo>
                <a:lnTo>
                  <a:pt x="1435891" y="7894"/>
                </a:lnTo>
                <a:lnTo>
                  <a:pt x="1419026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87628" y="5134197"/>
            <a:ext cx="975994" cy="184150"/>
          </a:xfrm>
          <a:custGeom>
            <a:avLst/>
            <a:gdLst/>
            <a:ahLst/>
            <a:cxnLst/>
            <a:rect l="l" t="t" r="r" b="b"/>
            <a:pathLst>
              <a:path w="975995" h="184150">
                <a:moveTo>
                  <a:pt x="930031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930031" y="183720"/>
                </a:lnTo>
                <a:lnTo>
                  <a:pt x="946896" y="175825"/>
                </a:lnTo>
                <a:lnTo>
                  <a:pt x="961608" y="155013"/>
                </a:lnTo>
                <a:lnTo>
                  <a:pt x="972014" y="125589"/>
                </a:lnTo>
                <a:lnTo>
                  <a:pt x="975961" y="91860"/>
                </a:lnTo>
                <a:lnTo>
                  <a:pt x="972014" y="58130"/>
                </a:lnTo>
                <a:lnTo>
                  <a:pt x="961608" y="28706"/>
                </a:lnTo>
                <a:lnTo>
                  <a:pt x="946896" y="7894"/>
                </a:lnTo>
                <a:lnTo>
                  <a:pt x="930031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87830" y="4646519"/>
            <a:ext cx="2687320" cy="184150"/>
          </a:xfrm>
          <a:custGeom>
            <a:avLst/>
            <a:gdLst/>
            <a:ahLst/>
            <a:cxnLst/>
            <a:rect l="l" t="t" r="r" b="b"/>
            <a:pathLst>
              <a:path w="2687320" h="184150">
                <a:moveTo>
                  <a:pt x="2640854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2640854" y="183720"/>
                </a:lnTo>
                <a:lnTo>
                  <a:pt x="2657718" y="175825"/>
                </a:lnTo>
                <a:lnTo>
                  <a:pt x="2672430" y="155013"/>
                </a:lnTo>
                <a:lnTo>
                  <a:pt x="2682836" y="125589"/>
                </a:lnTo>
                <a:lnTo>
                  <a:pt x="2686783" y="91860"/>
                </a:lnTo>
                <a:lnTo>
                  <a:pt x="2682836" y="58130"/>
                </a:lnTo>
                <a:lnTo>
                  <a:pt x="2672430" y="28706"/>
                </a:lnTo>
                <a:lnTo>
                  <a:pt x="2657718" y="7894"/>
                </a:lnTo>
                <a:lnTo>
                  <a:pt x="2640854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887425" y="4402682"/>
            <a:ext cx="2686685" cy="184150"/>
          </a:xfrm>
          <a:custGeom>
            <a:avLst/>
            <a:gdLst/>
            <a:ahLst/>
            <a:cxnLst/>
            <a:rect l="l" t="t" r="r" b="b"/>
            <a:pathLst>
              <a:path w="2686684" h="184150">
                <a:moveTo>
                  <a:pt x="2640346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2640346" y="183720"/>
                </a:lnTo>
                <a:lnTo>
                  <a:pt x="2657211" y="175825"/>
                </a:lnTo>
                <a:lnTo>
                  <a:pt x="2671923" y="155013"/>
                </a:lnTo>
                <a:lnTo>
                  <a:pt x="2682329" y="125589"/>
                </a:lnTo>
                <a:lnTo>
                  <a:pt x="2686277" y="91860"/>
                </a:lnTo>
                <a:lnTo>
                  <a:pt x="2682329" y="58130"/>
                </a:lnTo>
                <a:lnTo>
                  <a:pt x="2671923" y="28706"/>
                </a:lnTo>
                <a:lnTo>
                  <a:pt x="2657211" y="7894"/>
                </a:lnTo>
                <a:lnTo>
                  <a:pt x="2640346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68464" y="4727376"/>
            <a:ext cx="1329690" cy="284480"/>
          </a:xfrm>
          <a:custGeom>
            <a:avLst/>
            <a:gdLst/>
            <a:ahLst/>
            <a:cxnLst/>
            <a:rect l="l" t="t" r="r" b="b"/>
            <a:pathLst>
              <a:path w="1329689" h="284479">
                <a:moveTo>
                  <a:pt x="1258517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1258517" y="284073"/>
                </a:lnTo>
                <a:lnTo>
                  <a:pt x="1284593" y="271867"/>
                </a:lnTo>
                <a:lnTo>
                  <a:pt x="1307341" y="239687"/>
                </a:lnTo>
                <a:lnTo>
                  <a:pt x="1323431" y="194190"/>
                </a:lnTo>
                <a:lnTo>
                  <a:pt x="1329535" y="142036"/>
                </a:lnTo>
                <a:lnTo>
                  <a:pt x="1323431" y="89882"/>
                </a:lnTo>
                <a:lnTo>
                  <a:pt x="1307341" y="44386"/>
                </a:lnTo>
                <a:lnTo>
                  <a:pt x="1284593" y="12206"/>
                </a:lnTo>
                <a:lnTo>
                  <a:pt x="1258517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68464" y="4343166"/>
            <a:ext cx="3823970" cy="284480"/>
          </a:xfrm>
          <a:custGeom>
            <a:avLst/>
            <a:gdLst/>
            <a:ahLst/>
            <a:cxnLst/>
            <a:rect l="l" t="t" r="r" b="b"/>
            <a:pathLst>
              <a:path w="3823970" h="284479">
                <a:moveTo>
                  <a:pt x="3752648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3752648" y="284073"/>
                </a:lnTo>
                <a:lnTo>
                  <a:pt x="3778725" y="271867"/>
                </a:lnTo>
                <a:lnTo>
                  <a:pt x="3801473" y="239687"/>
                </a:lnTo>
                <a:lnTo>
                  <a:pt x="3817563" y="194190"/>
                </a:lnTo>
                <a:lnTo>
                  <a:pt x="3823666" y="142036"/>
                </a:lnTo>
                <a:lnTo>
                  <a:pt x="3817563" y="89882"/>
                </a:lnTo>
                <a:lnTo>
                  <a:pt x="3801473" y="44386"/>
                </a:lnTo>
                <a:lnTo>
                  <a:pt x="3778725" y="12206"/>
                </a:lnTo>
                <a:lnTo>
                  <a:pt x="3752648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68464" y="3958957"/>
            <a:ext cx="4093845" cy="284480"/>
          </a:xfrm>
          <a:custGeom>
            <a:avLst/>
            <a:gdLst/>
            <a:ahLst/>
            <a:cxnLst/>
            <a:rect l="l" t="t" r="r" b="b"/>
            <a:pathLst>
              <a:path w="4093845" h="284479">
                <a:moveTo>
                  <a:pt x="4022553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4022553" y="284073"/>
                </a:lnTo>
                <a:lnTo>
                  <a:pt x="4048630" y="271867"/>
                </a:lnTo>
                <a:lnTo>
                  <a:pt x="4071378" y="239687"/>
                </a:lnTo>
                <a:lnTo>
                  <a:pt x="4087468" y="194190"/>
                </a:lnTo>
                <a:lnTo>
                  <a:pt x="4093571" y="142036"/>
                </a:lnTo>
                <a:lnTo>
                  <a:pt x="4087468" y="89882"/>
                </a:lnTo>
                <a:lnTo>
                  <a:pt x="4071378" y="44386"/>
                </a:lnTo>
                <a:lnTo>
                  <a:pt x="4048630" y="12206"/>
                </a:lnTo>
                <a:lnTo>
                  <a:pt x="4022553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235130" y="3525212"/>
            <a:ext cx="2961005" cy="328295"/>
          </a:xfrm>
          <a:custGeom>
            <a:avLst/>
            <a:gdLst/>
            <a:ahLst/>
            <a:cxnLst/>
            <a:rect l="l" t="t" r="r" b="b"/>
            <a:pathLst>
              <a:path w="2961004" h="328295">
                <a:moveTo>
                  <a:pt x="2878589" y="0"/>
                </a:moveTo>
                <a:lnTo>
                  <a:pt x="82026" y="0"/>
                </a:lnTo>
                <a:lnTo>
                  <a:pt x="51907" y="14098"/>
                </a:lnTo>
                <a:lnTo>
                  <a:pt x="25633" y="51266"/>
                </a:lnTo>
                <a:lnTo>
                  <a:pt x="7049" y="103814"/>
                </a:lnTo>
                <a:lnTo>
                  <a:pt x="0" y="164052"/>
                </a:lnTo>
                <a:lnTo>
                  <a:pt x="7049" y="224290"/>
                </a:lnTo>
                <a:lnTo>
                  <a:pt x="25633" y="276838"/>
                </a:lnTo>
                <a:lnTo>
                  <a:pt x="51907" y="314006"/>
                </a:lnTo>
                <a:lnTo>
                  <a:pt x="82026" y="328104"/>
                </a:lnTo>
                <a:lnTo>
                  <a:pt x="2878589" y="328104"/>
                </a:lnTo>
                <a:lnTo>
                  <a:pt x="2908708" y="314006"/>
                </a:lnTo>
                <a:lnTo>
                  <a:pt x="2934981" y="276838"/>
                </a:lnTo>
                <a:lnTo>
                  <a:pt x="2953565" y="224290"/>
                </a:lnTo>
                <a:lnTo>
                  <a:pt x="2960615" y="164052"/>
                </a:lnTo>
                <a:lnTo>
                  <a:pt x="2953565" y="103814"/>
                </a:lnTo>
                <a:lnTo>
                  <a:pt x="2934981" y="51266"/>
                </a:lnTo>
                <a:lnTo>
                  <a:pt x="2908708" y="14098"/>
                </a:lnTo>
                <a:lnTo>
                  <a:pt x="2878589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87830" y="3915004"/>
            <a:ext cx="2808605" cy="184150"/>
          </a:xfrm>
          <a:custGeom>
            <a:avLst/>
            <a:gdLst/>
            <a:ahLst/>
            <a:cxnLst/>
            <a:rect l="l" t="t" r="r" b="b"/>
            <a:pathLst>
              <a:path w="2808604" h="184150">
                <a:moveTo>
                  <a:pt x="2762671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2762671" y="183720"/>
                </a:lnTo>
                <a:lnTo>
                  <a:pt x="2779536" y="175825"/>
                </a:lnTo>
                <a:lnTo>
                  <a:pt x="2794248" y="155013"/>
                </a:lnTo>
                <a:lnTo>
                  <a:pt x="2804654" y="125589"/>
                </a:lnTo>
                <a:lnTo>
                  <a:pt x="2808601" y="91860"/>
                </a:lnTo>
                <a:lnTo>
                  <a:pt x="2804654" y="58130"/>
                </a:lnTo>
                <a:lnTo>
                  <a:pt x="2794248" y="28706"/>
                </a:lnTo>
                <a:lnTo>
                  <a:pt x="2779536" y="7894"/>
                </a:lnTo>
                <a:lnTo>
                  <a:pt x="2762671" y="0"/>
                </a:lnTo>
                <a:close/>
              </a:path>
            </a:pathLst>
          </a:custGeom>
          <a:solidFill>
            <a:srgbClr val="FB5C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887628" y="3671165"/>
            <a:ext cx="1099185" cy="184150"/>
          </a:xfrm>
          <a:custGeom>
            <a:avLst/>
            <a:gdLst/>
            <a:ahLst/>
            <a:cxnLst/>
            <a:rect l="l" t="t" r="r" b="b"/>
            <a:pathLst>
              <a:path w="1099184" h="184150">
                <a:moveTo>
                  <a:pt x="1052862" y="0"/>
                </a:moveTo>
                <a:lnTo>
                  <a:pt x="45930" y="0"/>
                </a:lnTo>
                <a:lnTo>
                  <a:pt x="29065" y="7894"/>
                </a:lnTo>
                <a:lnTo>
                  <a:pt x="14353" y="28706"/>
                </a:lnTo>
                <a:lnTo>
                  <a:pt x="3947" y="58130"/>
                </a:lnTo>
                <a:lnTo>
                  <a:pt x="0" y="91860"/>
                </a:lnTo>
                <a:lnTo>
                  <a:pt x="3947" y="125589"/>
                </a:lnTo>
                <a:lnTo>
                  <a:pt x="14353" y="155013"/>
                </a:lnTo>
                <a:lnTo>
                  <a:pt x="29065" y="175825"/>
                </a:lnTo>
                <a:lnTo>
                  <a:pt x="45930" y="183720"/>
                </a:lnTo>
                <a:lnTo>
                  <a:pt x="1052862" y="183720"/>
                </a:lnTo>
                <a:lnTo>
                  <a:pt x="1069727" y="175825"/>
                </a:lnTo>
                <a:lnTo>
                  <a:pt x="1084439" y="155013"/>
                </a:lnTo>
                <a:lnTo>
                  <a:pt x="1094845" y="125589"/>
                </a:lnTo>
                <a:lnTo>
                  <a:pt x="1098792" y="91860"/>
                </a:lnTo>
                <a:lnTo>
                  <a:pt x="1094845" y="58130"/>
                </a:lnTo>
                <a:lnTo>
                  <a:pt x="1084439" y="28706"/>
                </a:lnTo>
                <a:lnTo>
                  <a:pt x="1069727" y="7894"/>
                </a:lnTo>
                <a:lnTo>
                  <a:pt x="1052862" y="0"/>
                </a:lnTo>
                <a:close/>
              </a:path>
            </a:pathLst>
          </a:custGeom>
          <a:solidFill>
            <a:srgbClr val="FB5C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68464" y="2320818"/>
            <a:ext cx="1176655" cy="284480"/>
          </a:xfrm>
          <a:custGeom>
            <a:avLst/>
            <a:gdLst/>
            <a:ahLst/>
            <a:cxnLst/>
            <a:rect l="l" t="t" r="r" b="b"/>
            <a:pathLst>
              <a:path w="1176655" h="284480">
                <a:moveTo>
                  <a:pt x="1105401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1105401" y="284073"/>
                </a:lnTo>
                <a:lnTo>
                  <a:pt x="1131478" y="271867"/>
                </a:lnTo>
                <a:lnTo>
                  <a:pt x="1154226" y="239687"/>
                </a:lnTo>
                <a:lnTo>
                  <a:pt x="1170316" y="194190"/>
                </a:lnTo>
                <a:lnTo>
                  <a:pt x="1176419" y="142036"/>
                </a:lnTo>
                <a:lnTo>
                  <a:pt x="1170316" y="89882"/>
                </a:lnTo>
                <a:lnTo>
                  <a:pt x="1154226" y="44386"/>
                </a:lnTo>
                <a:lnTo>
                  <a:pt x="1131478" y="12206"/>
                </a:lnTo>
                <a:lnTo>
                  <a:pt x="1105401" y="0"/>
                </a:lnTo>
                <a:close/>
              </a:path>
            </a:pathLst>
          </a:custGeom>
          <a:solidFill>
            <a:srgbClr val="FB5C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68464" y="1936609"/>
            <a:ext cx="4443730" cy="284480"/>
          </a:xfrm>
          <a:custGeom>
            <a:avLst/>
            <a:gdLst/>
            <a:ahLst/>
            <a:cxnLst/>
            <a:rect l="l" t="t" r="r" b="b"/>
            <a:pathLst>
              <a:path w="4443730" h="284480">
                <a:moveTo>
                  <a:pt x="4372461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4372461" y="284073"/>
                </a:lnTo>
                <a:lnTo>
                  <a:pt x="4398538" y="271867"/>
                </a:lnTo>
                <a:lnTo>
                  <a:pt x="4421286" y="239687"/>
                </a:lnTo>
                <a:lnTo>
                  <a:pt x="4437376" y="194190"/>
                </a:lnTo>
                <a:lnTo>
                  <a:pt x="4443479" y="142036"/>
                </a:lnTo>
                <a:lnTo>
                  <a:pt x="4437376" y="89882"/>
                </a:lnTo>
                <a:lnTo>
                  <a:pt x="4421286" y="44386"/>
                </a:lnTo>
                <a:lnTo>
                  <a:pt x="4398538" y="12206"/>
                </a:lnTo>
                <a:lnTo>
                  <a:pt x="4372461" y="0"/>
                </a:lnTo>
                <a:close/>
              </a:path>
            </a:pathLst>
          </a:custGeom>
          <a:solidFill>
            <a:srgbClr val="FB5C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GRANT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483552" y="1415417"/>
            <a:ext cx="4725035" cy="44964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882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Jennifer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ahora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desea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debe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Asimismo,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Jennifer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crear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sinónimo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sinónimo</a:t>
            </a:r>
            <a:endParaRPr sz="2800">
              <a:latin typeface="Calibri"/>
              <a:cs typeface="Calibri"/>
            </a:endParaRPr>
          </a:p>
          <a:p>
            <a:pPr marL="182880" marR="86423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4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21452" y="1440180"/>
            <a:ext cx="3525520" cy="41503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365125" indent="-365125">
              <a:lnSpc>
                <a:spcPts val="1755"/>
              </a:lnSpc>
              <a:buAutoNum type="arabicPeriod"/>
              <a:tabLst>
                <a:tab pos="365125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endParaRPr sz="1600">
              <a:latin typeface="Courier New"/>
              <a:cs typeface="Courier New"/>
            </a:endParaRPr>
          </a:p>
          <a:p>
            <a:pPr marL="365760" marR="1929764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PUBLIC;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5125" indent="-365125">
              <a:lnSpc>
                <a:spcPct val="100000"/>
              </a:lnSpc>
              <a:buAutoNum type="arabicPeriod" startAt="2"/>
              <a:tabLst>
                <a:tab pos="365125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UPDATE(first_name,</a:t>
            </a:r>
            <a:endParaRPr sz="1600">
              <a:latin typeface="Courier New"/>
              <a:cs typeface="Courier New"/>
            </a:endParaRPr>
          </a:p>
          <a:p>
            <a:pPr marL="2075814">
              <a:lnSpc>
                <a:spcPct val="100000"/>
              </a:lnSpc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last_name)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jennifer_cho,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manager;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5760" indent="-36512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65760" algn="l"/>
                <a:tab pos="1343025" algn="l"/>
              </a:tabLst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3657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scott_king.clients;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364490" marR="342265" indent="-365125">
              <a:lnSpc>
                <a:spcPct val="100000"/>
              </a:lnSpc>
              <a:buAutoNum type="arabicPeriod" startAt="4"/>
              <a:tabLst>
                <a:tab pos="365760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SYNONYM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FOR</a:t>
            </a:r>
            <a:r>
              <a:rPr dirty="0" sz="1600" spc="-1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scott_king.clients;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E3629"/>
              </a:buClr>
              <a:buFont typeface="Courier New"/>
              <a:buAutoNum type="arabicPeriod" startAt="4"/>
            </a:pPr>
            <a:endParaRPr sz="1600">
              <a:latin typeface="Courier New"/>
              <a:cs typeface="Courier New"/>
            </a:endParaRPr>
          </a:p>
          <a:p>
            <a:pPr marL="365760" indent="-36512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65760" algn="l"/>
              </a:tabLst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600">
              <a:latin typeface="Courier New"/>
              <a:cs typeface="Courier New"/>
            </a:endParaRPr>
          </a:p>
          <a:p>
            <a:pPr marL="36639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clients;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GRANT</a:t>
            </a:r>
            <a:r>
              <a:rPr dirty="0" spc="-40"/>
              <a:t> </a:t>
            </a:r>
            <a:r>
              <a:rPr dirty="0" spc="-10"/>
              <a:t>OPTION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usuario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con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privilegios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puede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0">
                <a:uFill>
                  <a:solidFill>
                    <a:srgbClr val="EC2814"/>
                  </a:solidFill>
                </a:uFill>
              </a:rPr>
              <a:t>transferir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un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privilegio</a:t>
            </a:r>
            <a:r>
              <a:rPr dirty="0" spc="-10"/>
              <a:t> </a:t>
            </a:r>
            <a:r>
              <a:rPr dirty="0" spc="-10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que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se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otorga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con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cláusula</a:t>
            </a:r>
            <a:r>
              <a:rPr dirty="0" u="heavy" spc="-2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WITH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GRANT</a:t>
            </a:r>
            <a:r>
              <a:rPr dirty="0" u="heavy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OPTION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a</a:t>
            </a:r>
            <a:r>
              <a:rPr dirty="0" spc="-50"/>
              <a:t> </a:t>
            </a:r>
            <a:r>
              <a:rPr dirty="0" spc="-50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otros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usuarios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y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0">
                <a:uFill>
                  <a:solidFill>
                    <a:srgbClr val="EC2814"/>
                  </a:solidFill>
                </a:uFill>
              </a:rPr>
              <a:t>roles</a:t>
            </a:r>
          </a:p>
          <a:p>
            <a:pPr marL="182880" marR="63627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Los</a:t>
            </a:r>
            <a:r>
              <a:rPr dirty="0" spc="-60"/>
              <a:t> </a:t>
            </a:r>
            <a:r>
              <a:rPr dirty="0"/>
              <a:t>privilegios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objeto</a:t>
            </a:r>
            <a:r>
              <a:rPr dirty="0" spc="-65"/>
              <a:t> </a:t>
            </a:r>
            <a:r>
              <a:rPr dirty="0" spc="-10"/>
              <a:t>otorgados</a:t>
            </a:r>
            <a:r>
              <a:rPr dirty="0" spc="-65"/>
              <a:t> </a:t>
            </a:r>
            <a:r>
              <a:rPr dirty="0"/>
              <a:t>con</a:t>
            </a:r>
            <a:r>
              <a:rPr dirty="0" spc="-60"/>
              <a:t> </a:t>
            </a:r>
            <a:r>
              <a:rPr dirty="0"/>
              <a:t>la</a:t>
            </a:r>
            <a:r>
              <a:rPr dirty="0" spc="-60"/>
              <a:t> </a:t>
            </a:r>
            <a:r>
              <a:rPr dirty="0" spc="-10"/>
              <a:t>cláusula </a:t>
            </a:r>
            <a:r>
              <a:rPr dirty="0" spc="-10"/>
              <a:t>	</a:t>
            </a:r>
            <a:r>
              <a:rPr dirty="0"/>
              <a:t>WITH</a:t>
            </a:r>
            <a:r>
              <a:rPr dirty="0" spc="-65"/>
              <a:t> </a:t>
            </a:r>
            <a:r>
              <a:rPr dirty="0"/>
              <a:t>GRANT</a:t>
            </a:r>
            <a:r>
              <a:rPr dirty="0" spc="-50"/>
              <a:t> </a:t>
            </a:r>
            <a:r>
              <a:rPr dirty="0"/>
              <a:t>OPTION</a:t>
            </a:r>
            <a:r>
              <a:rPr dirty="0" spc="-55"/>
              <a:t> </a:t>
            </a:r>
            <a:r>
              <a:rPr dirty="0"/>
              <a:t>se</a:t>
            </a:r>
            <a:r>
              <a:rPr dirty="0" spc="-50"/>
              <a:t> </a:t>
            </a:r>
            <a:r>
              <a:rPr dirty="0"/>
              <a:t>revocan</a:t>
            </a:r>
            <a:r>
              <a:rPr dirty="0" spc="-65"/>
              <a:t> </a:t>
            </a:r>
            <a:r>
              <a:rPr dirty="0"/>
              <a:t>si</a:t>
            </a:r>
            <a:r>
              <a:rPr dirty="0" spc="-60"/>
              <a:t> </a:t>
            </a:r>
            <a:r>
              <a:rPr dirty="0"/>
              <a:t>se</a:t>
            </a:r>
            <a:r>
              <a:rPr dirty="0" spc="-60"/>
              <a:t> </a:t>
            </a:r>
            <a:r>
              <a:rPr dirty="0"/>
              <a:t>revoca</a:t>
            </a:r>
            <a:r>
              <a:rPr dirty="0" spc="-60"/>
              <a:t> </a:t>
            </a:r>
            <a:r>
              <a:rPr dirty="0" spc="-25"/>
              <a:t>el </a:t>
            </a:r>
            <a:r>
              <a:rPr dirty="0" spc="-25"/>
              <a:t>	</a:t>
            </a:r>
            <a:r>
              <a:rPr dirty="0"/>
              <a:t>privilegio</a:t>
            </a:r>
            <a:r>
              <a:rPr dirty="0" spc="-60"/>
              <a:t> </a:t>
            </a:r>
            <a:r>
              <a:rPr dirty="0"/>
              <a:t>del</a:t>
            </a:r>
            <a:r>
              <a:rPr dirty="0" spc="-50"/>
              <a:t> </a:t>
            </a:r>
            <a:r>
              <a:rPr dirty="0" spc="-10"/>
              <a:t>otorgante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GRANT</a:t>
            </a:r>
            <a:r>
              <a:rPr dirty="0" spc="-40"/>
              <a:t> </a:t>
            </a:r>
            <a:r>
              <a:rPr dirty="0" spc="-10"/>
              <a:t>OPTION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4184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Scott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2880" marR="57213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05384" y="3643884"/>
            <a:ext cx="8345805" cy="1080770"/>
          </a:xfrm>
          <a:custGeom>
            <a:avLst/>
            <a:gdLst/>
            <a:ahLst/>
            <a:cxnLst/>
            <a:rect l="l" t="t" r="r" b="b"/>
            <a:pathLst>
              <a:path w="8345805" h="1080770">
                <a:moveTo>
                  <a:pt x="8345424" y="0"/>
                </a:moveTo>
                <a:lnTo>
                  <a:pt x="0" y="0"/>
                </a:lnTo>
                <a:lnTo>
                  <a:pt x="0" y="1080515"/>
                </a:lnTo>
                <a:lnTo>
                  <a:pt x="8345424" y="1080515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4812" y="3594953"/>
            <a:ext cx="28809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56944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SELECT,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INSERT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clients</a:t>
            </a:r>
            <a:endParaRPr sz="1800">
              <a:latin typeface="Courier New"/>
              <a:cs typeface="Courier New"/>
            </a:endParaRPr>
          </a:p>
          <a:p>
            <a:pPr marR="141605">
              <a:lnSpc>
                <a:spcPct val="100000"/>
              </a:lnSpc>
              <a:tabLst>
                <a:tab pos="956944" algn="l"/>
              </a:tabLst>
            </a:pP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scott_king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WITH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GRANT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OPTION;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18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Palabra</a:t>
            </a:r>
            <a:r>
              <a:rPr dirty="0" spc="-155"/>
              <a:t> </a:t>
            </a:r>
            <a:r>
              <a:rPr dirty="0"/>
              <a:t>Clave</a:t>
            </a:r>
            <a:r>
              <a:rPr dirty="0" spc="-155"/>
              <a:t> </a:t>
            </a:r>
            <a:r>
              <a:rPr dirty="0" spc="-10"/>
              <a:t>PUBLIC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3305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6162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propietario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mediante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palabra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clave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PUBLIC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segundo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diapositiva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todos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Jason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05384" y="3758184"/>
            <a:ext cx="8345805" cy="859790"/>
          </a:xfrm>
          <a:custGeom>
            <a:avLst/>
            <a:gdLst/>
            <a:ahLst/>
            <a:cxnLst/>
            <a:rect l="l" t="t" r="r" b="b"/>
            <a:pathLst>
              <a:path w="8345805" h="859789">
                <a:moveTo>
                  <a:pt x="8345424" y="0"/>
                </a:moveTo>
                <a:lnTo>
                  <a:pt x="0" y="0"/>
                </a:lnTo>
                <a:lnTo>
                  <a:pt x="0" y="859536"/>
                </a:lnTo>
                <a:lnTo>
                  <a:pt x="8345424" y="859536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4812" y="3736083"/>
            <a:ext cx="356171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56944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endParaRPr sz="1800">
              <a:latin typeface="Courier New"/>
              <a:cs typeface="Courier New"/>
            </a:endParaRPr>
          </a:p>
          <a:p>
            <a:pPr marR="5080">
              <a:lnSpc>
                <a:spcPct val="100000"/>
              </a:lnSpc>
              <a:tabLst>
                <a:tab pos="956944" algn="l"/>
              </a:tabLst>
            </a:pP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jason_tsang.clients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PUBLIC;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Objeto</a:t>
            </a:r>
            <a:r>
              <a:rPr dirty="0" spc="-110"/>
              <a:t> </a:t>
            </a:r>
            <a:r>
              <a:rPr dirty="0" spc="-10"/>
              <a:t>DELETE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13395" cy="395160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429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operación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autorizada,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supresión</a:t>
            </a:r>
            <a:r>
              <a:rPr dirty="0" sz="28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tiene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Server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produzca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operación</a:t>
            </a:r>
            <a:endParaRPr sz="2800">
              <a:latin typeface="Calibri"/>
              <a:cs typeface="Calibri"/>
            </a:endParaRPr>
          </a:p>
          <a:p>
            <a:pPr algn="just"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recibe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mensaje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Server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"table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view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exist",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acciones: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referencia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existe</a:t>
            </a:r>
            <a:endParaRPr sz="2400">
              <a:latin typeface="Calibri"/>
              <a:cs typeface="Calibri"/>
            </a:endParaRPr>
          </a:p>
          <a:p>
            <a:pPr marL="530860" marR="389890" indent="-175260">
              <a:lnSpc>
                <a:spcPts val="2590"/>
              </a:lnSpc>
              <a:spcBef>
                <a:spcPts val="44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Intentar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operación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adecuados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Revocación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Privilegios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Objeto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12759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0909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otros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REVOKE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REVOKE,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revocarán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designe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haya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palabras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GRANT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Revocación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Privilegios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Objeto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4796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revocar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742565"/>
            <a:ext cx="7688580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CASCADE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CONSTRAINTS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obligatorio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eliminar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restricciones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integridad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referenciales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realizadas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 	REFERENCES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2343911"/>
            <a:ext cx="8345805" cy="11874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7145" rIns="0" bIns="0" rtlCol="0" vert="horz">
            <a:spAutoFit/>
          </a:bodyPr>
          <a:lstStyle/>
          <a:p>
            <a:pPr marR="3014345">
              <a:lnSpc>
                <a:spcPct val="100000"/>
              </a:lnSpc>
              <a:spcBef>
                <a:spcPts val="135"/>
              </a:spcBef>
              <a:tabLst>
                <a:tab pos="546735" algn="l"/>
              </a:tabLst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REVOKE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{privilege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privilege...]|ALL}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object</a:t>
            </a:r>
            <a:endParaRPr sz="1800">
              <a:latin typeface="Courier New"/>
              <a:cs typeface="Courier New"/>
            </a:endParaRPr>
          </a:p>
          <a:p>
            <a:pPr marR="3422650" indent="-635">
              <a:lnSpc>
                <a:spcPct val="100000"/>
              </a:lnSpc>
              <a:tabLst>
                <a:tab pos="956944" algn="l"/>
              </a:tabLst>
            </a:pP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{user[,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user...]|role|PUBLIC}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[CASCADE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CONSTRAINTS];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dirty="0" spc="-110"/>
              <a:t> </a:t>
            </a:r>
            <a:r>
              <a:rPr dirty="0"/>
              <a:t>Grant</a:t>
            </a:r>
            <a:r>
              <a:rPr dirty="0" spc="-90"/>
              <a:t> </a:t>
            </a:r>
            <a:r>
              <a:rPr dirty="0" spc="-10"/>
              <a:t>Option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1170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GRANT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OPTION,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GRANT 	OPTION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317812" y="3457765"/>
            <a:ext cx="884555" cy="669925"/>
            <a:chOff x="2317812" y="3457765"/>
            <a:chExt cx="884555" cy="669925"/>
          </a:xfrm>
        </p:grpSpPr>
        <p:sp>
          <p:nvSpPr>
            <p:cNvPr id="5" name="object 5" descr=""/>
            <p:cNvSpPr/>
            <p:nvPr/>
          </p:nvSpPr>
          <p:spPr>
            <a:xfrm>
              <a:off x="2322563" y="3462528"/>
              <a:ext cx="875030" cy="660400"/>
            </a:xfrm>
            <a:custGeom>
              <a:avLst/>
              <a:gdLst/>
              <a:ahLst/>
              <a:cxnLst/>
              <a:rect l="l" t="t" r="r" b="b"/>
              <a:pathLst>
                <a:path w="875030" h="660400">
                  <a:moveTo>
                    <a:pt x="742238" y="0"/>
                  </a:moveTo>
                  <a:lnTo>
                    <a:pt x="136169" y="0"/>
                  </a:lnTo>
                  <a:lnTo>
                    <a:pt x="136169" y="438315"/>
                  </a:lnTo>
                  <a:lnTo>
                    <a:pt x="742238" y="438315"/>
                  </a:lnTo>
                  <a:lnTo>
                    <a:pt x="742238" y="0"/>
                  </a:lnTo>
                  <a:close/>
                </a:path>
                <a:path w="875030" h="660400">
                  <a:moveTo>
                    <a:pt x="874788" y="607250"/>
                  </a:moveTo>
                  <a:lnTo>
                    <a:pt x="742226" y="460336"/>
                  </a:lnTo>
                  <a:lnTo>
                    <a:pt x="135267" y="460336"/>
                  </a:lnTo>
                  <a:lnTo>
                    <a:pt x="0" y="607250"/>
                  </a:lnTo>
                  <a:lnTo>
                    <a:pt x="12" y="659892"/>
                  </a:lnTo>
                  <a:lnTo>
                    <a:pt x="874788" y="659892"/>
                  </a:lnTo>
                  <a:lnTo>
                    <a:pt x="874788" y="60725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458732" y="3462528"/>
              <a:ext cx="606425" cy="438784"/>
            </a:xfrm>
            <a:custGeom>
              <a:avLst/>
              <a:gdLst/>
              <a:ahLst/>
              <a:cxnLst/>
              <a:rect l="l" t="t" r="r" b="b"/>
              <a:pathLst>
                <a:path w="606425" h="438785">
                  <a:moveTo>
                    <a:pt x="0" y="438315"/>
                  </a:moveTo>
                  <a:lnTo>
                    <a:pt x="606069" y="438315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83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22574" y="3922863"/>
              <a:ext cx="875030" cy="147320"/>
            </a:xfrm>
            <a:custGeom>
              <a:avLst/>
              <a:gdLst/>
              <a:ahLst/>
              <a:cxnLst/>
              <a:rect l="l" t="t" r="r" b="b"/>
              <a:pathLst>
                <a:path w="875030" h="147320">
                  <a:moveTo>
                    <a:pt x="135267" y="0"/>
                  </a:moveTo>
                  <a:lnTo>
                    <a:pt x="0" y="146913"/>
                  </a:lnTo>
                  <a:lnTo>
                    <a:pt x="874776" y="14691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22575" y="3509060"/>
              <a:ext cx="875030" cy="613410"/>
            </a:xfrm>
            <a:custGeom>
              <a:avLst/>
              <a:gdLst/>
              <a:ahLst/>
              <a:cxnLst/>
              <a:rect l="l" t="t" r="r" b="b"/>
              <a:pathLst>
                <a:path w="875030" h="613410">
                  <a:moveTo>
                    <a:pt x="0" y="613359"/>
                  </a:moveTo>
                  <a:lnTo>
                    <a:pt x="874776" y="613359"/>
                  </a:lnTo>
                  <a:lnTo>
                    <a:pt x="874776" y="560717"/>
                  </a:lnTo>
                  <a:lnTo>
                    <a:pt x="0" y="560717"/>
                  </a:lnTo>
                  <a:lnTo>
                    <a:pt x="0" y="613359"/>
                  </a:lnTo>
                  <a:close/>
                </a:path>
                <a:path w="875030" h="613410">
                  <a:moveTo>
                    <a:pt x="169532" y="342811"/>
                  </a:moveTo>
                  <a:lnTo>
                    <a:pt x="710641" y="3428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8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40707" y="3937558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145"/>
                  </a:lnTo>
                  <a:lnTo>
                    <a:pt x="640295" y="17145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63388" y="4022030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4" h="17145">
                  <a:moveTo>
                    <a:pt x="10807" y="0"/>
                  </a:moveTo>
                  <a:lnTo>
                    <a:pt x="0" y="17145"/>
                  </a:lnTo>
                  <a:lnTo>
                    <a:pt x="397687" y="17145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19974" y="3965726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4" h="18414">
                  <a:moveTo>
                    <a:pt x="17132" y="0"/>
                  </a:moveTo>
                  <a:lnTo>
                    <a:pt x="0" y="18364"/>
                  </a:lnTo>
                  <a:lnTo>
                    <a:pt x="683577" y="18364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98350" y="3992641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80" h="18414">
                  <a:moveTo>
                    <a:pt x="18021" y="0"/>
                  </a:moveTo>
                  <a:lnTo>
                    <a:pt x="0" y="18364"/>
                  </a:lnTo>
                  <a:lnTo>
                    <a:pt x="728649" y="18364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716844" y="4064317"/>
            <a:ext cx="884555" cy="669925"/>
            <a:chOff x="3716844" y="4064317"/>
            <a:chExt cx="884555" cy="669925"/>
          </a:xfrm>
        </p:grpSpPr>
        <p:sp>
          <p:nvSpPr>
            <p:cNvPr id="14" name="object 14" descr=""/>
            <p:cNvSpPr/>
            <p:nvPr/>
          </p:nvSpPr>
          <p:spPr>
            <a:xfrm>
              <a:off x="3721595" y="4069079"/>
              <a:ext cx="875030" cy="660400"/>
            </a:xfrm>
            <a:custGeom>
              <a:avLst/>
              <a:gdLst/>
              <a:ahLst/>
              <a:cxnLst/>
              <a:rect l="l" t="t" r="r" b="b"/>
              <a:pathLst>
                <a:path w="875029" h="660400">
                  <a:moveTo>
                    <a:pt x="742238" y="0"/>
                  </a:moveTo>
                  <a:lnTo>
                    <a:pt x="136169" y="0"/>
                  </a:lnTo>
                  <a:lnTo>
                    <a:pt x="136169" y="438315"/>
                  </a:lnTo>
                  <a:lnTo>
                    <a:pt x="742238" y="438315"/>
                  </a:lnTo>
                  <a:lnTo>
                    <a:pt x="742238" y="0"/>
                  </a:lnTo>
                  <a:close/>
                </a:path>
                <a:path w="875029" h="660400">
                  <a:moveTo>
                    <a:pt x="874788" y="607250"/>
                  </a:moveTo>
                  <a:lnTo>
                    <a:pt x="742226" y="460336"/>
                  </a:lnTo>
                  <a:lnTo>
                    <a:pt x="135267" y="460336"/>
                  </a:lnTo>
                  <a:lnTo>
                    <a:pt x="0" y="607250"/>
                  </a:lnTo>
                  <a:lnTo>
                    <a:pt x="12" y="659892"/>
                  </a:lnTo>
                  <a:lnTo>
                    <a:pt x="874788" y="659892"/>
                  </a:lnTo>
                  <a:lnTo>
                    <a:pt x="874788" y="60725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57764" y="4069079"/>
              <a:ext cx="606425" cy="438784"/>
            </a:xfrm>
            <a:custGeom>
              <a:avLst/>
              <a:gdLst/>
              <a:ahLst/>
              <a:cxnLst/>
              <a:rect l="l" t="t" r="r" b="b"/>
              <a:pathLst>
                <a:path w="606425" h="438785">
                  <a:moveTo>
                    <a:pt x="0" y="438315"/>
                  </a:moveTo>
                  <a:lnTo>
                    <a:pt x="606069" y="438315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83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21606" y="4529415"/>
              <a:ext cx="875030" cy="147320"/>
            </a:xfrm>
            <a:custGeom>
              <a:avLst/>
              <a:gdLst/>
              <a:ahLst/>
              <a:cxnLst/>
              <a:rect l="l" t="t" r="r" b="b"/>
              <a:pathLst>
                <a:path w="875029" h="147320">
                  <a:moveTo>
                    <a:pt x="135267" y="0"/>
                  </a:moveTo>
                  <a:lnTo>
                    <a:pt x="0" y="146913"/>
                  </a:lnTo>
                  <a:lnTo>
                    <a:pt x="874776" y="14691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21607" y="4115612"/>
              <a:ext cx="875030" cy="613410"/>
            </a:xfrm>
            <a:custGeom>
              <a:avLst/>
              <a:gdLst/>
              <a:ahLst/>
              <a:cxnLst/>
              <a:rect l="l" t="t" r="r" b="b"/>
              <a:pathLst>
                <a:path w="875029" h="613410">
                  <a:moveTo>
                    <a:pt x="0" y="613359"/>
                  </a:moveTo>
                  <a:lnTo>
                    <a:pt x="874776" y="613359"/>
                  </a:lnTo>
                  <a:lnTo>
                    <a:pt x="874776" y="560717"/>
                  </a:lnTo>
                  <a:lnTo>
                    <a:pt x="0" y="560717"/>
                  </a:lnTo>
                  <a:lnTo>
                    <a:pt x="0" y="613359"/>
                  </a:lnTo>
                  <a:close/>
                </a:path>
                <a:path w="875029" h="613410">
                  <a:moveTo>
                    <a:pt x="169532" y="342811"/>
                  </a:moveTo>
                  <a:lnTo>
                    <a:pt x="710641" y="3428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8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839739" y="4544110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145"/>
                  </a:lnTo>
                  <a:lnTo>
                    <a:pt x="640295" y="17145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62420" y="4628582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145"/>
                  </a:lnTo>
                  <a:lnTo>
                    <a:pt x="397687" y="17145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19006" y="4572278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64"/>
                  </a:lnTo>
                  <a:lnTo>
                    <a:pt x="683577" y="18364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797382" y="4599193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64"/>
                  </a:lnTo>
                  <a:lnTo>
                    <a:pt x="728649" y="18364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323235" y="4492242"/>
            <a:ext cx="11195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170892" y="3520942"/>
            <a:ext cx="2331720" cy="822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600">
              <a:latin typeface="Calibri"/>
              <a:cs typeface="Calibri"/>
            </a:endParaRPr>
          </a:p>
          <a:p>
            <a:pPr marL="1524000">
              <a:lnSpc>
                <a:spcPct val="100000"/>
              </a:lnSpc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2650998" y="4101843"/>
            <a:ext cx="35560" cy="381000"/>
          </a:xfrm>
          <a:custGeom>
            <a:avLst/>
            <a:gdLst/>
            <a:ahLst/>
            <a:cxnLst/>
            <a:rect l="l" t="t" r="r" b="b"/>
            <a:pathLst>
              <a:path w="35560" h="381000">
                <a:moveTo>
                  <a:pt x="0" y="285407"/>
                </a:moveTo>
                <a:lnTo>
                  <a:pt x="8763" y="285407"/>
                </a:lnTo>
                <a:lnTo>
                  <a:pt x="8763" y="0"/>
                </a:lnTo>
                <a:lnTo>
                  <a:pt x="26288" y="0"/>
                </a:lnTo>
                <a:lnTo>
                  <a:pt x="26288" y="285407"/>
                </a:lnTo>
                <a:lnTo>
                  <a:pt x="35052" y="285407"/>
                </a:lnTo>
                <a:lnTo>
                  <a:pt x="17526" y="380999"/>
                </a:lnTo>
                <a:lnTo>
                  <a:pt x="0" y="285407"/>
                </a:lnTo>
                <a:close/>
              </a:path>
            </a:pathLst>
          </a:custGeom>
          <a:ln w="38100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824733" y="4741926"/>
            <a:ext cx="568960" cy="236220"/>
          </a:xfrm>
          <a:custGeom>
            <a:avLst/>
            <a:gdLst/>
            <a:ahLst/>
            <a:cxnLst/>
            <a:rect l="l" t="t" r="r" b="b"/>
            <a:pathLst>
              <a:path w="568960" h="236220">
                <a:moveTo>
                  <a:pt x="0" y="59055"/>
                </a:moveTo>
                <a:lnTo>
                  <a:pt x="388848" y="59055"/>
                </a:lnTo>
                <a:lnTo>
                  <a:pt x="388848" y="0"/>
                </a:lnTo>
                <a:lnTo>
                  <a:pt x="568452" y="118110"/>
                </a:lnTo>
                <a:lnTo>
                  <a:pt x="388848" y="236220"/>
                </a:lnTo>
                <a:lnTo>
                  <a:pt x="388848" y="177165"/>
                </a:lnTo>
                <a:lnTo>
                  <a:pt x="0" y="177165"/>
                </a:lnTo>
                <a:lnTo>
                  <a:pt x="0" y="59055"/>
                </a:lnTo>
                <a:close/>
              </a:path>
            </a:pathLst>
          </a:custGeom>
          <a:ln w="38100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010405" y="4722111"/>
            <a:ext cx="35560" cy="381000"/>
          </a:xfrm>
          <a:custGeom>
            <a:avLst/>
            <a:gdLst/>
            <a:ahLst/>
            <a:cxnLst/>
            <a:rect l="l" t="t" r="r" b="b"/>
            <a:pathLst>
              <a:path w="35560" h="381000">
                <a:moveTo>
                  <a:pt x="0" y="285407"/>
                </a:moveTo>
                <a:lnTo>
                  <a:pt x="8763" y="285407"/>
                </a:lnTo>
                <a:lnTo>
                  <a:pt x="8763" y="0"/>
                </a:lnTo>
                <a:lnTo>
                  <a:pt x="26288" y="0"/>
                </a:lnTo>
                <a:lnTo>
                  <a:pt x="26288" y="285407"/>
                </a:lnTo>
                <a:lnTo>
                  <a:pt x="35052" y="285407"/>
                </a:lnTo>
                <a:lnTo>
                  <a:pt x="17526" y="381000"/>
                </a:lnTo>
                <a:lnTo>
                  <a:pt x="0" y="285407"/>
                </a:lnTo>
                <a:close/>
              </a:path>
            </a:pathLst>
          </a:custGeom>
          <a:ln w="38100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5116066" y="4608576"/>
            <a:ext cx="883919" cy="1123315"/>
            <a:chOff x="5116066" y="4608576"/>
            <a:chExt cx="883919" cy="1123315"/>
          </a:xfrm>
        </p:grpSpPr>
        <p:sp>
          <p:nvSpPr>
            <p:cNvPr id="28" name="object 28" descr=""/>
            <p:cNvSpPr/>
            <p:nvPr/>
          </p:nvSpPr>
          <p:spPr>
            <a:xfrm>
              <a:off x="5120627" y="4613147"/>
              <a:ext cx="875030" cy="660400"/>
            </a:xfrm>
            <a:custGeom>
              <a:avLst/>
              <a:gdLst/>
              <a:ahLst/>
              <a:cxnLst/>
              <a:rect l="l" t="t" r="r" b="b"/>
              <a:pathLst>
                <a:path w="875029" h="660400">
                  <a:moveTo>
                    <a:pt x="742238" y="0"/>
                  </a:moveTo>
                  <a:lnTo>
                    <a:pt x="136169" y="0"/>
                  </a:lnTo>
                  <a:lnTo>
                    <a:pt x="136169" y="438315"/>
                  </a:lnTo>
                  <a:lnTo>
                    <a:pt x="742238" y="438315"/>
                  </a:lnTo>
                  <a:lnTo>
                    <a:pt x="742238" y="0"/>
                  </a:lnTo>
                  <a:close/>
                </a:path>
                <a:path w="875029" h="660400">
                  <a:moveTo>
                    <a:pt x="874788" y="607250"/>
                  </a:moveTo>
                  <a:lnTo>
                    <a:pt x="742226" y="460336"/>
                  </a:lnTo>
                  <a:lnTo>
                    <a:pt x="135267" y="460336"/>
                  </a:lnTo>
                  <a:lnTo>
                    <a:pt x="0" y="607250"/>
                  </a:lnTo>
                  <a:lnTo>
                    <a:pt x="12" y="659892"/>
                  </a:lnTo>
                  <a:lnTo>
                    <a:pt x="874788" y="659892"/>
                  </a:lnTo>
                  <a:lnTo>
                    <a:pt x="874788" y="60725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256796" y="4613148"/>
              <a:ext cx="606425" cy="438784"/>
            </a:xfrm>
            <a:custGeom>
              <a:avLst/>
              <a:gdLst/>
              <a:ahLst/>
              <a:cxnLst/>
              <a:rect l="l" t="t" r="r" b="b"/>
              <a:pathLst>
                <a:path w="606425" h="438785">
                  <a:moveTo>
                    <a:pt x="0" y="438315"/>
                  </a:moveTo>
                  <a:lnTo>
                    <a:pt x="606069" y="438315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83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120638" y="5073483"/>
              <a:ext cx="875030" cy="147320"/>
            </a:xfrm>
            <a:custGeom>
              <a:avLst/>
              <a:gdLst/>
              <a:ahLst/>
              <a:cxnLst/>
              <a:rect l="l" t="t" r="r" b="b"/>
              <a:pathLst>
                <a:path w="875029" h="147320">
                  <a:moveTo>
                    <a:pt x="135267" y="0"/>
                  </a:moveTo>
                  <a:lnTo>
                    <a:pt x="0" y="146913"/>
                  </a:lnTo>
                  <a:lnTo>
                    <a:pt x="874776" y="14691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20640" y="4659680"/>
              <a:ext cx="875030" cy="613410"/>
            </a:xfrm>
            <a:custGeom>
              <a:avLst/>
              <a:gdLst/>
              <a:ahLst/>
              <a:cxnLst/>
              <a:rect l="l" t="t" r="r" b="b"/>
              <a:pathLst>
                <a:path w="875029" h="613410">
                  <a:moveTo>
                    <a:pt x="0" y="613359"/>
                  </a:moveTo>
                  <a:lnTo>
                    <a:pt x="874776" y="613359"/>
                  </a:lnTo>
                  <a:lnTo>
                    <a:pt x="874776" y="560717"/>
                  </a:lnTo>
                  <a:lnTo>
                    <a:pt x="0" y="560717"/>
                  </a:lnTo>
                  <a:lnTo>
                    <a:pt x="0" y="613359"/>
                  </a:lnTo>
                  <a:close/>
                </a:path>
                <a:path w="875029" h="613410">
                  <a:moveTo>
                    <a:pt x="169532" y="342811"/>
                  </a:moveTo>
                  <a:lnTo>
                    <a:pt x="710641" y="3428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8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238771" y="5088178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145"/>
                  </a:lnTo>
                  <a:lnTo>
                    <a:pt x="640295" y="17145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61451" y="5172650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145"/>
                  </a:lnTo>
                  <a:lnTo>
                    <a:pt x="397687" y="17145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218038" y="5116346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64"/>
                  </a:lnTo>
                  <a:lnTo>
                    <a:pt x="683577" y="18364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196413" y="5143261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64"/>
                  </a:lnTo>
                  <a:lnTo>
                    <a:pt x="728649" y="18364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505450" y="5331711"/>
              <a:ext cx="35560" cy="381000"/>
            </a:xfrm>
            <a:custGeom>
              <a:avLst/>
              <a:gdLst/>
              <a:ahLst/>
              <a:cxnLst/>
              <a:rect l="l" t="t" r="r" b="b"/>
              <a:pathLst>
                <a:path w="35560" h="381000">
                  <a:moveTo>
                    <a:pt x="0" y="285407"/>
                  </a:moveTo>
                  <a:lnTo>
                    <a:pt x="8763" y="285407"/>
                  </a:lnTo>
                  <a:lnTo>
                    <a:pt x="8763" y="0"/>
                  </a:lnTo>
                  <a:lnTo>
                    <a:pt x="26288" y="0"/>
                  </a:lnTo>
                  <a:lnTo>
                    <a:pt x="26288" y="285407"/>
                  </a:lnTo>
                  <a:lnTo>
                    <a:pt x="35052" y="285407"/>
                  </a:lnTo>
                  <a:lnTo>
                    <a:pt x="17526" y="381000"/>
                  </a:lnTo>
                  <a:lnTo>
                    <a:pt x="0" y="285407"/>
                  </a:lnTo>
                  <a:close/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722137" y="5112841"/>
            <a:ext cx="11195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922764" y="4604489"/>
            <a:ext cx="817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569962" y="5509259"/>
            <a:ext cx="883919" cy="668020"/>
            <a:chOff x="6569962" y="5509259"/>
            <a:chExt cx="883919" cy="668020"/>
          </a:xfrm>
        </p:grpSpPr>
        <p:sp>
          <p:nvSpPr>
            <p:cNvPr id="40" name="object 40" descr=""/>
            <p:cNvSpPr/>
            <p:nvPr/>
          </p:nvSpPr>
          <p:spPr>
            <a:xfrm>
              <a:off x="6574523" y="5513831"/>
              <a:ext cx="875030" cy="658495"/>
            </a:xfrm>
            <a:custGeom>
              <a:avLst/>
              <a:gdLst/>
              <a:ahLst/>
              <a:cxnLst/>
              <a:rect l="l" t="t" r="r" b="b"/>
              <a:pathLst>
                <a:path w="875029" h="658495">
                  <a:moveTo>
                    <a:pt x="742226" y="0"/>
                  </a:moveTo>
                  <a:lnTo>
                    <a:pt x="136169" y="0"/>
                  </a:lnTo>
                  <a:lnTo>
                    <a:pt x="136169" y="437299"/>
                  </a:lnTo>
                  <a:lnTo>
                    <a:pt x="742226" y="437299"/>
                  </a:lnTo>
                  <a:lnTo>
                    <a:pt x="742226" y="0"/>
                  </a:lnTo>
                  <a:close/>
                </a:path>
                <a:path w="875029" h="658495">
                  <a:moveTo>
                    <a:pt x="874788" y="605853"/>
                  </a:moveTo>
                  <a:lnTo>
                    <a:pt x="742226" y="459282"/>
                  </a:lnTo>
                  <a:lnTo>
                    <a:pt x="135267" y="459282"/>
                  </a:lnTo>
                  <a:lnTo>
                    <a:pt x="0" y="605853"/>
                  </a:lnTo>
                  <a:lnTo>
                    <a:pt x="0" y="658368"/>
                  </a:lnTo>
                  <a:lnTo>
                    <a:pt x="874788" y="658368"/>
                  </a:lnTo>
                  <a:lnTo>
                    <a:pt x="874788" y="60585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710692" y="5513831"/>
              <a:ext cx="606425" cy="437515"/>
            </a:xfrm>
            <a:custGeom>
              <a:avLst/>
              <a:gdLst/>
              <a:ahLst/>
              <a:cxnLst/>
              <a:rect l="l" t="t" r="r" b="b"/>
              <a:pathLst>
                <a:path w="606425" h="437514">
                  <a:moveTo>
                    <a:pt x="0" y="437299"/>
                  </a:moveTo>
                  <a:lnTo>
                    <a:pt x="606069" y="437299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72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74534" y="5973103"/>
              <a:ext cx="875030" cy="146685"/>
            </a:xfrm>
            <a:custGeom>
              <a:avLst/>
              <a:gdLst/>
              <a:ahLst/>
              <a:cxnLst/>
              <a:rect l="l" t="t" r="r" b="b"/>
              <a:pathLst>
                <a:path w="875029" h="146685">
                  <a:moveTo>
                    <a:pt x="135267" y="0"/>
                  </a:moveTo>
                  <a:lnTo>
                    <a:pt x="0" y="146583"/>
                  </a:lnTo>
                  <a:lnTo>
                    <a:pt x="874775" y="14658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574535" y="5560250"/>
              <a:ext cx="875030" cy="612140"/>
            </a:xfrm>
            <a:custGeom>
              <a:avLst/>
              <a:gdLst/>
              <a:ahLst/>
              <a:cxnLst/>
              <a:rect l="l" t="t" r="r" b="b"/>
              <a:pathLst>
                <a:path w="875029" h="612139">
                  <a:moveTo>
                    <a:pt x="0" y="611949"/>
                  </a:moveTo>
                  <a:lnTo>
                    <a:pt x="874776" y="611949"/>
                  </a:lnTo>
                  <a:lnTo>
                    <a:pt x="874776" y="559435"/>
                  </a:lnTo>
                  <a:lnTo>
                    <a:pt x="0" y="559435"/>
                  </a:lnTo>
                  <a:lnTo>
                    <a:pt x="0" y="611949"/>
                  </a:lnTo>
                  <a:close/>
                </a:path>
                <a:path w="875029" h="612139">
                  <a:moveTo>
                    <a:pt x="169532" y="342011"/>
                  </a:moveTo>
                  <a:lnTo>
                    <a:pt x="710641" y="3420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0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692667" y="5987764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5" h="17145">
                  <a:moveTo>
                    <a:pt x="16243" y="0"/>
                  </a:moveTo>
                  <a:lnTo>
                    <a:pt x="0" y="17094"/>
                  </a:lnTo>
                  <a:lnTo>
                    <a:pt x="640295" y="17094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815348" y="6072041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094"/>
                  </a:lnTo>
                  <a:lnTo>
                    <a:pt x="397687" y="17094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671934" y="6015866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13"/>
                  </a:lnTo>
                  <a:lnTo>
                    <a:pt x="683577" y="18313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650309" y="6042719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13"/>
                  </a:lnTo>
                  <a:lnTo>
                    <a:pt x="728649" y="18313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5217946" y="5518659"/>
            <a:ext cx="3050540" cy="47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8850">
              <a:lnSpc>
                <a:spcPts val="176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752338" y="5991605"/>
            <a:ext cx="568960" cy="236220"/>
          </a:xfrm>
          <a:custGeom>
            <a:avLst/>
            <a:gdLst/>
            <a:ahLst/>
            <a:cxnLst/>
            <a:rect l="l" t="t" r="r" b="b"/>
            <a:pathLst>
              <a:path w="568960" h="236220">
                <a:moveTo>
                  <a:pt x="0" y="59055"/>
                </a:moveTo>
                <a:lnTo>
                  <a:pt x="388848" y="59055"/>
                </a:lnTo>
                <a:lnTo>
                  <a:pt x="388848" y="0"/>
                </a:lnTo>
                <a:lnTo>
                  <a:pt x="568452" y="118110"/>
                </a:lnTo>
                <a:lnTo>
                  <a:pt x="388848" y="236220"/>
                </a:lnTo>
                <a:lnTo>
                  <a:pt x="388848" y="177165"/>
                </a:lnTo>
                <a:lnTo>
                  <a:pt x="0" y="177165"/>
                </a:lnTo>
                <a:lnTo>
                  <a:pt x="0" y="59055"/>
                </a:lnTo>
                <a:close/>
              </a:path>
            </a:pathLst>
          </a:custGeom>
          <a:ln w="38099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312158" y="5391150"/>
            <a:ext cx="568960" cy="236220"/>
          </a:xfrm>
          <a:custGeom>
            <a:avLst/>
            <a:gdLst/>
            <a:ahLst/>
            <a:cxnLst/>
            <a:rect l="l" t="t" r="r" b="b"/>
            <a:pathLst>
              <a:path w="568960" h="236220">
                <a:moveTo>
                  <a:pt x="0" y="59055"/>
                </a:moveTo>
                <a:lnTo>
                  <a:pt x="388848" y="59055"/>
                </a:lnTo>
                <a:lnTo>
                  <a:pt x="388848" y="0"/>
                </a:lnTo>
                <a:lnTo>
                  <a:pt x="568452" y="118110"/>
                </a:lnTo>
                <a:lnTo>
                  <a:pt x="388848" y="236220"/>
                </a:lnTo>
                <a:lnTo>
                  <a:pt x="388848" y="177165"/>
                </a:lnTo>
                <a:lnTo>
                  <a:pt x="0" y="177165"/>
                </a:lnTo>
                <a:lnTo>
                  <a:pt x="0" y="59055"/>
                </a:lnTo>
                <a:close/>
              </a:path>
            </a:pathLst>
          </a:custGeom>
          <a:ln w="38100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2" name="object 52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dirty="0" spc="-110"/>
              <a:t> </a:t>
            </a:r>
            <a:r>
              <a:rPr dirty="0"/>
              <a:t>Grant</a:t>
            </a:r>
            <a:r>
              <a:rPr dirty="0" spc="-90"/>
              <a:t> </a:t>
            </a:r>
            <a:r>
              <a:rPr dirty="0" spc="-10"/>
              <a:t>Option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5116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revoca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D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revocan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3725" y="3393367"/>
            <a:ext cx="16783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Revoca</a:t>
            </a:r>
            <a:r>
              <a:rPr dirty="0" sz="1600" spc="-7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dirty="0" sz="14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Calibri"/>
                <a:cs typeface="Calibri"/>
              </a:rPr>
              <a:t>privilegios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667255" y="3306889"/>
            <a:ext cx="1015365" cy="1452880"/>
            <a:chOff x="1667255" y="3306889"/>
            <a:chExt cx="1015365" cy="1452880"/>
          </a:xfrm>
        </p:grpSpPr>
        <p:sp>
          <p:nvSpPr>
            <p:cNvPr id="6" name="object 6" descr=""/>
            <p:cNvSpPr/>
            <p:nvPr/>
          </p:nvSpPr>
          <p:spPr>
            <a:xfrm>
              <a:off x="1829367" y="4344954"/>
              <a:ext cx="690880" cy="327660"/>
            </a:xfrm>
            <a:custGeom>
              <a:avLst/>
              <a:gdLst/>
              <a:ahLst/>
              <a:cxnLst/>
              <a:rect l="l" t="t" r="r" b="b"/>
              <a:pathLst>
                <a:path w="690880" h="327660">
                  <a:moveTo>
                    <a:pt x="0" y="0"/>
                  </a:moveTo>
                  <a:lnTo>
                    <a:pt x="690765" y="327596"/>
                  </a:lnTo>
                </a:path>
                <a:path w="690880" h="327660">
                  <a:moveTo>
                    <a:pt x="690765" y="0"/>
                  </a:moveTo>
                  <a:lnTo>
                    <a:pt x="0" y="327596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86305" y="4277106"/>
              <a:ext cx="977265" cy="463550"/>
            </a:xfrm>
            <a:custGeom>
              <a:avLst/>
              <a:gdLst/>
              <a:ahLst/>
              <a:cxnLst/>
              <a:rect l="l" t="t" r="r" b="b"/>
              <a:pathLst>
                <a:path w="977264" h="463550">
                  <a:moveTo>
                    <a:pt x="0" y="231648"/>
                  </a:moveTo>
                  <a:lnTo>
                    <a:pt x="14917" y="174608"/>
                  </a:lnTo>
                  <a:lnTo>
                    <a:pt x="57228" y="122747"/>
                  </a:lnTo>
                  <a:lnTo>
                    <a:pt x="87512" y="99300"/>
                  </a:lnTo>
                  <a:lnTo>
                    <a:pt x="123271" y="77799"/>
                  </a:lnTo>
                  <a:lnTo>
                    <a:pt x="164047" y="58461"/>
                  </a:lnTo>
                  <a:lnTo>
                    <a:pt x="209383" y="41502"/>
                  </a:lnTo>
                  <a:lnTo>
                    <a:pt x="258822" y="27140"/>
                  </a:lnTo>
                  <a:lnTo>
                    <a:pt x="311904" y="15592"/>
                  </a:lnTo>
                  <a:lnTo>
                    <a:pt x="368174" y="7074"/>
                  </a:lnTo>
                  <a:lnTo>
                    <a:pt x="427172" y="1804"/>
                  </a:lnTo>
                  <a:lnTo>
                    <a:pt x="488442" y="0"/>
                  </a:lnTo>
                  <a:lnTo>
                    <a:pt x="549711" y="1804"/>
                  </a:lnTo>
                  <a:lnTo>
                    <a:pt x="608709" y="7074"/>
                  </a:lnTo>
                  <a:lnTo>
                    <a:pt x="664979" y="15592"/>
                  </a:lnTo>
                  <a:lnTo>
                    <a:pt x="718061" y="27140"/>
                  </a:lnTo>
                  <a:lnTo>
                    <a:pt x="767500" y="41502"/>
                  </a:lnTo>
                  <a:lnTo>
                    <a:pt x="812836" y="58461"/>
                  </a:lnTo>
                  <a:lnTo>
                    <a:pt x="853612" y="77799"/>
                  </a:lnTo>
                  <a:lnTo>
                    <a:pt x="889371" y="99300"/>
                  </a:lnTo>
                  <a:lnTo>
                    <a:pt x="919655" y="122747"/>
                  </a:lnTo>
                  <a:lnTo>
                    <a:pt x="961966" y="174608"/>
                  </a:lnTo>
                  <a:lnTo>
                    <a:pt x="976884" y="231648"/>
                  </a:lnTo>
                  <a:lnTo>
                    <a:pt x="973078" y="260706"/>
                  </a:lnTo>
                  <a:lnTo>
                    <a:pt x="944006" y="315373"/>
                  </a:lnTo>
                  <a:lnTo>
                    <a:pt x="889371" y="363995"/>
                  </a:lnTo>
                  <a:lnTo>
                    <a:pt x="853612" y="385496"/>
                  </a:lnTo>
                  <a:lnTo>
                    <a:pt x="812836" y="404834"/>
                  </a:lnTo>
                  <a:lnTo>
                    <a:pt x="767500" y="421793"/>
                  </a:lnTo>
                  <a:lnTo>
                    <a:pt x="718061" y="436155"/>
                  </a:lnTo>
                  <a:lnTo>
                    <a:pt x="664979" y="447703"/>
                  </a:lnTo>
                  <a:lnTo>
                    <a:pt x="608709" y="456221"/>
                  </a:lnTo>
                  <a:lnTo>
                    <a:pt x="549711" y="461491"/>
                  </a:lnTo>
                  <a:lnTo>
                    <a:pt x="488442" y="463296"/>
                  </a:lnTo>
                  <a:lnTo>
                    <a:pt x="427172" y="461491"/>
                  </a:lnTo>
                  <a:lnTo>
                    <a:pt x="368174" y="456221"/>
                  </a:lnTo>
                  <a:lnTo>
                    <a:pt x="311904" y="447703"/>
                  </a:lnTo>
                  <a:lnTo>
                    <a:pt x="258822" y="436155"/>
                  </a:lnTo>
                  <a:lnTo>
                    <a:pt x="209383" y="421793"/>
                  </a:lnTo>
                  <a:lnTo>
                    <a:pt x="164047" y="404834"/>
                  </a:lnTo>
                  <a:lnTo>
                    <a:pt x="123271" y="385496"/>
                  </a:lnTo>
                  <a:lnTo>
                    <a:pt x="87512" y="363995"/>
                  </a:lnTo>
                  <a:lnTo>
                    <a:pt x="57228" y="340548"/>
                  </a:lnTo>
                  <a:lnTo>
                    <a:pt x="14917" y="288687"/>
                  </a:lnTo>
                  <a:lnTo>
                    <a:pt x="0" y="231648"/>
                  </a:lnTo>
                  <a:close/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41919" y="3311651"/>
              <a:ext cx="875030" cy="658495"/>
            </a:xfrm>
            <a:custGeom>
              <a:avLst/>
              <a:gdLst/>
              <a:ahLst/>
              <a:cxnLst/>
              <a:rect l="l" t="t" r="r" b="b"/>
              <a:pathLst>
                <a:path w="875030" h="658495">
                  <a:moveTo>
                    <a:pt x="742238" y="0"/>
                  </a:moveTo>
                  <a:lnTo>
                    <a:pt x="136169" y="0"/>
                  </a:lnTo>
                  <a:lnTo>
                    <a:pt x="136169" y="437299"/>
                  </a:lnTo>
                  <a:lnTo>
                    <a:pt x="742238" y="437299"/>
                  </a:lnTo>
                  <a:lnTo>
                    <a:pt x="742238" y="0"/>
                  </a:lnTo>
                  <a:close/>
                </a:path>
                <a:path w="875030" h="658495">
                  <a:moveTo>
                    <a:pt x="874788" y="605853"/>
                  </a:moveTo>
                  <a:lnTo>
                    <a:pt x="742226" y="459282"/>
                  </a:lnTo>
                  <a:lnTo>
                    <a:pt x="135267" y="459282"/>
                  </a:lnTo>
                  <a:lnTo>
                    <a:pt x="12" y="605853"/>
                  </a:lnTo>
                  <a:lnTo>
                    <a:pt x="12" y="658368"/>
                  </a:lnTo>
                  <a:lnTo>
                    <a:pt x="874788" y="658368"/>
                  </a:lnTo>
                  <a:lnTo>
                    <a:pt x="874788" y="60585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78088" y="3311652"/>
              <a:ext cx="606425" cy="437515"/>
            </a:xfrm>
            <a:custGeom>
              <a:avLst/>
              <a:gdLst/>
              <a:ahLst/>
              <a:cxnLst/>
              <a:rect l="l" t="t" r="r" b="b"/>
              <a:pathLst>
                <a:path w="606425" h="437514">
                  <a:moveTo>
                    <a:pt x="0" y="437299"/>
                  </a:moveTo>
                  <a:lnTo>
                    <a:pt x="606069" y="437299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72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41930" y="3770924"/>
              <a:ext cx="875030" cy="146685"/>
            </a:xfrm>
            <a:custGeom>
              <a:avLst/>
              <a:gdLst/>
              <a:ahLst/>
              <a:cxnLst/>
              <a:rect l="l" t="t" r="r" b="b"/>
              <a:pathLst>
                <a:path w="875030" h="146685">
                  <a:moveTo>
                    <a:pt x="135267" y="0"/>
                  </a:moveTo>
                  <a:lnTo>
                    <a:pt x="0" y="146583"/>
                  </a:lnTo>
                  <a:lnTo>
                    <a:pt x="874776" y="14658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41931" y="3358070"/>
              <a:ext cx="875030" cy="612140"/>
            </a:xfrm>
            <a:custGeom>
              <a:avLst/>
              <a:gdLst/>
              <a:ahLst/>
              <a:cxnLst/>
              <a:rect l="l" t="t" r="r" b="b"/>
              <a:pathLst>
                <a:path w="875030" h="612139">
                  <a:moveTo>
                    <a:pt x="0" y="611949"/>
                  </a:moveTo>
                  <a:lnTo>
                    <a:pt x="874776" y="611949"/>
                  </a:lnTo>
                  <a:lnTo>
                    <a:pt x="874776" y="559434"/>
                  </a:lnTo>
                  <a:lnTo>
                    <a:pt x="0" y="559434"/>
                  </a:lnTo>
                  <a:lnTo>
                    <a:pt x="0" y="611949"/>
                  </a:lnTo>
                  <a:close/>
                </a:path>
                <a:path w="875030" h="612139">
                  <a:moveTo>
                    <a:pt x="169532" y="342010"/>
                  </a:moveTo>
                  <a:lnTo>
                    <a:pt x="710641" y="342010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01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60063" y="3785585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094"/>
                  </a:lnTo>
                  <a:lnTo>
                    <a:pt x="640295" y="17094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82744" y="3869862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4" h="17145">
                  <a:moveTo>
                    <a:pt x="10807" y="0"/>
                  </a:moveTo>
                  <a:lnTo>
                    <a:pt x="0" y="17094"/>
                  </a:lnTo>
                  <a:lnTo>
                    <a:pt x="397687" y="17094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839330" y="3813688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4" h="18414">
                  <a:moveTo>
                    <a:pt x="17132" y="0"/>
                  </a:moveTo>
                  <a:lnTo>
                    <a:pt x="0" y="18313"/>
                  </a:lnTo>
                  <a:lnTo>
                    <a:pt x="683577" y="18313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817706" y="3840541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80" h="18414">
                  <a:moveTo>
                    <a:pt x="18021" y="0"/>
                  </a:moveTo>
                  <a:lnTo>
                    <a:pt x="0" y="18313"/>
                  </a:lnTo>
                  <a:lnTo>
                    <a:pt x="728649" y="18313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136201" y="3913441"/>
            <a:ext cx="884555" cy="1043305"/>
            <a:chOff x="3136201" y="3913441"/>
            <a:chExt cx="884555" cy="1043305"/>
          </a:xfrm>
        </p:grpSpPr>
        <p:sp>
          <p:nvSpPr>
            <p:cNvPr id="17" name="object 17" descr=""/>
            <p:cNvSpPr/>
            <p:nvPr/>
          </p:nvSpPr>
          <p:spPr>
            <a:xfrm>
              <a:off x="3140951" y="3918203"/>
              <a:ext cx="875030" cy="658495"/>
            </a:xfrm>
            <a:custGeom>
              <a:avLst/>
              <a:gdLst/>
              <a:ahLst/>
              <a:cxnLst/>
              <a:rect l="l" t="t" r="r" b="b"/>
              <a:pathLst>
                <a:path w="875029" h="658495">
                  <a:moveTo>
                    <a:pt x="742238" y="0"/>
                  </a:moveTo>
                  <a:lnTo>
                    <a:pt x="136169" y="0"/>
                  </a:lnTo>
                  <a:lnTo>
                    <a:pt x="136169" y="437299"/>
                  </a:lnTo>
                  <a:lnTo>
                    <a:pt x="742238" y="437299"/>
                  </a:lnTo>
                  <a:lnTo>
                    <a:pt x="742238" y="0"/>
                  </a:lnTo>
                  <a:close/>
                </a:path>
                <a:path w="875029" h="658495">
                  <a:moveTo>
                    <a:pt x="874788" y="605866"/>
                  </a:moveTo>
                  <a:lnTo>
                    <a:pt x="742226" y="459282"/>
                  </a:lnTo>
                  <a:lnTo>
                    <a:pt x="135267" y="459282"/>
                  </a:lnTo>
                  <a:lnTo>
                    <a:pt x="0" y="605866"/>
                  </a:lnTo>
                  <a:lnTo>
                    <a:pt x="12" y="658368"/>
                  </a:lnTo>
                  <a:lnTo>
                    <a:pt x="874788" y="658368"/>
                  </a:lnTo>
                  <a:lnTo>
                    <a:pt x="874788" y="605866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77120" y="3918203"/>
              <a:ext cx="606425" cy="437515"/>
            </a:xfrm>
            <a:custGeom>
              <a:avLst/>
              <a:gdLst/>
              <a:ahLst/>
              <a:cxnLst/>
              <a:rect l="l" t="t" r="r" b="b"/>
              <a:pathLst>
                <a:path w="606425" h="437514">
                  <a:moveTo>
                    <a:pt x="0" y="437299"/>
                  </a:moveTo>
                  <a:lnTo>
                    <a:pt x="606069" y="437299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72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140964" y="4377476"/>
              <a:ext cx="875030" cy="146685"/>
            </a:xfrm>
            <a:custGeom>
              <a:avLst/>
              <a:gdLst/>
              <a:ahLst/>
              <a:cxnLst/>
              <a:rect l="l" t="t" r="r" b="b"/>
              <a:pathLst>
                <a:path w="875029" h="146685">
                  <a:moveTo>
                    <a:pt x="135267" y="0"/>
                  </a:moveTo>
                  <a:lnTo>
                    <a:pt x="0" y="146583"/>
                  </a:lnTo>
                  <a:lnTo>
                    <a:pt x="874776" y="14658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40964" y="3964622"/>
              <a:ext cx="875030" cy="612140"/>
            </a:xfrm>
            <a:custGeom>
              <a:avLst/>
              <a:gdLst/>
              <a:ahLst/>
              <a:cxnLst/>
              <a:rect l="l" t="t" r="r" b="b"/>
              <a:pathLst>
                <a:path w="875029" h="612139">
                  <a:moveTo>
                    <a:pt x="0" y="611949"/>
                  </a:moveTo>
                  <a:lnTo>
                    <a:pt x="874776" y="611949"/>
                  </a:lnTo>
                  <a:lnTo>
                    <a:pt x="874776" y="559435"/>
                  </a:lnTo>
                  <a:lnTo>
                    <a:pt x="0" y="559435"/>
                  </a:lnTo>
                  <a:lnTo>
                    <a:pt x="0" y="611949"/>
                  </a:lnTo>
                  <a:close/>
                </a:path>
                <a:path w="875029" h="612139">
                  <a:moveTo>
                    <a:pt x="169532" y="342011"/>
                  </a:moveTo>
                  <a:lnTo>
                    <a:pt x="710641" y="3420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0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59098" y="4392137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094"/>
                  </a:lnTo>
                  <a:lnTo>
                    <a:pt x="640295" y="17094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81778" y="4476414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094"/>
                  </a:lnTo>
                  <a:lnTo>
                    <a:pt x="397687" y="17094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238365" y="4420239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13"/>
                  </a:lnTo>
                  <a:lnTo>
                    <a:pt x="683577" y="18313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16741" y="4447092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13"/>
                  </a:lnTo>
                  <a:lnTo>
                    <a:pt x="728649" y="18313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429000" y="4570473"/>
              <a:ext cx="35560" cy="381000"/>
            </a:xfrm>
            <a:custGeom>
              <a:avLst/>
              <a:gdLst/>
              <a:ahLst/>
              <a:cxnLst/>
              <a:rect l="l" t="t" r="r" b="b"/>
              <a:pathLst>
                <a:path w="35560" h="381000">
                  <a:moveTo>
                    <a:pt x="0" y="285407"/>
                  </a:moveTo>
                  <a:lnTo>
                    <a:pt x="8763" y="285407"/>
                  </a:lnTo>
                  <a:lnTo>
                    <a:pt x="8763" y="0"/>
                  </a:lnTo>
                  <a:lnTo>
                    <a:pt x="26288" y="0"/>
                  </a:lnTo>
                  <a:lnTo>
                    <a:pt x="26288" y="285407"/>
                  </a:lnTo>
                  <a:lnTo>
                    <a:pt x="35052" y="285407"/>
                  </a:lnTo>
                  <a:lnTo>
                    <a:pt x="17526" y="381000"/>
                  </a:lnTo>
                  <a:lnTo>
                    <a:pt x="0" y="285407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589867" y="3368911"/>
            <a:ext cx="8274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742142" y="4249065"/>
            <a:ext cx="9829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101551" y="3922765"/>
            <a:ext cx="8204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065020" y="3944109"/>
            <a:ext cx="751840" cy="830580"/>
            <a:chOff x="2065020" y="3944109"/>
            <a:chExt cx="751840" cy="830580"/>
          </a:xfrm>
        </p:grpSpPr>
        <p:sp>
          <p:nvSpPr>
            <p:cNvPr id="30" name="object 30" descr=""/>
            <p:cNvSpPr/>
            <p:nvPr/>
          </p:nvSpPr>
          <p:spPr>
            <a:xfrm>
              <a:off x="2069592" y="3948681"/>
              <a:ext cx="35560" cy="381000"/>
            </a:xfrm>
            <a:custGeom>
              <a:avLst/>
              <a:gdLst/>
              <a:ahLst/>
              <a:cxnLst/>
              <a:rect l="l" t="t" r="r" b="b"/>
              <a:pathLst>
                <a:path w="35560" h="381000">
                  <a:moveTo>
                    <a:pt x="0" y="285407"/>
                  </a:moveTo>
                  <a:lnTo>
                    <a:pt x="8763" y="285407"/>
                  </a:lnTo>
                  <a:lnTo>
                    <a:pt x="8763" y="0"/>
                  </a:lnTo>
                  <a:lnTo>
                    <a:pt x="26288" y="0"/>
                  </a:lnTo>
                  <a:lnTo>
                    <a:pt x="26288" y="285407"/>
                  </a:lnTo>
                  <a:lnTo>
                    <a:pt x="35052" y="285407"/>
                  </a:lnTo>
                  <a:lnTo>
                    <a:pt x="17526" y="380999"/>
                  </a:lnTo>
                  <a:lnTo>
                    <a:pt x="0" y="285407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243328" y="4533900"/>
              <a:ext cx="568960" cy="236220"/>
            </a:xfrm>
            <a:custGeom>
              <a:avLst/>
              <a:gdLst/>
              <a:ahLst/>
              <a:cxnLst/>
              <a:rect l="l" t="t" r="r" b="b"/>
              <a:pathLst>
                <a:path w="568960" h="236220">
                  <a:moveTo>
                    <a:pt x="0" y="59055"/>
                  </a:moveTo>
                  <a:lnTo>
                    <a:pt x="388848" y="59055"/>
                  </a:lnTo>
                  <a:lnTo>
                    <a:pt x="388848" y="0"/>
                  </a:lnTo>
                  <a:lnTo>
                    <a:pt x="568452" y="118110"/>
                  </a:lnTo>
                  <a:lnTo>
                    <a:pt x="388848" y="236220"/>
                  </a:lnTo>
                  <a:lnTo>
                    <a:pt x="388848" y="177165"/>
                  </a:lnTo>
                  <a:lnTo>
                    <a:pt x="0" y="177165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4535422" y="4456176"/>
            <a:ext cx="883919" cy="669290"/>
            <a:chOff x="4535422" y="4456176"/>
            <a:chExt cx="883919" cy="669290"/>
          </a:xfrm>
        </p:grpSpPr>
        <p:sp>
          <p:nvSpPr>
            <p:cNvPr id="33" name="object 33" descr=""/>
            <p:cNvSpPr/>
            <p:nvPr/>
          </p:nvSpPr>
          <p:spPr>
            <a:xfrm>
              <a:off x="4539983" y="4460747"/>
              <a:ext cx="875030" cy="660400"/>
            </a:xfrm>
            <a:custGeom>
              <a:avLst/>
              <a:gdLst/>
              <a:ahLst/>
              <a:cxnLst/>
              <a:rect l="l" t="t" r="r" b="b"/>
              <a:pathLst>
                <a:path w="875029" h="660400">
                  <a:moveTo>
                    <a:pt x="742238" y="0"/>
                  </a:moveTo>
                  <a:lnTo>
                    <a:pt x="136169" y="0"/>
                  </a:lnTo>
                  <a:lnTo>
                    <a:pt x="136169" y="438315"/>
                  </a:lnTo>
                  <a:lnTo>
                    <a:pt x="742238" y="438315"/>
                  </a:lnTo>
                  <a:lnTo>
                    <a:pt x="742238" y="0"/>
                  </a:lnTo>
                  <a:close/>
                </a:path>
                <a:path w="875029" h="660400">
                  <a:moveTo>
                    <a:pt x="874788" y="607250"/>
                  </a:moveTo>
                  <a:lnTo>
                    <a:pt x="742226" y="460336"/>
                  </a:lnTo>
                  <a:lnTo>
                    <a:pt x="135267" y="460336"/>
                  </a:lnTo>
                  <a:lnTo>
                    <a:pt x="0" y="607250"/>
                  </a:lnTo>
                  <a:lnTo>
                    <a:pt x="12" y="659892"/>
                  </a:lnTo>
                  <a:lnTo>
                    <a:pt x="874788" y="659892"/>
                  </a:lnTo>
                  <a:lnTo>
                    <a:pt x="874788" y="60725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676152" y="4460748"/>
              <a:ext cx="606425" cy="438784"/>
            </a:xfrm>
            <a:custGeom>
              <a:avLst/>
              <a:gdLst/>
              <a:ahLst/>
              <a:cxnLst/>
              <a:rect l="l" t="t" r="r" b="b"/>
              <a:pathLst>
                <a:path w="606425" h="438785">
                  <a:moveTo>
                    <a:pt x="0" y="438315"/>
                  </a:moveTo>
                  <a:lnTo>
                    <a:pt x="606069" y="438315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83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539994" y="4921083"/>
              <a:ext cx="875030" cy="147320"/>
            </a:xfrm>
            <a:custGeom>
              <a:avLst/>
              <a:gdLst/>
              <a:ahLst/>
              <a:cxnLst/>
              <a:rect l="l" t="t" r="r" b="b"/>
              <a:pathLst>
                <a:path w="875029" h="147320">
                  <a:moveTo>
                    <a:pt x="135267" y="0"/>
                  </a:moveTo>
                  <a:lnTo>
                    <a:pt x="0" y="146913"/>
                  </a:lnTo>
                  <a:lnTo>
                    <a:pt x="874776" y="14691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539996" y="4507280"/>
              <a:ext cx="875030" cy="613410"/>
            </a:xfrm>
            <a:custGeom>
              <a:avLst/>
              <a:gdLst/>
              <a:ahLst/>
              <a:cxnLst/>
              <a:rect l="l" t="t" r="r" b="b"/>
              <a:pathLst>
                <a:path w="875029" h="613410">
                  <a:moveTo>
                    <a:pt x="0" y="613359"/>
                  </a:moveTo>
                  <a:lnTo>
                    <a:pt x="874776" y="613359"/>
                  </a:lnTo>
                  <a:lnTo>
                    <a:pt x="874776" y="560717"/>
                  </a:lnTo>
                  <a:lnTo>
                    <a:pt x="0" y="560717"/>
                  </a:lnTo>
                  <a:lnTo>
                    <a:pt x="0" y="613359"/>
                  </a:lnTo>
                  <a:close/>
                </a:path>
                <a:path w="875029" h="613410">
                  <a:moveTo>
                    <a:pt x="169532" y="342811"/>
                  </a:moveTo>
                  <a:lnTo>
                    <a:pt x="710641" y="342811"/>
                  </a:lnTo>
                  <a:lnTo>
                    <a:pt x="710641" y="0"/>
                  </a:lnTo>
                  <a:lnTo>
                    <a:pt x="169532" y="0"/>
                  </a:lnTo>
                  <a:lnTo>
                    <a:pt x="169532" y="3428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658127" y="4935778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4" h="17145">
                  <a:moveTo>
                    <a:pt x="16243" y="0"/>
                  </a:moveTo>
                  <a:lnTo>
                    <a:pt x="0" y="17145"/>
                  </a:lnTo>
                  <a:lnTo>
                    <a:pt x="640295" y="17145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780807" y="5020250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145"/>
                  </a:lnTo>
                  <a:lnTo>
                    <a:pt x="397687" y="17145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637394" y="4963946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64"/>
                  </a:lnTo>
                  <a:lnTo>
                    <a:pt x="683577" y="18364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615769" y="4990861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64"/>
                  </a:lnTo>
                  <a:lnTo>
                    <a:pt x="728649" y="18364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3141112" y="4869595"/>
            <a:ext cx="9829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341771" y="4452456"/>
            <a:ext cx="817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989315" y="5356859"/>
            <a:ext cx="883919" cy="668020"/>
            <a:chOff x="5989315" y="5356859"/>
            <a:chExt cx="883919" cy="668020"/>
          </a:xfrm>
        </p:grpSpPr>
        <p:sp>
          <p:nvSpPr>
            <p:cNvPr id="44" name="object 44" descr=""/>
            <p:cNvSpPr/>
            <p:nvPr/>
          </p:nvSpPr>
          <p:spPr>
            <a:xfrm>
              <a:off x="5993879" y="5361431"/>
              <a:ext cx="875030" cy="658495"/>
            </a:xfrm>
            <a:custGeom>
              <a:avLst/>
              <a:gdLst/>
              <a:ahLst/>
              <a:cxnLst/>
              <a:rect l="l" t="t" r="r" b="b"/>
              <a:pathLst>
                <a:path w="875029" h="658495">
                  <a:moveTo>
                    <a:pt x="742238" y="0"/>
                  </a:moveTo>
                  <a:lnTo>
                    <a:pt x="136169" y="0"/>
                  </a:lnTo>
                  <a:lnTo>
                    <a:pt x="136169" y="437299"/>
                  </a:lnTo>
                  <a:lnTo>
                    <a:pt x="742238" y="437299"/>
                  </a:lnTo>
                  <a:lnTo>
                    <a:pt x="742238" y="0"/>
                  </a:lnTo>
                  <a:close/>
                </a:path>
                <a:path w="875029" h="658495">
                  <a:moveTo>
                    <a:pt x="874776" y="605853"/>
                  </a:moveTo>
                  <a:lnTo>
                    <a:pt x="742226" y="459282"/>
                  </a:lnTo>
                  <a:lnTo>
                    <a:pt x="135267" y="459282"/>
                  </a:lnTo>
                  <a:lnTo>
                    <a:pt x="12" y="605853"/>
                  </a:lnTo>
                  <a:lnTo>
                    <a:pt x="12" y="658368"/>
                  </a:lnTo>
                  <a:lnTo>
                    <a:pt x="874776" y="658368"/>
                  </a:lnTo>
                  <a:lnTo>
                    <a:pt x="874776" y="605866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30048" y="5361431"/>
              <a:ext cx="606425" cy="437515"/>
            </a:xfrm>
            <a:custGeom>
              <a:avLst/>
              <a:gdLst/>
              <a:ahLst/>
              <a:cxnLst/>
              <a:rect l="l" t="t" r="r" b="b"/>
              <a:pathLst>
                <a:path w="606425" h="437514">
                  <a:moveTo>
                    <a:pt x="0" y="437299"/>
                  </a:moveTo>
                  <a:lnTo>
                    <a:pt x="606069" y="437299"/>
                  </a:lnTo>
                  <a:lnTo>
                    <a:pt x="606069" y="0"/>
                  </a:lnTo>
                  <a:lnTo>
                    <a:pt x="0" y="0"/>
                  </a:lnTo>
                  <a:lnTo>
                    <a:pt x="0" y="4372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993887" y="5820703"/>
              <a:ext cx="875030" cy="146685"/>
            </a:xfrm>
            <a:custGeom>
              <a:avLst/>
              <a:gdLst/>
              <a:ahLst/>
              <a:cxnLst/>
              <a:rect l="l" t="t" r="r" b="b"/>
              <a:pathLst>
                <a:path w="875029" h="146685">
                  <a:moveTo>
                    <a:pt x="135267" y="0"/>
                  </a:moveTo>
                  <a:lnTo>
                    <a:pt x="0" y="146583"/>
                  </a:lnTo>
                  <a:lnTo>
                    <a:pt x="874776" y="146583"/>
                  </a:lnTo>
                  <a:lnTo>
                    <a:pt x="742226" y="0"/>
                  </a:lnTo>
                  <a:lnTo>
                    <a:pt x="13526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993892" y="5407850"/>
              <a:ext cx="875030" cy="612140"/>
            </a:xfrm>
            <a:custGeom>
              <a:avLst/>
              <a:gdLst/>
              <a:ahLst/>
              <a:cxnLst/>
              <a:rect l="l" t="t" r="r" b="b"/>
              <a:pathLst>
                <a:path w="875029" h="612139">
                  <a:moveTo>
                    <a:pt x="0" y="611949"/>
                  </a:moveTo>
                  <a:lnTo>
                    <a:pt x="874775" y="611949"/>
                  </a:lnTo>
                  <a:lnTo>
                    <a:pt x="874775" y="559435"/>
                  </a:lnTo>
                  <a:lnTo>
                    <a:pt x="0" y="559435"/>
                  </a:lnTo>
                  <a:lnTo>
                    <a:pt x="0" y="611949"/>
                  </a:lnTo>
                  <a:close/>
                </a:path>
                <a:path w="875029" h="612139">
                  <a:moveTo>
                    <a:pt x="169519" y="342011"/>
                  </a:moveTo>
                  <a:lnTo>
                    <a:pt x="710628" y="342011"/>
                  </a:lnTo>
                  <a:lnTo>
                    <a:pt x="710628" y="0"/>
                  </a:lnTo>
                  <a:lnTo>
                    <a:pt x="169519" y="0"/>
                  </a:lnTo>
                  <a:lnTo>
                    <a:pt x="169519" y="3420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112018" y="5835364"/>
              <a:ext cx="640715" cy="17145"/>
            </a:xfrm>
            <a:custGeom>
              <a:avLst/>
              <a:gdLst/>
              <a:ahLst/>
              <a:cxnLst/>
              <a:rect l="l" t="t" r="r" b="b"/>
              <a:pathLst>
                <a:path w="640715" h="17145">
                  <a:moveTo>
                    <a:pt x="16243" y="0"/>
                  </a:moveTo>
                  <a:lnTo>
                    <a:pt x="0" y="17094"/>
                  </a:lnTo>
                  <a:lnTo>
                    <a:pt x="640295" y="17094"/>
                  </a:lnTo>
                  <a:lnTo>
                    <a:pt x="624090" y="0"/>
                  </a:lnTo>
                  <a:lnTo>
                    <a:pt x="1624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234699" y="5919641"/>
              <a:ext cx="398145" cy="17145"/>
            </a:xfrm>
            <a:custGeom>
              <a:avLst/>
              <a:gdLst/>
              <a:ahLst/>
              <a:cxnLst/>
              <a:rect l="l" t="t" r="r" b="b"/>
              <a:pathLst>
                <a:path w="398145" h="17145">
                  <a:moveTo>
                    <a:pt x="10807" y="0"/>
                  </a:moveTo>
                  <a:lnTo>
                    <a:pt x="0" y="17094"/>
                  </a:lnTo>
                  <a:lnTo>
                    <a:pt x="397687" y="17094"/>
                  </a:lnTo>
                  <a:lnTo>
                    <a:pt x="386880" y="0"/>
                  </a:lnTo>
                  <a:lnTo>
                    <a:pt x="1080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091285" y="5863466"/>
              <a:ext cx="683895" cy="18415"/>
            </a:xfrm>
            <a:custGeom>
              <a:avLst/>
              <a:gdLst/>
              <a:ahLst/>
              <a:cxnLst/>
              <a:rect l="l" t="t" r="r" b="b"/>
              <a:pathLst>
                <a:path w="683895" h="18414">
                  <a:moveTo>
                    <a:pt x="17132" y="0"/>
                  </a:moveTo>
                  <a:lnTo>
                    <a:pt x="0" y="18313"/>
                  </a:lnTo>
                  <a:lnTo>
                    <a:pt x="683577" y="18313"/>
                  </a:lnTo>
                  <a:lnTo>
                    <a:pt x="665556" y="0"/>
                  </a:lnTo>
                  <a:lnTo>
                    <a:pt x="1713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069660" y="5890319"/>
              <a:ext cx="728980" cy="18415"/>
            </a:xfrm>
            <a:custGeom>
              <a:avLst/>
              <a:gdLst/>
              <a:ahLst/>
              <a:cxnLst/>
              <a:rect l="l" t="t" r="r" b="b"/>
              <a:pathLst>
                <a:path w="728979" h="18414">
                  <a:moveTo>
                    <a:pt x="18021" y="0"/>
                  </a:moveTo>
                  <a:lnTo>
                    <a:pt x="0" y="18313"/>
                  </a:lnTo>
                  <a:lnTo>
                    <a:pt x="728649" y="18313"/>
                  </a:lnTo>
                  <a:lnTo>
                    <a:pt x="709701" y="0"/>
                  </a:lnTo>
                  <a:lnTo>
                    <a:pt x="18021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853070" y="5366627"/>
            <a:ext cx="8343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1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60">
                <a:solidFill>
                  <a:srgbClr val="4E3629"/>
                </a:solidFill>
                <a:latin typeface="Calibri"/>
                <a:cs typeface="Calibri"/>
              </a:rPr>
              <a:t>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4924044" y="5178549"/>
            <a:ext cx="35560" cy="381000"/>
          </a:xfrm>
          <a:custGeom>
            <a:avLst/>
            <a:gdLst/>
            <a:ahLst/>
            <a:cxnLst/>
            <a:rect l="l" t="t" r="r" b="b"/>
            <a:pathLst>
              <a:path w="35560" h="381000">
                <a:moveTo>
                  <a:pt x="0" y="285407"/>
                </a:moveTo>
                <a:lnTo>
                  <a:pt x="8763" y="285407"/>
                </a:lnTo>
                <a:lnTo>
                  <a:pt x="8763" y="0"/>
                </a:lnTo>
                <a:lnTo>
                  <a:pt x="26288" y="0"/>
                </a:lnTo>
                <a:lnTo>
                  <a:pt x="26288" y="285407"/>
                </a:lnTo>
                <a:lnTo>
                  <a:pt x="35052" y="285407"/>
                </a:lnTo>
                <a:lnTo>
                  <a:pt x="17526" y="381000"/>
                </a:lnTo>
                <a:lnTo>
                  <a:pt x="0" y="285407"/>
                </a:lnTo>
                <a:close/>
              </a:path>
            </a:pathLst>
          </a:custGeom>
          <a:ln w="9144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4636921" y="5478660"/>
            <a:ext cx="9829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1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3503676" y="3415284"/>
            <a:ext cx="577850" cy="245745"/>
            <a:chOff x="3503676" y="3415284"/>
            <a:chExt cx="577850" cy="245745"/>
          </a:xfrm>
        </p:grpSpPr>
        <p:sp>
          <p:nvSpPr>
            <p:cNvPr id="56" name="object 56" descr=""/>
            <p:cNvSpPr/>
            <p:nvPr/>
          </p:nvSpPr>
          <p:spPr>
            <a:xfrm>
              <a:off x="3508248" y="3419856"/>
              <a:ext cx="568960" cy="236220"/>
            </a:xfrm>
            <a:custGeom>
              <a:avLst/>
              <a:gdLst/>
              <a:ahLst/>
              <a:cxnLst/>
              <a:rect l="l" t="t" r="r" b="b"/>
              <a:pathLst>
                <a:path w="568960" h="236220">
                  <a:moveTo>
                    <a:pt x="388848" y="0"/>
                  </a:moveTo>
                  <a:lnTo>
                    <a:pt x="388848" y="59055"/>
                  </a:lnTo>
                  <a:lnTo>
                    <a:pt x="0" y="59055"/>
                  </a:lnTo>
                  <a:lnTo>
                    <a:pt x="0" y="177165"/>
                  </a:lnTo>
                  <a:lnTo>
                    <a:pt x="388848" y="177165"/>
                  </a:lnTo>
                  <a:lnTo>
                    <a:pt x="388848" y="236220"/>
                  </a:lnTo>
                  <a:lnTo>
                    <a:pt x="568451" y="118110"/>
                  </a:lnTo>
                  <a:lnTo>
                    <a:pt x="388848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508248" y="3419856"/>
              <a:ext cx="568960" cy="236220"/>
            </a:xfrm>
            <a:custGeom>
              <a:avLst/>
              <a:gdLst/>
              <a:ahLst/>
              <a:cxnLst/>
              <a:rect l="l" t="t" r="r" b="b"/>
              <a:pathLst>
                <a:path w="568960" h="236220">
                  <a:moveTo>
                    <a:pt x="0" y="59054"/>
                  </a:moveTo>
                  <a:lnTo>
                    <a:pt x="388848" y="59054"/>
                  </a:lnTo>
                  <a:lnTo>
                    <a:pt x="388848" y="0"/>
                  </a:lnTo>
                  <a:lnTo>
                    <a:pt x="568452" y="118109"/>
                  </a:lnTo>
                  <a:lnTo>
                    <a:pt x="388848" y="236219"/>
                  </a:lnTo>
                  <a:lnTo>
                    <a:pt x="388848" y="177164"/>
                  </a:lnTo>
                  <a:lnTo>
                    <a:pt x="0" y="177164"/>
                  </a:lnTo>
                  <a:lnTo>
                    <a:pt x="0" y="59054"/>
                  </a:lnTo>
                  <a:close/>
                </a:path>
              </a:pathLst>
            </a:custGeom>
            <a:ln w="9144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3122676" y="4870703"/>
            <a:ext cx="1183005" cy="553720"/>
            <a:chOff x="3122676" y="4870703"/>
            <a:chExt cx="1183005" cy="553720"/>
          </a:xfrm>
        </p:grpSpPr>
        <p:sp>
          <p:nvSpPr>
            <p:cNvPr id="59" name="object 59" descr=""/>
            <p:cNvSpPr/>
            <p:nvPr/>
          </p:nvSpPr>
          <p:spPr>
            <a:xfrm>
              <a:off x="3732276" y="5183123"/>
              <a:ext cx="568960" cy="236220"/>
            </a:xfrm>
            <a:custGeom>
              <a:avLst/>
              <a:gdLst/>
              <a:ahLst/>
              <a:cxnLst/>
              <a:rect l="l" t="t" r="r" b="b"/>
              <a:pathLst>
                <a:path w="568960" h="236220">
                  <a:moveTo>
                    <a:pt x="0" y="59054"/>
                  </a:moveTo>
                  <a:lnTo>
                    <a:pt x="388848" y="59054"/>
                  </a:lnTo>
                  <a:lnTo>
                    <a:pt x="388848" y="0"/>
                  </a:lnTo>
                  <a:lnTo>
                    <a:pt x="568452" y="118109"/>
                  </a:lnTo>
                  <a:lnTo>
                    <a:pt x="388848" y="236219"/>
                  </a:lnTo>
                  <a:lnTo>
                    <a:pt x="388848" y="177164"/>
                  </a:lnTo>
                  <a:lnTo>
                    <a:pt x="0" y="177164"/>
                  </a:lnTo>
                  <a:lnTo>
                    <a:pt x="0" y="59054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285011" y="4957602"/>
              <a:ext cx="692150" cy="327660"/>
            </a:xfrm>
            <a:custGeom>
              <a:avLst/>
              <a:gdLst/>
              <a:ahLst/>
              <a:cxnLst/>
              <a:rect l="l" t="t" r="r" b="b"/>
              <a:pathLst>
                <a:path w="692150" h="327660">
                  <a:moveTo>
                    <a:pt x="0" y="0"/>
                  </a:moveTo>
                  <a:lnTo>
                    <a:pt x="691832" y="327596"/>
                  </a:lnTo>
                </a:path>
                <a:path w="692150" h="327660">
                  <a:moveTo>
                    <a:pt x="691832" y="0"/>
                  </a:moveTo>
                  <a:lnTo>
                    <a:pt x="0" y="327596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141726" y="4889753"/>
              <a:ext cx="978535" cy="463550"/>
            </a:xfrm>
            <a:custGeom>
              <a:avLst/>
              <a:gdLst/>
              <a:ahLst/>
              <a:cxnLst/>
              <a:rect l="l" t="t" r="r" b="b"/>
              <a:pathLst>
                <a:path w="978535" h="463550">
                  <a:moveTo>
                    <a:pt x="0" y="231648"/>
                  </a:moveTo>
                  <a:lnTo>
                    <a:pt x="14940" y="174608"/>
                  </a:lnTo>
                  <a:lnTo>
                    <a:pt x="57317" y="122747"/>
                  </a:lnTo>
                  <a:lnTo>
                    <a:pt x="87649" y="99300"/>
                  </a:lnTo>
                  <a:lnTo>
                    <a:pt x="123463" y="77799"/>
                  </a:lnTo>
                  <a:lnTo>
                    <a:pt x="164304" y="58461"/>
                  </a:lnTo>
                  <a:lnTo>
                    <a:pt x="209711" y="41502"/>
                  </a:lnTo>
                  <a:lnTo>
                    <a:pt x="259226" y="27140"/>
                  </a:lnTo>
                  <a:lnTo>
                    <a:pt x="312392" y="15592"/>
                  </a:lnTo>
                  <a:lnTo>
                    <a:pt x="368749" y="7074"/>
                  </a:lnTo>
                  <a:lnTo>
                    <a:pt x="427839" y="1804"/>
                  </a:lnTo>
                  <a:lnTo>
                    <a:pt x="489204" y="0"/>
                  </a:lnTo>
                  <a:lnTo>
                    <a:pt x="550568" y="1804"/>
                  </a:lnTo>
                  <a:lnTo>
                    <a:pt x="609658" y="7074"/>
                  </a:lnTo>
                  <a:lnTo>
                    <a:pt x="666015" y="15592"/>
                  </a:lnTo>
                  <a:lnTo>
                    <a:pt x="719181" y="27140"/>
                  </a:lnTo>
                  <a:lnTo>
                    <a:pt x="768696" y="41502"/>
                  </a:lnTo>
                  <a:lnTo>
                    <a:pt x="814103" y="58461"/>
                  </a:lnTo>
                  <a:lnTo>
                    <a:pt x="854944" y="77799"/>
                  </a:lnTo>
                  <a:lnTo>
                    <a:pt x="890758" y="99300"/>
                  </a:lnTo>
                  <a:lnTo>
                    <a:pt x="921090" y="122747"/>
                  </a:lnTo>
                  <a:lnTo>
                    <a:pt x="963467" y="174608"/>
                  </a:lnTo>
                  <a:lnTo>
                    <a:pt x="978408" y="231648"/>
                  </a:lnTo>
                  <a:lnTo>
                    <a:pt x="974596" y="260706"/>
                  </a:lnTo>
                  <a:lnTo>
                    <a:pt x="945478" y="315373"/>
                  </a:lnTo>
                  <a:lnTo>
                    <a:pt x="890758" y="363995"/>
                  </a:lnTo>
                  <a:lnTo>
                    <a:pt x="854944" y="385496"/>
                  </a:lnTo>
                  <a:lnTo>
                    <a:pt x="814103" y="404834"/>
                  </a:lnTo>
                  <a:lnTo>
                    <a:pt x="768696" y="421793"/>
                  </a:lnTo>
                  <a:lnTo>
                    <a:pt x="719181" y="436155"/>
                  </a:lnTo>
                  <a:lnTo>
                    <a:pt x="666015" y="447703"/>
                  </a:lnTo>
                  <a:lnTo>
                    <a:pt x="609658" y="456221"/>
                  </a:lnTo>
                  <a:lnTo>
                    <a:pt x="550568" y="461491"/>
                  </a:lnTo>
                  <a:lnTo>
                    <a:pt x="489204" y="463296"/>
                  </a:lnTo>
                  <a:lnTo>
                    <a:pt x="427839" y="461491"/>
                  </a:lnTo>
                  <a:lnTo>
                    <a:pt x="368749" y="456221"/>
                  </a:lnTo>
                  <a:lnTo>
                    <a:pt x="312392" y="447703"/>
                  </a:lnTo>
                  <a:lnTo>
                    <a:pt x="259226" y="436155"/>
                  </a:lnTo>
                  <a:lnTo>
                    <a:pt x="209711" y="421793"/>
                  </a:lnTo>
                  <a:lnTo>
                    <a:pt x="164304" y="404834"/>
                  </a:lnTo>
                  <a:lnTo>
                    <a:pt x="123463" y="385496"/>
                  </a:lnTo>
                  <a:lnTo>
                    <a:pt x="87649" y="363995"/>
                  </a:lnTo>
                  <a:lnTo>
                    <a:pt x="57317" y="340548"/>
                  </a:lnTo>
                  <a:lnTo>
                    <a:pt x="14940" y="288687"/>
                  </a:lnTo>
                  <a:lnTo>
                    <a:pt x="0" y="231648"/>
                  </a:lnTo>
                  <a:close/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4610100" y="5448300"/>
            <a:ext cx="1135380" cy="576580"/>
            <a:chOff x="4610100" y="5448300"/>
            <a:chExt cx="1135380" cy="576580"/>
          </a:xfrm>
        </p:grpSpPr>
        <p:sp>
          <p:nvSpPr>
            <p:cNvPr id="63" name="object 63" descr=""/>
            <p:cNvSpPr/>
            <p:nvPr/>
          </p:nvSpPr>
          <p:spPr>
            <a:xfrm>
              <a:off x="5172455" y="5783579"/>
              <a:ext cx="568960" cy="236220"/>
            </a:xfrm>
            <a:custGeom>
              <a:avLst/>
              <a:gdLst/>
              <a:ahLst/>
              <a:cxnLst/>
              <a:rect l="l" t="t" r="r" b="b"/>
              <a:pathLst>
                <a:path w="568960" h="236220">
                  <a:moveTo>
                    <a:pt x="0" y="59055"/>
                  </a:moveTo>
                  <a:lnTo>
                    <a:pt x="388848" y="59055"/>
                  </a:lnTo>
                  <a:lnTo>
                    <a:pt x="388848" y="0"/>
                  </a:lnTo>
                  <a:lnTo>
                    <a:pt x="568452" y="118110"/>
                  </a:lnTo>
                  <a:lnTo>
                    <a:pt x="388848" y="236220"/>
                  </a:lnTo>
                  <a:lnTo>
                    <a:pt x="388848" y="177165"/>
                  </a:lnTo>
                  <a:lnTo>
                    <a:pt x="0" y="177165"/>
                  </a:lnTo>
                  <a:lnTo>
                    <a:pt x="0" y="59055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772435" y="5535198"/>
              <a:ext cx="692150" cy="327660"/>
            </a:xfrm>
            <a:custGeom>
              <a:avLst/>
              <a:gdLst/>
              <a:ahLst/>
              <a:cxnLst/>
              <a:rect l="l" t="t" r="r" b="b"/>
              <a:pathLst>
                <a:path w="692150" h="327660">
                  <a:moveTo>
                    <a:pt x="0" y="0"/>
                  </a:moveTo>
                  <a:lnTo>
                    <a:pt x="691832" y="327596"/>
                  </a:lnTo>
                </a:path>
                <a:path w="692150" h="327660">
                  <a:moveTo>
                    <a:pt x="691832" y="0"/>
                  </a:moveTo>
                  <a:lnTo>
                    <a:pt x="0" y="327596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629150" y="5467350"/>
              <a:ext cx="978535" cy="463550"/>
            </a:xfrm>
            <a:custGeom>
              <a:avLst/>
              <a:gdLst/>
              <a:ahLst/>
              <a:cxnLst/>
              <a:rect l="l" t="t" r="r" b="b"/>
              <a:pathLst>
                <a:path w="978535" h="463550">
                  <a:moveTo>
                    <a:pt x="0" y="231647"/>
                  </a:moveTo>
                  <a:lnTo>
                    <a:pt x="14940" y="174608"/>
                  </a:lnTo>
                  <a:lnTo>
                    <a:pt x="57317" y="122747"/>
                  </a:lnTo>
                  <a:lnTo>
                    <a:pt x="87649" y="99300"/>
                  </a:lnTo>
                  <a:lnTo>
                    <a:pt x="123463" y="77799"/>
                  </a:lnTo>
                  <a:lnTo>
                    <a:pt x="164304" y="58461"/>
                  </a:lnTo>
                  <a:lnTo>
                    <a:pt x="209711" y="41502"/>
                  </a:lnTo>
                  <a:lnTo>
                    <a:pt x="259226" y="27140"/>
                  </a:lnTo>
                  <a:lnTo>
                    <a:pt x="312392" y="15592"/>
                  </a:lnTo>
                  <a:lnTo>
                    <a:pt x="368749" y="7074"/>
                  </a:lnTo>
                  <a:lnTo>
                    <a:pt x="427839" y="1804"/>
                  </a:lnTo>
                  <a:lnTo>
                    <a:pt x="489204" y="0"/>
                  </a:lnTo>
                  <a:lnTo>
                    <a:pt x="550568" y="1804"/>
                  </a:lnTo>
                  <a:lnTo>
                    <a:pt x="609658" y="7074"/>
                  </a:lnTo>
                  <a:lnTo>
                    <a:pt x="666015" y="15592"/>
                  </a:lnTo>
                  <a:lnTo>
                    <a:pt x="719181" y="27140"/>
                  </a:lnTo>
                  <a:lnTo>
                    <a:pt x="768696" y="41502"/>
                  </a:lnTo>
                  <a:lnTo>
                    <a:pt x="814103" y="58461"/>
                  </a:lnTo>
                  <a:lnTo>
                    <a:pt x="854944" y="77799"/>
                  </a:lnTo>
                  <a:lnTo>
                    <a:pt x="890758" y="99300"/>
                  </a:lnTo>
                  <a:lnTo>
                    <a:pt x="921090" y="122747"/>
                  </a:lnTo>
                  <a:lnTo>
                    <a:pt x="963467" y="174608"/>
                  </a:lnTo>
                  <a:lnTo>
                    <a:pt x="978408" y="231647"/>
                  </a:lnTo>
                  <a:lnTo>
                    <a:pt x="974596" y="260706"/>
                  </a:lnTo>
                  <a:lnTo>
                    <a:pt x="945478" y="315373"/>
                  </a:lnTo>
                  <a:lnTo>
                    <a:pt x="890758" y="363995"/>
                  </a:lnTo>
                  <a:lnTo>
                    <a:pt x="854944" y="385496"/>
                  </a:lnTo>
                  <a:lnTo>
                    <a:pt x="814103" y="404834"/>
                  </a:lnTo>
                  <a:lnTo>
                    <a:pt x="768696" y="421793"/>
                  </a:lnTo>
                  <a:lnTo>
                    <a:pt x="719181" y="436155"/>
                  </a:lnTo>
                  <a:lnTo>
                    <a:pt x="666015" y="447703"/>
                  </a:lnTo>
                  <a:lnTo>
                    <a:pt x="609658" y="456221"/>
                  </a:lnTo>
                  <a:lnTo>
                    <a:pt x="550568" y="461491"/>
                  </a:lnTo>
                  <a:lnTo>
                    <a:pt x="489204" y="463295"/>
                  </a:lnTo>
                  <a:lnTo>
                    <a:pt x="427839" y="461491"/>
                  </a:lnTo>
                  <a:lnTo>
                    <a:pt x="368749" y="456221"/>
                  </a:lnTo>
                  <a:lnTo>
                    <a:pt x="312392" y="447703"/>
                  </a:lnTo>
                  <a:lnTo>
                    <a:pt x="259226" y="436155"/>
                  </a:lnTo>
                  <a:lnTo>
                    <a:pt x="209711" y="421793"/>
                  </a:lnTo>
                  <a:lnTo>
                    <a:pt x="164304" y="404834"/>
                  </a:lnTo>
                  <a:lnTo>
                    <a:pt x="123463" y="385496"/>
                  </a:lnTo>
                  <a:lnTo>
                    <a:pt x="87649" y="363995"/>
                  </a:lnTo>
                  <a:lnTo>
                    <a:pt x="57317" y="340548"/>
                  </a:lnTo>
                  <a:lnTo>
                    <a:pt x="14940" y="288687"/>
                  </a:lnTo>
                  <a:lnTo>
                    <a:pt x="0" y="231647"/>
                  </a:lnTo>
                  <a:close/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67" name="object 6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27</a:t>
            </a:r>
          </a:p>
        </p:txBody>
      </p:sp>
      <p:sp>
        <p:nvSpPr>
          <p:cNvPr id="68" name="object 6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Sinónimos</a:t>
            </a:r>
            <a:r>
              <a:rPr dirty="0" spc="-65"/>
              <a:t> </a:t>
            </a:r>
            <a:r>
              <a:rPr dirty="0"/>
              <a:t>Privados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-90"/>
              <a:t> </a:t>
            </a:r>
            <a:r>
              <a:rPr dirty="0" spc="-10"/>
              <a:t>Públicos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486409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SzPct val="98214"/>
              <a:buFont typeface="Arial MT"/>
              <a:buChar char="•"/>
              <a:tabLst>
                <a:tab pos="184785" algn="l"/>
              </a:tabLst>
            </a:pPr>
            <a:r>
              <a:rPr dirty="0"/>
              <a:t>Como</a:t>
            </a:r>
            <a:r>
              <a:rPr dirty="0" spc="-70"/>
              <a:t> </a:t>
            </a:r>
            <a:r>
              <a:rPr dirty="0"/>
              <a:t>se</a:t>
            </a:r>
            <a:r>
              <a:rPr dirty="0" spc="-55"/>
              <a:t> </a:t>
            </a:r>
            <a:r>
              <a:rPr dirty="0"/>
              <a:t>ha</a:t>
            </a:r>
            <a:r>
              <a:rPr dirty="0" spc="-65"/>
              <a:t> </a:t>
            </a:r>
            <a:r>
              <a:rPr dirty="0"/>
              <a:t>mencionado</a:t>
            </a:r>
            <a:r>
              <a:rPr dirty="0" spc="-30"/>
              <a:t> </a:t>
            </a:r>
            <a:r>
              <a:rPr dirty="0" spc="-10"/>
              <a:t>anteriormente</a:t>
            </a:r>
            <a:r>
              <a:rPr dirty="0" spc="-70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 spc="-20"/>
              <a:t>esta </a:t>
            </a:r>
            <a:r>
              <a:rPr dirty="0" spc="-20"/>
              <a:t>	</a:t>
            </a:r>
            <a:r>
              <a:rPr dirty="0"/>
              <a:t>lección,</a:t>
            </a:r>
            <a:r>
              <a:rPr dirty="0" spc="-75"/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puede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crear</a:t>
            </a:r>
            <a:r>
              <a:rPr dirty="0" u="heavy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un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sinónimo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eliminar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necesidad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cualificar</a:t>
            </a:r>
            <a:r>
              <a:rPr dirty="0" u="heavy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nombre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del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objeto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con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esquema</a:t>
            </a:r>
            <a:r>
              <a:rPr dirty="0" spc="-50"/>
              <a:t> </a:t>
            </a:r>
            <a:r>
              <a:rPr dirty="0"/>
              <a:t>y</a:t>
            </a:r>
            <a:r>
              <a:rPr dirty="0" spc="-80"/>
              <a:t> </a:t>
            </a:r>
            <a:r>
              <a:rPr dirty="0"/>
              <a:t>se</a:t>
            </a:r>
            <a:r>
              <a:rPr dirty="0" spc="-60"/>
              <a:t> </a:t>
            </a:r>
            <a:r>
              <a:rPr dirty="0"/>
              <a:t>ofrecen</a:t>
            </a:r>
            <a:r>
              <a:rPr dirty="0" spc="-75"/>
              <a:t> </a:t>
            </a:r>
            <a:r>
              <a:rPr dirty="0"/>
              <a:t>nombres</a:t>
            </a:r>
            <a:r>
              <a:rPr dirty="0" spc="-45"/>
              <a:t> </a:t>
            </a:r>
            <a:r>
              <a:rPr dirty="0" spc="-10"/>
              <a:t>alternativos</a:t>
            </a:r>
            <a:r>
              <a:rPr dirty="0" spc="-75"/>
              <a:t> </a:t>
            </a:r>
            <a:r>
              <a:rPr dirty="0" spc="-20"/>
              <a:t>para </a:t>
            </a:r>
            <a:r>
              <a:rPr dirty="0" spc="-20"/>
              <a:t>	</a:t>
            </a:r>
            <a:r>
              <a:rPr dirty="0"/>
              <a:t>tablas,</a:t>
            </a:r>
            <a:r>
              <a:rPr dirty="0" spc="-105"/>
              <a:t> </a:t>
            </a:r>
            <a:r>
              <a:rPr dirty="0"/>
              <a:t>vistas,</a:t>
            </a:r>
            <a:r>
              <a:rPr dirty="0" spc="-85"/>
              <a:t> </a:t>
            </a:r>
            <a:r>
              <a:rPr dirty="0"/>
              <a:t>secuencias,</a:t>
            </a:r>
            <a:r>
              <a:rPr dirty="0" spc="-95"/>
              <a:t> </a:t>
            </a:r>
            <a:r>
              <a:rPr dirty="0" spc="-10"/>
              <a:t>procedimientos</a:t>
            </a:r>
            <a:r>
              <a:rPr dirty="0" spc="-80"/>
              <a:t> </a:t>
            </a:r>
            <a:r>
              <a:rPr dirty="0" spc="-50"/>
              <a:t>u</a:t>
            </a:r>
          </a:p>
          <a:p>
            <a:pPr marL="184785">
              <a:lnSpc>
                <a:spcPts val="2960"/>
              </a:lnSpc>
            </a:pPr>
            <a:r>
              <a:rPr dirty="0"/>
              <a:t>otros</a:t>
            </a:r>
            <a:r>
              <a:rPr dirty="0" spc="-105"/>
              <a:t> </a:t>
            </a:r>
            <a:r>
              <a:rPr dirty="0" spc="-10"/>
              <a:t>objetos</a:t>
            </a:r>
          </a:p>
          <a:p>
            <a:pPr marL="135255" marR="5080" indent="-134620">
              <a:lnSpc>
                <a:spcPts val="3030"/>
              </a:lnSpc>
              <a:spcBef>
                <a:spcPts val="840"/>
              </a:spcBef>
              <a:buClr>
                <a:srgbClr val="D1350F"/>
              </a:buClr>
              <a:buSzPct val="98214"/>
              <a:buFont typeface="Arial MT"/>
              <a:buChar char="•"/>
              <a:tabLst>
                <a:tab pos="184785" algn="l"/>
              </a:tabLst>
            </a:pPr>
            <a:r>
              <a:rPr dirty="0" u="heavy" spc="-3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pc="-10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sinónimos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pueden</a:t>
            </a:r>
            <a:r>
              <a:rPr dirty="0" u="heavy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ser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privados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(valor</a:t>
            </a:r>
            <a:r>
              <a:rPr dirty="0" u="heavy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por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defecto)</a:t>
            </a:r>
            <a:r>
              <a:rPr dirty="0" spc="-10"/>
              <a:t> </a:t>
            </a:r>
            <a:r>
              <a:rPr dirty="0" spc="-10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</a:t>
            </a:r>
            <a:r>
              <a:rPr dirty="0" u="heavy" spc="-1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públicos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Sinónimos</a:t>
            </a:r>
            <a:r>
              <a:rPr dirty="0" spc="-65"/>
              <a:t> </a:t>
            </a:r>
            <a:r>
              <a:rPr dirty="0"/>
              <a:t>Privados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-90"/>
              <a:t> </a:t>
            </a:r>
            <a:r>
              <a:rPr dirty="0" spc="-10"/>
              <a:t>Públicos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89875" cy="28581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7429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sinónimo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público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crear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administradores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base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haya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hacerlo,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mundo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crear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automáticamente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sinónimos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públicos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Nota: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PUBLIC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SYNONYM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Academy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Roles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55"/>
              <a:t> </a:t>
            </a:r>
            <a:r>
              <a:rPr dirty="0" spc="-10"/>
              <a:t>Privilegios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Revocación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Privilegios</a:t>
            </a:r>
            <a:r>
              <a:rPr dirty="0" spc="35"/>
              <a:t> </a:t>
            </a:r>
            <a:r>
              <a:rPr dirty="0"/>
              <a:t>de</a:t>
            </a:r>
            <a:r>
              <a:rPr dirty="0" spc="-10"/>
              <a:t> 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134350" cy="4219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ts val="3279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difieren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formas:</a:t>
            </a:r>
            <a:endParaRPr sz="2800">
              <a:latin typeface="Calibri"/>
              <a:cs typeface="Calibri"/>
            </a:endParaRPr>
          </a:p>
          <a:p>
            <a:pPr marL="530860" marR="188595" indent="-175260">
              <a:lnSpc>
                <a:spcPts val="2300"/>
              </a:lnSpc>
              <a:spcBef>
                <a:spcPts val="475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 spc="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derecho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ejecutar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tipo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concreto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SQL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derecho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acceder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650"/>
              </a:lnSpc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define todos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endParaRPr sz="2400">
              <a:latin typeface="Calibri"/>
              <a:cs typeface="Calibri"/>
            </a:endParaRPr>
          </a:p>
          <a:p>
            <a:pPr marL="530860" marR="5080" indent="-175260">
              <a:lnSpc>
                <a:spcPct val="80000"/>
              </a:lnSpc>
              <a:spcBef>
                <a:spcPts val="489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roles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parte,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crean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(normalmente administradores)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utilizan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agrupar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u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roles</a:t>
            </a:r>
            <a:endParaRPr sz="2400">
              <a:latin typeface="Calibri"/>
              <a:cs typeface="Calibri"/>
            </a:endParaRPr>
          </a:p>
          <a:p>
            <a:pPr marL="530860" marR="103505" indent="-175260">
              <a:lnSpc>
                <a:spcPts val="2300"/>
              </a:lnSpc>
              <a:spcBef>
                <a:spcPts val="38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 spc="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crean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sea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fácil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gestionar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otorgamiento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varios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roles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endParaRPr sz="2400">
              <a:latin typeface="Calibri"/>
              <a:cs typeface="Calibri"/>
            </a:endParaRPr>
          </a:p>
          <a:p>
            <a:pPr marL="530860" marR="127000" indent="-175260">
              <a:lnSpc>
                <a:spcPts val="2300"/>
              </a:lnSpc>
              <a:spcBef>
                <a:spcPts val="41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roles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realizan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administradores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usuarios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concreta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2025-06-01T18:16:52Z</dcterms:created>
  <dcterms:modified xsi:type="dcterms:W3CDTF">2025-06-01T18:16:52Z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2025-03-09T00:00:00Z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