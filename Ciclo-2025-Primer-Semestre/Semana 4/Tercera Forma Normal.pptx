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2022-02-15 16:24:35</a:t>
            </a:r>
          </a:p>
          <a:p>
            <a:r>
              <a:t>--------------------------------------------</a:t>
            </a:r>
          </a:p>
          <a:p>
            <a:r>
              <a:t>Tercer formato normal: formato de normalización de la base de datos en el que todos los campos sin clave dependen de la clave, de toda la clave y de nada más que de la clave.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2022-02-15 16:24:36</a:t>
            </a:r>
          </a:p>
          <a:p>
            <a:r>
              <a:t>--------------------------------------------</a:t>
            </a:r>
          </a:p>
          <a:p>
            <a:r>
              <a:t>Las violaciones del tercer formato normal ocultan otra entidad. </a:t>
            </a:r>
          </a:p>
          <a:p>
            <a:r>
              <a:t>Para que una entidad esté en el tercer formato normal, también debe estar en el segundo.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2022-02-15 16:24:36</a:t>
            </a:r>
          </a:p>
          <a:p>
            <a:r>
              <a:t>--------------------------------------------</a:t>
            </a:r>
          </a:p>
          <a:p>
            <a:r>
              <a:t>Otra forma de ver la regla del tercer formato normal es: los atributos no pueden tener atributos por sí mismos. En el primer modelo, el atributo de estado tiene un atributo: flor del estado. Esta es una violación del tercer formato normal.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755459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2669669"/>
            <a:ext cx="5012690" cy="3242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1061085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Relationship Id="rId5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1148199"/>
            <a:ext cx="413194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/>
              <a:t>Database</a:t>
            </a:r>
            <a:r>
              <a:rPr dirty="0" sz="4800" spc="-204"/>
              <a:t> </a:t>
            </a:r>
            <a:r>
              <a:rPr dirty="0" sz="4800" spc="-10"/>
              <a:t>Design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2952115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6-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Tercer</a:t>
            </a:r>
            <a:r>
              <a:rPr dirty="0" sz="2400" spc="-10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Formato</a:t>
            </a:r>
            <a:r>
              <a:rPr dirty="0" sz="2400" spc="-10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Normal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77155" y="2113788"/>
            <a:ext cx="4096511" cy="43373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68451" y="4359109"/>
            <a:ext cx="4817110" cy="1532890"/>
          </a:xfrm>
          <a:custGeom>
            <a:avLst/>
            <a:gdLst/>
            <a:ahLst/>
            <a:cxnLst/>
            <a:rect l="l" t="t" r="r" b="b"/>
            <a:pathLst>
              <a:path w="4817110" h="1532889">
                <a:moveTo>
                  <a:pt x="3636746" y="1342682"/>
                </a:moveTo>
                <a:lnTo>
                  <a:pt x="3631425" y="1286421"/>
                </a:lnTo>
                <a:lnTo>
                  <a:pt x="3616985" y="1234732"/>
                </a:lnTo>
                <a:lnTo>
                  <a:pt x="3595700" y="1192161"/>
                </a:lnTo>
                <a:lnTo>
                  <a:pt x="3569855" y="1163281"/>
                </a:lnTo>
                <a:lnTo>
                  <a:pt x="3541725" y="1152639"/>
                </a:lnTo>
                <a:lnTo>
                  <a:pt x="95034" y="1152639"/>
                </a:lnTo>
                <a:lnTo>
                  <a:pt x="41059" y="1192161"/>
                </a:lnTo>
                <a:lnTo>
                  <a:pt x="19773" y="1234732"/>
                </a:lnTo>
                <a:lnTo>
                  <a:pt x="5321" y="1286421"/>
                </a:lnTo>
                <a:lnTo>
                  <a:pt x="0" y="1342682"/>
                </a:lnTo>
                <a:lnTo>
                  <a:pt x="5321" y="1398930"/>
                </a:lnTo>
                <a:lnTo>
                  <a:pt x="19773" y="1450632"/>
                </a:lnTo>
                <a:lnTo>
                  <a:pt x="41059" y="1493189"/>
                </a:lnTo>
                <a:lnTo>
                  <a:pt x="66903" y="1522082"/>
                </a:lnTo>
                <a:lnTo>
                  <a:pt x="95034" y="1532724"/>
                </a:lnTo>
                <a:lnTo>
                  <a:pt x="3541725" y="1532724"/>
                </a:lnTo>
                <a:lnTo>
                  <a:pt x="3595700" y="1493189"/>
                </a:lnTo>
                <a:lnTo>
                  <a:pt x="3616985" y="1450632"/>
                </a:lnTo>
                <a:lnTo>
                  <a:pt x="3631425" y="1398930"/>
                </a:lnTo>
                <a:lnTo>
                  <a:pt x="3636746" y="1342682"/>
                </a:lnTo>
                <a:close/>
              </a:path>
              <a:path w="4817110" h="1532889">
                <a:moveTo>
                  <a:pt x="3767493" y="190055"/>
                </a:moveTo>
                <a:lnTo>
                  <a:pt x="3762171" y="133794"/>
                </a:lnTo>
                <a:lnTo>
                  <a:pt x="3747732" y="82105"/>
                </a:lnTo>
                <a:lnTo>
                  <a:pt x="3726446" y="39535"/>
                </a:lnTo>
                <a:lnTo>
                  <a:pt x="3700602" y="10642"/>
                </a:lnTo>
                <a:lnTo>
                  <a:pt x="3672471" y="0"/>
                </a:lnTo>
                <a:lnTo>
                  <a:pt x="1370622" y="0"/>
                </a:lnTo>
                <a:lnTo>
                  <a:pt x="1316647" y="39535"/>
                </a:lnTo>
                <a:lnTo>
                  <a:pt x="1295361" y="82105"/>
                </a:lnTo>
                <a:lnTo>
                  <a:pt x="1280922" y="133794"/>
                </a:lnTo>
                <a:lnTo>
                  <a:pt x="1275600" y="190055"/>
                </a:lnTo>
                <a:lnTo>
                  <a:pt x="1280922" y="246303"/>
                </a:lnTo>
                <a:lnTo>
                  <a:pt x="1295361" y="297992"/>
                </a:lnTo>
                <a:lnTo>
                  <a:pt x="1316647" y="340563"/>
                </a:lnTo>
                <a:lnTo>
                  <a:pt x="1342504" y="369455"/>
                </a:lnTo>
                <a:lnTo>
                  <a:pt x="1370622" y="380098"/>
                </a:lnTo>
                <a:lnTo>
                  <a:pt x="3672471" y="380098"/>
                </a:lnTo>
                <a:lnTo>
                  <a:pt x="3726446" y="340563"/>
                </a:lnTo>
                <a:lnTo>
                  <a:pt x="3747732" y="297992"/>
                </a:lnTo>
                <a:lnTo>
                  <a:pt x="3762171" y="246303"/>
                </a:lnTo>
                <a:lnTo>
                  <a:pt x="3767493" y="190055"/>
                </a:lnTo>
                <a:close/>
              </a:path>
              <a:path w="4817110" h="1532889">
                <a:moveTo>
                  <a:pt x="4779188" y="574255"/>
                </a:moveTo>
                <a:lnTo>
                  <a:pt x="4773866" y="518007"/>
                </a:lnTo>
                <a:lnTo>
                  <a:pt x="4759426" y="466318"/>
                </a:lnTo>
                <a:lnTo>
                  <a:pt x="4738141" y="423748"/>
                </a:lnTo>
                <a:lnTo>
                  <a:pt x="4712297" y="394855"/>
                </a:lnTo>
                <a:lnTo>
                  <a:pt x="4684166" y="384213"/>
                </a:lnTo>
                <a:lnTo>
                  <a:pt x="95034" y="384213"/>
                </a:lnTo>
                <a:lnTo>
                  <a:pt x="41059" y="423748"/>
                </a:lnTo>
                <a:lnTo>
                  <a:pt x="19773" y="466318"/>
                </a:lnTo>
                <a:lnTo>
                  <a:pt x="5321" y="518007"/>
                </a:lnTo>
                <a:lnTo>
                  <a:pt x="0" y="574255"/>
                </a:lnTo>
                <a:lnTo>
                  <a:pt x="5321" y="630516"/>
                </a:lnTo>
                <a:lnTo>
                  <a:pt x="19773" y="682205"/>
                </a:lnTo>
                <a:lnTo>
                  <a:pt x="41059" y="724776"/>
                </a:lnTo>
                <a:lnTo>
                  <a:pt x="66903" y="753668"/>
                </a:lnTo>
                <a:lnTo>
                  <a:pt x="95034" y="764311"/>
                </a:lnTo>
                <a:lnTo>
                  <a:pt x="4684166" y="764311"/>
                </a:lnTo>
                <a:lnTo>
                  <a:pt x="4738141" y="724776"/>
                </a:lnTo>
                <a:lnTo>
                  <a:pt x="4759426" y="682205"/>
                </a:lnTo>
                <a:lnTo>
                  <a:pt x="4773866" y="630516"/>
                </a:lnTo>
                <a:lnTo>
                  <a:pt x="4779188" y="574255"/>
                </a:lnTo>
                <a:close/>
              </a:path>
              <a:path w="4817110" h="1532889">
                <a:moveTo>
                  <a:pt x="4816614" y="958469"/>
                </a:moveTo>
                <a:lnTo>
                  <a:pt x="4811293" y="902220"/>
                </a:lnTo>
                <a:lnTo>
                  <a:pt x="4796853" y="850519"/>
                </a:lnTo>
                <a:lnTo>
                  <a:pt x="4775568" y="807948"/>
                </a:lnTo>
                <a:lnTo>
                  <a:pt x="4749724" y="779068"/>
                </a:lnTo>
                <a:lnTo>
                  <a:pt x="4721593" y="768426"/>
                </a:lnTo>
                <a:lnTo>
                  <a:pt x="95034" y="768426"/>
                </a:lnTo>
                <a:lnTo>
                  <a:pt x="41059" y="807948"/>
                </a:lnTo>
                <a:lnTo>
                  <a:pt x="19773" y="850519"/>
                </a:lnTo>
                <a:lnTo>
                  <a:pt x="5321" y="902220"/>
                </a:lnTo>
                <a:lnTo>
                  <a:pt x="0" y="958469"/>
                </a:lnTo>
                <a:lnTo>
                  <a:pt x="5321" y="1014730"/>
                </a:lnTo>
                <a:lnTo>
                  <a:pt x="19773" y="1066419"/>
                </a:lnTo>
                <a:lnTo>
                  <a:pt x="41059" y="1108989"/>
                </a:lnTo>
                <a:lnTo>
                  <a:pt x="66903" y="1137869"/>
                </a:lnTo>
                <a:lnTo>
                  <a:pt x="95034" y="1148511"/>
                </a:lnTo>
                <a:lnTo>
                  <a:pt x="4721593" y="1148511"/>
                </a:lnTo>
                <a:lnTo>
                  <a:pt x="4775568" y="1108989"/>
                </a:lnTo>
                <a:lnTo>
                  <a:pt x="4796853" y="1066419"/>
                </a:lnTo>
                <a:lnTo>
                  <a:pt x="4811293" y="1014730"/>
                </a:lnTo>
                <a:lnTo>
                  <a:pt x="4816614" y="958469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8464" y="3489068"/>
            <a:ext cx="1475105" cy="380365"/>
          </a:xfrm>
          <a:custGeom>
            <a:avLst/>
            <a:gdLst/>
            <a:ahLst/>
            <a:cxnLst/>
            <a:rect l="l" t="t" r="r" b="b"/>
            <a:pathLst>
              <a:path w="1475105" h="380364">
                <a:moveTo>
                  <a:pt x="1380028" y="0"/>
                </a:moveTo>
                <a:lnTo>
                  <a:pt x="95022" y="0"/>
                </a:lnTo>
                <a:lnTo>
                  <a:pt x="66895" y="10642"/>
                </a:lnTo>
                <a:lnTo>
                  <a:pt x="41049" y="39529"/>
                </a:lnTo>
                <a:lnTo>
                  <a:pt x="19764" y="82099"/>
                </a:lnTo>
                <a:lnTo>
                  <a:pt x="5321" y="133791"/>
                </a:lnTo>
                <a:lnTo>
                  <a:pt x="0" y="190045"/>
                </a:lnTo>
                <a:lnTo>
                  <a:pt x="5321" y="246298"/>
                </a:lnTo>
                <a:lnTo>
                  <a:pt x="19764" y="297990"/>
                </a:lnTo>
                <a:lnTo>
                  <a:pt x="41049" y="340561"/>
                </a:lnTo>
                <a:lnTo>
                  <a:pt x="66895" y="369447"/>
                </a:lnTo>
                <a:lnTo>
                  <a:pt x="95022" y="380090"/>
                </a:lnTo>
                <a:lnTo>
                  <a:pt x="1380028" y="380090"/>
                </a:lnTo>
                <a:lnTo>
                  <a:pt x="1434002" y="340561"/>
                </a:lnTo>
                <a:lnTo>
                  <a:pt x="1455287" y="297990"/>
                </a:lnTo>
                <a:lnTo>
                  <a:pt x="1469730" y="246298"/>
                </a:lnTo>
                <a:lnTo>
                  <a:pt x="1475051" y="190045"/>
                </a:lnTo>
                <a:lnTo>
                  <a:pt x="1469730" y="133791"/>
                </a:lnTo>
                <a:lnTo>
                  <a:pt x="1455287" y="82099"/>
                </a:lnTo>
                <a:lnTo>
                  <a:pt x="1434002" y="39529"/>
                </a:lnTo>
                <a:lnTo>
                  <a:pt x="1408155" y="10642"/>
                </a:lnTo>
                <a:lnTo>
                  <a:pt x="1380028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344356" y="3104858"/>
            <a:ext cx="2001520" cy="380365"/>
          </a:xfrm>
          <a:custGeom>
            <a:avLst/>
            <a:gdLst/>
            <a:ahLst/>
            <a:cxnLst/>
            <a:rect l="l" t="t" r="r" b="b"/>
            <a:pathLst>
              <a:path w="2001520" h="380364">
                <a:moveTo>
                  <a:pt x="1905991" y="0"/>
                </a:moveTo>
                <a:lnTo>
                  <a:pt x="95022" y="0"/>
                </a:lnTo>
                <a:lnTo>
                  <a:pt x="66896" y="10642"/>
                </a:lnTo>
                <a:lnTo>
                  <a:pt x="41050" y="39529"/>
                </a:lnTo>
                <a:lnTo>
                  <a:pt x="19764" y="82099"/>
                </a:lnTo>
                <a:lnTo>
                  <a:pt x="5321" y="133791"/>
                </a:lnTo>
                <a:lnTo>
                  <a:pt x="0" y="190045"/>
                </a:lnTo>
                <a:lnTo>
                  <a:pt x="5321" y="246298"/>
                </a:lnTo>
                <a:lnTo>
                  <a:pt x="19764" y="297990"/>
                </a:lnTo>
                <a:lnTo>
                  <a:pt x="41050" y="340561"/>
                </a:lnTo>
                <a:lnTo>
                  <a:pt x="66896" y="369447"/>
                </a:lnTo>
                <a:lnTo>
                  <a:pt x="95022" y="380090"/>
                </a:lnTo>
                <a:lnTo>
                  <a:pt x="1905991" y="380090"/>
                </a:lnTo>
                <a:lnTo>
                  <a:pt x="1959965" y="340561"/>
                </a:lnTo>
                <a:lnTo>
                  <a:pt x="1981250" y="297990"/>
                </a:lnTo>
                <a:lnTo>
                  <a:pt x="1995693" y="246298"/>
                </a:lnTo>
                <a:lnTo>
                  <a:pt x="2001014" y="190045"/>
                </a:lnTo>
                <a:lnTo>
                  <a:pt x="1995693" y="133791"/>
                </a:lnTo>
                <a:lnTo>
                  <a:pt x="1981250" y="82099"/>
                </a:lnTo>
                <a:lnTo>
                  <a:pt x="1959965" y="39529"/>
                </a:lnTo>
                <a:lnTo>
                  <a:pt x="1934118" y="10642"/>
                </a:lnTo>
                <a:lnTo>
                  <a:pt x="1905991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561213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Regla</a:t>
            </a:r>
            <a:r>
              <a:rPr dirty="0" spc="-110"/>
              <a:t> </a:t>
            </a:r>
            <a:r>
              <a:rPr dirty="0"/>
              <a:t>del</a:t>
            </a:r>
            <a:r>
              <a:rPr dirty="0" spc="-105"/>
              <a:t> </a:t>
            </a:r>
            <a:r>
              <a:rPr dirty="0" spc="-40"/>
              <a:t>Tercer</a:t>
            </a:r>
            <a:r>
              <a:rPr dirty="0" spc="-105"/>
              <a:t> </a:t>
            </a:r>
            <a:r>
              <a:rPr dirty="0"/>
              <a:t>Formato</a:t>
            </a:r>
            <a:r>
              <a:rPr dirty="0" spc="-110"/>
              <a:t> </a:t>
            </a:r>
            <a:r>
              <a:rPr dirty="0" spc="-10"/>
              <a:t>Normal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483552" y="1415417"/>
            <a:ext cx="763714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tercer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formato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normal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(3NF)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indica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ningún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atributo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UID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depender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otro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atributo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UID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114236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El</a:t>
            </a:r>
            <a:r>
              <a:rPr dirty="0" spc="-75"/>
              <a:t> </a:t>
            </a:r>
            <a:r>
              <a:rPr dirty="0"/>
              <a:t>tercer</a:t>
            </a:r>
            <a:r>
              <a:rPr dirty="0" spc="-80"/>
              <a:t> </a:t>
            </a:r>
            <a:r>
              <a:rPr dirty="0" spc="-10"/>
              <a:t>formato</a:t>
            </a:r>
            <a:r>
              <a:rPr dirty="0" spc="-70"/>
              <a:t> </a:t>
            </a:r>
            <a:r>
              <a:rPr dirty="0" spc="-10"/>
              <a:t>normal </a:t>
            </a:r>
            <a:r>
              <a:rPr dirty="0" spc="-10"/>
              <a:t>	</a:t>
            </a:r>
            <a:r>
              <a:rPr dirty="0"/>
              <a:t>prohíbe</a:t>
            </a:r>
            <a:r>
              <a:rPr dirty="0" spc="-80"/>
              <a:t> </a:t>
            </a:r>
            <a:r>
              <a:rPr dirty="0"/>
              <a:t>las</a:t>
            </a:r>
            <a:r>
              <a:rPr dirty="0" spc="-95"/>
              <a:t> </a:t>
            </a:r>
            <a:r>
              <a:rPr dirty="0" spc="-10"/>
              <a:t>dependencias 	transitivas</a:t>
            </a: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Una</a:t>
            </a:r>
            <a:r>
              <a:rPr dirty="0" spc="-85"/>
              <a:t> </a:t>
            </a:r>
            <a:r>
              <a:rPr dirty="0"/>
              <a:t>dependencia</a:t>
            </a:r>
            <a:r>
              <a:rPr dirty="0" spc="-45"/>
              <a:t> </a:t>
            </a:r>
            <a:r>
              <a:rPr dirty="0" spc="-10"/>
              <a:t>transitiva</a:t>
            </a:r>
            <a:r>
              <a:rPr dirty="0" spc="-70"/>
              <a:t> </a:t>
            </a:r>
            <a:r>
              <a:rPr dirty="0" spc="-25"/>
              <a:t>se </a:t>
            </a:r>
            <a:r>
              <a:rPr dirty="0" spc="-25"/>
              <a:t>	</a:t>
            </a:r>
            <a:r>
              <a:rPr dirty="0"/>
              <a:t>produce</a:t>
            </a:r>
            <a:r>
              <a:rPr dirty="0" spc="-95"/>
              <a:t> </a:t>
            </a:r>
            <a:r>
              <a:rPr dirty="0"/>
              <a:t>cuando</a:t>
            </a:r>
            <a:r>
              <a:rPr dirty="0" spc="-95"/>
              <a:t> </a:t>
            </a:r>
            <a:r>
              <a:rPr dirty="0" spc="-10"/>
              <a:t>cualquier </a:t>
            </a:r>
            <a:r>
              <a:rPr dirty="0" spc="-10"/>
              <a:t>	</a:t>
            </a:r>
            <a:r>
              <a:rPr dirty="0"/>
              <a:t>atributo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una</a:t>
            </a:r>
            <a:r>
              <a:rPr dirty="0" spc="-40"/>
              <a:t> </a:t>
            </a:r>
            <a:r>
              <a:rPr dirty="0"/>
              <a:t>entidad</a:t>
            </a:r>
            <a:r>
              <a:rPr dirty="0" spc="-55"/>
              <a:t> </a:t>
            </a:r>
            <a:r>
              <a:rPr dirty="0" spc="-10"/>
              <a:t>depende </a:t>
            </a:r>
            <a:r>
              <a:rPr dirty="0" spc="-10"/>
              <a:t>	</a:t>
            </a:r>
            <a:r>
              <a:rPr dirty="0"/>
              <a:t>de</a:t>
            </a:r>
            <a:r>
              <a:rPr dirty="0" spc="-90"/>
              <a:t> </a:t>
            </a:r>
            <a:r>
              <a:rPr dirty="0"/>
              <a:t>cualquier</a:t>
            </a:r>
            <a:r>
              <a:rPr dirty="0" spc="-70"/>
              <a:t> </a:t>
            </a:r>
            <a:r>
              <a:rPr dirty="0"/>
              <a:t>otro</a:t>
            </a:r>
            <a:r>
              <a:rPr dirty="0" spc="-80"/>
              <a:t> </a:t>
            </a:r>
            <a:r>
              <a:rPr dirty="0"/>
              <a:t>atributo</a:t>
            </a:r>
            <a:r>
              <a:rPr dirty="0" spc="-85"/>
              <a:t> </a:t>
            </a:r>
            <a:r>
              <a:rPr dirty="0"/>
              <a:t>que</a:t>
            </a:r>
            <a:r>
              <a:rPr dirty="0" spc="-70"/>
              <a:t> </a:t>
            </a:r>
            <a:r>
              <a:rPr dirty="0" spc="-25"/>
              <a:t>no </a:t>
            </a:r>
            <a:r>
              <a:rPr dirty="0" spc="-25"/>
              <a:t>	</a:t>
            </a:r>
            <a:r>
              <a:rPr dirty="0"/>
              <a:t>sea</a:t>
            </a:r>
            <a:r>
              <a:rPr dirty="0" spc="-25"/>
              <a:t> </a:t>
            </a:r>
            <a:r>
              <a:rPr dirty="0"/>
              <a:t>el</a:t>
            </a:r>
            <a:r>
              <a:rPr dirty="0" spc="-30"/>
              <a:t> </a:t>
            </a:r>
            <a:r>
              <a:rPr dirty="0"/>
              <a:t>UID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esa</a:t>
            </a:r>
            <a:r>
              <a:rPr dirty="0" spc="-20"/>
              <a:t> </a:t>
            </a:r>
            <a:r>
              <a:rPr dirty="0" spc="-10"/>
              <a:t>entidad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5506211" y="2961132"/>
            <a:ext cx="1564005" cy="1069975"/>
          </a:xfrm>
          <a:prstGeom prst="rect">
            <a:avLst/>
          </a:prstGeom>
          <a:solidFill>
            <a:srgbClr val="FFFFFF"/>
          </a:solidFill>
          <a:ln w="12700">
            <a:solidFill>
              <a:srgbClr val="D1350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1935"/>
              </a:lnSpc>
            </a:pP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Violación</a:t>
            </a:r>
            <a:endParaRPr sz="1800">
              <a:latin typeface="Calibri"/>
              <a:cs typeface="Calibri"/>
            </a:endParaRPr>
          </a:p>
          <a:p>
            <a:pPr marL="90805" marR="552450">
              <a:lnSpc>
                <a:spcPct val="100000"/>
              </a:lnSpc>
            </a:pP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1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40">
                <a:solidFill>
                  <a:srgbClr val="4E3629"/>
                </a:solidFill>
                <a:latin typeface="Calibri"/>
                <a:cs typeface="Calibri"/>
              </a:rPr>
              <a:t>Tercer </a:t>
            </a: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Formato Normal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162545" y="2593599"/>
            <a:ext cx="1576705" cy="1806575"/>
            <a:chOff x="7162545" y="2593599"/>
            <a:chExt cx="1576705" cy="1806575"/>
          </a:xfrm>
        </p:grpSpPr>
        <p:sp>
          <p:nvSpPr>
            <p:cNvPr id="13" name="object 13" descr=""/>
            <p:cNvSpPr/>
            <p:nvPr/>
          </p:nvSpPr>
          <p:spPr>
            <a:xfrm>
              <a:off x="7168895" y="2599949"/>
              <a:ext cx="1564005" cy="1793875"/>
            </a:xfrm>
            <a:custGeom>
              <a:avLst/>
              <a:gdLst/>
              <a:ahLst/>
              <a:cxnLst/>
              <a:rect l="l" t="t" r="r" b="b"/>
              <a:pathLst>
                <a:path w="1564004" h="1793875">
                  <a:moveTo>
                    <a:pt x="1303020" y="0"/>
                  </a:moveTo>
                  <a:lnTo>
                    <a:pt x="260604" y="0"/>
                  </a:lnTo>
                  <a:lnTo>
                    <a:pt x="213759" y="4198"/>
                  </a:lnTo>
                  <a:lnTo>
                    <a:pt x="169670" y="16303"/>
                  </a:lnTo>
                  <a:lnTo>
                    <a:pt x="129071" y="35579"/>
                  </a:lnTo>
                  <a:lnTo>
                    <a:pt x="92699" y="61290"/>
                  </a:lnTo>
                  <a:lnTo>
                    <a:pt x="61290" y="92699"/>
                  </a:lnTo>
                  <a:lnTo>
                    <a:pt x="35579" y="129071"/>
                  </a:lnTo>
                  <a:lnTo>
                    <a:pt x="16303" y="169670"/>
                  </a:lnTo>
                  <a:lnTo>
                    <a:pt x="4198" y="213759"/>
                  </a:lnTo>
                  <a:lnTo>
                    <a:pt x="0" y="260603"/>
                  </a:lnTo>
                  <a:lnTo>
                    <a:pt x="0" y="1533131"/>
                  </a:lnTo>
                  <a:lnTo>
                    <a:pt x="4198" y="1579976"/>
                  </a:lnTo>
                  <a:lnTo>
                    <a:pt x="16303" y="1624066"/>
                  </a:lnTo>
                  <a:lnTo>
                    <a:pt x="35579" y="1664667"/>
                  </a:lnTo>
                  <a:lnTo>
                    <a:pt x="61290" y="1701041"/>
                  </a:lnTo>
                  <a:lnTo>
                    <a:pt x="92699" y="1732452"/>
                  </a:lnTo>
                  <a:lnTo>
                    <a:pt x="129071" y="1758164"/>
                  </a:lnTo>
                  <a:lnTo>
                    <a:pt x="169670" y="1777442"/>
                  </a:lnTo>
                  <a:lnTo>
                    <a:pt x="213759" y="1789548"/>
                  </a:lnTo>
                  <a:lnTo>
                    <a:pt x="260604" y="1793747"/>
                  </a:lnTo>
                  <a:lnTo>
                    <a:pt x="1303020" y="1793747"/>
                  </a:lnTo>
                  <a:lnTo>
                    <a:pt x="1349864" y="1789548"/>
                  </a:lnTo>
                  <a:lnTo>
                    <a:pt x="1393953" y="1777442"/>
                  </a:lnTo>
                  <a:lnTo>
                    <a:pt x="1434552" y="1758164"/>
                  </a:lnTo>
                  <a:lnTo>
                    <a:pt x="1470924" y="1732452"/>
                  </a:lnTo>
                  <a:lnTo>
                    <a:pt x="1502333" y="1701041"/>
                  </a:lnTo>
                  <a:lnTo>
                    <a:pt x="1528044" y="1664667"/>
                  </a:lnTo>
                  <a:lnTo>
                    <a:pt x="1547320" y="1624066"/>
                  </a:lnTo>
                  <a:lnTo>
                    <a:pt x="1559425" y="1579976"/>
                  </a:lnTo>
                  <a:lnTo>
                    <a:pt x="1563624" y="1533131"/>
                  </a:lnTo>
                  <a:lnTo>
                    <a:pt x="1563624" y="260603"/>
                  </a:lnTo>
                  <a:lnTo>
                    <a:pt x="1559425" y="213759"/>
                  </a:lnTo>
                  <a:lnTo>
                    <a:pt x="1547320" y="169670"/>
                  </a:lnTo>
                  <a:lnTo>
                    <a:pt x="1528044" y="129071"/>
                  </a:lnTo>
                  <a:lnTo>
                    <a:pt x="1502333" y="92699"/>
                  </a:lnTo>
                  <a:lnTo>
                    <a:pt x="1470924" y="61290"/>
                  </a:lnTo>
                  <a:lnTo>
                    <a:pt x="1434552" y="35579"/>
                  </a:lnTo>
                  <a:lnTo>
                    <a:pt x="1393953" y="16303"/>
                  </a:lnTo>
                  <a:lnTo>
                    <a:pt x="1349864" y="4198"/>
                  </a:lnTo>
                  <a:lnTo>
                    <a:pt x="130302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168895" y="2599949"/>
              <a:ext cx="1564005" cy="1793875"/>
            </a:xfrm>
            <a:custGeom>
              <a:avLst/>
              <a:gdLst/>
              <a:ahLst/>
              <a:cxnLst/>
              <a:rect l="l" t="t" r="r" b="b"/>
              <a:pathLst>
                <a:path w="1564004" h="1793875">
                  <a:moveTo>
                    <a:pt x="0" y="260603"/>
                  </a:moveTo>
                  <a:lnTo>
                    <a:pt x="4198" y="213759"/>
                  </a:lnTo>
                  <a:lnTo>
                    <a:pt x="16303" y="169670"/>
                  </a:lnTo>
                  <a:lnTo>
                    <a:pt x="35579" y="129071"/>
                  </a:lnTo>
                  <a:lnTo>
                    <a:pt x="61290" y="92699"/>
                  </a:lnTo>
                  <a:lnTo>
                    <a:pt x="92699" y="61290"/>
                  </a:lnTo>
                  <a:lnTo>
                    <a:pt x="129071" y="35579"/>
                  </a:lnTo>
                  <a:lnTo>
                    <a:pt x="169670" y="16303"/>
                  </a:lnTo>
                  <a:lnTo>
                    <a:pt x="213759" y="4198"/>
                  </a:lnTo>
                  <a:lnTo>
                    <a:pt x="260604" y="0"/>
                  </a:lnTo>
                  <a:lnTo>
                    <a:pt x="1303020" y="0"/>
                  </a:lnTo>
                  <a:lnTo>
                    <a:pt x="1349864" y="4198"/>
                  </a:lnTo>
                  <a:lnTo>
                    <a:pt x="1393953" y="16303"/>
                  </a:lnTo>
                  <a:lnTo>
                    <a:pt x="1434552" y="35579"/>
                  </a:lnTo>
                  <a:lnTo>
                    <a:pt x="1470924" y="61290"/>
                  </a:lnTo>
                  <a:lnTo>
                    <a:pt x="1502333" y="92699"/>
                  </a:lnTo>
                  <a:lnTo>
                    <a:pt x="1528044" y="129071"/>
                  </a:lnTo>
                  <a:lnTo>
                    <a:pt x="1547320" y="169670"/>
                  </a:lnTo>
                  <a:lnTo>
                    <a:pt x="1559425" y="213759"/>
                  </a:lnTo>
                  <a:lnTo>
                    <a:pt x="1563624" y="260603"/>
                  </a:lnTo>
                  <a:lnTo>
                    <a:pt x="1563624" y="1533131"/>
                  </a:lnTo>
                  <a:lnTo>
                    <a:pt x="1559425" y="1579976"/>
                  </a:lnTo>
                  <a:lnTo>
                    <a:pt x="1547320" y="1624066"/>
                  </a:lnTo>
                  <a:lnTo>
                    <a:pt x="1528044" y="1664667"/>
                  </a:lnTo>
                  <a:lnTo>
                    <a:pt x="1502333" y="1701041"/>
                  </a:lnTo>
                  <a:lnTo>
                    <a:pt x="1470924" y="1732452"/>
                  </a:lnTo>
                  <a:lnTo>
                    <a:pt x="1434552" y="1758164"/>
                  </a:lnTo>
                  <a:lnTo>
                    <a:pt x="1393953" y="1777442"/>
                  </a:lnTo>
                  <a:lnTo>
                    <a:pt x="1349864" y="1789548"/>
                  </a:lnTo>
                  <a:lnTo>
                    <a:pt x="1303020" y="1793747"/>
                  </a:lnTo>
                  <a:lnTo>
                    <a:pt x="260604" y="1793747"/>
                  </a:lnTo>
                  <a:lnTo>
                    <a:pt x="213759" y="1789548"/>
                  </a:lnTo>
                  <a:lnTo>
                    <a:pt x="169670" y="1777442"/>
                  </a:lnTo>
                  <a:lnTo>
                    <a:pt x="129071" y="1758164"/>
                  </a:lnTo>
                  <a:lnTo>
                    <a:pt x="92699" y="1732452"/>
                  </a:lnTo>
                  <a:lnTo>
                    <a:pt x="61290" y="1701041"/>
                  </a:lnTo>
                  <a:lnTo>
                    <a:pt x="35579" y="1664667"/>
                  </a:lnTo>
                  <a:lnTo>
                    <a:pt x="16303" y="1624066"/>
                  </a:lnTo>
                  <a:lnTo>
                    <a:pt x="4198" y="1579976"/>
                  </a:lnTo>
                  <a:lnTo>
                    <a:pt x="0" y="1533131"/>
                  </a:lnTo>
                  <a:lnTo>
                    <a:pt x="0" y="260603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324221" y="2599771"/>
            <a:ext cx="1301115" cy="176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CD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Title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Producer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Year</a:t>
            </a:r>
            <a:endParaRPr sz="1600">
              <a:latin typeface="Calibri"/>
              <a:cs typeface="Calibri"/>
            </a:endParaRPr>
          </a:p>
          <a:p>
            <a:pPr marL="165735" indent="-153035">
              <a:lnSpc>
                <a:spcPct val="100000"/>
              </a:lnSpc>
              <a:buChar char="o"/>
              <a:tabLst>
                <a:tab pos="165735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Store</a:t>
            </a:r>
            <a:r>
              <a:rPr dirty="0" sz="1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5735" indent="-153035">
              <a:lnSpc>
                <a:spcPct val="100000"/>
              </a:lnSpc>
              <a:buChar char="o"/>
              <a:tabLst>
                <a:tab pos="165735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Store</a:t>
            </a:r>
            <a:r>
              <a:rPr dirty="0" sz="1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address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8750490" y="6567768"/>
            <a:ext cx="8953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50">
                <a:solidFill>
                  <a:srgbClr val="4E3629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96799"/>
            <a:ext cx="78505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Dependencia</a:t>
            </a:r>
            <a:r>
              <a:rPr dirty="0" sz="3000" spc="-55"/>
              <a:t> </a:t>
            </a:r>
            <a:r>
              <a:rPr dirty="0" sz="3000" spc="-30"/>
              <a:t>Transitiva</a:t>
            </a:r>
            <a:r>
              <a:rPr dirty="0" sz="3000" spc="-80"/>
              <a:t> </a:t>
            </a:r>
            <a:r>
              <a:rPr dirty="0" sz="3000"/>
              <a:t>del</a:t>
            </a:r>
            <a:r>
              <a:rPr dirty="0" sz="3000" spc="-60"/>
              <a:t> </a:t>
            </a:r>
            <a:r>
              <a:rPr dirty="0" sz="3000" spc="-50"/>
              <a:t>Tercer</a:t>
            </a:r>
            <a:r>
              <a:rPr dirty="0" sz="3000" spc="-70"/>
              <a:t> </a:t>
            </a:r>
            <a:r>
              <a:rPr dirty="0" sz="3000" spc="-10"/>
              <a:t>Formato</a:t>
            </a:r>
            <a:r>
              <a:rPr dirty="0" sz="3000" spc="-75"/>
              <a:t> </a:t>
            </a:r>
            <a:r>
              <a:rPr dirty="0" sz="3000" spc="-10"/>
              <a:t>Normal</a:t>
            </a:r>
            <a:endParaRPr sz="3000"/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50501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dirección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tienda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depende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1799626"/>
            <a:ext cx="4875530" cy="37287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4785" marR="5080">
              <a:lnSpc>
                <a:spcPts val="3030"/>
              </a:lnSpc>
              <a:spcBef>
                <a:spcPts val="470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CD,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UID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entidad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CD.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esta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entidad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1NF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2NA</a:t>
            </a:r>
            <a:endParaRPr sz="2800">
              <a:latin typeface="Calibri"/>
              <a:cs typeface="Calibri"/>
            </a:endParaRPr>
          </a:p>
          <a:p>
            <a:pPr marL="182880" marR="28956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embargo,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dirección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tienda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también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depende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tienda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atributo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UID</a:t>
            </a:r>
            <a:endParaRPr sz="2800">
              <a:latin typeface="Calibri"/>
              <a:cs typeface="Calibri"/>
            </a:endParaRPr>
          </a:p>
          <a:p>
            <a:pPr marL="182880" marR="348615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trata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dependencia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transitiva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5764" y="5460436"/>
            <a:ext cx="51377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violación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tercer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formato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normal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288026" y="4015489"/>
            <a:ext cx="1204595" cy="1337310"/>
            <a:chOff x="5288026" y="4015489"/>
            <a:chExt cx="1204595" cy="1337310"/>
          </a:xfrm>
        </p:grpSpPr>
        <p:sp>
          <p:nvSpPr>
            <p:cNvPr id="7" name="object 7" descr=""/>
            <p:cNvSpPr/>
            <p:nvPr/>
          </p:nvSpPr>
          <p:spPr>
            <a:xfrm>
              <a:off x="5294376" y="4021839"/>
              <a:ext cx="1191895" cy="1324610"/>
            </a:xfrm>
            <a:custGeom>
              <a:avLst/>
              <a:gdLst/>
              <a:ahLst/>
              <a:cxnLst/>
              <a:rect l="l" t="t" r="r" b="b"/>
              <a:pathLst>
                <a:path w="1191895" h="1324610">
                  <a:moveTo>
                    <a:pt x="993140" y="0"/>
                  </a:moveTo>
                  <a:lnTo>
                    <a:pt x="198628" y="0"/>
                  </a:lnTo>
                  <a:lnTo>
                    <a:pt x="153083" y="5245"/>
                  </a:lnTo>
                  <a:lnTo>
                    <a:pt x="111274" y="20188"/>
                  </a:lnTo>
                  <a:lnTo>
                    <a:pt x="74394" y="43635"/>
                  </a:lnTo>
                  <a:lnTo>
                    <a:pt x="43635" y="74394"/>
                  </a:lnTo>
                  <a:lnTo>
                    <a:pt x="20188" y="111274"/>
                  </a:lnTo>
                  <a:lnTo>
                    <a:pt x="5245" y="153083"/>
                  </a:lnTo>
                  <a:lnTo>
                    <a:pt x="0" y="198628"/>
                  </a:lnTo>
                  <a:lnTo>
                    <a:pt x="0" y="1125715"/>
                  </a:lnTo>
                  <a:lnTo>
                    <a:pt x="5245" y="1171260"/>
                  </a:lnTo>
                  <a:lnTo>
                    <a:pt x="20188" y="1213070"/>
                  </a:lnTo>
                  <a:lnTo>
                    <a:pt x="43635" y="1249953"/>
                  </a:lnTo>
                  <a:lnTo>
                    <a:pt x="74394" y="1280715"/>
                  </a:lnTo>
                  <a:lnTo>
                    <a:pt x="111274" y="1304165"/>
                  </a:lnTo>
                  <a:lnTo>
                    <a:pt x="153083" y="1319109"/>
                  </a:lnTo>
                  <a:lnTo>
                    <a:pt x="198628" y="1324356"/>
                  </a:lnTo>
                  <a:lnTo>
                    <a:pt x="993140" y="1324356"/>
                  </a:lnTo>
                  <a:lnTo>
                    <a:pt x="1038684" y="1319109"/>
                  </a:lnTo>
                  <a:lnTo>
                    <a:pt x="1080493" y="1304165"/>
                  </a:lnTo>
                  <a:lnTo>
                    <a:pt x="1117373" y="1280715"/>
                  </a:lnTo>
                  <a:lnTo>
                    <a:pt x="1148132" y="1249953"/>
                  </a:lnTo>
                  <a:lnTo>
                    <a:pt x="1171579" y="1213070"/>
                  </a:lnTo>
                  <a:lnTo>
                    <a:pt x="1186522" y="1171260"/>
                  </a:lnTo>
                  <a:lnTo>
                    <a:pt x="1191768" y="1125715"/>
                  </a:lnTo>
                  <a:lnTo>
                    <a:pt x="1191768" y="198628"/>
                  </a:lnTo>
                  <a:lnTo>
                    <a:pt x="1186522" y="153083"/>
                  </a:lnTo>
                  <a:lnTo>
                    <a:pt x="1171579" y="111274"/>
                  </a:lnTo>
                  <a:lnTo>
                    <a:pt x="1148132" y="74394"/>
                  </a:lnTo>
                  <a:lnTo>
                    <a:pt x="1117373" y="43635"/>
                  </a:lnTo>
                  <a:lnTo>
                    <a:pt x="1080493" y="20188"/>
                  </a:lnTo>
                  <a:lnTo>
                    <a:pt x="1038684" y="5245"/>
                  </a:lnTo>
                  <a:lnTo>
                    <a:pt x="99314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294376" y="4021839"/>
              <a:ext cx="1191895" cy="1324610"/>
            </a:xfrm>
            <a:custGeom>
              <a:avLst/>
              <a:gdLst/>
              <a:ahLst/>
              <a:cxnLst/>
              <a:rect l="l" t="t" r="r" b="b"/>
              <a:pathLst>
                <a:path w="1191895" h="1324610">
                  <a:moveTo>
                    <a:pt x="0" y="198628"/>
                  </a:moveTo>
                  <a:lnTo>
                    <a:pt x="5245" y="153083"/>
                  </a:lnTo>
                  <a:lnTo>
                    <a:pt x="20188" y="111274"/>
                  </a:lnTo>
                  <a:lnTo>
                    <a:pt x="43635" y="74394"/>
                  </a:lnTo>
                  <a:lnTo>
                    <a:pt x="74394" y="43635"/>
                  </a:lnTo>
                  <a:lnTo>
                    <a:pt x="111274" y="20188"/>
                  </a:lnTo>
                  <a:lnTo>
                    <a:pt x="153083" y="5245"/>
                  </a:lnTo>
                  <a:lnTo>
                    <a:pt x="198628" y="0"/>
                  </a:lnTo>
                  <a:lnTo>
                    <a:pt x="993140" y="0"/>
                  </a:lnTo>
                  <a:lnTo>
                    <a:pt x="1038684" y="5245"/>
                  </a:lnTo>
                  <a:lnTo>
                    <a:pt x="1080493" y="20188"/>
                  </a:lnTo>
                  <a:lnTo>
                    <a:pt x="1117373" y="43635"/>
                  </a:lnTo>
                  <a:lnTo>
                    <a:pt x="1148132" y="74394"/>
                  </a:lnTo>
                  <a:lnTo>
                    <a:pt x="1171579" y="111274"/>
                  </a:lnTo>
                  <a:lnTo>
                    <a:pt x="1186522" y="153083"/>
                  </a:lnTo>
                  <a:lnTo>
                    <a:pt x="1191768" y="198628"/>
                  </a:lnTo>
                  <a:lnTo>
                    <a:pt x="1191768" y="1125715"/>
                  </a:lnTo>
                  <a:lnTo>
                    <a:pt x="1186522" y="1171260"/>
                  </a:lnTo>
                  <a:lnTo>
                    <a:pt x="1171579" y="1213070"/>
                  </a:lnTo>
                  <a:lnTo>
                    <a:pt x="1148132" y="1249953"/>
                  </a:lnTo>
                  <a:lnTo>
                    <a:pt x="1117373" y="1280715"/>
                  </a:lnTo>
                  <a:lnTo>
                    <a:pt x="1080493" y="1304165"/>
                  </a:lnTo>
                  <a:lnTo>
                    <a:pt x="1038684" y="1319109"/>
                  </a:lnTo>
                  <a:lnTo>
                    <a:pt x="993140" y="1324356"/>
                  </a:lnTo>
                  <a:lnTo>
                    <a:pt x="198628" y="1324356"/>
                  </a:lnTo>
                  <a:lnTo>
                    <a:pt x="153083" y="1319109"/>
                  </a:lnTo>
                  <a:lnTo>
                    <a:pt x="111274" y="1304165"/>
                  </a:lnTo>
                  <a:lnTo>
                    <a:pt x="74394" y="1280715"/>
                  </a:lnTo>
                  <a:lnTo>
                    <a:pt x="43635" y="1249953"/>
                  </a:lnTo>
                  <a:lnTo>
                    <a:pt x="20188" y="1213070"/>
                  </a:lnTo>
                  <a:lnTo>
                    <a:pt x="5245" y="1171260"/>
                  </a:lnTo>
                  <a:lnTo>
                    <a:pt x="0" y="1125715"/>
                  </a:lnTo>
                  <a:lnTo>
                    <a:pt x="0" y="198628"/>
                  </a:lnTo>
                  <a:close/>
                </a:path>
              </a:pathLst>
            </a:custGeom>
            <a:ln w="12699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431208" y="4031345"/>
            <a:ext cx="922019" cy="1277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CD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Title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Producer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Year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630414" y="4015489"/>
            <a:ext cx="1134745" cy="1296035"/>
            <a:chOff x="7630414" y="4015489"/>
            <a:chExt cx="1134745" cy="1296035"/>
          </a:xfrm>
        </p:grpSpPr>
        <p:sp>
          <p:nvSpPr>
            <p:cNvPr id="11" name="object 11" descr=""/>
            <p:cNvSpPr/>
            <p:nvPr/>
          </p:nvSpPr>
          <p:spPr>
            <a:xfrm>
              <a:off x="7636764" y="4021839"/>
              <a:ext cx="1122045" cy="1283335"/>
            </a:xfrm>
            <a:custGeom>
              <a:avLst/>
              <a:gdLst/>
              <a:ahLst/>
              <a:cxnLst/>
              <a:rect l="l" t="t" r="r" b="b"/>
              <a:pathLst>
                <a:path w="1122045" h="1283335">
                  <a:moveTo>
                    <a:pt x="934719" y="0"/>
                  </a:moveTo>
                  <a:lnTo>
                    <a:pt x="186944" y="0"/>
                  </a:lnTo>
                  <a:lnTo>
                    <a:pt x="137249" y="6677"/>
                  </a:lnTo>
                  <a:lnTo>
                    <a:pt x="92593" y="25522"/>
                  </a:lnTo>
                  <a:lnTo>
                    <a:pt x="54757" y="54752"/>
                  </a:lnTo>
                  <a:lnTo>
                    <a:pt x="25525" y="92587"/>
                  </a:lnTo>
                  <a:lnTo>
                    <a:pt x="6678" y="137245"/>
                  </a:lnTo>
                  <a:lnTo>
                    <a:pt x="0" y="186944"/>
                  </a:lnTo>
                  <a:lnTo>
                    <a:pt x="0" y="1096251"/>
                  </a:lnTo>
                  <a:lnTo>
                    <a:pt x="6678" y="1145950"/>
                  </a:lnTo>
                  <a:lnTo>
                    <a:pt x="25525" y="1190610"/>
                  </a:lnTo>
                  <a:lnTo>
                    <a:pt x="54757" y="1228448"/>
                  </a:lnTo>
                  <a:lnTo>
                    <a:pt x="92593" y="1257682"/>
                  </a:lnTo>
                  <a:lnTo>
                    <a:pt x="137249" y="1276529"/>
                  </a:lnTo>
                  <a:lnTo>
                    <a:pt x="186944" y="1283208"/>
                  </a:lnTo>
                  <a:lnTo>
                    <a:pt x="934719" y="1283208"/>
                  </a:lnTo>
                  <a:lnTo>
                    <a:pt x="984414" y="1276529"/>
                  </a:lnTo>
                  <a:lnTo>
                    <a:pt x="1029070" y="1257682"/>
                  </a:lnTo>
                  <a:lnTo>
                    <a:pt x="1066906" y="1228448"/>
                  </a:lnTo>
                  <a:lnTo>
                    <a:pt x="1096138" y="1190610"/>
                  </a:lnTo>
                  <a:lnTo>
                    <a:pt x="1114985" y="1145950"/>
                  </a:lnTo>
                  <a:lnTo>
                    <a:pt x="1121664" y="1096251"/>
                  </a:lnTo>
                  <a:lnTo>
                    <a:pt x="1121664" y="186944"/>
                  </a:lnTo>
                  <a:lnTo>
                    <a:pt x="1114985" y="137245"/>
                  </a:lnTo>
                  <a:lnTo>
                    <a:pt x="1096138" y="92587"/>
                  </a:lnTo>
                  <a:lnTo>
                    <a:pt x="1066906" y="54752"/>
                  </a:lnTo>
                  <a:lnTo>
                    <a:pt x="1029070" y="25522"/>
                  </a:lnTo>
                  <a:lnTo>
                    <a:pt x="984414" y="6677"/>
                  </a:lnTo>
                  <a:lnTo>
                    <a:pt x="934719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636764" y="4021839"/>
              <a:ext cx="1122045" cy="1283335"/>
            </a:xfrm>
            <a:custGeom>
              <a:avLst/>
              <a:gdLst/>
              <a:ahLst/>
              <a:cxnLst/>
              <a:rect l="l" t="t" r="r" b="b"/>
              <a:pathLst>
                <a:path w="1122045" h="1283335">
                  <a:moveTo>
                    <a:pt x="0" y="186944"/>
                  </a:moveTo>
                  <a:lnTo>
                    <a:pt x="6678" y="137245"/>
                  </a:lnTo>
                  <a:lnTo>
                    <a:pt x="25525" y="92587"/>
                  </a:lnTo>
                  <a:lnTo>
                    <a:pt x="54757" y="54752"/>
                  </a:lnTo>
                  <a:lnTo>
                    <a:pt x="92593" y="25522"/>
                  </a:lnTo>
                  <a:lnTo>
                    <a:pt x="137249" y="6677"/>
                  </a:lnTo>
                  <a:lnTo>
                    <a:pt x="186944" y="0"/>
                  </a:lnTo>
                  <a:lnTo>
                    <a:pt x="934719" y="0"/>
                  </a:lnTo>
                  <a:lnTo>
                    <a:pt x="984414" y="6677"/>
                  </a:lnTo>
                  <a:lnTo>
                    <a:pt x="1029070" y="25522"/>
                  </a:lnTo>
                  <a:lnTo>
                    <a:pt x="1066906" y="54752"/>
                  </a:lnTo>
                  <a:lnTo>
                    <a:pt x="1096138" y="92587"/>
                  </a:lnTo>
                  <a:lnTo>
                    <a:pt x="1114985" y="137245"/>
                  </a:lnTo>
                  <a:lnTo>
                    <a:pt x="1121664" y="186944"/>
                  </a:lnTo>
                  <a:lnTo>
                    <a:pt x="1121664" y="1096251"/>
                  </a:lnTo>
                  <a:lnTo>
                    <a:pt x="1114985" y="1145950"/>
                  </a:lnTo>
                  <a:lnTo>
                    <a:pt x="1096138" y="1190610"/>
                  </a:lnTo>
                  <a:lnTo>
                    <a:pt x="1066906" y="1228448"/>
                  </a:lnTo>
                  <a:lnTo>
                    <a:pt x="1029070" y="1257682"/>
                  </a:lnTo>
                  <a:lnTo>
                    <a:pt x="984414" y="1276529"/>
                  </a:lnTo>
                  <a:lnTo>
                    <a:pt x="934719" y="1283208"/>
                  </a:lnTo>
                  <a:lnTo>
                    <a:pt x="186944" y="1283208"/>
                  </a:lnTo>
                  <a:lnTo>
                    <a:pt x="137249" y="1276529"/>
                  </a:lnTo>
                  <a:lnTo>
                    <a:pt x="92593" y="1257682"/>
                  </a:lnTo>
                  <a:lnTo>
                    <a:pt x="54757" y="1228448"/>
                  </a:lnTo>
                  <a:lnTo>
                    <a:pt x="25525" y="1190610"/>
                  </a:lnTo>
                  <a:lnTo>
                    <a:pt x="6678" y="1145950"/>
                  </a:lnTo>
                  <a:lnTo>
                    <a:pt x="0" y="1096251"/>
                  </a:lnTo>
                  <a:lnTo>
                    <a:pt x="0" y="186944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770309" y="4132500"/>
            <a:ext cx="850265" cy="1033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STORE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Number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Address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468046" y="4369498"/>
            <a:ext cx="1167130" cy="411480"/>
            <a:chOff x="6468046" y="4369498"/>
            <a:chExt cx="1167130" cy="411480"/>
          </a:xfrm>
        </p:grpSpPr>
        <p:sp>
          <p:nvSpPr>
            <p:cNvPr id="15" name="object 15" descr=""/>
            <p:cNvSpPr/>
            <p:nvPr/>
          </p:nvSpPr>
          <p:spPr>
            <a:xfrm>
              <a:off x="6499098" y="4560569"/>
              <a:ext cx="1122045" cy="12700"/>
            </a:xfrm>
            <a:custGeom>
              <a:avLst/>
              <a:gdLst/>
              <a:ahLst/>
              <a:cxnLst/>
              <a:rect l="l" t="t" r="r" b="b"/>
              <a:pathLst>
                <a:path w="1122045" h="12700">
                  <a:moveTo>
                    <a:pt x="0" y="12191"/>
                  </a:moveTo>
                  <a:lnTo>
                    <a:pt x="1121664" y="0"/>
                  </a:lnTo>
                </a:path>
              </a:pathLst>
            </a:custGeom>
            <a:ln w="28575">
              <a:solidFill>
                <a:srgbClr val="4E3629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482334" y="4560569"/>
              <a:ext cx="151130" cy="205740"/>
            </a:xfrm>
            <a:custGeom>
              <a:avLst/>
              <a:gdLst/>
              <a:ahLst/>
              <a:cxnLst/>
              <a:rect l="l" t="t" r="r" b="b"/>
              <a:pathLst>
                <a:path w="151129" h="205739">
                  <a:moveTo>
                    <a:pt x="0" y="205739"/>
                  </a:moveTo>
                  <a:lnTo>
                    <a:pt x="150876" y="0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482334" y="4383785"/>
              <a:ext cx="151130" cy="177165"/>
            </a:xfrm>
            <a:custGeom>
              <a:avLst/>
              <a:gdLst/>
              <a:ahLst/>
              <a:cxnLst/>
              <a:rect l="l" t="t" r="r" b="b"/>
              <a:pathLst>
                <a:path w="151129" h="177164">
                  <a:moveTo>
                    <a:pt x="0" y="0"/>
                  </a:moveTo>
                  <a:lnTo>
                    <a:pt x="150876" y="176784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526674" y="4018433"/>
            <a:ext cx="84518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1130" marR="5080" indent="-139065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contained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869427" y="4611307"/>
            <a:ext cx="7175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contains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452615" y="5445252"/>
            <a:ext cx="2216150" cy="559435"/>
          </a:xfrm>
          <a:prstGeom prst="rect">
            <a:avLst/>
          </a:prstGeom>
          <a:solidFill>
            <a:srgbClr val="FFFFFF"/>
          </a:solidFill>
          <a:ln w="12700">
            <a:solidFill>
              <a:srgbClr val="D1350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2080"/>
              </a:lnSpc>
            </a:pPr>
            <a:r>
              <a:rPr dirty="0" sz="1800" spc="-30">
                <a:solidFill>
                  <a:srgbClr val="D1350F"/>
                </a:solidFill>
                <a:latin typeface="Calibri"/>
                <a:cs typeface="Calibri"/>
              </a:rPr>
              <a:t>Tercer</a:t>
            </a:r>
            <a:r>
              <a:rPr dirty="0" sz="1800" spc="-60">
                <a:solidFill>
                  <a:srgbClr val="D1350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D1350F"/>
                </a:solidFill>
                <a:latin typeface="Calibri"/>
                <a:cs typeface="Calibri"/>
              </a:rPr>
              <a:t>Formato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dirty="0" sz="1800" spc="-10">
                <a:solidFill>
                  <a:srgbClr val="D1350F"/>
                </a:solidFill>
                <a:latin typeface="Calibri"/>
                <a:cs typeface="Calibri"/>
              </a:rPr>
              <a:t>Normal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188454" y="1625859"/>
            <a:ext cx="1576705" cy="1806575"/>
            <a:chOff x="7188454" y="1625859"/>
            <a:chExt cx="1576705" cy="1806575"/>
          </a:xfrm>
        </p:grpSpPr>
        <p:sp>
          <p:nvSpPr>
            <p:cNvPr id="22" name="object 22" descr=""/>
            <p:cNvSpPr/>
            <p:nvPr/>
          </p:nvSpPr>
          <p:spPr>
            <a:xfrm>
              <a:off x="7194804" y="1632209"/>
              <a:ext cx="1564005" cy="1793875"/>
            </a:xfrm>
            <a:custGeom>
              <a:avLst/>
              <a:gdLst/>
              <a:ahLst/>
              <a:cxnLst/>
              <a:rect l="l" t="t" r="r" b="b"/>
              <a:pathLst>
                <a:path w="1564004" h="1793875">
                  <a:moveTo>
                    <a:pt x="1303020" y="0"/>
                  </a:moveTo>
                  <a:lnTo>
                    <a:pt x="260604" y="0"/>
                  </a:lnTo>
                  <a:lnTo>
                    <a:pt x="213759" y="4198"/>
                  </a:lnTo>
                  <a:lnTo>
                    <a:pt x="169670" y="16303"/>
                  </a:lnTo>
                  <a:lnTo>
                    <a:pt x="129071" y="35579"/>
                  </a:lnTo>
                  <a:lnTo>
                    <a:pt x="92699" y="61290"/>
                  </a:lnTo>
                  <a:lnTo>
                    <a:pt x="61290" y="92699"/>
                  </a:lnTo>
                  <a:lnTo>
                    <a:pt x="35579" y="129071"/>
                  </a:lnTo>
                  <a:lnTo>
                    <a:pt x="16303" y="169670"/>
                  </a:lnTo>
                  <a:lnTo>
                    <a:pt x="4198" y="213759"/>
                  </a:lnTo>
                  <a:lnTo>
                    <a:pt x="0" y="260603"/>
                  </a:lnTo>
                  <a:lnTo>
                    <a:pt x="0" y="1533131"/>
                  </a:lnTo>
                  <a:lnTo>
                    <a:pt x="4198" y="1579976"/>
                  </a:lnTo>
                  <a:lnTo>
                    <a:pt x="16303" y="1624066"/>
                  </a:lnTo>
                  <a:lnTo>
                    <a:pt x="35579" y="1664667"/>
                  </a:lnTo>
                  <a:lnTo>
                    <a:pt x="61290" y="1701041"/>
                  </a:lnTo>
                  <a:lnTo>
                    <a:pt x="92699" y="1732452"/>
                  </a:lnTo>
                  <a:lnTo>
                    <a:pt x="129071" y="1758164"/>
                  </a:lnTo>
                  <a:lnTo>
                    <a:pt x="169670" y="1777442"/>
                  </a:lnTo>
                  <a:lnTo>
                    <a:pt x="213759" y="1789548"/>
                  </a:lnTo>
                  <a:lnTo>
                    <a:pt x="260604" y="1793747"/>
                  </a:lnTo>
                  <a:lnTo>
                    <a:pt x="1303020" y="1793747"/>
                  </a:lnTo>
                  <a:lnTo>
                    <a:pt x="1349864" y="1789548"/>
                  </a:lnTo>
                  <a:lnTo>
                    <a:pt x="1393953" y="1777442"/>
                  </a:lnTo>
                  <a:lnTo>
                    <a:pt x="1434552" y="1758164"/>
                  </a:lnTo>
                  <a:lnTo>
                    <a:pt x="1470924" y="1732452"/>
                  </a:lnTo>
                  <a:lnTo>
                    <a:pt x="1502333" y="1701041"/>
                  </a:lnTo>
                  <a:lnTo>
                    <a:pt x="1528044" y="1664667"/>
                  </a:lnTo>
                  <a:lnTo>
                    <a:pt x="1547320" y="1624066"/>
                  </a:lnTo>
                  <a:lnTo>
                    <a:pt x="1559425" y="1579976"/>
                  </a:lnTo>
                  <a:lnTo>
                    <a:pt x="1563624" y="1533131"/>
                  </a:lnTo>
                  <a:lnTo>
                    <a:pt x="1563624" y="260603"/>
                  </a:lnTo>
                  <a:lnTo>
                    <a:pt x="1559425" y="213759"/>
                  </a:lnTo>
                  <a:lnTo>
                    <a:pt x="1547320" y="169670"/>
                  </a:lnTo>
                  <a:lnTo>
                    <a:pt x="1528044" y="129071"/>
                  </a:lnTo>
                  <a:lnTo>
                    <a:pt x="1502333" y="92699"/>
                  </a:lnTo>
                  <a:lnTo>
                    <a:pt x="1470924" y="61290"/>
                  </a:lnTo>
                  <a:lnTo>
                    <a:pt x="1434552" y="35579"/>
                  </a:lnTo>
                  <a:lnTo>
                    <a:pt x="1393953" y="16303"/>
                  </a:lnTo>
                  <a:lnTo>
                    <a:pt x="1349864" y="4198"/>
                  </a:lnTo>
                  <a:lnTo>
                    <a:pt x="130302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194804" y="1632209"/>
              <a:ext cx="1564005" cy="1793875"/>
            </a:xfrm>
            <a:custGeom>
              <a:avLst/>
              <a:gdLst/>
              <a:ahLst/>
              <a:cxnLst/>
              <a:rect l="l" t="t" r="r" b="b"/>
              <a:pathLst>
                <a:path w="1564004" h="1793875">
                  <a:moveTo>
                    <a:pt x="0" y="260603"/>
                  </a:moveTo>
                  <a:lnTo>
                    <a:pt x="4198" y="213759"/>
                  </a:lnTo>
                  <a:lnTo>
                    <a:pt x="16303" y="169670"/>
                  </a:lnTo>
                  <a:lnTo>
                    <a:pt x="35579" y="129071"/>
                  </a:lnTo>
                  <a:lnTo>
                    <a:pt x="61290" y="92699"/>
                  </a:lnTo>
                  <a:lnTo>
                    <a:pt x="92699" y="61290"/>
                  </a:lnTo>
                  <a:lnTo>
                    <a:pt x="129071" y="35579"/>
                  </a:lnTo>
                  <a:lnTo>
                    <a:pt x="169670" y="16303"/>
                  </a:lnTo>
                  <a:lnTo>
                    <a:pt x="213759" y="4198"/>
                  </a:lnTo>
                  <a:lnTo>
                    <a:pt x="260604" y="0"/>
                  </a:lnTo>
                  <a:lnTo>
                    <a:pt x="1303020" y="0"/>
                  </a:lnTo>
                  <a:lnTo>
                    <a:pt x="1349864" y="4198"/>
                  </a:lnTo>
                  <a:lnTo>
                    <a:pt x="1393953" y="16303"/>
                  </a:lnTo>
                  <a:lnTo>
                    <a:pt x="1434552" y="35579"/>
                  </a:lnTo>
                  <a:lnTo>
                    <a:pt x="1470924" y="61290"/>
                  </a:lnTo>
                  <a:lnTo>
                    <a:pt x="1502333" y="92699"/>
                  </a:lnTo>
                  <a:lnTo>
                    <a:pt x="1528044" y="129071"/>
                  </a:lnTo>
                  <a:lnTo>
                    <a:pt x="1547320" y="169670"/>
                  </a:lnTo>
                  <a:lnTo>
                    <a:pt x="1559425" y="213759"/>
                  </a:lnTo>
                  <a:lnTo>
                    <a:pt x="1563624" y="260603"/>
                  </a:lnTo>
                  <a:lnTo>
                    <a:pt x="1563624" y="1533131"/>
                  </a:lnTo>
                  <a:lnTo>
                    <a:pt x="1559425" y="1579976"/>
                  </a:lnTo>
                  <a:lnTo>
                    <a:pt x="1547320" y="1624066"/>
                  </a:lnTo>
                  <a:lnTo>
                    <a:pt x="1528044" y="1664667"/>
                  </a:lnTo>
                  <a:lnTo>
                    <a:pt x="1502333" y="1701041"/>
                  </a:lnTo>
                  <a:lnTo>
                    <a:pt x="1470924" y="1732452"/>
                  </a:lnTo>
                  <a:lnTo>
                    <a:pt x="1434552" y="1758164"/>
                  </a:lnTo>
                  <a:lnTo>
                    <a:pt x="1393953" y="1777442"/>
                  </a:lnTo>
                  <a:lnTo>
                    <a:pt x="1349864" y="1789548"/>
                  </a:lnTo>
                  <a:lnTo>
                    <a:pt x="1303020" y="1793747"/>
                  </a:lnTo>
                  <a:lnTo>
                    <a:pt x="260604" y="1793747"/>
                  </a:lnTo>
                  <a:lnTo>
                    <a:pt x="213759" y="1789548"/>
                  </a:lnTo>
                  <a:lnTo>
                    <a:pt x="169670" y="1777442"/>
                  </a:lnTo>
                  <a:lnTo>
                    <a:pt x="129071" y="1758164"/>
                  </a:lnTo>
                  <a:lnTo>
                    <a:pt x="92699" y="1732452"/>
                  </a:lnTo>
                  <a:lnTo>
                    <a:pt x="61290" y="1701041"/>
                  </a:lnTo>
                  <a:lnTo>
                    <a:pt x="35579" y="1664667"/>
                  </a:lnTo>
                  <a:lnTo>
                    <a:pt x="16303" y="1624066"/>
                  </a:lnTo>
                  <a:lnTo>
                    <a:pt x="4198" y="1579976"/>
                  </a:lnTo>
                  <a:lnTo>
                    <a:pt x="0" y="1533131"/>
                  </a:lnTo>
                  <a:lnTo>
                    <a:pt x="0" y="260603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350530" y="1632468"/>
            <a:ext cx="1301115" cy="176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4E3629"/>
                </a:solidFill>
                <a:latin typeface="Calibri"/>
                <a:cs typeface="Calibri"/>
              </a:rPr>
              <a:t>CD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Title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Producer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Year</a:t>
            </a:r>
            <a:endParaRPr sz="1600">
              <a:latin typeface="Calibri"/>
              <a:cs typeface="Calibri"/>
            </a:endParaRPr>
          </a:p>
          <a:p>
            <a:pPr marL="165735" indent="-153035">
              <a:lnSpc>
                <a:spcPct val="100000"/>
              </a:lnSpc>
              <a:buChar char="o"/>
              <a:tabLst>
                <a:tab pos="165735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Store</a:t>
            </a:r>
            <a:r>
              <a:rPr dirty="0" sz="1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5735" indent="-153035">
              <a:lnSpc>
                <a:spcPct val="100000"/>
              </a:lnSpc>
              <a:buChar char="o"/>
              <a:tabLst>
                <a:tab pos="165735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Store</a:t>
            </a:r>
            <a:r>
              <a:rPr dirty="0" sz="1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address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27" name="object 27" descr=""/>
          <p:cNvSpPr txBox="1"/>
          <p:nvPr/>
        </p:nvSpPr>
        <p:spPr>
          <a:xfrm>
            <a:off x="8750490" y="6567768"/>
            <a:ext cx="8953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50">
                <a:solidFill>
                  <a:srgbClr val="4E3629"/>
                </a:solidFill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5495544" y="1908048"/>
            <a:ext cx="1564005" cy="131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350F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 marL="90805" marR="552450">
              <a:lnSpc>
                <a:spcPct val="100000"/>
              </a:lnSpc>
              <a:spcBef>
                <a:spcPts val="720"/>
              </a:spcBef>
            </a:pP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Violación </a:t>
            </a: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1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40">
                <a:solidFill>
                  <a:srgbClr val="4E3629"/>
                </a:solidFill>
                <a:latin typeface="Calibri"/>
                <a:cs typeface="Calibri"/>
              </a:rPr>
              <a:t>Tercer </a:t>
            </a: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Formato Normal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597979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95"/>
              <a:t> </a:t>
            </a:r>
            <a:r>
              <a:rPr dirty="0"/>
              <a:t>de</a:t>
            </a:r>
            <a:r>
              <a:rPr dirty="0" spc="-85"/>
              <a:t> </a:t>
            </a:r>
            <a:r>
              <a:rPr dirty="0" spc="-50"/>
              <a:t>Tercer</a:t>
            </a:r>
            <a:r>
              <a:rPr dirty="0" spc="-110"/>
              <a:t> </a:t>
            </a:r>
            <a:r>
              <a:rPr dirty="0"/>
              <a:t>Formato</a:t>
            </a:r>
            <a:r>
              <a:rPr dirty="0" spc="-100"/>
              <a:t> </a:t>
            </a:r>
            <a:r>
              <a:rPr dirty="0" spc="-10"/>
              <a:t>Normal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80959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Considere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seguimiento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información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sobre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ciudades: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2183835"/>
            <a:ext cx="4164965" cy="20904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4785" marR="5080">
              <a:lnSpc>
                <a:spcPts val="3030"/>
              </a:lnSpc>
              <a:spcBef>
                <a:spcPts val="470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tamaño,</a:t>
            </a:r>
            <a:r>
              <a:rPr dirty="0" sz="2800" spc="-1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población,</a:t>
            </a:r>
            <a:r>
              <a:rPr dirty="0" sz="2800" spc="-114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alcalde,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marL="182880" marR="210185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primer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modelo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entidad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incluye 	información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estado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3552" y="4307969"/>
            <a:ext cx="510222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Aunque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atributo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ciudad,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flor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estado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es,</a:t>
            </a:r>
            <a:r>
              <a:rPr dirty="0" sz="2800" spc="7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70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realidad,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atributo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estado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6575806" y="2086095"/>
            <a:ext cx="2169160" cy="2461895"/>
            <a:chOff x="6575806" y="2086095"/>
            <a:chExt cx="2169160" cy="2461895"/>
          </a:xfrm>
        </p:grpSpPr>
        <p:sp>
          <p:nvSpPr>
            <p:cNvPr id="7" name="object 7" descr=""/>
            <p:cNvSpPr/>
            <p:nvPr/>
          </p:nvSpPr>
          <p:spPr>
            <a:xfrm>
              <a:off x="6582156" y="2092445"/>
              <a:ext cx="2156460" cy="2449195"/>
            </a:xfrm>
            <a:custGeom>
              <a:avLst/>
              <a:gdLst/>
              <a:ahLst/>
              <a:cxnLst/>
              <a:rect l="l" t="t" r="r" b="b"/>
              <a:pathLst>
                <a:path w="2156459" h="2449195">
                  <a:moveTo>
                    <a:pt x="1797050" y="0"/>
                  </a:moveTo>
                  <a:lnTo>
                    <a:pt x="359410" y="0"/>
                  </a:lnTo>
                  <a:lnTo>
                    <a:pt x="310641" y="3281"/>
                  </a:lnTo>
                  <a:lnTo>
                    <a:pt x="263867" y="12839"/>
                  </a:lnTo>
                  <a:lnTo>
                    <a:pt x="219514" y="28245"/>
                  </a:lnTo>
                  <a:lnTo>
                    <a:pt x="178012" y="49072"/>
                  </a:lnTo>
                  <a:lnTo>
                    <a:pt x="139788" y="74891"/>
                  </a:lnTo>
                  <a:lnTo>
                    <a:pt x="105271" y="105273"/>
                  </a:lnTo>
                  <a:lnTo>
                    <a:pt x="74890" y="139791"/>
                  </a:lnTo>
                  <a:lnTo>
                    <a:pt x="49071" y="178016"/>
                  </a:lnTo>
                  <a:lnTo>
                    <a:pt x="28245" y="219520"/>
                  </a:lnTo>
                  <a:lnTo>
                    <a:pt x="12839" y="263874"/>
                  </a:lnTo>
                  <a:lnTo>
                    <a:pt x="3281" y="310651"/>
                  </a:lnTo>
                  <a:lnTo>
                    <a:pt x="0" y="359422"/>
                  </a:lnTo>
                  <a:lnTo>
                    <a:pt x="0" y="2089658"/>
                  </a:lnTo>
                  <a:lnTo>
                    <a:pt x="3281" y="2138428"/>
                  </a:lnTo>
                  <a:lnTo>
                    <a:pt x="12839" y="2185204"/>
                  </a:lnTo>
                  <a:lnTo>
                    <a:pt x="28245" y="2229558"/>
                  </a:lnTo>
                  <a:lnTo>
                    <a:pt x="49071" y="2271061"/>
                  </a:lnTo>
                  <a:lnTo>
                    <a:pt x="74890" y="2309284"/>
                  </a:lnTo>
                  <a:lnTo>
                    <a:pt x="105271" y="2343800"/>
                  </a:lnTo>
                  <a:lnTo>
                    <a:pt x="139788" y="2374181"/>
                  </a:lnTo>
                  <a:lnTo>
                    <a:pt x="178012" y="2399998"/>
                  </a:lnTo>
                  <a:lnTo>
                    <a:pt x="219514" y="2420824"/>
                  </a:lnTo>
                  <a:lnTo>
                    <a:pt x="263867" y="2436229"/>
                  </a:lnTo>
                  <a:lnTo>
                    <a:pt x="310641" y="2445787"/>
                  </a:lnTo>
                  <a:lnTo>
                    <a:pt x="359410" y="2449068"/>
                  </a:lnTo>
                  <a:lnTo>
                    <a:pt x="1797050" y="2449068"/>
                  </a:lnTo>
                  <a:lnTo>
                    <a:pt x="1845818" y="2445787"/>
                  </a:lnTo>
                  <a:lnTo>
                    <a:pt x="1892592" y="2436229"/>
                  </a:lnTo>
                  <a:lnTo>
                    <a:pt x="1936945" y="2420824"/>
                  </a:lnTo>
                  <a:lnTo>
                    <a:pt x="1978447" y="2399998"/>
                  </a:lnTo>
                  <a:lnTo>
                    <a:pt x="2016671" y="2374181"/>
                  </a:lnTo>
                  <a:lnTo>
                    <a:pt x="2051188" y="2343800"/>
                  </a:lnTo>
                  <a:lnTo>
                    <a:pt x="2081569" y="2309284"/>
                  </a:lnTo>
                  <a:lnTo>
                    <a:pt x="2107388" y="2271061"/>
                  </a:lnTo>
                  <a:lnTo>
                    <a:pt x="2128214" y="2229558"/>
                  </a:lnTo>
                  <a:lnTo>
                    <a:pt x="2143620" y="2185204"/>
                  </a:lnTo>
                  <a:lnTo>
                    <a:pt x="2153178" y="2138428"/>
                  </a:lnTo>
                  <a:lnTo>
                    <a:pt x="2156460" y="2089658"/>
                  </a:lnTo>
                  <a:lnTo>
                    <a:pt x="2156460" y="359422"/>
                  </a:lnTo>
                  <a:lnTo>
                    <a:pt x="2153178" y="310651"/>
                  </a:lnTo>
                  <a:lnTo>
                    <a:pt x="2143620" y="263874"/>
                  </a:lnTo>
                  <a:lnTo>
                    <a:pt x="2128214" y="219520"/>
                  </a:lnTo>
                  <a:lnTo>
                    <a:pt x="2107388" y="178016"/>
                  </a:lnTo>
                  <a:lnTo>
                    <a:pt x="2081569" y="139791"/>
                  </a:lnTo>
                  <a:lnTo>
                    <a:pt x="2051188" y="105273"/>
                  </a:lnTo>
                  <a:lnTo>
                    <a:pt x="2016671" y="74891"/>
                  </a:lnTo>
                  <a:lnTo>
                    <a:pt x="1978447" y="49072"/>
                  </a:lnTo>
                  <a:lnTo>
                    <a:pt x="1936945" y="28245"/>
                  </a:lnTo>
                  <a:lnTo>
                    <a:pt x="1892592" y="12839"/>
                  </a:lnTo>
                  <a:lnTo>
                    <a:pt x="1845818" y="3281"/>
                  </a:lnTo>
                  <a:lnTo>
                    <a:pt x="179705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582156" y="2092445"/>
              <a:ext cx="2156460" cy="2449195"/>
            </a:xfrm>
            <a:custGeom>
              <a:avLst/>
              <a:gdLst/>
              <a:ahLst/>
              <a:cxnLst/>
              <a:rect l="l" t="t" r="r" b="b"/>
              <a:pathLst>
                <a:path w="2156459" h="2449195">
                  <a:moveTo>
                    <a:pt x="0" y="359422"/>
                  </a:moveTo>
                  <a:lnTo>
                    <a:pt x="3281" y="310651"/>
                  </a:lnTo>
                  <a:lnTo>
                    <a:pt x="12839" y="263874"/>
                  </a:lnTo>
                  <a:lnTo>
                    <a:pt x="28245" y="219520"/>
                  </a:lnTo>
                  <a:lnTo>
                    <a:pt x="49071" y="178016"/>
                  </a:lnTo>
                  <a:lnTo>
                    <a:pt x="74890" y="139791"/>
                  </a:lnTo>
                  <a:lnTo>
                    <a:pt x="105271" y="105273"/>
                  </a:lnTo>
                  <a:lnTo>
                    <a:pt x="139788" y="74891"/>
                  </a:lnTo>
                  <a:lnTo>
                    <a:pt x="178012" y="49072"/>
                  </a:lnTo>
                  <a:lnTo>
                    <a:pt x="219514" y="28245"/>
                  </a:lnTo>
                  <a:lnTo>
                    <a:pt x="263867" y="12839"/>
                  </a:lnTo>
                  <a:lnTo>
                    <a:pt x="310641" y="3281"/>
                  </a:lnTo>
                  <a:lnTo>
                    <a:pt x="359410" y="0"/>
                  </a:lnTo>
                  <a:lnTo>
                    <a:pt x="1797050" y="0"/>
                  </a:lnTo>
                  <a:lnTo>
                    <a:pt x="1845818" y="3281"/>
                  </a:lnTo>
                  <a:lnTo>
                    <a:pt x="1892592" y="12839"/>
                  </a:lnTo>
                  <a:lnTo>
                    <a:pt x="1936945" y="28245"/>
                  </a:lnTo>
                  <a:lnTo>
                    <a:pt x="1978447" y="49072"/>
                  </a:lnTo>
                  <a:lnTo>
                    <a:pt x="2016671" y="74891"/>
                  </a:lnTo>
                  <a:lnTo>
                    <a:pt x="2051188" y="105273"/>
                  </a:lnTo>
                  <a:lnTo>
                    <a:pt x="2081569" y="139791"/>
                  </a:lnTo>
                  <a:lnTo>
                    <a:pt x="2107388" y="178016"/>
                  </a:lnTo>
                  <a:lnTo>
                    <a:pt x="2128214" y="219520"/>
                  </a:lnTo>
                  <a:lnTo>
                    <a:pt x="2143620" y="263874"/>
                  </a:lnTo>
                  <a:lnTo>
                    <a:pt x="2153178" y="310651"/>
                  </a:lnTo>
                  <a:lnTo>
                    <a:pt x="2156460" y="359422"/>
                  </a:lnTo>
                  <a:lnTo>
                    <a:pt x="2156460" y="2089658"/>
                  </a:lnTo>
                  <a:lnTo>
                    <a:pt x="2153178" y="2138428"/>
                  </a:lnTo>
                  <a:lnTo>
                    <a:pt x="2143620" y="2185204"/>
                  </a:lnTo>
                  <a:lnTo>
                    <a:pt x="2128214" y="2229558"/>
                  </a:lnTo>
                  <a:lnTo>
                    <a:pt x="2107388" y="2271061"/>
                  </a:lnTo>
                  <a:lnTo>
                    <a:pt x="2081569" y="2309284"/>
                  </a:lnTo>
                  <a:lnTo>
                    <a:pt x="2051188" y="2343800"/>
                  </a:lnTo>
                  <a:lnTo>
                    <a:pt x="2016671" y="2374181"/>
                  </a:lnTo>
                  <a:lnTo>
                    <a:pt x="1978447" y="2399998"/>
                  </a:lnTo>
                  <a:lnTo>
                    <a:pt x="1936945" y="2420824"/>
                  </a:lnTo>
                  <a:lnTo>
                    <a:pt x="1892592" y="2436229"/>
                  </a:lnTo>
                  <a:lnTo>
                    <a:pt x="1845818" y="2445787"/>
                  </a:lnTo>
                  <a:lnTo>
                    <a:pt x="1797050" y="2449067"/>
                  </a:lnTo>
                  <a:lnTo>
                    <a:pt x="359410" y="2449067"/>
                  </a:lnTo>
                  <a:lnTo>
                    <a:pt x="310641" y="2445787"/>
                  </a:lnTo>
                  <a:lnTo>
                    <a:pt x="263867" y="2436229"/>
                  </a:lnTo>
                  <a:lnTo>
                    <a:pt x="219514" y="2420824"/>
                  </a:lnTo>
                  <a:lnTo>
                    <a:pt x="178012" y="2399998"/>
                  </a:lnTo>
                  <a:lnTo>
                    <a:pt x="139788" y="2374181"/>
                  </a:lnTo>
                  <a:lnTo>
                    <a:pt x="105271" y="2343800"/>
                  </a:lnTo>
                  <a:lnTo>
                    <a:pt x="74890" y="2309284"/>
                  </a:lnTo>
                  <a:lnTo>
                    <a:pt x="49071" y="2271061"/>
                  </a:lnTo>
                  <a:lnTo>
                    <a:pt x="28245" y="2229558"/>
                  </a:lnTo>
                  <a:lnTo>
                    <a:pt x="12839" y="2185204"/>
                  </a:lnTo>
                  <a:lnTo>
                    <a:pt x="3281" y="2138428"/>
                  </a:lnTo>
                  <a:lnTo>
                    <a:pt x="0" y="2089658"/>
                  </a:lnTo>
                  <a:lnTo>
                    <a:pt x="0" y="359422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766162" y="2175933"/>
            <a:ext cx="664210" cy="1033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4E3629"/>
                </a:solidFill>
                <a:latin typeface="Calibri"/>
                <a:cs typeface="Calibri"/>
              </a:rPr>
              <a:t>CITY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Size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6766162" y="3184815"/>
            <a:ext cx="10661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*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Population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66162" y="3672493"/>
            <a:ext cx="5956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*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State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85944" y="2490216"/>
            <a:ext cx="1564005" cy="1222375"/>
          </a:xfrm>
          <a:prstGeom prst="rect">
            <a:avLst/>
          </a:prstGeom>
          <a:solidFill>
            <a:srgbClr val="FFFFFF"/>
          </a:solidFill>
          <a:ln w="12700">
            <a:solidFill>
              <a:srgbClr val="D1350F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90805" marR="552450">
              <a:lnSpc>
                <a:spcPct val="100000"/>
              </a:lnSpc>
              <a:spcBef>
                <a:spcPts val="365"/>
              </a:spcBef>
            </a:pP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Violación </a:t>
            </a: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1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40">
                <a:solidFill>
                  <a:srgbClr val="4E3629"/>
                </a:solidFill>
                <a:latin typeface="Calibri"/>
                <a:cs typeface="Calibri"/>
              </a:rPr>
              <a:t>Tercer </a:t>
            </a: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Formato Normal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596589" y="2417930"/>
            <a:ext cx="946785" cy="81788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500"/>
              </a:spcBef>
            </a:pPr>
            <a:r>
              <a:rPr dirty="0" sz="1400" spc="-50">
                <a:solidFill>
                  <a:srgbClr val="FF3B30"/>
                </a:solidFill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  <a:p>
            <a:pPr algn="ctr" marL="12700" marR="5080">
              <a:lnSpc>
                <a:spcPct val="122500"/>
              </a:lnSpc>
              <a:spcBef>
                <a:spcPts val="30"/>
              </a:spcBef>
            </a:pPr>
            <a:r>
              <a:rPr dirty="0" sz="1400">
                <a:solidFill>
                  <a:srgbClr val="FF3B30"/>
                </a:solidFill>
                <a:latin typeface="Arial MT"/>
                <a:cs typeface="Arial MT"/>
              </a:rPr>
              <a:t>Villa</a:t>
            </a:r>
            <a:r>
              <a:rPr dirty="0" sz="1400" spc="40">
                <a:solidFill>
                  <a:srgbClr val="FF3B30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3B30"/>
                </a:solidFill>
                <a:latin typeface="Arial MT"/>
                <a:cs typeface="Arial MT"/>
              </a:rPr>
              <a:t>Nueva </a:t>
            </a:r>
            <a:r>
              <a:rPr dirty="0" sz="1400" spc="-25">
                <a:solidFill>
                  <a:srgbClr val="FF3B30"/>
                </a:solidFill>
                <a:latin typeface="Arial MT"/>
                <a:cs typeface="Arial MT"/>
              </a:rPr>
              <a:t>50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987125" y="3244117"/>
            <a:ext cx="432434" cy="2451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>
                <a:solidFill>
                  <a:srgbClr val="FF3B30"/>
                </a:solidFill>
                <a:latin typeface="Arial MT"/>
                <a:cs typeface="Arial MT"/>
              </a:rPr>
              <a:t>1000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740762" y="3453928"/>
            <a:ext cx="19481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6944" sz="2400">
                <a:solidFill>
                  <a:srgbClr val="4E3629"/>
                </a:solidFill>
                <a:latin typeface="Calibri"/>
                <a:cs typeface="Calibri"/>
              </a:rPr>
              <a:t>*</a:t>
            </a:r>
            <a:r>
              <a:rPr dirty="0" baseline="6944" sz="2400" spc="67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baseline="6944" sz="2400" spc="-37">
                <a:solidFill>
                  <a:srgbClr val="4E3629"/>
                </a:solidFill>
                <a:latin typeface="Calibri"/>
                <a:cs typeface="Calibri"/>
              </a:rPr>
              <a:t>Mayor</a:t>
            </a:r>
            <a:r>
              <a:rPr dirty="0" baseline="6944" sz="2400" spc="-262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3B30"/>
                </a:solidFill>
                <a:latin typeface="Arial MT"/>
                <a:cs typeface="Arial MT"/>
              </a:rPr>
              <a:t>Mickey</a:t>
            </a:r>
            <a:r>
              <a:rPr dirty="0" sz="1400" spc="55">
                <a:solidFill>
                  <a:srgbClr val="FF3B30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3B30"/>
                </a:solidFill>
                <a:latin typeface="Arial MT"/>
                <a:cs typeface="Arial MT"/>
              </a:rPr>
              <a:t>Mouse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612096" y="3727407"/>
            <a:ext cx="919480" cy="2451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3B30"/>
                </a:solidFill>
                <a:latin typeface="Arial MT"/>
                <a:cs typeface="Arial MT"/>
              </a:rPr>
              <a:t>Guatemala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766162" y="3852221"/>
            <a:ext cx="1830705" cy="61023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*</a:t>
            </a:r>
            <a:r>
              <a:rPr dirty="0" sz="1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State</a:t>
            </a:r>
            <a:r>
              <a:rPr dirty="0" sz="1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flower</a:t>
            </a:r>
            <a:endParaRPr sz="1600">
              <a:latin typeface="Calibri"/>
              <a:cs typeface="Calibri"/>
            </a:endParaRPr>
          </a:p>
          <a:p>
            <a:pPr marL="710565">
              <a:lnSpc>
                <a:spcPct val="100000"/>
              </a:lnSpc>
              <a:spcBef>
                <a:spcPts val="490"/>
              </a:spcBef>
            </a:pPr>
            <a:r>
              <a:rPr dirty="0" sz="1400">
                <a:solidFill>
                  <a:srgbClr val="FF3B30"/>
                </a:solidFill>
                <a:latin typeface="Arial MT"/>
                <a:cs typeface="Arial MT"/>
              </a:rPr>
              <a:t>Monja</a:t>
            </a:r>
            <a:r>
              <a:rPr dirty="0" sz="1400" spc="114">
                <a:solidFill>
                  <a:srgbClr val="FF3B30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3B30"/>
                </a:solidFill>
                <a:latin typeface="Arial MT"/>
                <a:cs typeface="Arial MT"/>
              </a:rPr>
              <a:t>Blanca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95"/>
              <a:t> </a:t>
            </a:r>
            <a:r>
              <a:rPr dirty="0"/>
              <a:t>de</a:t>
            </a:r>
            <a:r>
              <a:rPr dirty="0" spc="-85"/>
              <a:t> </a:t>
            </a:r>
            <a:r>
              <a:rPr dirty="0" spc="-50"/>
              <a:t>Tercer</a:t>
            </a:r>
            <a:r>
              <a:rPr dirty="0" spc="-110"/>
              <a:t> </a:t>
            </a:r>
            <a:r>
              <a:rPr dirty="0"/>
              <a:t>Formato</a:t>
            </a:r>
            <a:r>
              <a:rPr dirty="0" spc="-100"/>
              <a:t> </a:t>
            </a:r>
            <a:r>
              <a:rPr dirty="0" spc="-10"/>
              <a:t>Normal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9747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segundo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modelo,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entidad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ESTADO,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tercer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formato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normal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575806" y="2086095"/>
            <a:ext cx="2169160" cy="2461895"/>
            <a:chOff x="6575806" y="2086095"/>
            <a:chExt cx="2169160" cy="2461895"/>
          </a:xfrm>
        </p:grpSpPr>
        <p:sp>
          <p:nvSpPr>
            <p:cNvPr id="5" name="object 5" descr=""/>
            <p:cNvSpPr/>
            <p:nvPr/>
          </p:nvSpPr>
          <p:spPr>
            <a:xfrm>
              <a:off x="6582156" y="2092445"/>
              <a:ext cx="2156460" cy="2449195"/>
            </a:xfrm>
            <a:custGeom>
              <a:avLst/>
              <a:gdLst/>
              <a:ahLst/>
              <a:cxnLst/>
              <a:rect l="l" t="t" r="r" b="b"/>
              <a:pathLst>
                <a:path w="2156459" h="2449195">
                  <a:moveTo>
                    <a:pt x="1797050" y="0"/>
                  </a:moveTo>
                  <a:lnTo>
                    <a:pt x="359410" y="0"/>
                  </a:lnTo>
                  <a:lnTo>
                    <a:pt x="310641" y="3281"/>
                  </a:lnTo>
                  <a:lnTo>
                    <a:pt x="263867" y="12839"/>
                  </a:lnTo>
                  <a:lnTo>
                    <a:pt x="219514" y="28245"/>
                  </a:lnTo>
                  <a:lnTo>
                    <a:pt x="178012" y="49072"/>
                  </a:lnTo>
                  <a:lnTo>
                    <a:pt x="139788" y="74891"/>
                  </a:lnTo>
                  <a:lnTo>
                    <a:pt x="105271" y="105273"/>
                  </a:lnTo>
                  <a:lnTo>
                    <a:pt x="74890" y="139791"/>
                  </a:lnTo>
                  <a:lnTo>
                    <a:pt x="49071" y="178016"/>
                  </a:lnTo>
                  <a:lnTo>
                    <a:pt x="28245" y="219520"/>
                  </a:lnTo>
                  <a:lnTo>
                    <a:pt x="12839" y="263874"/>
                  </a:lnTo>
                  <a:lnTo>
                    <a:pt x="3281" y="310651"/>
                  </a:lnTo>
                  <a:lnTo>
                    <a:pt x="0" y="359422"/>
                  </a:lnTo>
                  <a:lnTo>
                    <a:pt x="0" y="2089658"/>
                  </a:lnTo>
                  <a:lnTo>
                    <a:pt x="3281" y="2138428"/>
                  </a:lnTo>
                  <a:lnTo>
                    <a:pt x="12839" y="2185204"/>
                  </a:lnTo>
                  <a:lnTo>
                    <a:pt x="28245" y="2229558"/>
                  </a:lnTo>
                  <a:lnTo>
                    <a:pt x="49071" y="2271061"/>
                  </a:lnTo>
                  <a:lnTo>
                    <a:pt x="74890" y="2309284"/>
                  </a:lnTo>
                  <a:lnTo>
                    <a:pt x="105271" y="2343800"/>
                  </a:lnTo>
                  <a:lnTo>
                    <a:pt x="139788" y="2374181"/>
                  </a:lnTo>
                  <a:lnTo>
                    <a:pt x="178012" y="2399998"/>
                  </a:lnTo>
                  <a:lnTo>
                    <a:pt x="219514" y="2420824"/>
                  </a:lnTo>
                  <a:lnTo>
                    <a:pt x="263867" y="2436229"/>
                  </a:lnTo>
                  <a:lnTo>
                    <a:pt x="310641" y="2445787"/>
                  </a:lnTo>
                  <a:lnTo>
                    <a:pt x="359410" y="2449068"/>
                  </a:lnTo>
                  <a:lnTo>
                    <a:pt x="1797050" y="2449068"/>
                  </a:lnTo>
                  <a:lnTo>
                    <a:pt x="1845818" y="2445787"/>
                  </a:lnTo>
                  <a:lnTo>
                    <a:pt x="1892592" y="2436229"/>
                  </a:lnTo>
                  <a:lnTo>
                    <a:pt x="1936945" y="2420824"/>
                  </a:lnTo>
                  <a:lnTo>
                    <a:pt x="1978447" y="2399998"/>
                  </a:lnTo>
                  <a:lnTo>
                    <a:pt x="2016671" y="2374181"/>
                  </a:lnTo>
                  <a:lnTo>
                    <a:pt x="2051188" y="2343800"/>
                  </a:lnTo>
                  <a:lnTo>
                    <a:pt x="2081569" y="2309284"/>
                  </a:lnTo>
                  <a:lnTo>
                    <a:pt x="2107388" y="2271061"/>
                  </a:lnTo>
                  <a:lnTo>
                    <a:pt x="2128214" y="2229558"/>
                  </a:lnTo>
                  <a:lnTo>
                    <a:pt x="2143620" y="2185204"/>
                  </a:lnTo>
                  <a:lnTo>
                    <a:pt x="2153178" y="2138428"/>
                  </a:lnTo>
                  <a:lnTo>
                    <a:pt x="2156460" y="2089658"/>
                  </a:lnTo>
                  <a:lnTo>
                    <a:pt x="2156460" y="359422"/>
                  </a:lnTo>
                  <a:lnTo>
                    <a:pt x="2153178" y="310651"/>
                  </a:lnTo>
                  <a:lnTo>
                    <a:pt x="2143620" y="263874"/>
                  </a:lnTo>
                  <a:lnTo>
                    <a:pt x="2128214" y="219520"/>
                  </a:lnTo>
                  <a:lnTo>
                    <a:pt x="2107388" y="178016"/>
                  </a:lnTo>
                  <a:lnTo>
                    <a:pt x="2081569" y="139791"/>
                  </a:lnTo>
                  <a:lnTo>
                    <a:pt x="2051188" y="105273"/>
                  </a:lnTo>
                  <a:lnTo>
                    <a:pt x="2016671" y="74891"/>
                  </a:lnTo>
                  <a:lnTo>
                    <a:pt x="1978447" y="49072"/>
                  </a:lnTo>
                  <a:lnTo>
                    <a:pt x="1936945" y="28245"/>
                  </a:lnTo>
                  <a:lnTo>
                    <a:pt x="1892592" y="12839"/>
                  </a:lnTo>
                  <a:lnTo>
                    <a:pt x="1845818" y="3281"/>
                  </a:lnTo>
                  <a:lnTo>
                    <a:pt x="179705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582156" y="2092445"/>
              <a:ext cx="2156460" cy="2449195"/>
            </a:xfrm>
            <a:custGeom>
              <a:avLst/>
              <a:gdLst/>
              <a:ahLst/>
              <a:cxnLst/>
              <a:rect l="l" t="t" r="r" b="b"/>
              <a:pathLst>
                <a:path w="2156459" h="2449195">
                  <a:moveTo>
                    <a:pt x="0" y="359422"/>
                  </a:moveTo>
                  <a:lnTo>
                    <a:pt x="3281" y="310651"/>
                  </a:lnTo>
                  <a:lnTo>
                    <a:pt x="12839" y="263874"/>
                  </a:lnTo>
                  <a:lnTo>
                    <a:pt x="28245" y="219520"/>
                  </a:lnTo>
                  <a:lnTo>
                    <a:pt x="49071" y="178016"/>
                  </a:lnTo>
                  <a:lnTo>
                    <a:pt x="74890" y="139791"/>
                  </a:lnTo>
                  <a:lnTo>
                    <a:pt x="105271" y="105273"/>
                  </a:lnTo>
                  <a:lnTo>
                    <a:pt x="139788" y="74891"/>
                  </a:lnTo>
                  <a:lnTo>
                    <a:pt x="178012" y="49072"/>
                  </a:lnTo>
                  <a:lnTo>
                    <a:pt x="219514" y="28245"/>
                  </a:lnTo>
                  <a:lnTo>
                    <a:pt x="263867" y="12839"/>
                  </a:lnTo>
                  <a:lnTo>
                    <a:pt x="310641" y="3281"/>
                  </a:lnTo>
                  <a:lnTo>
                    <a:pt x="359410" y="0"/>
                  </a:lnTo>
                  <a:lnTo>
                    <a:pt x="1797050" y="0"/>
                  </a:lnTo>
                  <a:lnTo>
                    <a:pt x="1845818" y="3281"/>
                  </a:lnTo>
                  <a:lnTo>
                    <a:pt x="1892592" y="12839"/>
                  </a:lnTo>
                  <a:lnTo>
                    <a:pt x="1936945" y="28245"/>
                  </a:lnTo>
                  <a:lnTo>
                    <a:pt x="1978447" y="49072"/>
                  </a:lnTo>
                  <a:lnTo>
                    <a:pt x="2016671" y="74891"/>
                  </a:lnTo>
                  <a:lnTo>
                    <a:pt x="2051188" y="105273"/>
                  </a:lnTo>
                  <a:lnTo>
                    <a:pt x="2081569" y="139791"/>
                  </a:lnTo>
                  <a:lnTo>
                    <a:pt x="2107388" y="178016"/>
                  </a:lnTo>
                  <a:lnTo>
                    <a:pt x="2128214" y="219520"/>
                  </a:lnTo>
                  <a:lnTo>
                    <a:pt x="2143620" y="263874"/>
                  </a:lnTo>
                  <a:lnTo>
                    <a:pt x="2153178" y="310651"/>
                  </a:lnTo>
                  <a:lnTo>
                    <a:pt x="2156460" y="359422"/>
                  </a:lnTo>
                  <a:lnTo>
                    <a:pt x="2156460" y="2089658"/>
                  </a:lnTo>
                  <a:lnTo>
                    <a:pt x="2153178" y="2138428"/>
                  </a:lnTo>
                  <a:lnTo>
                    <a:pt x="2143620" y="2185204"/>
                  </a:lnTo>
                  <a:lnTo>
                    <a:pt x="2128214" y="2229558"/>
                  </a:lnTo>
                  <a:lnTo>
                    <a:pt x="2107388" y="2271061"/>
                  </a:lnTo>
                  <a:lnTo>
                    <a:pt x="2081569" y="2309284"/>
                  </a:lnTo>
                  <a:lnTo>
                    <a:pt x="2051188" y="2343800"/>
                  </a:lnTo>
                  <a:lnTo>
                    <a:pt x="2016671" y="2374181"/>
                  </a:lnTo>
                  <a:lnTo>
                    <a:pt x="1978447" y="2399998"/>
                  </a:lnTo>
                  <a:lnTo>
                    <a:pt x="1936945" y="2420824"/>
                  </a:lnTo>
                  <a:lnTo>
                    <a:pt x="1892592" y="2436229"/>
                  </a:lnTo>
                  <a:lnTo>
                    <a:pt x="1845818" y="2445787"/>
                  </a:lnTo>
                  <a:lnTo>
                    <a:pt x="1797050" y="2449067"/>
                  </a:lnTo>
                  <a:lnTo>
                    <a:pt x="359410" y="2449067"/>
                  </a:lnTo>
                  <a:lnTo>
                    <a:pt x="310641" y="2445787"/>
                  </a:lnTo>
                  <a:lnTo>
                    <a:pt x="263867" y="2436229"/>
                  </a:lnTo>
                  <a:lnTo>
                    <a:pt x="219514" y="2420824"/>
                  </a:lnTo>
                  <a:lnTo>
                    <a:pt x="178012" y="2399998"/>
                  </a:lnTo>
                  <a:lnTo>
                    <a:pt x="139788" y="2374181"/>
                  </a:lnTo>
                  <a:lnTo>
                    <a:pt x="105271" y="2343800"/>
                  </a:lnTo>
                  <a:lnTo>
                    <a:pt x="74890" y="2309284"/>
                  </a:lnTo>
                  <a:lnTo>
                    <a:pt x="49071" y="2271061"/>
                  </a:lnTo>
                  <a:lnTo>
                    <a:pt x="28245" y="2229558"/>
                  </a:lnTo>
                  <a:lnTo>
                    <a:pt x="12839" y="2185204"/>
                  </a:lnTo>
                  <a:lnTo>
                    <a:pt x="3281" y="2138428"/>
                  </a:lnTo>
                  <a:lnTo>
                    <a:pt x="0" y="2089658"/>
                  </a:lnTo>
                  <a:lnTo>
                    <a:pt x="0" y="359422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766162" y="2175933"/>
            <a:ext cx="1170305" cy="20091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4E3629"/>
                </a:solidFill>
                <a:latin typeface="Calibri"/>
                <a:cs typeface="Calibri"/>
              </a:rPr>
              <a:t>CITY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Size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Population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Mayor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State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State</a:t>
            </a:r>
            <a:r>
              <a:rPr dirty="0" sz="1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flower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231891" y="2616707"/>
            <a:ext cx="1217930" cy="1161415"/>
          </a:xfrm>
          <a:prstGeom prst="rect">
            <a:avLst/>
          </a:prstGeom>
          <a:solidFill>
            <a:srgbClr val="FFFFFF"/>
          </a:solidFill>
          <a:ln w="12700">
            <a:solidFill>
              <a:srgbClr val="D1350F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 marL="90170" marR="207010">
              <a:lnSpc>
                <a:spcPct val="100000"/>
              </a:lnSpc>
              <a:spcBef>
                <a:spcPts val="130"/>
              </a:spcBef>
            </a:pP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Violación </a:t>
            </a: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1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40">
                <a:solidFill>
                  <a:srgbClr val="4E3629"/>
                </a:solidFill>
                <a:latin typeface="Calibri"/>
                <a:cs typeface="Calibri"/>
              </a:rPr>
              <a:t>Tercer </a:t>
            </a: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Formato Normal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716526" y="4743963"/>
            <a:ext cx="1390650" cy="1582420"/>
            <a:chOff x="4716526" y="4743963"/>
            <a:chExt cx="1390650" cy="1582420"/>
          </a:xfrm>
        </p:grpSpPr>
        <p:sp>
          <p:nvSpPr>
            <p:cNvPr id="10" name="object 10" descr=""/>
            <p:cNvSpPr/>
            <p:nvPr/>
          </p:nvSpPr>
          <p:spPr>
            <a:xfrm>
              <a:off x="4722876" y="4750313"/>
              <a:ext cx="1377950" cy="1569720"/>
            </a:xfrm>
            <a:custGeom>
              <a:avLst/>
              <a:gdLst/>
              <a:ahLst/>
              <a:cxnLst/>
              <a:rect l="l" t="t" r="r" b="b"/>
              <a:pathLst>
                <a:path w="1377950" h="1569720">
                  <a:moveTo>
                    <a:pt x="1148080" y="0"/>
                  </a:moveTo>
                  <a:lnTo>
                    <a:pt x="229615" y="0"/>
                  </a:lnTo>
                  <a:lnTo>
                    <a:pt x="183341" y="4664"/>
                  </a:lnTo>
                  <a:lnTo>
                    <a:pt x="140240" y="18043"/>
                  </a:lnTo>
                  <a:lnTo>
                    <a:pt x="101237" y="39212"/>
                  </a:lnTo>
                  <a:lnTo>
                    <a:pt x="67254" y="67249"/>
                  </a:lnTo>
                  <a:lnTo>
                    <a:pt x="39215" y="101231"/>
                  </a:lnTo>
                  <a:lnTo>
                    <a:pt x="18044" y="140235"/>
                  </a:lnTo>
                  <a:lnTo>
                    <a:pt x="4665" y="183337"/>
                  </a:lnTo>
                  <a:lnTo>
                    <a:pt x="0" y="229616"/>
                  </a:lnTo>
                  <a:lnTo>
                    <a:pt x="0" y="1340091"/>
                  </a:lnTo>
                  <a:lnTo>
                    <a:pt x="4665" y="1386370"/>
                  </a:lnTo>
                  <a:lnTo>
                    <a:pt x="18044" y="1429473"/>
                  </a:lnTo>
                  <a:lnTo>
                    <a:pt x="39215" y="1468479"/>
                  </a:lnTo>
                  <a:lnTo>
                    <a:pt x="67254" y="1502463"/>
                  </a:lnTo>
                  <a:lnTo>
                    <a:pt x="101237" y="1530503"/>
                  </a:lnTo>
                  <a:lnTo>
                    <a:pt x="140240" y="1551674"/>
                  </a:lnTo>
                  <a:lnTo>
                    <a:pt x="183341" y="1565054"/>
                  </a:lnTo>
                  <a:lnTo>
                    <a:pt x="229615" y="1569720"/>
                  </a:lnTo>
                  <a:lnTo>
                    <a:pt x="1148080" y="1569720"/>
                  </a:lnTo>
                  <a:lnTo>
                    <a:pt x="1194354" y="1565054"/>
                  </a:lnTo>
                  <a:lnTo>
                    <a:pt x="1237455" y="1551674"/>
                  </a:lnTo>
                  <a:lnTo>
                    <a:pt x="1276458" y="1530503"/>
                  </a:lnTo>
                  <a:lnTo>
                    <a:pt x="1310441" y="1502463"/>
                  </a:lnTo>
                  <a:lnTo>
                    <a:pt x="1338480" y="1468479"/>
                  </a:lnTo>
                  <a:lnTo>
                    <a:pt x="1359651" y="1429473"/>
                  </a:lnTo>
                  <a:lnTo>
                    <a:pt x="1373030" y="1386370"/>
                  </a:lnTo>
                  <a:lnTo>
                    <a:pt x="1377696" y="1340091"/>
                  </a:lnTo>
                  <a:lnTo>
                    <a:pt x="1377696" y="229616"/>
                  </a:lnTo>
                  <a:lnTo>
                    <a:pt x="1373030" y="183337"/>
                  </a:lnTo>
                  <a:lnTo>
                    <a:pt x="1359651" y="140235"/>
                  </a:lnTo>
                  <a:lnTo>
                    <a:pt x="1338480" y="101231"/>
                  </a:lnTo>
                  <a:lnTo>
                    <a:pt x="1310441" y="67249"/>
                  </a:lnTo>
                  <a:lnTo>
                    <a:pt x="1276458" y="39212"/>
                  </a:lnTo>
                  <a:lnTo>
                    <a:pt x="1237455" y="18043"/>
                  </a:lnTo>
                  <a:lnTo>
                    <a:pt x="1194354" y="4664"/>
                  </a:lnTo>
                  <a:lnTo>
                    <a:pt x="114808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722876" y="4750313"/>
              <a:ext cx="1377950" cy="1569720"/>
            </a:xfrm>
            <a:custGeom>
              <a:avLst/>
              <a:gdLst/>
              <a:ahLst/>
              <a:cxnLst/>
              <a:rect l="l" t="t" r="r" b="b"/>
              <a:pathLst>
                <a:path w="1377950" h="1569720">
                  <a:moveTo>
                    <a:pt x="0" y="229616"/>
                  </a:moveTo>
                  <a:lnTo>
                    <a:pt x="4665" y="183337"/>
                  </a:lnTo>
                  <a:lnTo>
                    <a:pt x="18044" y="140235"/>
                  </a:lnTo>
                  <a:lnTo>
                    <a:pt x="39215" y="101231"/>
                  </a:lnTo>
                  <a:lnTo>
                    <a:pt x="67254" y="67249"/>
                  </a:lnTo>
                  <a:lnTo>
                    <a:pt x="101237" y="39212"/>
                  </a:lnTo>
                  <a:lnTo>
                    <a:pt x="140240" y="18043"/>
                  </a:lnTo>
                  <a:lnTo>
                    <a:pt x="183341" y="4664"/>
                  </a:lnTo>
                  <a:lnTo>
                    <a:pt x="229615" y="0"/>
                  </a:lnTo>
                  <a:lnTo>
                    <a:pt x="1148080" y="0"/>
                  </a:lnTo>
                  <a:lnTo>
                    <a:pt x="1194354" y="4664"/>
                  </a:lnTo>
                  <a:lnTo>
                    <a:pt x="1237455" y="18043"/>
                  </a:lnTo>
                  <a:lnTo>
                    <a:pt x="1276458" y="39212"/>
                  </a:lnTo>
                  <a:lnTo>
                    <a:pt x="1310441" y="67249"/>
                  </a:lnTo>
                  <a:lnTo>
                    <a:pt x="1338480" y="101231"/>
                  </a:lnTo>
                  <a:lnTo>
                    <a:pt x="1359651" y="140235"/>
                  </a:lnTo>
                  <a:lnTo>
                    <a:pt x="1373030" y="183337"/>
                  </a:lnTo>
                  <a:lnTo>
                    <a:pt x="1377696" y="229616"/>
                  </a:lnTo>
                  <a:lnTo>
                    <a:pt x="1377696" y="1340091"/>
                  </a:lnTo>
                  <a:lnTo>
                    <a:pt x="1373030" y="1386370"/>
                  </a:lnTo>
                  <a:lnTo>
                    <a:pt x="1359651" y="1429473"/>
                  </a:lnTo>
                  <a:lnTo>
                    <a:pt x="1338480" y="1468479"/>
                  </a:lnTo>
                  <a:lnTo>
                    <a:pt x="1310441" y="1502463"/>
                  </a:lnTo>
                  <a:lnTo>
                    <a:pt x="1276458" y="1530503"/>
                  </a:lnTo>
                  <a:lnTo>
                    <a:pt x="1237455" y="1551674"/>
                  </a:lnTo>
                  <a:lnTo>
                    <a:pt x="1194354" y="1565054"/>
                  </a:lnTo>
                  <a:lnTo>
                    <a:pt x="1148080" y="1569720"/>
                  </a:lnTo>
                  <a:lnTo>
                    <a:pt x="229615" y="1569720"/>
                  </a:lnTo>
                  <a:lnTo>
                    <a:pt x="183341" y="1565054"/>
                  </a:lnTo>
                  <a:lnTo>
                    <a:pt x="140240" y="1551674"/>
                  </a:lnTo>
                  <a:lnTo>
                    <a:pt x="101237" y="1530503"/>
                  </a:lnTo>
                  <a:lnTo>
                    <a:pt x="67254" y="1502463"/>
                  </a:lnTo>
                  <a:lnTo>
                    <a:pt x="39215" y="1468479"/>
                  </a:lnTo>
                  <a:lnTo>
                    <a:pt x="18044" y="1429473"/>
                  </a:lnTo>
                  <a:lnTo>
                    <a:pt x="4665" y="1386370"/>
                  </a:lnTo>
                  <a:lnTo>
                    <a:pt x="0" y="1340091"/>
                  </a:lnTo>
                  <a:lnTo>
                    <a:pt x="0" y="229616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868740" y="4761057"/>
            <a:ext cx="1066165" cy="1521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4E3629"/>
                </a:solidFill>
                <a:latin typeface="Calibri"/>
                <a:cs typeface="Calibri"/>
              </a:rPr>
              <a:t>CITY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Size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Population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Mayor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519161" y="4734817"/>
            <a:ext cx="1134745" cy="1582420"/>
            <a:chOff x="7519161" y="4734817"/>
            <a:chExt cx="1134745" cy="1582420"/>
          </a:xfrm>
        </p:grpSpPr>
        <p:sp>
          <p:nvSpPr>
            <p:cNvPr id="14" name="object 14" descr=""/>
            <p:cNvSpPr/>
            <p:nvPr/>
          </p:nvSpPr>
          <p:spPr>
            <a:xfrm>
              <a:off x="7525511" y="4741167"/>
              <a:ext cx="1122045" cy="1569720"/>
            </a:xfrm>
            <a:custGeom>
              <a:avLst/>
              <a:gdLst/>
              <a:ahLst/>
              <a:cxnLst/>
              <a:rect l="l" t="t" r="r" b="b"/>
              <a:pathLst>
                <a:path w="1122045" h="1569720">
                  <a:moveTo>
                    <a:pt x="934719" y="0"/>
                  </a:moveTo>
                  <a:lnTo>
                    <a:pt x="186944" y="0"/>
                  </a:lnTo>
                  <a:lnTo>
                    <a:pt x="137249" y="6677"/>
                  </a:lnTo>
                  <a:lnTo>
                    <a:pt x="92593" y="25522"/>
                  </a:lnTo>
                  <a:lnTo>
                    <a:pt x="54757" y="54752"/>
                  </a:lnTo>
                  <a:lnTo>
                    <a:pt x="25525" y="92587"/>
                  </a:lnTo>
                  <a:lnTo>
                    <a:pt x="6678" y="137245"/>
                  </a:lnTo>
                  <a:lnTo>
                    <a:pt x="0" y="186944"/>
                  </a:lnTo>
                  <a:lnTo>
                    <a:pt x="0" y="1382763"/>
                  </a:lnTo>
                  <a:lnTo>
                    <a:pt x="6678" y="1432462"/>
                  </a:lnTo>
                  <a:lnTo>
                    <a:pt x="25525" y="1477122"/>
                  </a:lnTo>
                  <a:lnTo>
                    <a:pt x="54757" y="1514960"/>
                  </a:lnTo>
                  <a:lnTo>
                    <a:pt x="92593" y="1544194"/>
                  </a:lnTo>
                  <a:lnTo>
                    <a:pt x="137249" y="1563041"/>
                  </a:lnTo>
                  <a:lnTo>
                    <a:pt x="186944" y="1569720"/>
                  </a:lnTo>
                  <a:lnTo>
                    <a:pt x="934719" y="1569720"/>
                  </a:lnTo>
                  <a:lnTo>
                    <a:pt x="984414" y="1563041"/>
                  </a:lnTo>
                  <a:lnTo>
                    <a:pt x="1029070" y="1544194"/>
                  </a:lnTo>
                  <a:lnTo>
                    <a:pt x="1066906" y="1514960"/>
                  </a:lnTo>
                  <a:lnTo>
                    <a:pt x="1096138" y="1477122"/>
                  </a:lnTo>
                  <a:lnTo>
                    <a:pt x="1114985" y="1432462"/>
                  </a:lnTo>
                  <a:lnTo>
                    <a:pt x="1121664" y="1382763"/>
                  </a:lnTo>
                  <a:lnTo>
                    <a:pt x="1121664" y="186944"/>
                  </a:lnTo>
                  <a:lnTo>
                    <a:pt x="1114985" y="137245"/>
                  </a:lnTo>
                  <a:lnTo>
                    <a:pt x="1096138" y="92587"/>
                  </a:lnTo>
                  <a:lnTo>
                    <a:pt x="1066906" y="54752"/>
                  </a:lnTo>
                  <a:lnTo>
                    <a:pt x="1029070" y="25522"/>
                  </a:lnTo>
                  <a:lnTo>
                    <a:pt x="984414" y="6677"/>
                  </a:lnTo>
                  <a:lnTo>
                    <a:pt x="934719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525511" y="4741167"/>
              <a:ext cx="1122045" cy="1569720"/>
            </a:xfrm>
            <a:custGeom>
              <a:avLst/>
              <a:gdLst/>
              <a:ahLst/>
              <a:cxnLst/>
              <a:rect l="l" t="t" r="r" b="b"/>
              <a:pathLst>
                <a:path w="1122045" h="1569720">
                  <a:moveTo>
                    <a:pt x="0" y="186944"/>
                  </a:moveTo>
                  <a:lnTo>
                    <a:pt x="6678" y="137245"/>
                  </a:lnTo>
                  <a:lnTo>
                    <a:pt x="25525" y="92587"/>
                  </a:lnTo>
                  <a:lnTo>
                    <a:pt x="54757" y="54752"/>
                  </a:lnTo>
                  <a:lnTo>
                    <a:pt x="92593" y="25522"/>
                  </a:lnTo>
                  <a:lnTo>
                    <a:pt x="137249" y="6677"/>
                  </a:lnTo>
                  <a:lnTo>
                    <a:pt x="186944" y="0"/>
                  </a:lnTo>
                  <a:lnTo>
                    <a:pt x="934719" y="0"/>
                  </a:lnTo>
                  <a:lnTo>
                    <a:pt x="984414" y="6677"/>
                  </a:lnTo>
                  <a:lnTo>
                    <a:pt x="1029070" y="25522"/>
                  </a:lnTo>
                  <a:lnTo>
                    <a:pt x="1066906" y="54752"/>
                  </a:lnTo>
                  <a:lnTo>
                    <a:pt x="1096138" y="92587"/>
                  </a:lnTo>
                  <a:lnTo>
                    <a:pt x="1114985" y="137245"/>
                  </a:lnTo>
                  <a:lnTo>
                    <a:pt x="1121664" y="186944"/>
                  </a:lnTo>
                  <a:lnTo>
                    <a:pt x="1121664" y="1382763"/>
                  </a:lnTo>
                  <a:lnTo>
                    <a:pt x="1114985" y="1432462"/>
                  </a:lnTo>
                  <a:lnTo>
                    <a:pt x="1096138" y="1477122"/>
                  </a:lnTo>
                  <a:lnTo>
                    <a:pt x="1066906" y="1514960"/>
                  </a:lnTo>
                  <a:lnTo>
                    <a:pt x="1029070" y="1544194"/>
                  </a:lnTo>
                  <a:lnTo>
                    <a:pt x="984414" y="1563041"/>
                  </a:lnTo>
                  <a:lnTo>
                    <a:pt x="934719" y="1569720"/>
                  </a:lnTo>
                  <a:lnTo>
                    <a:pt x="186944" y="1569720"/>
                  </a:lnTo>
                  <a:lnTo>
                    <a:pt x="137249" y="1563041"/>
                  </a:lnTo>
                  <a:lnTo>
                    <a:pt x="92593" y="1544194"/>
                  </a:lnTo>
                  <a:lnTo>
                    <a:pt x="54757" y="1514960"/>
                  </a:lnTo>
                  <a:lnTo>
                    <a:pt x="25525" y="1477122"/>
                  </a:lnTo>
                  <a:lnTo>
                    <a:pt x="6678" y="1432462"/>
                  </a:lnTo>
                  <a:lnTo>
                    <a:pt x="0" y="1382763"/>
                  </a:lnTo>
                  <a:lnTo>
                    <a:pt x="0" y="186944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7659072" y="4751232"/>
            <a:ext cx="733425" cy="1033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STATE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Flower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102286" y="5270182"/>
            <a:ext cx="1438275" cy="411480"/>
            <a:chOff x="6102286" y="5270182"/>
            <a:chExt cx="1438275" cy="411480"/>
          </a:xfrm>
        </p:grpSpPr>
        <p:sp>
          <p:nvSpPr>
            <p:cNvPr id="18" name="object 18" descr=""/>
            <p:cNvSpPr/>
            <p:nvPr/>
          </p:nvSpPr>
          <p:spPr>
            <a:xfrm>
              <a:off x="6803897" y="5462778"/>
              <a:ext cx="722630" cy="5080"/>
            </a:xfrm>
            <a:custGeom>
              <a:avLst/>
              <a:gdLst/>
              <a:ahLst/>
              <a:cxnLst/>
              <a:rect l="l" t="t" r="r" b="b"/>
              <a:pathLst>
                <a:path w="722629" h="5079">
                  <a:moveTo>
                    <a:pt x="0" y="4572"/>
                  </a:moveTo>
                  <a:lnTo>
                    <a:pt x="722376" y="0"/>
                  </a:lnTo>
                </a:path>
              </a:pathLst>
            </a:custGeom>
            <a:ln w="28574">
              <a:solidFill>
                <a:srgbClr val="4E3629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116573" y="5462778"/>
              <a:ext cx="245745" cy="204470"/>
            </a:xfrm>
            <a:custGeom>
              <a:avLst/>
              <a:gdLst/>
              <a:ahLst/>
              <a:cxnLst/>
              <a:rect l="l" t="t" r="r" b="b"/>
              <a:pathLst>
                <a:path w="245745" h="204470">
                  <a:moveTo>
                    <a:pt x="0" y="204216"/>
                  </a:moveTo>
                  <a:lnTo>
                    <a:pt x="245364" y="0"/>
                  </a:lnTo>
                </a:path>
              </a:pathLst>
            </a:custGeom>
            <a:ln w="28574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116573" y="5284470"/>
              <a:ext cx="245745" cy="178435"/>
            </a:xfrm>
            <a:custGeom>
              <a:avLst/>
              <a:gdLst/>
              <a:ahLst/>
              <a:cxnLst/>
              <a:rect l="l" t="t" r="r" b="b"/>
              <a:pathLst>
                <a:path w="245745" h="178435">
                  <a:moveTo>
                    <a:pt x="0" y="0"/>
                  </a:moveTo>
                  <a:lnTo>
                    <a:pt x="245364" y="178307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272961" y="5124027"/>
            <a:ext cx="180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053731" y="5475089"/>
            <a:ext cx="4178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have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101334" y="5462778"/>
            <a:ext cx="658495" cy="6350"/>
          </a:xfrm>
          <a:custGeom>
            <a:avLst/>
            <a:gdLst/>
            <a:ahLst/>
            <a:cxnLst/>
            <a:rect l="l" t="t" r="r" b="b"/>
            <a:pathLst>
              <a:path w="658495" h="6350">
                <a:moveTo>
                  <a:pt x="0" y="6096"/>
                </a:moveTo>
                <a:lnTo>
                  <a:pt x="658368" y="0"/>
                </a:lnTo>
              </a:path>
            </a:pathLst>
          </a:custGeom>
          <a:ln w="28575">
            <a:solidFill>
              <a:srgbClr val="4E362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331720" y="5181600"/>
            <a:ext cx="2348865" cy="561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350F"/>
            </a:solidFill>
          </a:ln>
        </p:spPr>
        <p:txBody>
          <a:bodyPr wrap="square" lIns="0" tIns="12763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005"/>
              </a:spcBef>
            </a:pPr>
            <a:r>
              <a:rPr dirty="0" sz="1800" spc="-30">
                <a:solidFill>
                  <a:srgbClr val="D1350F"/>
                </a:solidFill>
                <a:latin typeface="Calibri"/>
                <a:cs typeface="Calibri"/>
              </a:rPr>
              <a:t>Tercer</a:t>
            </a:r>
            <a:r>
              <a:rPr dirty="0" sz="1800" spc="-75">
                <a:solidFill>
                  <a:srgbClr val="D1350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D1350F"/>
                </a:solidFill>
                <a:latin typeface="Calibri"/>
                <a:cs typeface="Calibri"/>
              </a:rPr>
              <a:t>Formato</a:t>
            </a:r>
            <a:r>
              <a:rPr dirty="0" sz="1800" spc="-70">
                <a:solidFill>
                  <a:srgbClr val="D1350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D1350F"/>
                </a:solidFill>
                <a:latin typeface="Calibri"/>
                <a:cs typeface="Calibri"/>
              </a:rPr>
              <a:t>Normal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Segundo</a:t>
            </a:r>
            <a:r>
              <a:rPr dirty="0" spc="-75"/>
              <a:t> </a:t>
            </a:r>
            <a:r>
              <a:rPr dirty="0"/>
              <a:t>Ejemplo</a:t>
            </a:r>
            <a:r>
              <a:rPr dirty="0" spc="-80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 spc="-50"/>
              <a:t>Tercer</a:t>
            </a:r>
            <a:r>
              <a:rPr dirty="0" spc="-95"/>
              <a:t> </a:t>
            </a:r>
            <a:r>
              <a:rPr dirty="0"/>
              <a:t>Formato</a:t>
            </a:r>
            <a:r>
              <a:rPr dirty="0" spc="-100"/>
              <a:t> </a:t>
            </a:r>
            <a:r>
              <a:rPr dirty="0" spc="-10"/>
              <a:t>Normal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3502025" cy="23729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supongamos</a:t>
            </a:r>
            <a:r>
              <a:rPr dirty="0" sz="2800" spc="-1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regla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negocio: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cada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tener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partner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821813"/>
            <a:ext cx="402399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modelo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viola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tercer 	formato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normal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porque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fecha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nacimiento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5764" y="4974442"/>
            <a:ext cx="75063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partner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atributo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partner,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169409" y="1638050"/>
            <a:ext cx="1919605" cy="1983739"/>
            <a:chOff x="4169409" y="1638050"/>
            <a:chExt cx="1919605" cy="1983739"/>
          </a:xfrm>
        </p:grpSpPr>
        <p:sp>
          <p:nvSpPr>
            <p:cNvPr id="7" name="object 7" descr=""/>
            <p:cNvSpPr/>
            <p:nvPr/>
          </p:nvSpPr>
          <p:spPr>
            <a:xfrm>
              <a:off x="4175759" y="1644400"/>
              <a:ext cx="1906905" cy="1971039"/>
            </a:xfrm>
            <a:custGeom>
              <a:avLst/>
              <a:gdLst/>
              <a:ahLst/>
              <a:cxnLst/>
              <a:rect l="l" t="t" r="r" b="b"/>
              <a:pathLst>
                <a:path w="1906904" h="1971039">
                  <a:moveTo>
                    <a:pt x="1588770" y="0"/>
                  </a:moveTo>
                  <a:lnTo>
                    <a:pt x="317754" y="0"/>
                  </a:lnTo>
                  <a:lnTo>
                    <a:pt x="270799" y="3445"/>
                  </a:lnTo>
                  <a:lnTo>
                    <a:pt x="225983" y="13453"/>
                  </a:lnTo>
                  <a:lnTo>
                    <a:pt x="183797" y="29533"/>
                  </a:lnTo>
                  <a:lnTo>
                    <a:pt x="144734" y="51192"/>
                  </a:lnTo>
                  <a:lnTo>
                    <a:pt x="109284" y="77940"/>
                  </a:lnTo>
                  <a:lnTo>
                    <a:pt x="77940" y="109284"/>
                  </a:lnTo>
                  <a:lnTo>
                    <a:pt x="51192" y="144734"/>
                  </a:lnTo>
                  <a:lnTo>
                    <a:pt x="29533" y="183797"/>
                  </a:lnTo>
                  <a:lnTo>
                    <a:pt x="13453" y="225983"/>
                  </a:lnTo>
                  <a:lnTo>
                    <a:pt x="3445" y="270799"/>
                  </a:lnTo>
                  <a:lnTo>
                    <a:pt x="0" y="317753"/>
                  </a:lnTo>
                  <a:lnTo>
                    <a:pt x="0" y="1652765"/>
                  </a:lnTo>
                  <a:lnTo>
                    <a:pt x="3445" y="1699723"/>
                  </a:lnTo>
                  <a:lnTo>
                    <a:pt x="13453" y="1744541"/>
                  </a:lnTo>
                  <a:lnTo>
                    <a:pt x="29533" y="1786729"/>
                  </a:lnTo>
                  <a:lnTo>
                    <a:pt x="51192" y="1825794"/>
                  </a:lnTo>
                  <a:lnTo>
                    <a:pt x="77940" y="1861245"/>
                  </a:lnTo>
                  <a:lnTo>
                    <a:pt x="109284" y="1892590"/>
                  </a:lnTo>
                  <a:lnTo>
                    <a:pt x="144734" y="1919338"/>
                  </a:lnTo>
                  <a:lnTo>
                    <a:pt x="183797" y="1940998"/>
                  </a:lnTo>
                  <a:lnTo>
                    <a:pt x="225983" y="1957078"/>
                  </a:lnTo>
                  <a:lnTo>
                    <a:pt x="270799" y="1967086"/>
                  </a:lnTo>
                  <a:lnTo>
                    <a:pt x="317754" y="1970531"/>
                  </a:lnTo>
                  <a:lnTo>
                    <a:pt x="1588770" y="1970531"/>
                  </a:lnTo>
                  <a:lnTo>
                    <a:pt x="1635724" y="1967086"/>
                  </a:lnTo>
                  <a:lnTo>
                    <a:pt x="1680540" y="1957078"/>
                  </a:lnTo>
                  <a:lnTo>
                    <a:pt x="1722726" y="1940998"/>
                  </a:lnTo>
                  <a:lnTo>
                    <a:pt x="1761789" y="1919338"/>
                  </a:lnTo>
                  <a:lnTo>
                    <a:pt x="1797239" y="1892590"/>
                  </a:lnTo>
                  <a:lnTo>
                    <a:pt x="1828583" y="1861245"/>
                  </a:lnTo>
                  <a:lnTo>
                    <a:pt x="1855331" y="1825794"/>
                  </a:lnTo>
                  <a:lnTo>
                    <a:pt x="1876990" y="1786729"/>
                  </a:lnTo>
                  <a:lnTo>
                    <a:pt x="1893070" y="1744541"/>
                  </a:lnTo>
                  <a:lnTo>
                    <a:pt x="1903078" y="1699723"/>
                  </a:lnTo>
                  <a:lnTo>
                    <a:pt x="1906524" y="1652765"/>
                  </a:lnTo>
                  <a:lnTo>
                    <a:pt x="1906524" y="317753"/>
                  </a:lnTo>
                  <a:lnTo>
                    <a:pt x="1903078" y="270799"/>
                  </a:lnTo>
                  <a:lnTo>
                    <a:pt x="1893070" y="225983"/>
                  </a:lnTo>
                  <a:lnTo>
                    <a:pt x="1876990" y="183797"/>
                  </a:lnTo>
                  <a:lnTo>
                    <a:pt x="1855331" y="144734"/>
                  </a:lnTo>
                  <a:lnTo>
                    <a:pt x="1828583" y="109284"/>
                  </a:lnTo>
                  <a:lnTo>
                    <a:pt x="1797239" y="77940"/>
                  </a:lnTo>
                  <a:lnTo>
                    <a:pt x="1761789" y="51192"/>
                  </a:lnTo>
                  <a:lnTo>
                    <a:pt x="1722726" y="29533"/>
                  </a:lnTo>
                  <a:lnTo>
                    <a:pt x="1680540" y="13453"/>
                  </a:lnTo>
                  <a:lnTo>
                    <a:pt x="1635724" y="3445"/>
                  </a:lnTo>
                  <a:lnTo>
                    <a:pt x="158877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75759" y="1644400"/>
              <a:ext cx="1906905" cy="1971039"/>
            </a:xfrm>
            <a:custGeom>
              <a:avLst/>
              <a:gdLst/>
              <a:ahLst/>
              <a:cxnLst/>
              <a:rect l="l" t="t" r="r" b="b"/>
              <a:pathLst>
                <a:path w="1906904" h="1971039">
                  <a:moveTo>
                    <a:pt x="0" y="317753"/>
                  </a:moveTo>
                  <a:lnTo>
                    <a:pt x="3445" y="270799"/>
                  </a:lnTo>
                  <a:lnTo>
                    <a:pt x="13453" y="225983"/>
                  </a:lnTo>
                  <a:lnTo>
                    <a:pt x="29533" y="183797"/>
                  </a:lnTo>
                  <a:lnTo>
                    <a:pt x="51192" y="144734"/>
                  </a:lnTo>
                  <a:lnTo>
                    <a:pt x="77940" y="109284"/>
                  </a:lnTo>
                  <a:lnTo>
                    <a:pt x="109284" y="77940"/>
                  </a:lnTo>
                  <a:lnTo>
                    <a:pt x="144734" y="51192"/>
                  </a:lnTo>
                  <a:lnTo>
                    <a:pt x="183797" y="29533"/>
                  </a:lnTo>
                  <a:lnTo>
                    <a:pt x="225983" y="13453"/>
                  </a:lnTo>
                  <a:lnTo>
                    <a:pt x="270799" y="3445"/>
                  </a:lnTo>
                  <a:lnTo>
                    <a:pt x="317754" y="0"/>
                  </a:lnTo>
                  <a:lnTo>
                    <a:pt x="1588770" y="0"/>
                  </a:lnTo>
                  <a:lnTo>
                    <a:pt x="1635724" y="3445"/>
                  </a:lnTo>
                  <a:lnTo>
                    <a:pt x="1680540" y="13453"/>
                  </a:lnTo>
                  <a:lnTo>
                    <a:pt x="1722726" y="29533"/>
                  </a:lnTo>
                  <a:lnTo>
                    <a:pt x="1761789" y="51192"/>
                  </a:lnTo>
                  <a:lnTo>
                    <a:pt x="1797239" y="77940"/>
                  </a:lnTo>
                  <a:lnTo>
                    <a:pt x="1828583" y="109284"/>
                  </a:lnTo>
                  <a:lnTo>
                    <a:pt x="1855331" y="144734"/>
                  </a:lnTo>
                  <a:lnTo>
                    <a:pt x="1876990" y="183797"/>
                  </a:lnTo>
                  <a:lnTo>
                    <a:pt x="1893070" y="225983"/>
                  </a:lnTo>
                  <a:lnTo>
                    <a:pt x="1903078" y="270799"/>
                  </a:lnTo>
                  <a:lnTo>
                    <a:pt x="1906524" y="317753"/>
                  </a:lnTo>
                  <a:lnTo>
                    <a:pt x="1906524" y="1652765"/>
                  </a:lnTo>
                  <a:lnTo>
                    <a:pt x="1903078" y="1699723"/>
                  </a:lnTo>
                  <a:lnTo>
                    <a:pt x="1893070" y="1744541"/>
                  </a:lnTo>
                  <a:lnTo>
                    <a:pt x="1876990" y="1786729"/>
                  </a:lnTo>
                  <a:lnTo>
                    <a:pt x="1855331" y="1825794"/>
                  </a:lnTo>
                  <a:lnTo>
                    <a:pt x="1828583" y="1861245"/>
                  </a:lnTo>
                  <a:lnTo>
                    <a:pt x="1797239" y="1892590"/>
                  </a:lnTo>
                  <a:lnTo>
                    <a:pt x="1761789" y="1919338"/>
                  </a:lnTo>
                  <a:lnTo>
                    <a:pt x="1722726" y="1940998"/>
                  </a:lnTo>
                  <a:lnTo>
                    <a:pt x="1680540" y="1957078"/>
                  </a:lnTo>
                  <a:lnTo>
                    <a:pt x="1635724" y="1967086"/>
                  </a:lnTo>
                  <a:lnTo>
                    <a:pt x="1588770" y="1970531"/>
                  </a:lnTo>
                  <a:lnTo>
                    <a:pt x="317754" y="1970531"/>
                  </a:lnTo>
                  <a:lnTo>
                    <a:pt x="270799" y="1967086"/>
                  </a:lnTo>
                  <a:lnTo>
                    <a:pt x="225983" y="1957078"/>
                  </a:lnTo>
                  <a:lnTo>
                    <a:pt x="183797" y="1940998"/>
                  </a:lnTo>
                  <a:lnTo>
                    <a:pt x="144734" y="1919338"/>
                  </a:lnTo>
                  <a:lnTo>
                    <a:pt x="109284" y="1892590"/>
                  </a:lnTo>
                  <a:lnTo>
                    <a:pt x="77940" y="1861245"/>
                  </a:lnTo>
                  <a:lnTo>
                    <a:pt x="51192" y="1825794"/>
                  </a:lnTo>
                  <a:lnTo>
                    <a:pt x="29533" y="1786729"/>
                  </a:lnTo>
                  <a:lnTo>
                    <a:pt x="13453" y="1744541"/>
                  </a:lnTo>
                  <a:lnTo>
                    <a:pt x="3445" y="1699723"/>
                  </a:lnTo>
                  <a:lnTo>
                    <a:pt x="0" y="1652765"/>
                  </a:lnTo>
                  <a:lnTo>
                    <a:pt x="0" y="317753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4346920" y="1732525"/>
            <a:ext cx="1703705" cy="176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EMPLOYEE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Address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Birth</a:t>
            </a:r>
            <a:r>
              <a:rPr dirty="0" sz="1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place</a:t>
            </a:r>
            <a:endParaRPr sz="1600">
              <a:latin typeface="Calibri"/>
              <a:cs typeface="Calibri"/>
            </a:endParaRPr>
          </a:p>
          <a:p>
            <a:pPr marL="212090" indent="-199390">
              <a:lnSpc>
                <a:spcPct val="100000"/>
              </a:lnSpc>
              <a:buChar char="o"/>
              <a:tabLst>
                <a:tab pos="212090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Partner</a:t>
            </a:r>
            <a:r>
              <a:rPr dirty="0" sz="1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212090" indent="-199390">
              <a:lnSpc>
                <a:spcPct val="100000"/>
              </a:lnSpc>
              <a:buChar char="o"/>
              <a:tabLst>
                <a:tab pos="212090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Partner</a:t>
            </a:r>
            <a:r>
              <a:rPr dirty="0" sz="1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birth</a:t>
            </a:r>
            <a:r>
              <a:rPr dirty="0" sz="1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date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076378" y="2443162"/>
            <a:ext cx="224154" cy="377825"/>
            <a:chOff x="6076378" y="2443162"/>
            <a:chExt cx="224154" cy="377825"/>
          </a:xfrm>
        </p:grpSpPr>
        <p:sp>
          <p:nvSpPr>
            <p:cNvPr id="11" name="object 11" descr=""/>
            <p:cNvSpPr/>
            <p:nvPr/>
          </p:nvSpPr>
          <p:spPr>
            <a:xfrm>
              <a:off x="6090665" y="2457450"/>
              <a:ext cx="195580" cy="187960"/>
            </a:xfrm>
            <a:custGeom>
              <a:avLst/>
              <a:gdLst/>
              <a:ahLst/>
              <a:cxnLst/>
              <a:rect l="l" t="t" r="r" b="b"/>
              <a:pathLst>
                <a:path w="195579" h="187960">
                  <a:moveTo>
                    <a:pt x="0" y="0"/>
                  </a:moveTo>
                  <a:lnTo>
                    <a:pt x="195072" y="187452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090665" y="2644902"/>
              <a:ext cx="195580" cy="161925"/>
            </a:xfrm>
            <a:custGeom>
              <a:avLst/>
              <a:gdLst/>
              <a:ahLst/>
              <a:cxnLst/>
              <a:rect l="l" t="t" r="r" b="b"/>
              <a:pathLst>
                <a:path w="195579" h="161925">
                  <a:moveTo>
                    <a:pt x="0" y="161544"/>
                  </a:moveTo>
                  <a:lnTo>
                    <a:pt x="195072" y="0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098437" y="2163391"/>
            <a:ext cx="5829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part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 of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364368" y="2677823"/>
            <a:ext cx="877569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composed</a:t>
            </a:r>
            <a:endParaRPr sz="1600">
              <a:latin typeface="Calibri"/>
              <a:cs typeface="Calibri"/>
            </a:endParaRPr>
          </a:p>
          <a:p>
            <a:pPr algn="r" marR="43815">
              <a:lnSpc>
                <a:spcPct val="100000"/>
              </a:lnSpc>
            </a:pP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068758" y="1638049"/>
            <a:ext cx="2774315" cy="1980564"/>
            <a:chOff x="6068758" y="1638049"/>
            <a:chExt cx="2774315" cy="1980564"/>
          </a:xfrm>
        </p:grpSpPr>
        <p:sp>
          <p:nvSpPr>
            <p:cNvPr id="16" name="object 16" descr=""/>
            <p:cNvSpPr/>
            <p:nvPr/>
          </p:nvSpPr>
          <p:spPr>
            <a:xfrm>
              <a:off x="6675882" y="2643377"/>
              <a:ext cx="637540" cy="0"/>
            </a:xfrm>
            <a:custGeom>
              <a:avLst/>
              <a:gdLst/>
              <a:ahLst/>
              <a:cxnLst/>
              <a:rect l="l" t="t" r="r" b="b"/>
              <a:pathLst>
                <a:path w="637540" h="0">
                  <a:moveTo>
                    <a:pt x="0" y="0"/>
                  </a:moveTo>
                  <a:lnTo>
                    <a:pt x="637032" y="0"/>
                  </a:lnTo>
                </a:path>
              </a:pathLst>
            </a:custGeom>
            <a:ln w="28575">
              <a:solidFill>
                <a:srgbClr val="4E3629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083046" y="2643377"/>
              <a:ext cx="593090" cy="1905"/>
            </a:xfrm>
            <a:custGeom>
              <a:avLst/>
              <a:gdLst/>
              <a:ahLst/>
              <a:cxnLst/>
              <a:rect l="l" t="t" r="r" b="b"/>
              <a:pathLst>
                <a:path w="593090" h="1905">
                  <a:moveTo>
                    <a:pt x="592836" y="0"/>
                  </a:moveTo>
                  <a:lnTo>
                    <a:pt x="0" y="1524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51192" y="1644399"/>
              <a:ext cx="1584960" cy="1967864"/>
            </a:xfrm>
            <a:custGeom>
              <a:avLst/>
              <a:gdLst/>
              <a:ahLst/>
              <a:cxnLst/>
              <a:rect l="l" t="t" r="r" b="b"/>
              <a:pathLst>
                <a:path w="1584959" h="1967864">
                  <a:moveTo>
                    <a:pt x="1320800" y="0"/>
                  </a:moveTo>
                  <a:lnTo>
                    <a:pt x="264160" y="0"/>
                  </a:lnTo>
                  <a:lnTo>
                    <a:pt x="216678" y="4255"/>
                  </a:lnTo>
                  <a:lnTo>
                    <a:pt x="171988" y="16525"/>
                  </a:lnTo>
                  <a:lnTo>
                    <a:pt x="130836" y="36064"/>
                  </a:lnTo>
                  <a:lnTo>
                    <a:pt x="93967" y="62125"/>
                  </a:lnTo>
                  <a:lnTo>
                    <a:pt x="62129" y="93962"/>
                  </a:lnTo>
                  <a:lnTo>
                    <a:pt x="36067" y="130830"/>
                  </a:lnTo>
                  <a:lnTo>
                    <a:pt x="16527" y="171983"/>
                  </a:lnTo>
                  <a:lnTo>
                    <a:pt x="4256" y="216675"/>
                  </a:lnTo>
                  <a:lnTo>
                    <a:pt x="0" y="264160"/>
                  </a:lnTo>
                  <a:lnTo>
                    <a:pt x="0" y="1703311"/>
                  </a:lnTo>
                  <a:lnTo>
                    <a:pt x="4256" y="1750796"/>
                  </a:lnTo>
                  <a:lnTo>
                    <a:pt x="16527" y="1795489"/>
                  </a:lnTo>
                  <a:lnTo>
                    <a:pt x="36067" y="1836643"/>
                  </a:lnTo>
                  <a:lnTo>
                    <a:pt x="62129" y="1873514"/>
                  </a:lnTo>
                  <a:lnTo>
                    <a:pt x="93967" y="1905353"/>
                  </a:lnTo>
                  <a:lnTo>
                    <a:pt x="130836" y="1931416"/>
                  </a:lnTo>
                  <a:lnTo>
                    <a:pt x="171988" y="1950956"/>
                  </a:lnTo>
                  <a:lnTo>
                    <a:pt x="216678" y="1963227"/>
                  </a:lnTo>
                  <a:lnTo>
                    <a:pt x="264160" y="1967484"/>
                  </a:lnTo>
                  <a:lnTo>
                    <a:pt x="1320800" y="1967484"/>
                  </a:lnTo>
                  <a:lnTo>
                    <a:pt x="1368281" y="1963227"/>
                  </a:lnTo>
                  <a:lnTo>
                    <a:pt x="1412971" y="1950956"/>
                  </a:lnTo>
                  <a:lnTo>
                    <a:pt x="1454123" y="1931416"/>
                  </a:lnTo>
                  <a:lnTo>
                    <a:pt x="1490992" y="1905353"/>
                  </a:lnTo>
                  <a:lnTo>
                    <a:pt x="1522830" y="1873514"/>
                  </a:lnTo>
                  <a:lnTo>
                    <a:pt x="1548892" y="1836643"/>
                  </a:lnTo>
                  <a:lnTo>
                    <a:pt x="1568432" y="1795489"/>
                  </a:lnTo>
                  <a:lnTo>
                    <a:pt x="1580703" y="1750796"/>
                  </a:lnTo>
                  <a:lnTo>
                    <a:pt x="1584960" y="1703311"/>
                  </a:lnTo>
                  <a:lnTo>
                    <a:pt x="1584960" y="264160"/>
                  </a:lnTo>
                  <a:lnTo>
                    <a:pt x="1580703" y="216675"/>
                  </a:lnTo>
                  <a:lnTo>
                    <a:pt x="1568432" y="171983"/>
                  </a:lnTo>
                  <a:lnTo>
                    <a:pt x="1548892" y="130830"/>
                  </a:lnTo>
                  <a:lnTo>
                    <a:pt x="1522830" y="93962"/>
                  </a:lnTo>
                  <a:lnTo>
                    <a:pt x="1490992" y="62125"/>
                  </a:lnTo>
                  <a:lnTo>
                    <a:pt x="1454123" y="36064"/>
                  </a:lnTo>
                  <a:lnTo>
                    <a:pt x="1412971" y="16525"/>
                  </a:lnTo>
                  <a:lnTo>
                    <a:pt x="1368281" y="4255"/>
                  </a:lnTo>
                  <a:lnTo>
                    <a:pt x="132080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251192" y="1644399"/>
              <a:ext cx="1584960" cy="1967864"/>
            </a:xfrm>
            <a:custGeom>
              <a:avLst/>
              <a:gdLst/>
              <a:ahLst/>
              <a:cxnLst/>
              <a:rect l="l" t="t" r="r" b="b"/>
              <a:pathLst>
                <a:path w="1584959" h="1967864">
                  <a:moveTo>
                    <a:pt x="0" y="264160"/>
                  </a:moveTo>
                  <a:lnTo>
                    <a:pt x="4256" y="216675"/>
                  </a:lnTo>
                  <a:lnTo>
                    <a:pt x="16527" y="171983"/>
                  </a:lnTo>
                  <a:lnTo>
                    <a:pt x="36067" y="130830"/>
                  </a:lnTo>
                  <a:lnTo>
                    <a:pt x="62129" y="93962"/>
                  </a:lnTo>
                  <a:lnTo>
                    <a:pt x="93967" y="62125"/>
                  </a:lnTo>
                  <a:lnTo>
                    <a:pt x="130836" y="36064"/>
                  </a:lnTo>
                  <a:lnTo>
                    <a:pt x="171988" y="16525"/>
                  </a:lnTo>
                  <a:lnTo>
                    <a:pt x="216678" y="4255"/>
                  </a:lnTo>
                  <a:lnTo>
                    <a:pt x="264160" y="0"/>
                  </a:lnTo>
                  <a:lnTo>
                    <a:pt x="1320800" y="0"/>
                  </a:lnTo>
                  <a:lnTo>
                    <a:pt x="1368281" y="4255"/>
                  </a:lnTo>
                  <a:lnTo>
                    <a:pt x="1412971" y="16525"/>
                  </a:lnTo>
                  <a:lnTo>
                    <a:pt x="1454123" y="36064"/>
                  </a:lnTo>
                  <a:lnTo>
                    <a:pt x="1490992" y="62125"/>
                  </a:lnTo>
                  <a:lnTo>
                    <a:pt x="1522830" y="93962"/>
                  </a:lnTo>
                  <a:lnTo>
                    <a:pt x="1548892" y="130830"/>
                  </a:lnTo>
                  <a:lnTo>
                    <a:pt x="1568432" y="171983"/>
                  </a:lnTo>
                  <a:lnTo>
                    <a:pt x="1580703" y="216675"/>
                  </a:lnTo>
                  <a:lnTo>
                    <a:pt x="1584960" y="264160"/>
                  </a:lnTo>
                  <a:lnTo>
                    <a:pt x="1584960" y="1703311"/>
                  </a:lnTo>
                  <a:lnTo>
                    <a:pt x="1580703" y="1750796"/>
                  </a:lnTo>
                  <a:lnTo>
                    <a:pt x="1568432" y="1795489"/>
                  </a:lnTo>
                  <a:lnTo>
                    <a:pt x="1548892" y="1836643"/>
                  </a:lnTo>
                  <a:lnTo>
                    <a:pt x="1522830" y="1873514"/>
                  </a:lnTo>
                  <a:lnTo>
                    <a:pt x="1490992" y="1905353"/>
                  </a:lnTo>
                  <a:lnTo>
                    <a:pt x="1454123" y="1931416"/>
                  </a:lnTo>
                  <a:lnTo>
                    <a:pt x="1412971" y="1950956"/>
                  </a:lnTo>
                  <a:lnTo>
                    <a:pt x="1368281" y="1963227"/>
                  </a:lnTo>
                  <a:lnTo>
                    <a:pt x="1320800" y="1967484"/>
                  </a:lnTo>
                  <a:lnTo>
                    <a:pt x="264160" y="1967484"/>
                  </a:lnTo>
                  <a:lnTo>
                    <a:pt x="216678" y="1963227"/>
                  </a:lnTo>
                  <a:lnTo>
                    <a:pt x="171988" y="1950956"/>
                  </a:lnTo>
                  <a:lnTo>
                    <a:pt x="130836" y="1931416"/>
                  </a:lnTo>
                  <a:lnTo>
                    <a:pt x="93967" y="1905353"/>
                  </a:lnTo>
                  <a:lnTo>
                    <a:pt x="62129" y="1873514"/>
                  </a:lnTo>
                  <a:lnTo>
                    <a:pt x="36067" y="1836643"/>
                  </a:lnTo>
                  <a:lnTo>
                    <a:pt x="16527" y="1795489"/>
                  </a:lnTo>
                  <a:lnTo>
                    <a:pt x="4256" y="1750796"/>
                  </a:lnTo>
                  <a:lnTo>
                    <a:pt x="0" y="1703311"/>
                  </a:lnTo>
                  <a:lnTo>
                    <a:pt x="0" y="264160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407750" y="1731140"/>
            <a:ext cx="1341755" cy="1033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Number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Budget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5661659" y="3787140"/>
            <a:ext cx="2028825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350F"/>
            </a:solidFill>
          </a:ln>
        </p:spPr>
        <p:txBody>
          <a:bodyPr wrap="square" lIns="0" tIns="149225" rIns="0" bIns="0" rtlCol="0" vert="horz">
            <a:spAutoFit/>
          </a:bodyPr>
          <a:lstStyle/>
          <a:p>
            <a:pPr marL="90805" marR="109855">
              <a:lnSpc>
                <a:spcPct val="100000"/>
              </a:lnSpc>
              <a:spcBef>
                <a:spcPts val="1175"/>
              </a:spcBef>
            </a:pP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Violación</a:t>
            </a:r>
            <a:r>
              <a:rPr dirty="0" sz="1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1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4E3629"/>
                </a:solidFill>
                <a:latin typeface="Calibri"/>
                <a:cs typeface="Calibri"/>
              </a:rPr>
              <a:t>Tercer </a:t>
            </a: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Formato</a:t>
            </a:r>
            <a:r>
              <a:rPr dirty="0" sz="1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Normal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Solución</a:t>
            </a:r>
            <a:r>
              <a:rPr dirty="0" spc="-45"/>
              <a:t> </a:t>
            </a:r>
            <a:r>
              <a:rPr dirty="0"/>
              <a:t>para</a:t>
            </a:r>
            <a:r>
              <a:rPr dirty="0" spc="-70"/>
              <a:t> </a:t>
            </a:r>
            <a:r>
              <a:rPr dirty="0"/>
              <a:t>el</a:t>
            </a:r>
            <a:r>
              <a:rPr dirty="0" spc="-60"/>
              <a:t> </a:t>
            </a:r>
            <a:r>
              <a:rPr dirty="0"/>
              <a:t>Segundo</a:t>
            </a:r>
            <a:r>
              <a:rPr dirty="0" spc="-50"/>
              <a:t> </a:t>
            </a:r>
            <a:r>
              <a:rPr dirty="0"/>
              <a:t>Ejemplo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 spc="-25"/>
              <a:t>3NF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3171190" cy="19888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modelo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soporta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tercer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formato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normal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porque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fecha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nacimiento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partner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6119" y="3336465"/>
            <a:ext cx="286194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atributo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partner,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745926" y="3610546"/>
            <a:ext cx="28575" cy="1508760"/>
            <a:chOff x="4745926" y="3610546"/>
            <a:chExt cx="28575" cy="1508760"/>
          </a:xfrm>
        </p:grpSpPr>
        <p:sp>
          <p:nvSpPr>
            <p:cNvPr id="6" name="object 6" descr=""/>
            <p:cNvSpPr/>
            <p:nvPr/>
          </p:nvSpPr>
          <p:spPr>
            <a:xfrm>
              <a:off x="4760214" y="4427982"/>
              <a:ext cx="0" cy="676910"/>
            </a:xfrm>
            <a:custGeom>
              <a:avLst/>
              <a:gdLst/>
              <a:ahLst/>
              <a:cxnLst/>
              <a:rect l="l" t="t" r="r" b="b"/>
              <a:pathLst>
                <a:path w="0" h="676910">
                  <a:moveTo>
                    <a:pt x="0" y="676656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60214" y="3624834"/>
              <a:ext cx="0" cy="765175"/>
            </a:xfrm>
            <a:custGeom>
              <a:avLst/>
              <a:gdLst/>
              <a:ahLst/>
              <a:cxnLst/>
              <a:rect l="l" t="t" r="r" b="b"/>
              <a:pathLst>
                <a:path w="0" h="765175">
                  <a:moveTo>
                    <a:pt x="0" y="765048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4E3629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945677" y="3639964"/>
            <a:ext cx="4178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have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169409" y="1638050"/>
            <a:ext cx="1919605" cy="1983739"/>
            <a:chOff x="4169409" y="1638050"/>
            <a:chExt cx="1919605" cy="1983739"/>
          </a:xfrm>
        </p:grpSpPr>
        <p:sp>
          <p:nvSpPr>
            <p:cNvPr id="10" name="object 10" descr=""/>
            <p:cNvSpPr/>
            <p:nvPr/>
          </p:nvSpPr>
          <p:spPr>
            <a:xfrm>
              <a:off x="4175759" y="1644400"/>
              <a:ext cx="1906905" cy="1971039"/>
            </a:xfrm>
            <a:custGeom>
              <a:avLst/>
              <a:gdLst/>
              <a:ahLst/>
              <a:cxnLst/>
              <a:rect l="l" t="t" r="r" b="b"/>
              <a:pathLst>
                <a:path w="1906904" h="1971039">
                  <a:moveTo>
                    <a:pt x="1588770" y="0"/>
                  </a:moveTo>
                  <a:lnTo>
                    <a:pt x="317754" y="0"/>
                  </a:lnTo>
                  <a:lnTo>
                    <a:pt x="270799" y="3445"/>
                  </a:lnTo>
                  <a:lnTo>
                    <a:pt x="225983" y="13453"/>
                  </a:lnTo>
                  <a:lnTo>
                    <a:pt x="183797" y="29533"/>
                  </a:lnTo>
                  <a:lnTo>
                    <a:pt x="144734" y="51192"/>
                  </a:lnTo>
                  <a:lnTo>
                    <a:pt x="109284" y="77940"/>
                  </a:lnTo>
                  <a:lnTo>
                    <a:pt x="77940" y="109284"/>
                  </a:lnTo>
                  <a:lnTo>
                    <a:pt x="51192" y="144734"/>
                  </a:lnTo>
                  <a:lnTo>
                    <a:pt x="29533" y="183797"/>
                  </a:lnTo>
                  <a:lnTo>
                    <a:pt x="13453" y="225983"/>
                  </a:lnTo>
                  <a:lnTo>
                    <a:pt x="3445" y="270799"/>
                  </a:lnTo>
                  <a:lnTo>
                    <a:pt x="0" y="317753"/>
                  </a:lnTo>
                  <a:lnTo>
                    <a:pt x="0" y="1652765"/>
                  </a:lnTo>
                  <a:lnTo>
                    <a:pt x="3445" y="1699723"/>
                  </a:lnTo>
                  <a:lnTo>
                    <a:pt x="13453" y="1744541"/>
                  </a:lnTo>
                  <a:lnTo>
                    <a:pt x="29533" y="1786729"/>
                  </a:lnTo>
                  <a:lnTo>
                    <a:pt x="51192" y="1825794"/>
                  </a:lnTo>
                  <a:lnTo>
                    <a:pt x="77940" y="1861245"/>
                  </a:lnTo>
                  <a:lnTo>
                    <a:pt x="109284" y="1892590"/>
                  </a:lnTo>
                  <a:lnTo>
                    <a:pt x="144734" y="1919338"/>
                  </a:lnTo>
                  <a:lnTo>
                    <a:pt x="183797" y="1940998"/>
                  </a:lnTo>
                  <a:lnTo>
                    <a:pt x="225983" y="1957078"/>
                  </a:lnTo>
                  <a:lnTo>
                    <a:pt x="270799" y="1967086"/>
                  </a:lnTo>
                  <a:lnTo>
                    <a:pt x="317754" y="1970531"/>
                  </a:lnTo>
                  <a:lnTo>
                    <a:pt x="1588770" y="1970531"/>
                  </a:lnTo>
                  <a:lnTo>
                    <a:pt x="1635724" y="1967086"/>
                  </a:lnTo>
                  <a:lnTo>
                    <a:pt x="1680540" y="1957078"/>
                  </a:lnTo>
                  <a:lnTo>
                    <a:pt x="1722726" y="1940998"/>
                  </a:lnTo>
                  <a:lnTo>
                    <a:pt x="1761789" y="1919338"/>
                  </a:lnTo>
                  <a:lnTo>
                    <a:pt x="1797239" y="1892590"/>
                  </a:lnTo>
                  <a:lnTo>
                    <a:pt x="1828583" y="1861245"/>
                  </a:lnTo>
                  <a:lnTo>
                    <a:pt x="1855331" y="1825794"/>
                  </a:lnTo>
                  <a:lnTo>
                    <a:pt x="1876990" y="1786729"/>
                  </a:lnTo>
                  <a:lnTo>
                    <a:pt x="1893070" y="1744541"/>
                  </a:lnTo>
                  <a:lnTo>
                    <a:pt x="1903078" y="1699723"/>
                  </a:lnTo>
                  <a:lnTo>
                    <a:pt x="1906524" y="1652765"/>
                  </a:lnTo>
                  <a:lnTo>
                    <a:pt x="1906524" y="317753"/>
                  </a:lnTo>
                  <a:lnTo>
                    <a:pt x="1903078" y="270799"/>
                  </a:lnTo>
                  <a:lnTo>
                    <a:pt x="1893070" y="225983"/>
                  </a:lnTo>
                  <a:lnTo>
                    <a:pt x="1876990" y="183797"/>
                  </a:lnTo>
                  <a:lnTo>
                    <a:pt x="1855331" y="144734"/>
                  </a:lnTo>
                  <a:lnTo>
                    <a:pt x="1828583" y="109284"/>
                  </a:lnTo>
                  <a:lnTo>
                    <a:pt x="1797239" y="77940"/>
                  </a:lnTo>
                  <a:lnTo>
                    <a:pt x="1761789" y="51192"/>
                  </a:lnTo>
                  <a:lnTo>
                    <a:pt x="1722726" y="29533"/>
                  </a:lnTo>
                  <a:lnTo>
                    <a:pt x="1680540" y="13453"/>
                  </a:lnTo>
                  <a:lnTo>
                    <a:pt x="1635724" y="3445"/>
                  </a:lnTo>
                  <a:lnTo>
                    <a:pt x="158877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175759" y="1644400"/>
              <a:ext cx="1906905" cy="1971039"/>
            </a:xfrm>
            <a:custGeom>
              <a:avLst/>
              <a:gdLst/>
              <a:ahLst/>
              <a:cxnLst/>
              <a:rect l="l" t="t" r="r" b="b"/>
              <a:pathLst>
                <a:path w="1906904" h="1971039">
                  <a:moveTo>
                    <a:pt x="0" y="317753"/>
                  </a:moveTo>
                  <a:lnTo>
                    <a:pt x="3445" y="270799"/>
                  </a:lnTo>
                  <a:lnTo>
                    <a:pt x="13453" y="225983"/>
                  </a:lnTo>
                  <a:lnTo>
                    <a:pt x="29533" y="183797"/>
                  </a:lnTo>
                  <a:lnTo>
                    <a:pt x="51192" y="144734"/>
                  </a:lnTo>
                  <a:lnTo>
                    <a:pt x="77940" y="109284"/>
                  </a:lnTo>
                  <a:lnTo>
                    <a:pt x="109284" y="77940"/>
                  </a:lnTo>
                  <a:lnTo>
                    <a:pt x="144734" y="51192"/>
                  </a:lnTo>
                  <a:lnTo>
                    <a:pt x="183797" y="29533"/>
                  </a:lnTo>
                  <a:lnTo>
                    <a:pt x="225983" y="13453"/>
                  </a:lnTo>
                  <a:lnTo>
                    <a:pt x="270799" y="3445"/>
                  </a:lnTo>
                  <a:lnTo>
                    <a:pt x="317754" y="0"/>
                  </a:lnTo>
                  <a:lnTo>
                    <a:pt x="1588770" y="0"/>
                  </a:lnTo>
                  <a:lnTo>
                    <a:pt x="1635724" y="3445"/>
                  </a:lnTo>
                  <a:lnTo>
                    <a:pt x="1680540" y="13453"/>
                  </a:lnTo>
                  <a:lnTo>
                    <a:pt x="1722726" y="29533"/>
                  </a:lnTo>
                  <a:lnTo>
                    <a:pt x="1761789" y="51192"/>
                  </a:lnTo>
                  <a:lnTo>
                    <a:pt x="1797239" y="77940"/>
                  </a:lnTo>
                  <a:lnTo>
                    <a:pt x="1828583" y="109284"/>
                  </a:lnTo>
                  <a:lnTo>
                    <a:pt x="1855331" y="144734"/>
                  </a:lnTo>
                  <a:lnTo>
                    <a:pt x="1876990" y="183797"/>
                  </a:lnTo>
                  <a:lnTo>
                    <a:pt x="1893070" y="225983"/>
                  </a:lnTo>
                  <a:lnTo>
                    <a:pt x="1903078" y="270799"/>
                  </a:lnTo>
                  <a:lnTo>
                    <a:pt x="1906524" y="317753"/>
                  </a:lnTo>
                  <a:lnTo>
                    <a:pt x="1906524" y="1652765"/>
                  </a:lnTo>
                  <a:lnTo>
                    <a:pt x="1903078" y="1699723"/>
                  </a:lnTo>
                  <a:lnTo>
                    <a:pt x="1893070" y="1744541"/>
                  </a:lnTo>
                  <a:lnTo>
                    <a:pt x="1876990" y="1786729"/>
                  </a:lnTo>
                  <a:lnTo>
                    <a:pt x="1855331" y="1825794"/>
                  </a:lnTo>
                  <a:lnTo>
                    <a:pt x="1828583" y="1861245"/>
                  </a:lnTo>
                  <a:lnTo>
                    <a:pt x="1797239" y="1892590"/>
                  </a:lnTo>
                  <a:lnTo>
                    <a:pt x="1761789" y="1919338"/>
                  </a:lnTo>
                  <a:lnTo>
                    <a:pt x="1722726" y="1940998"/>
                  </a:lnTo>
                  <a:lnTo>
                    <a:pt x="1680540" y="1957078"/>
                  </a:lnTo>
                  <a:lnTo>
                    <a:pt x="1635724" y="1967086"/>
                  </a:lnTo>
                  <a:lnTo>
                    <a:pt x="1588770" y="1970531"/>
                  </a:lnTo>
                  <a:lnTo>
                    <a:pt x="317754" y="1970531"/>
                  </a:lnTo>
                  <a:lnTo>
                    <a:pt x="270799" y="1967086"/>
                  </a:lnTo>
                  <a:lnTo>
                    <a:pt x="225983" y="1957078"/>
                  </a:lnTo>
                  <a:lnTo>
                    <a:pt x="183797" y="1940998"/>
                  </a:lnTo>
                  <a:lnTo>
                    <a:pt x="144734" y="1919338"/>
                  </a:lnTo>
                  <a:lnTo>
                    <a:pt x="109284" y="1892590"/>
                  </a:lnTo>
                  <a:lnTo>
                    <a:pt x="77940" y="1861245"/>
                  </a:lnTo>
                  <a:lnTo>
                    <a:pt x="51192" y="1825794"/>
                  </a:lnTo>
                  <a:lnTo>
                    <a:pt x="29533" y="1786729"/>
                  </a:lnTo>
                  <a:lnTo>
                    <a:pt x="13453" y="1744541"/>
                  </a:lnTo>
                  <a:lnTo>
                    <a:pt x="3445" y="1699723"/>
                  </a:lnTo>
                  <a:lnTo>
                    <a:pt x="0" y="1652765"/>
                  </a:lnTo>
                  <a:lnTo>
                    <a:pt x="0" y="317753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346920" y="1732525"/>
            <a:ext cx="1061085" cy="1277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EMPLOYEE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Address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Birth</a:t>
            </a:r>
            <a:r>
              <a:rPr dirty="0" sz="1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place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76378" y="2443162"/>
            <a:ext cx="224154" cy="377825"/>
            <a:chOff x="6076378" y="2443162"/>
            <a:chExt cx="224154" cy="377825"/>
          </a:xfrm>
        </p:grpSpPr>
        <p:sp>
          <p:nvSpPr>
            <p:cNvPr id="14" name="object 14" descr=""/>
            <p:cNvSpPr/>
            <p:nvPr/>
          </p:nvSpPr>
          <p:spPr>
            <a:xfrm>
              <a:off x="6090665" y="2457450"/>
              <a:ext cx="195580" cy="187960"/>
            </a:xfrm>
            <a:custGeom>
              <a:avLst/>
              <a:gdLst/>
              <a:ahLst/>
              <a:cxnLst/>
              <a:rect l="l" t="t" r="r" b="b"/>
              <a:pathLst>
                <a:path w="195579" h="187960">
                  <a:moveTo>
                    <a:pt x="0" y="0"/>
                  </a:moveTo>
                  <a:lnTo>
                    <a:pt x="195072" y="187452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90665" y="2644902"/>
              <a:ext cx="195580" cy="161925"/>
            </a:xfrm>
            <a:custGeom>
              <a:avLst/>
              <a:gdLst/>
              <a:ahLst/>
              <a:cxnLst/>
              <a:rect l="l" t="t" r="r" b="b"/>
              <a:pathLst>
                <a:path w="195579" h="161925">
                  <a:moveTo>
                    <a:pt x="0" y="161544"/>
                  </a:moveTo>
                  <a:lnTo>
                    <a:pt x="195072" y="0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098437" y="2163391"/>
            <a:ext cx="5829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part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 of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364368" y="2677823"/>
            <a:ext cx="877569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composed</a:t>
            </a:r>
            <a:endParaRPr sz="1600">
              <a:latin typeface="Calibri"/>
              <a:cs typeface="Calibri"/>
            </a:endParaRPr>
          </a:p>
          <a:p>
            <a:pPr algn="r" marR="43815">
              <a:lnSpc>
                <a:spcPct val="100000"/>
              </a:lnSpc>
            </a:pP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068758" y="1638049"/>
            <a:ext cx="2774315" cy="1980564"/>
            <a:chOff x="6068758" y="1638049"/>
            <a:chExt cx="2774315" cy="1980564"/>
          </a:xfrm>
        </p:grpSpPr>
        <p:sp>
          <p:nvSpPr>
            <p:cNvPr id="19" name="object 19" descr=""/>
            <p:cNvSpPr/>
            <p:nvPr/>
          </p:nvSpPr>
          <p:spPr>
            <a:xfrm>
              <a:off x="6675882" y="2643377"/>
              <a:ext cx="637540" cy="0"/>
            </a:xfrm>
            <a:custGeom>
              <a:avLst/>
              <a:gdLst/>
              <a:ahLst/>
              <a:cxnLst/>
              <a:rect l="l" t="t" r="r" b="b"/>
              <a:pathLst>
                <a:path w="637540" h="0">
                  <a:moveTo>
                    <a:pt x="0" y="0"/>
                  </a:moveTo>
                  <a:lnTo>
                    <a:pt x="637032" y="0"/>
                  </a:lnTo>
                </a:path>
              </a:pathLst>
            </a:custGeom>
            <a:ln w="28575">
              <a:solidFill>
                <a:srgbClr val="4E3629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83046" y="2643377"/>
              <a:ext cx="593090" cy="1905"/>
            </a:xfrm>
            <a:custGeom>
              <a:avLst/>
              <a:gdLst/>
              <a:ahLst/>
              <a:cxnLst/>
              <a:rect l="l" t="t" r="r" b="b"/>
              <a:pathLst>
                <a:path w="593090" h="1905">
                  <a:moveTo>
                    <a:pt x="592836" y="0"/>
                  </a:moveTo>
                  <a:lnTo>
                    <a:pt x="0" y="1524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251192" y="1644399"/>
              <a:ext cx="1584960" cy="1967864"/>
            </a:xfrm>
            <a:custGeom>
              <a:avLst/>
              <a:gdLst/>
              <a:ahLst/>
              <a:cxnLst/>
              <a:rect l="l" t="t" r="r" b="b"/>
              <a:pathLst>
                <a:path w="1584959" h="1967864">
                  <a:moveTo>
                    <a:pt x="1320800" y="0"/>
                  </a:moveTo>
                  <a:lnTo>
                    <a:pt x="264160" y="0"/>
                  </a:lnTo>
                  <a:lnTo>
                    <a:pt x="216678" y="4255"/>
                  </a:lnTo>
                  <a:lnTo>
                    <a:pt x="171988" y="16525"/>
                  </a:lnTo>
                  <a:lnTo>
                    <a:pt x="130836" y="36064"/>
                  </a:lnTo>
                  <a:lnTo>
                    <a:pt x="93967" y="62125"/>
                  </a:lnTo>
                  <a:lnTo>
                    <a:pt x="62129" y="93962"/>
                  </a:lnTo>
                  <a:lnTo>
                    <a:pt x="36067" y="130830"/>
                  </a:lnTo>
                  <a:lnTo>
                    <a:pt x="16527" y="171983"/>
                  </a:lnTo>
                  <a:lnTo>
                    <a:pt x="4256" y="216675"/>
                  </a:lnTo>
                  <a:lnTo>
                    <a:pt x="0" y="264160"/>
                  </a:lnTo>
                  <a:lnTo>
                    <a:pt x="0" y="1703311"/>
                  </a:lnTo>
                  <a:lnTo>
                    <a:pt x="4256" y="1750796"/>
                  </a:lnTo>
                  <a:lnTo>
                    <a:pt x="16527" y="1795489"/>
                  </a:lnTo>
                  <a:lnTo>
                    <a:pt x="36067" y="1836643"/>
                  </a:lnTo>
                  <a:lnTo>
                    <a:pt x="62129" y="1873514"/>
                  </a:lnTo>
                  <a:lnTo>
                    <a:pt x="93967" y="1905353"/>
                  </a:lnTo>
                  <a:lnTo>
                    <a:pt x="130836" y="1931416"/>
                  </a:lnTo>
                  <a:lnTo>
                    <a:pt x="171988" y="1950956"/>
                  </a:lnTo>
                  <a:lnTo>
                    <a:pt x="216678" y="1963227"/>
                  </a:lnTo>
                  <a:lnTo>
                    <a:pt x="264160" y="1967484"/>
                  </a:lnTo>
                  <a:lnTo>
                    <a:pt x="1320800" y="1967484"/>
                  </a:lnTo>
                  <a:lnTo>
                    <a:pt x="1368281" y="1963227"/>
                  </a:lnTo>
                  <a:lnTo>
                    <a:pt x="1412971" y="1950956"/>
                  </a:lnTo>
                  <a:lnTo>
                    <a:pt x="1454123" y="1931416"/>
                  </a:lnTo>
                  <a:lnTo>
                    <a:pt x="1490992" y="1905353"/>
                  </a:lnTo>
                  <a:lnTo>
                    <a:pt x="1522830" y="1873514"/>
                  </a:lnTo>
                  <a:lnTo>
                    <a:pt x="1548892" y="1836643"/>
                  </a:lnTo>
                  <a:lnTo>
                    <a:pt x="1568432" y="1795489"/>
                  </a:lnTo>
                  <a:lnTo>
                    <a:pt x="1580703" y="1750796"/>
                  </a:lnTo>
                  <a:lnTo>
                    <a:pt x="1584960" y="1703311"/>
                  </a:lnTo>
                  <a:lnTo>
                    <a:pt x="1584960" y="264160"/>
                  </a:lnTo>
                  <a:lnTo>
                    <a:pt x="1580703" y="216675"/>
                  </a:lnTo>
                  <a:lnTo>
                    <a:pt x="1568432" y="171983"/>
                  </a:lnTo>
                  <a:lnTo>
                    <a:pt x="1548892" y="130830"/>
                  </a:lnTo>
                  <a:lnTo>
                    <a:pt x="1522830" y="93962"/>
                  </a:lnTo>
                  <a:lnTo>
                    <a:pt x="1490992" y="62125"/>
                  </a:lnTo>
                  <a:lnTo>
                    <a:pt x="1454123" y="36064"/>
                  </a:lnTo>
                  <a:lnTo>
                    <a:pt x="1412971" y="16525"/>
                  </a:lnTo>
                  <a:lnTo>
                    <a:pt x="1368281" y="4255"/>
                  </a:lnTo>
                  <a:lnTo>
                    <a:pt x="132080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51192" y="1644399"/>
              <a:ext cx="1584960" cy="1967864"/>
            </a:xfrm>
            <a:custGeom>
              <a:avLst/>
              <a:gdLst/>
              <a:ahLst/>
              <a:cxnLst/>
              <a:rect l="l" t="t" r="r" b="b"/>
              <a:pathLst>
                <a:path w="1584959" h="1967864">
                  <a:moveTo>
                    <a:pt x="0" y="264160"/>
                  </a:moveTo>
                  <a:lnTo>
                    <a:pt x="4256" y="216675"/>
                  </a:lnTo>
                  <a:lnTo>
                    <a:pt x="16527" y="171983"/>
                  </a:lnTo>
                  <a:lnTo>
                    <a:pt x="36067" y="130830"/>
                  </a:lnTo>
                  <a:lnTo>
                    <a:pt x="62129" y="93962"/>
                  </a:lnTo>
                  <a:lnTo>
                    <a:pt x="93967" y="62125"/>
                  </a:lnTo>
                  <a:lnTo>
                    <a:pt x="130836" y="36064"/>
                  </a:lnTo>
                  <a:lnTo>
                    <a:pt x="171988" y="16525"/>
                  </a:lnTo>
                  <a:lnTo>
                    <a:pt x="216678" y="4255"/>
                  </a:lnTo>
                  <a:lnTo>
                    <a:pt x="264160" y="0"/>
                  </a:lnTo>
                  <a:lnTo>
                    <a:pt x="1320800" y="0"/>
                  </a:lnTo>
                  <a:lnTo>
                    <a:pt x="1368281" y="4255"/>
                  </a:lnTo>
                  <a:lnTo>
                    <a:pt x="1412971" y="16525"/>
                  </a:lnTo>
                  <a:lnTo>
                    <a:pt x="1454123" y="36064"/>
                  </a:lnTo>
                  <a:lnTo>
                    <a:pt x="1490992" y="62125"/>
                  </a:lnTo>
                  <a:lnTo>
                    <a:pt x="1522830" y="93962"/>
                  </a:lnTo>
                  <a:lnTo>
                    <a:pt x="1548892" y="130830"/>
                  </a:lnTo>
                  <a:lnTo>
                    <a:pt x="1568432" y="171983"/>
                  </a:lnTo>
                  <a:lnTo>
                    <a:pt x="1580703" y="216675"/>
                  </a:lnTo>
                  <a:lnTo>
                    <a:pt x="1584960" y="264160"/>
                  </a:lnTo>
                  <a:lnTo>
                    <a:pt x="1584960" y="1703311"/>
                  </a:lnTo>
                  <a:lnTo>
                    <a:pt x="1580703" y="1750796"/>
                  </a:lnTo>
                  <a:lnTo>
                    <a:pt x="1568432" y="1795489"/>
                  </a:lnTo>
                  <a:lnTo>
                    <a:pt x="1548892" y="1836643"/>
                  </a:lnTo>
                  <a:lnTo>
                    <a:pt x="1522830" y="1873514"/>
                  </a:lnTo>
                  <a:lnTo>
                    <a:pt x="1490992" y="1905353"/>
                  </a:lnTo>
                  <a:lnTo>
                    <a:pt x="1454123" y="1931416"/>
                  </a:lnTo>
                  <a:lnTo>
                    <a:pt x="1412971" y="1950956"/>
                  </a:lnTo>
                  <a:lnTo>
                    <a:pt x="1368281" y="1963227"/>
                  </a:lnTo>
                  <a:lnTo>
                    <a:pt x="1320800" y="1967484"/>
                  </a:lnTo>
                  <a:lnTo>
                    <a:pt x="264160" y="1967484"/>
                  </a:lnTo>
                  <a:lnTo>
                    <a:pt x="216678" y="1963227"/>
                  </a:lnTo>
                  <a:lnTo>
                    <a:pt x="171988" y="1950956"/>
                  </a:lnTo>
                  <a:lnTo>
                    <a:pt x="130836" y="1931416"/>
                  </a:lnTo>
                  <a:lnTo>
                    <a:pt x="93967" y="1905353"/>
                  </a:lnTo>
                  <a:lnTo>
                    <a:pt x="62129" y="1873514"/>
                  </a:lnTo>
                  <a:lnTo>
                    <a:pt x="36067" y="1836643"/>
                  </a:lnTo>
                  <a:lnTo>
                    <a:pt x="16527" y="1795489"/>
                  </a:lnTo>
                  <a:lnTo>
                    <a:pt x="4256" y="1750796"/>
                  </a:lnTo>
                  <a:lnTo>
                    <a:pt x="0" y="1703311"/>
                  </a:lnTo>
                  <a:lnTo>
                    <a:pt x="0" y="264160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407750" y="1731140"/>
            <a:ext cx="1341755" cy="1033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Number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Budget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900928" y="3864864"/>
            <a:ext cx="2028825" cy="649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1350F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91440" marR="109220">
              <a:lnSpc>
                <a:spcPct val="100000"/>
              </a:lnSpc>
              <a:spcBef>
                <a:spcPts val="280"/>
              </a:spcBef>
            </a:pP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Violación</a:t>
            </a:r>
            <a:r>
              <a:rPr dirty="0" sz="1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1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4E3629"/>
                </a:solidFill>
                <a:latin typeface="Calibri"/>
                <a:cs typeface="Calibri"/>
              </a:rPr>
              <a:t>Tercer </a:t>
            </a: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Formato</a:t>
            </a:r>
            <a:r>
              <a:rPr dirty="0" sz="1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Normal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4169409" y="5097529"/>
            <a:ext cx="1927225" cy="1119505"/>
            <a:chOff x="4169409" y="5097529"/>
            <a:chExt cx="1927225" cy="1119505"/>
          </a:xfrm>
        </p:grpSpPr>
        <p:sp>
          <p:nvSpPr>
            <p:cNvPr id="26" name="object 26" descr=""/>
            <p:cNvSpPr/>
            <p:nvPr/>
          </p:nvSpPr>
          <p:spPr>
            <a:xfrm>
              <a:off x="4175759" y="5103879"/>
              <a:ext cx="1914525" cy="1106805"/>
            </a:xfrm>
            <a:custGeom>
              <a:avLst/>
              <a:gdLst/>
              <a:ahLst/>
              <a:cxnLst/>
              <a:rect l="l" t="t" r="r" b="b"/>
              <a:pathLst>
                <a:path w="1914525" h="1106804">
                  <a:moveTo>
                    <a:pt x="1729739" y="0"/>
                  </a:moveTo>
                  <a:lnTo>
                    <a:pt x="184404" y="0"/>
                  </a:lnTo>
                  <a:lnTo>
                    <a:pt x="135382" y="6587"/>
                  </a:lnTo>
                  <a:lnTo>
                    <a:pt x="91332" y="25177"/>
                  </a:lnTo>
                  <a:lnTo>
                    <a:pt x="54011" y="54011"/>
                  </a:lnTo>
                  <a:lnTo>
                    <a:pt x="25177" y="91332"/>
                  </a:lnTo>
                  <a:lnTo>
                    <a:pt x="6587" y="135382"/>
                  </a:lnTo>
                  <a:lnTo>
                    <a:pt x="0" y="184403"/>
                  </a:lnTo>
                  <a:lnTo>
                    <a:pt x="0" y="922007"/>
                  </a:lnTo>
                  <a:lnTo>
                    <a:pt x="6587" y="971033"/>
                  </a:lnTo>
                  <a:lnTo>
                    <a:pt x="25177" y="1015087"/>
                  </a:lnTo>
                  <a:lnTo>
                    <a:pt x="54011" y="1052410"/>
                  </a:lnTo>
                  <a:lnTo>
                    <a:pt x="91332" y="1081246"/>
                  </a:lnTo>
                  <a:lnTo>
                    <a:pt x="135382" y="1099836"/>
                  </a:lnTo>
                  <a:lnTo>
                    <a:pt x="184404" y="1106423"/>
                  </a:lnTo>
                  <a:lnTo>
                    <a:pt x="1729739" y="1106423"/>
                  </a:lnTo>
                  <a:lnTo>
                    <a:pt x="1778761" y="1099836"/>
                  </a:lnTo>
                  <a:lnTo>
                    <a:pt x="1822811" y="1081246"/>
                  </a:lnTo>
                  <a:lnTo>
                    <a:pt x="1860132" y="1052410"/>
                  </a:lnTo>
                  <a:lnTo>
                    <a:pt x="1888966" y="1015087"/>
                  </a:lnTo>
                  <a:lnTo>
                    <a:pt x="1907556" y="971033"/>
                  </a:lnTo>
                  <a:lnTo>
                    <a:pt x="1914144" y="922007"/>
                  </a:lnTo>
                  <a:lnTo>
                    <a:pt x="1914144" y="184403"/>
                  </a:lnTo>
                  <a:lnTo>
                    <a:pt x="1907556" y="135382"/>
                  </a:lnTo>
                  <a:lnTo>
                    <a:pt x="1888966" y="91332"/>
                  </a:lnTo>
                  <a:lnTo>
                    <a:pt x="1860132" y="54011"/>
                  </a:lnTo>
                  <a:lnTo>
                    <a:pt x="1822811" y="25177"/>
                  </a:lnTo>
                  <a:lnTo>
                    <a:pt x="1778761" y="6587"/>
                  </a:lnTo>
                  <a:lnTo>
                    <a:pt x="1729739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175759" y="5103879"/>
              <a:ext cx="1914525" cy="1106805"/>
            </a:xfrm>
            <a:custGeom>
              <a:avLst/>
              <a:gdLst/>
              <a:ahLst/>
              <a:cxnLst/>
              <a:rect l="l" t="t" r="r" b="b"/>
              <a:pathLst>
                <a:path w="1914525" h="1106804">
                  <a:moveTo>
                    <a:pt x="0" y="184403"/>
                  </a:moveTo>
                  <a:lnTo>
                    <a:pt x="6587" y="135382"/>
                  </a:lnTo>
                  <a:lnTo>
                    <a:pt x="25177" y="91332"/>
                  </a:lnTo>
                  <a:lnTo>
                    <a:pt x="54011" y="54011"/>
                  </a:lnTo>
                  <a:lnTo>
                    <a:pt x="91332" y="25177"/>
                  </a:lnTo>
                  <a:lnTo>
                    <a:pt x="135382" y="6587"/>
                  </a:lnTo>
                  <a:lnTo>
                    <a:pt x="184404" y="0"/>
                  </a:lnTo>
                  <a:lnTo>
                    <a:pt x="1729739" y="0"/>
                  </a:lnTo>
                  <a:lnTo>
                    <a:pt x="1778761" y="6587"/>
                  </a:lnTo>
                  <a:lnTo>
                    <a:pt x="1822811" y="25177"/>
                  </a:lnTo>
                  <a:lnTo>
                    <a:pt x="1860132" y="54011"/>
                  </a:lnTo>
                  <a:lnTo>
                    <a:pt x="1888966" y="91332"/>
                  </a:lnTo>
                  <a:lnTo>
                    <a:pt x="1907556" y="135382"/>
                  </a:lnTo>
                  <a:lnTo>
                    <a:pt x="1914144" y="184403"/>
                  </a:lnTo>
                  <a:lnTo>
                    <a:pt x="1914144" y="922007"/>
                  </a:lnTo>
                  <a:lnTo>
                    <a:pt x="1907556" y="971033"/>
                  </a:lnTo>
                  <a:lnTo>
                    <a:pt x="1888966" y="1015087"/>
                  </a:lnTo>
                  <a:lnTo>
                    <a:pt x="1860132" y="1052410"/>
                  </a:lnTo>
                  <a:lnTo>
                    <a:pt x="1822811" y="1081246"/>
                  </a:lnTo>
                  <a:lnTo>
                    <a:pt x="1778761" y="1099836"/>
                  </a:lnTo>
                  <a:lnTo>
                    <a:pt x="1729739" y="1106423"/>
                  </a:lnTo>
                  <a:lnTo>
                    <a:pt x="184404" y="1106423"/>
                  </a:lnTo>
                  <a:lnTo>
                    <a:pt x="135382" y="1099836"/>
                  </a:lnTo>
                  <a:lnTo>
                    <a:pt x="91332" y="1081246"/>
                  </a:lnTo>
                  <a:lnTo>
                    <a:pt x="54011" y="1052410"/>
                  </a:lnTo>
                  <a:lnTo>
                    <a:pt x="25177" y="1015087"/>
                  </a:lnTo>
                  <a:lnTo>
                    <a:pt x="6587" y="971033"/>
                  </a:lnTo>
                  <a:lnTo>
                    <a:pt x="0" y="922007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4307836" y="4635651"/>
            <a:ext cx="1996439" cy="152463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543560">
              <a:lnSpc>
                <a:spcPct val="100000"/>
              </a:lnSpc>
              <a:spcBef>
                <a:spcPts val="101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the</a:t>
            </a:r>
            <a:r>
              <a:rPr dirty="0" sz="1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dependent</a:t>
            </a: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PARTNER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Number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Birth</a:t>
            </a:r>
            <a:r>
              <a:rPr dirty="0" sz="1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date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30" name="object 30" descr=""/>
          <p:cNvSpPr txBox="1"/>
          <p:nvPr/>
        </p:nvSpPr>
        <p:spPr>
          <a:xfrm>
            <a:off x="8750490" y="6567768"/>
            <a:ext cx="1536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25">
                <a:solidFill>
                  <a:srgbClr val="4E3629"/>
                </a:solidFill>
                <a:latin typeface="Calibri"/>
                <a:cs typeface="Calibri"/>
              </a:rPr>
              <a:t>14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Solución</a:t>
            </a:r>
            <a:r>
              <a:rPr dirty="0" spc="-45"/>
              <a:t> </a:t>
            </a:r>
            <a:r>
              <a:rPr dirty="0"/>
              <a:t>para</a:t>
            </a:r>
            <a:r>
              <a:rPr dirty="0" spc="-70"/>
              <a:t> </a:t>
            </a:r>
            <a:r>
              <a:rPr dirty="0"/>
              <a:t>el</a:t>
            </a:r>
            <a:r>
              <a:rPr dirty="0" spc="-60"/>
              <a:t> </a:t>
            </a:r>
            <a:r>
              <a:rPr dirty="0"/>
              <a:t>Segundo</a:t>
            </a:r>
            <a:r>
              <a:rPr dirty="0" spc="-50"/>
              <a:t> </a:t>
            </a:r>
            <a:r>
              <a:rPr dirty="0"/>
              <a:t>Ejemplo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 spc="-25"/>
              <a:t>3NF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3308985" cy="19888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obligatorio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extremo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PARTNER,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ya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seguimiento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información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sobre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5764" y="3336465"/>
            <a:ext cx="322262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partner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persona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partner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solo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745926" y="3610546"/>
            <a:ext cx="28575" cy="1508760"/>
            <a:chOff x="4745926" y="3610546"/>
            <a:chExt cx="28575" cy="1508760"/>
          </a:xfrm>
        </p:grpSpPr>
        <p:sp>
          <p:nvSpPr>
            <p:cNvPr id="6" name="object 6" descr=""/>
            <p:cNvSpPr/>
            <p:nvPr/>
          </p:nvSpPr>
          <p:spPr>
            <a:xfrm>
              <a:off x="4760214" y="4427982"/>
              <a:ext cx="0" cy="676910"/>
            </a:xfrm>
            <a:custGeom>
              <a:avLst/>
              <a:gdLst/>
              <a:ahLst/>
              <a:cxnLst/>
              <a:rect l="l" t="t" r="r" b="b"/>
              <a:pathLst>
                <a:path w="0" h="676910">
                  <a:moveTo>
                    <a:pt x="0" y="676656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60214" y="3624834"/>
              <a:ext cx="0" cy="765175"/>
            </a:xfrm>
            <a:custGeom>
              <a:avLst/>
              <a:gdLst/>
              <a:ahLst/>
              <a:cxnLst/>
              <a:rect l="l" t="t" r="r" b="b"/>
              <a:pathLst>
                <a:path w="0" h="765175">
                  <a:moveTo>
                    <a:pt x="0" y="765048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4E3629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945677" y="3639964"/>
            <a:ext cx="4178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have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169409" y="1638050"/>
            <a:ext cx="1919605" cy="1983739"/>
            <a:chOff x="4169409" y="1638050"/>
            <a:chExt cx="1919605" cy="1983739"/>
          </a:xfrm>
        </p:grpSpPr>
        <p:sp>
          <p:nvSpPr>
            <p:cNvPr id="10" name="object 10" descr=""/>
            <p:cNvSpPr/>
            <p:nvPr/>
          </p:nvSpPr>
          <p:spPr>
            <a:xfrm>
              <a:off x="4175759" y="1644400"/>
              <a:ext cx="1906905" cy="1971039"/>
            </a:xfrm>
            <a:custGeom>
              <a:avLst/>
              <a:gdLst/>
              <a:ahLst/>
              <a:cxnLst/>
              <a:rect l="l" t="t" r="r" b="b"/>
              <a:pathLst>
                <a:path w="1906904" h="1971039">
                  <a:moveTo>
                    <a:pt x="1588770" y="0"/>
                  </a:moveTo>
                  <a:lnTo>
                    <a:pt x="317754" y="0"/>
                  </a:lnTo>
                  <a:lnTo>
                    <a:pt x="270799" y="3445"/>
                  </a:lnTo>
                  <a:lnTo>
                    <a:pt x="225983" y="13453"/>
                  </a:lnTo>
                  <a:lnTo>
                    <a:pt x="183797" y="29533"/>
                  </a:lnTo>
                  <a:lnTo>
                    <a:pt x="144734" y="51192"/>
                  </a:lnTo>
                  <a:lnTo>
                    <a:pt x="109284" y="77940"/>
                  </a:lnTo>
                  <a:lnTo>
                    <a:pt x="77940" y="109284"/>
                  </a:lnTo>
                  <a:lnTo>
                    <a:pt x="51192" y="144734"/>
                  </a:lnTo>
                  <a:lnTo>
                    <a:pt x="29533" y="183797"/>
                  </a:lnTo>
                  <a:lnTo>
                    <a:pt x="13453" y="225983"/>
                  </a:lnTo>
                  <a:lnTo>
                    <a:pt x="3445" y="270799"/>
                  </a:lnTo>
                  <a:lnTo>
                    <a:pt x="0" y="317753"/>
                  </a:lnTo>
                  <a:lnTo>
                    <a:pt x="0" y="1652765"/>
                  </a:lnTo>
                  <a:lnTo>
                    <a:pt x="3445" y="1699723"/>
                  </a:lnTo>
                  <a:lnTo>
                    <a:pt x="13453" y="1744541"/>
                  </a:lnTo>
                  <a:lnTo>
                    <a:pt x="29533" y="1786729"/>
                  </a:lnTo>
                  <a:lnTo>
                    <a:pt x="51192" y="1825794"/>
                  </a:lnTo>
                  <a:lnTo>
                    <a:pt x="77940" y="1861245"/>
                  </a:lnTo>
                  <a:lnTo>
                    <a:pt x="109284" y="1892590"/>
                  </a:lnTo>
                  <a:lnTo>
                    <a:pt x="144734" y="1919338"/>
                  </a:lnTo>
                  <a:lnTo>
                    <a:pt x="183797" y="1940998"/>
                  </a:lnTo>
                  <a:lnTo>
                    <a:pt x="225983" y="1957078"/>
                  </a:lnTo>
                  <a:lnTo>
                    <a:pt x="270799" y="1967086"/>
                  </a:lnTo>
                  <a:lnTo>
                    <a:pt x="317754" y="1970531"/>
                  </a:lnTo>
                  <a:lnTo>
                    <a:pt x="1588770" y="1970531"/>
                  </a:lnTo>
                  <a:lnTo>
                    <a:pt x="1635724" y="1967086"/>
                  </a:lnTo>
                  <a:lnTo>
                    <a:pt x="1680540" y="1957078"/>
                  </a:lnTo>
                  <a:lnTo>
                    <a:pt x="1722726" y="1940998"/>
                  </a:lnTo>
                  <a:lnTo>
                    <a:pt x="1761789" y="1919338"/>
                  </a:lnTo>
                  <a:lnTo>
                    <a:pt x="1797239" y="1892590"/>
                  </a:lnTo>
                  <a:lnTo>
                    <a:pt x="1828583" y="1861245"/>
                  </a:lnTo>
                  <a:lnTo>
                    <a:pt x="1855331" y="1825794"/>
                  </a:lnTo>
                  <a:lnTo>
                    <a:pt x="1876990" y="1786729"/>
                  </a:lnTo>
                  <a:lnTo>
                    <a:pt x="1893070" y="1744541"/>
                  </a:lnTo>
                  <a:lnTo>
                    <a:pt x="1903078" y="1699723"/>
                  </a:lnTo>
                  <a:lnTo>
                    <a:pt x="1906524" y="1652765"/>
                  </a:lnTo>
                  <a:lnTo>
                    <a:pt x="1906524" y="317753"/>
                  </a:lnTo>
                  <a:lnTo>
                    <a:pt x="1903078" y="270799"/>
                  </a:lnTo>
                  <a:lnTo>
                    <a:pt x="1893070" y="225983"/>
                  </a:lnTo>
                  <a:lnTo>
                    <a:pt x="1876990" y="183797"/>
                  </a:lnTo>
                  <a:lnTo>
                    <a:pt x="1855331" y="144734"/>
                  </a:lnTo>
                  <a:lnTo>
                    <a:pt x="1828583" y="109284"/>
                  </a:lnTo>
                  <a:lnTo>
                    <a:pt x="1797239" y="77940"/>
                  </a:lnTo>
                  <a:lnTo>
                    <a:pt x="1761789" y="51192"/>
                  </a:lnTo>
                  <a:lnTo>
                    <a:pt x="1722726" y="29533"/>
                  </a:lnTo>
                  <a:lnTo>
                    <a:pt x="1680540" y="13453"/>
                  </a:lnTo>
                  <a:lnTo>
                    <a:pt x="1635724" y="3445"/>
                  </a:lnTo>
                  <a:lnTo>
                    <a:pt x="158877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175759" y="1644400"/>
              <a:ext cx="1906905" cy="1971039"/>
            </a:xfrm>
            <a:custGeom>
              <a:avLst/>
              <a:gdLst/>
              <a:ahLst/>
              <a:cxnLst/>
              <a:rect l="l" t="t" r="r" b="b"/>
              <a:pathLst>
                <a:path w="1906904" h="1971039">
                  <a:moveTo>
                    <a:pt x="0" y="317753"/>
                  </a:moveTo>
                  <a:lnTo>
                    <a:pt x="3445" y="270799"/>
                  </a:lnTo>
                  <a:lnTo>
                    <a:pt x="13453" y="225983"/>
                  </a:lnTo>
                  <a:lnTo>
                    <a:pt x="29533" y="183797"/>
                  </a:lnTo>
                  <a:lnTo>
                    <a:pt x="51192" y="144734"/>
                  </a:lnTo>
                  <a:lnTo>
                    <a:pt x="77940" y="109284"/>
                  </a:lnTo>
                  <a:lnTo>
                    <a:pt x="109284" y="77940"/>
                  </a:lnTo>
                  <a:lnTo>
                    <a:pt x="144734" y="51192"/>
                  </a:lnTo>
                  <a:lnTo>
                    <a:pt x="183797" y="29533"/>
                  </a:lnTo>
                  <a:lnTo>
                    <a:pt x="225983" y="13453"/>
                  </a:lnTo>
                  <a:lnTo>
                    <a:pt x="270799" y="3445"/>
                  </a:lnTo>
                  <a:lnTo>
                    <a:pt x="317754" y="0"/>
                  </a:lnTo>
                  <a:lnTo>
                    <a:pt x="1588770" y="0"/>
                  </a:lnTo>
                  <a:lnTo>
                    <a:pt x="1635724" y="3445"/>
                  </a:lnTo>
                  <a:lnTo>
                    <a:pt x="1680540" y="13453"/>
                  </a:lnTo>
                  <a:lnTo>
                    <a:pt x="1722726" y="29533"/>
                  </a:lnTo>
                  <a:lnTo>
                    <a:pt x="1761789" y="51192"/>
                  </a:lnTo>
                  <a:lnTo>
                    <a:pt x="1797239" y="77940"/>
                  </a:lnTo>
                  <a:lnTo>
                    <a:pt x="1828583" y="109284"/>
                  </a:lnTo>
                  <a:lnTo>
                    <a:pt x="1855331" y="144734"/>
                  </a:lnTo>
                  <a:lnTo>
                    <a:pt x="1876990" y="183797"/>
                  </a:lnTo>
                  <a:lnTo>
                    <a:pt x="1893070" y="225983"/>
                  </a:lnTo>
                  <a:lnTo>
                    <a:pt x="1903078" y="270799"/>
                  </a:lnTo>
                  <a:lnTo>
                    <a:pt x="1906524" y="317753"/>
                  </a:lnTo>
                  <a:lnTo>
                    <a:pt x="1906524" y="1652765"/>
                  </a:lnTo>
                  <a:lnTo>
                    <a:pt x="1903078" y="1699723"/>
                  </a:lnTo>
                  <a:lnTo>
                    <a:pt x="1893070" y="1744541"/>
                  </a:lnTo>
                  <a:lnTo>
                    <a:pt x="1876990" y="1786729"/>
                  </a:lnTo>
                  <a:lnTo>
                    <a:pt x="1855331" y="1825794"/>
                  </a:lnTo>
                  <a:lnTo>
                    <a:pt x="1828583" y="1861245"/>
                  </a:lnTo>
                  <a:lnTo>
                    <a:pt x="1797239" y="1892590"/>
                  </a:lnTo>
                  <a:lnTo>
                    <a:pt x="1761789" y="1919338"/>
                  </a:lnTo>
                  <a:lnTo>
                    <a:pt x="1722726" y="1940998"/>
                  </a:lnTo>
                  <a:lnTo>
                    <a:pt x="1680540" y="1957078"/>
                  </a:lnTo>
                  <a:lnTo>
                    <a:pt x="1635724" y="1967086"/>
                  </a:lnTo>
                  <a:lnTo>
                    <a:pt x="1588770" y="1970531"/>
                  </a:lnTo>
                  <a:lnTo>
                    <a:pt x="317754" y="1970531"/>
                  </a:lnTo>
                  <a:lnTo>
                    <a:pt x="270799" y="1967086"/>
                  </a:lnTo>
                  <a:lnTo>
                    <a:pt x="225983" y="1957078"/>
                  </a:lnTo>
                  <a:lnTo>
                    <a:pt x="183797" y="1940998"/>
                  </a:lnTo>
                  <a:lnTo>
                    <a:pt x="144734" y="1919338"/>
                  </a:lnTo>
                  <a:lnTo>
                    <a:pt x="109284" y="1892590"/>
                  </a:lnTo>
                  <a:lnTo>
                    <a:pt x="77940" y="1861245"/>
                  </a:lnTo>
                  <a:lnTo>
                    <a:pt x="51192" y="1825794"/>
                  </a:lnTo>
                  <a:lnTo>
                    <a:pt x="29533" y="1786729"/>
                  </a:lnTo>
                  <a:lnTo>
                    <a:pt x="13453" y="1744541"/>
                  </a:lnTo>
                  <a:lnTo>
                    <a:pt x="3445" y="1699723"/>
                  </a:lnTo>
                  <a:lnTo>
                    <a:pt x="0" y="1652765"/>
                  </a:lnTo>
                  <a:lnTo>
                    <a:pt x="0" y="317753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346920" y="1732525"/>
            <a:ext cx="1061085" cy="1277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EMPLOYEE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Address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Birth</a:t>
            </a:r>
            <a:r>
              <a:rPr dirty="0" sz="1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place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76378" y="2443162"/>
            <a:ext cx="224154" cy="377825"/>
            <a:chOff x="6076378" y="2443162"/>
            <a:chExt cx="224154" cy="377825"/>
          </a:xfrm>
        </p:grpSpPr>
        <p:sp>
          <p:nvSpPr>
            <p:cNvPr id="14" name="object 14" descr=""/>
            <p:cNvSpPr/>
            <p:nvPr/>
          </p:nvSpPr>
          <p:spPr>
            <a:xfrm>
              <a:off x="6090665" y="2457450"/>
              <a:ext cx="195580" cy="187960"/>
            </a:xfrm>
            <a:custGeom>
              <a:avLst/>
              <a:gdLst/>
              <a:ahLst/>
              <a:cxnLst/>
              <a:rect l="l" t="t" r="r" b="b"/>
              <a:pathLst>
                <a:path w="195579" h="187960">
                  <a:moveTo>
                    <a:pt x="0" y="0"/>
                  </a:moveTo>
                  <a:lnTo>
                    <a:pt x="195072" y="187452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90665" y="2644902"/>
              <a:ext cx="195580" cy="161925"/>
            </a:xfrm>
            <a:custGeom>
              <a:avLst/>
              <a:gdLst/>
              <a:ahLst/>
              <a:cxnLst/>
              <a:rect l="l" t="t" r="r" b="b"/>
              <a:pathLst>
                <a:path w="195579" h="161925">
                  <a:moveTo>
                    <a:pt x="0" y="161544"/>
                  </a:moveTo>
                  <a:lnTo>
                    <a:pt x="195072" y="0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098437" y="2163391"/>
            <a:ext cx="5829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part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 of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364368" y="2677823"/>
            <a:ext cx="877569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composed</a:t>
            </a:r>
            <a:endParaRPr sz="1600">
              <a:latin typeface="Calibri"/>
              <a:cs typeface="Calibri"/>
            </a:endParaRPr>
          </a:p>
          <a:p>
            <a:pPr algn="r" marR="43815">
              <a:lnSpc>
                <a:spcPct val="100000"/>
              </a:lnSpc>
            </a:pP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068758" y="1638049"/>
            <a:ext cx="2774315" cy="1980564"/>
            <a:chOff x="6068758" y="1638049"/>
            <a:chExt cx="2774315" cy="1980564"/>
          </a:xfrm>
        </p:grpSpPr>
        <p:sp>
          <p:nvSpPr>
            <p:cNvPr id="19" name="object 19" descr=""/>
            <p:cNvSpPr/>
            <p:nvPr/>
          </p:nvSpPr>
          <p:spPr>
            <a:xfrm>
              <a:off x="6675882" y="2643377"/>
              <a:ext cx="637540" cy="0"/>
            </a:xfrm>
            <a:custGeom>
              <a:avLst/>
              <a:gdLst/>
              <a:ahLst/>
              <a:cxnLst/>
              <a:rect l="l" t="t" r="r" b="b"/>
              <a:pathLst>
                <a:path w="637540" h="0">
                  <a:moveTo>
                    <a:pt x="0" y="0"/>
                  </a:moveTo>
                  <a:lnTo>
                    <a:pt x="637032" y="0"/>
                  </a:lnTo>
                </a:path>
              </a:pathLst>
            </a:custGeom>
            <a:ln w="28575">
              <a:solidFill>
                <a:srgbClr val="4E3629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83046" y="2643377"/>
              <a:ext cx="593090" cy="1905"/>
            </a:xfrm>
            <a:custGeom>
              <a:avLst/>
              <a:gdLst/>
              <a:ahLst/>
              <a:cxnLst/>
              <a:rect l="l" t="t" r="r" b="b"/>
              <a:pathLst>
                <a:path w="593090" h="1905">
                  <a:moveTo>
                    <a:pt x="592836" y="0"/>
                  </a:moveTo>
                  <a:lnTo>
                    <a:pt x="0" y="1524"/>
                  </a:lnTo>
                </a:path>
              </a:pathLst>
            </a:custGeom>
            <a:ln w="28575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251192" y="1644399"/>
              <a:ext cx="1584960" cy="1967864"/>
            </a:xfrm>
            <a:custGeom>
              <a:avLst/>
              <a:gdLst/>
              <a:ahLst/>
              <a:cxnLst/>
              <a:rect l="l" t="t" r="r" b="b"/>
              <a:pathLst>
                <a:path w="1584959" h="1967864">
                  <a:moveTo>
                    <a:pt x="1320800" y="0"/>
                  </a:moveTo>
                  <a:lnTo>
                    <a:pt x="264160" y="0"/>
                  </a:lnTo>
                  <a:lnTo>
                    <a:pt x="216678" y="4255"/>
                  </a:lnTo>
                  <a:lnTo>
                    <a:pt x="171988" y="16525"/>
                  </a:lnTo>
                  <a:lnTo>
                    <a:pt x="130836" y="36064"/>
                  </a:lnTo>
                  <a:lnTo>
                    <a:pt x="93967" y="62125"/>
                  </a:lnTo>
                  <a:lnTo>
                    <a:pt x="62129" y="93962"/>
                  </a:lnTo>
                  <a:lnTo>
                    <a:pt x="36067" y="130830"/>
                  </a:lnTo>
                  <a:lnTo>
                    <a:pt x="16527" y="171983"/>
                  </a:lnTo>
                  <a:lnTo>
                    <a:pt x="4256" y="216675"/>
                  </a:lnTo>
                  <a:lnTo>
                    <a:pt x="0" y="264160"/>
                  </a:lnTo>
                  <a:lnTo>
                    <a:pt x="0" y="1703311"/>
                  </a:lnTo>
                  <a:lnTo>
                    <a:pt x="4256" y="1750796"/>
                  </a:lnTo>
                  <a:lnTo>
                    <a:pt x="16527" y="1795489"/>
                  </a:lnTo>
                  <a:lnTo>
                    <a:pt x="36067" y="1836643"/>
                  </a:lnTo>
                  <a:lnTo>
                    <a:pt x="62129" y="1873514"/>
                  </a:lnTo>
                  <a:lnTo>
                    <a:pt x="93967" y="1905353"/>
                  </a:lnTo>
                  <a:lnTo>
                    <a:pt x="130836" y="1931416"/>
                  </a:lnTo>
                  <a:lnTo>
                    <a:pt x="171988" y="1950956"/>
                  </a:lnTo>
                  <a:lnTo>
                    <a:pt x="216678" y="1963227"/>
                  </a:lnTo>
                  <a:lnTo>
                    <a:pt x="264160" y="1967484"/>
                  </a:lnTo>
                  <a:lnTo>
                    <a:pt x="1320800" y="1967484"/>
                  </a:lnTo>
                  <a:lnTo>
                    <a:pt x="1368281" y="1963227"/>
                  </a:lnTo>
                  <a:lnTo>
                    <a:pt x="1412971" y="1950956"/>
                  </a:lnTo>
                  <a:lnTo>
                    <a:pt x="1454123" y="1931416"/>
                  </a:lnTo>
                  <a:lnTo>
                    <a:pt x="1490992" y="1905353"/>
                  </a:lnTo>
                  <a:lnTo>
                    <a:pt x="1522830" y="1873514"/>
                  </a:lnTo>
                  <a:lnTo>
                    <a:pt x="1548892" y="1836643"/>
                  </a:lnTo>
                  <a:lnTo>
                    <a:pt x="1568432" y="1795489"/>
                  </a:lnTo>
                  <a:lnTo>
                    <a:pt x="1580703" y="1750796"/>
                  </a:lnTo>
                  <a:lnTo>
                    <a:pt x="1584960" y="1703311"/>
                  </a:lnTo>
                  <a:lnTo>
                    <a:pt x="1584960" y="264160"/>
                  </a:lnTo>
                  <a:lnTo>
                    <a:pt x="1580703" y="216675"/>
                  </a:lnTo>
                  <a:lnTo>
                    <a:pt x="1568432" y="171983"/>
                  </a:lnTo>
                  <a:lnTo>
                    <a:pt x="1548892" y="130830"/>
                  </a:lnTo>
                  <a:lnTo>
                    <a:pt x="1522830" y="93962"/>
                  </a:lnTo>
                  <a:lnTo>
                    <a:pt x="1490992" y="62125"/>
                  </a:lnTo>
                  <a:lnTo>
                    <a:pt x="1454123" y="36064"/>
                  </a:lnTo>
                  <a:lnTo>
                    <a:pt x="1412971" y="16525"/>
                  </a:lnTo>
                  <a:lnTo>
                    <a:pt x="1368281" y="4255"/>
                  </a:lnTo>
                  <a:lnTo>
                    <a:pt x="1320800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51192" y="1644399"/>
              <a:ext cx="1584960" cy="1967864"/>
            </a:xfrm>
            <a:custGeom>
              <a:avLst/>
              <a:gdLst/>
              <a:ahLst/>
              <a:cxnLst/>
              <a:rect l="l" t="t" r="r" b="b"/>
              <a:pathLst>
                <a:path w="1584959" h="1967864">
                  <a:moveTo>
                    <a:pt x="0" y="264160"/>
                  </a:moveTo>
                  <a:lnTo>
                    <a:pt x="4256" y="216675"/>
                  </a:lnTo>
                  <a:lnTo>
                    <a:pt x="16527" y="171983"/>
                  </a:lnTo>
                  <a:lnTo>
                    <a:pt x="36067" y="130830"/>
                  </a:lnTo>
                  <a:lnTo>
                    <a:pt x="62129" y="93962"/>
                  </a:lnTo>
                  <a:lnTo>
                    <a:pt x="93967" y="62125"/>
                  </a:lnTo>
                  <a:lnTo>
                    <a:pt x="130836" y="36064"/>
                  </a:lnTo>
                  <a:lnTo>
                    <a:pt x="171988" y="16525"/>
                  </a:lnTo>
                  <a:lnTo>
                    <a:pt x="216678" y="4255"/>
                  </a:lnTo>
                  <a:lnTo>
                    <a:pt x="264160" y="0"/>
                  </a:lnTo>
                  <a:lnTo>
                    <a:pt x="1320800" y="0"/>
                  </a:lnTo>
                  <a:lnTo>
                    <a:pt x="1368281" y="4255"/>
                  </a:lnTo>
                  <a:lnTo>
                    <a:pt x="1412971" y="16525"/>
                  </a:lnTo>
                  <a:lnTo>
                    <a:pt x="1454123" y="36064"/>
                  </a:lnTo>
                  <a:lnTo>
                    <a:pt x="1490992" y="62125"/>
                  </a:lnTo>
                  <a:lnTo>
                    <a:pt x="1522830" y="93962"/>
                  </a:lnTo>
                  <a:lnTo>
                    <a:pt x="1548892" y="130830"/>
                  </a:lnTo>
                  <a:lnTo>
                    <a:pt x="1568432" y="171983"/>
                  </a:lnTo>
                  <a:lnTo>
                    <a:pt x="1580703" y="216675"/>
                  </a:lnTo>
                  <a:lnTo>
                    <a:pt x="1584960" y="264160"/>
                  </a:lnTo>
                  <a:lnTo>
                    <a:pt x="1584960" y="1703311"/>
                  </a:lnTo>
                  <a:lnTo>
                    <a:pt x="1580703" y="1750796"/>
                  </a:lnTo>
                  <a:lnTo>
                    <a:pt x="1568432" y="1795489"/>
                  </a:lnTo>
                  <a:lnTo>
                    <a:pt x="1548892" y="1836643"/>
                  </a:lnTo>
                  <a:lnTo>
                    <a:pt x="1522830" y="1873514"/>
                  </a:lnTo>
                  <a:lnTo>
                    <a:pt x="1490992" y="1905353"/>
                  </a:lnTo>
                  <a:lnTo>
                    <a:pt x="1454123" y="1931416"/>
                  </a:lnTo>
                  <a:lnTo>
                    <a:pt x="1412971" y="1950956"/>
                  </a:lnTo>
                  <a:lnTo>
                    <a:pt x="1368281" y="1963227"/>
                  </a:lnTo>
                  <a:lnTo>
                    <a:pt x="1320800" y="1967484"/>
                  </a:lnTo>
                  <a:lnTo>
                    <a:pt x="264160" y="1967484"/>
                  </a:lnTo>
                  <a:lnTo>
                    <a:pt x="216678" y="1963227"/>
                  </a:lnTo>
                  <a:lnTo>
                    <a:pt x="171988" y="1950956"/>
                  </a:lnTo>
                  <a:lnTo>
                    <a:pt x="130836" y="1931416"/>
                  </a:lnTo>
                  <a:lnTo>
                    <a:pt x="93967" y="1905353"/>
                  </a:lnTo>
                  <a:lnTo>
                    <a:pt x="62129" y="1873514"/>
                  </a:lnTo>
                  <a:lnTo>
                    <a:pt x="36067" y="1836643"/>
                  </a:lnTo>
                  <a:lnTo>
                    <a:pt x="16527" y="1795489"/>
                  </a:lnTo>
                  <a:lnTo>
                    <a:pt x="4256" y="1750796"/>
                  </a:lnTo>
                  <a:lnTo>
                    <a:pt x="0" y="1703311"/>
                  </a:lnTo>
                  <a:lnTo>
                    <a:pt x="0" y="264160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407750" y="1731140"/>
            <a:ext cx="1341755" cy="1033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Number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Budget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900928" y="3864864"/>
            <a:ext cx="2028825" cy="649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1350F"/>
            </a:solidFill>
          </a:ln>
        </p:spPr>
        <p:txBody>
          <a:bodyPr wrap="square" lIns="0" tIns="35560" rIns="0" bIns="0" rtlCol="0" vert="horz">
            <a:spAutoFit/>
          </a:bodyPr>
          <a:lstStyle/>
          <a:p>
            <a:pPr marL="91440" marR="109220">
              <a:lnSpc>
                <a:spcPct val="100000"/>
              </a:lnSpc>
              <a:spcBef>
                <a:spcPts val="280"/>
              </a:spcBef>
            </a:pP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Violación</a:t>
            </a:r>
            <a:r>
              <a:rPr dirty="0" sz="1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1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4E3629"/>
                </a:solidFill>
                <a:latin typeface="Calibri"/>
                <a:cs typeface="Calibri"/>
              </a:rPr>
              <a:t>Tercer </a:t>
            </a:r>
            <a:r>
              <a:rPr dirty="0" sz="1800">
                <a:solidFill>
                  <a:srgbClr val="4E3629"/>
                </a:solidFill>
                <a:latin typeface="Calibri"/>
                <a:cs typeface="Calibri"/>
              </a:rPr>
              <a:t>Formato</a:t>
            </a:r>
            <a:r>
              <a:rPr dirty="0" sz="1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E3629"/>
                </a:solidFill>
                <a:latin typeface="Calibri"/>
                <a:cs typeface="Calibri"/>
              </a:rPr>
              <a:t>Normal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4169409" y="5097529"/>
            <a:ext cx="1927225" cy="1119505"/>
            <a:chOff x="4169409" y="5097529"/>
            <a:chExt cx="1927225" cy="1119505"/>
          </a:xfrm>
        </p:grpSpPr>
        <p:sp>
          <p:nvSpPr>
            <p:cNvPr id="26" name="object 26" descr=""/>
            <p:cNvSpPr/>
            <p:nvPr/>
          </p:nvSpPr>
          <p:spPr>
            <a:xfrm>
              <a:off x="4175759" y="5103879"/>
              <a:ext cx="1914525" cy="1106805"/>
            </a:xfrm>
            <a:custGeom>
              <a:avLst/>
              <a:gdLst/>
              <a:ahLst/>
              <a:cxnLst/>
              <a:rect l="l" t="t" r="r" b="b"/>
              <a:pathLst>
                <a:path w="1914525" h="1106804">
                  <a:moveTo>
                    <a:pt x="1729739" y="0"/>
                  </a:moveTo>
                  <a:lnTo>
                    <a:pt x="184404" y="0"/>
                  </a:lnTo>
                  <a:lnTo>
                    <a:pt x="135382" y="6587"/>
                  </a:lnTo>
                  <a:lnTo>
                    <a:pt x="91332" y="25177"/>
                  </a:lnTo>
                  <a:lnTo>
                    <a:pt x="54011" y="54011"/>
                  </a:lnTo>
                  <a:lnTo>
                    <a:pt x="25177" y="91332"/>
                  </a:lnTo>
                  <a:lnTo>
                    <a:pt x="6587" y="135382"/>
                  </a:lnTo>
                  <a:lnTo>
                    <a:pt x="0" y="184403"/>
                  </a:lnTo>
                  <a:lnTo>
                    <a:pt x="0" y="922007"/>
                  </a:lnTo>
                  <a:lnTo>
                    <a:pt x="6587" y="971033"/>
                  </a:lnTo>
                  <a:lnTo>
                    <a:pt x="25177" y="1015087"/>
                  </a:lnTo>
                  <a:lnTo>
                    <a:pt x="54011" y="1052410"/>
                  </a:lnTo>
                  <a:lnTo>
                    <a:pt x="91332" y="1081246"/>
                  </a:lnTo>
                  <a:lnTo>
                    <a:pt x="135382" y="1099836"/>
                  </a:lnTo>
                  <a:lnTo>
                    <a:pt x="184404" y="1106423"/>
                  </a:lnTo>
                  <a:lnTo>
                    <a:pt x="1729739" y="1106423"/>
                  </a:lnTo>
                  <a:lnTo>
                    <a:pt x="1778761" y="1099836"/>
                  </a:lnTo>
                  <a:lnTo>
                    <a:pt x="1822811" y="1081246"/>
                  </a:lnTo>
                  <a:lnTo>
                    <a:pt x="1860132" y="1052410"/>
                  </a:lnTo>
                  <a:lnTo>
                    <a:pt x="1888966" y="1015087"/>
                  </a:lnTo>
                  <a:lnTo>
                    <a:pt x="1907556" y="971033"/>
                  </a:lnTo>
                  <a:lnTo>
                    <a:pt x="1914144" y="922007"/>
                  </a:lnTo>
                  <a:lnTo>
                    <a:pt x="1914144" y="184403"/>
                  </a:lnTo>
                  <a:lnTo>
                    <a:pt x="1907556" y="135382"/>
                  </a:lnTo>
                  <a:lnTo>
                    <a:pt x="1888966" y="91332"/>
                  </a:lnTo>
                  <a:lnTo>
                    <a:pt x="1860132" y="54011"/>
                  </a:lnTo>
                  <a:lnTo>
                    <a:pt x="1822811" y="25177"/>
                  </a:lnTo>
                  <a:lnTo>
                    <a:pt x="1778761" y="6587"/>
                  </a:lnTo>
                  <a:lnTo>
                    <a:pt x="1729739" y="0"/>
                  </a:lnTo>
                  <a:close/>
                </a:path>
              </a:pathLst>
            </a:custGeom>
            <a:solidFill>
              <a:srgbClr val="FBD3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175759" y="5103879"/>
              <a:ext cx="1914525" cy="1106805"/>
            </a:xfrm>
            <a:custGeom>
              <a:avLst/>
              <a:gdLst/>
              <a:ahLst/>
              <a:cxnLst/>
              <a:rect l="l" t="t" r="r" b="b"/>
              <a:pathLst>
                <a:path w="1914525" h="1106804">
                  <a:moveTo>
                    <a:pt x="0" y="184403"/>
                  </a:moveTo>
                  <a:lnTo>
                    <a:pt x="6587" y="135382"/>
                  </a:lnTo>
                  <a:lnTo>
                    <a:pt x="25177" y="91332"/>
                  </a:lnTo>
                  <a:lnTo>
                    <a:pt x="54011" y="54011"/>
                  </a:lnTo>
                  <a:lnTo>
                    <a:pt x="91332" y="25177"/>
                  </a:lnTo>
                  <a:lnTo>
                    <a:pt x="135382" y="6587"/>
                  </a:lnTo>
                  <a:lnTo>
                    <a:pt x="184404" y="0"/>
                  </a:lnTo>
                  <a:lnTo>
                    <a:pt x="1729739" y="0"/>
                  </a:lnTo>
                  <a:lnTo>
                    <a:pt x="1778761" y="6587"/>
                  </a:lnTo>
                  <a:lnTo>
                    <a:pt x="1822811" y="25177"/>
                  </a:lnTo>
                  <a:lnTo>
                    <a:pt x="1860132" y="54011"/>
                  </a:lnTo>
                  <a:lnTo>
                    <a:pt x="1888966" y="91332"/>
                  </a:lnTo>
                  <a:lnTo>
                    <a:pt x="1907556" y="135382"/>
                  </a:lnTo>
                  <a:lnTo>
                    <a:pt x="1914144" y="184403"/>
                  </a:lnTo>
                  <a:lnTo>
                    <a:pt x="1914144" y="922007"/>
                  </a:lnTo>
                  <a:lnTo>
                    <a:pt x="1907556" y="971033"/>
                  </a:lnTo>
                  <a:lnTo>
                    <a:pt x="1888966" y="1015087"/>
                  </a:lnTo>
                  <a:lnTo>
                    <a:pt x="1860132" y="1052410"/>
                  </a:lnTo>
                  <a:lnTo>
                    <a:pt x="1822811" y="1081246"/>
                  </a:lnTo>
                  <a:lnTo>
                    <a:pt x="1778761" y="1099836"/>
                  </a:lnTo>
                  <a:lnTo>
                    <a:pt x="1729739" y="1106423"/>
                  </a:lnTo>
                  <a:lnTo>
                    <a:pt x="184404" y="1106423"/>
                  </a:lnTo>
                  <a:lnTo>
                    <a:pt x="135382" y="1099836"/>
                  </a:lnTo>
                  <a:lnTo>
                    <a:pt x="91332" y="1081246"/>
                  </a:lnTo>
                  <a:lnTo>
                    <a:pt x="54011" y="1052410"/>
                  </a:lnTo>
                  <a:lnTo>
                    <a:pt x="25177" y="1015087"/>
                  </a:lnTo>
                  <a:lnTo>
                    <a:pt x="6587" y="971033"/>
                  </a:lnTo>
                  <a:lnTo>
                    <a:pt x="0" y="922007"/>
                  </a:lnTo>
                  <a:lnTo>
                    <a:pt x="0" y="184403"/>
                  </a:lnTo>
                  <a:close/>
                </a:path>
              </a:pathLst>
            </a:custGeom>
            <a:ln w="127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4307836" y="4635651"/>
            <a:ext cx="1996439" cy="152463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543560">
              <a:lnSpc>
                <a:spcPct val="100000"/>
              </a:lnSpc>
              <a:spcBef>
                <a:spcPts val="101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the</a:t>
            </a:r>
            <a:r>
              <a:rPr dirty="0" sz="1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dependent</a:t>
            </a: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4E3629"/>
                </a:solidFill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PARTNER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#</a:t>
            </a:r>
            <a:r>
              <a:rPr dirty="0" sz="16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Number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  <a:p>
            <a:pPr marL="160020" indent="-147320">
              <a:lnSpc>
                <a:spcPct val="100000"/>
              </a:lnSpc>
              <a:buChar char="*"/>
              <a:tabLst>
                <a:tab pos="160020" algn="l"/>
              </a:tabLst>
            </a:pPr>
            <a:r>
              <a:rPr dirty="0" sz="1600">
                <a:solidFill>
                  <a:srgbClr val="4E3629"/>
                </a:solidFill>
                <a:latin typeface="Calibri"/>
                <a:cs typeface="Calibri"/>
              </a:rPr>
              <a:t>Birth</a:t>
            </a:r>
            <a:r>
              <a:rPr dirty="0" sz="16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4E3629"/>
                </a:solidFill>
                <a:latin typeface="Calibri"/>
                <a:cs typeface="Calibri"/>
              </a:rPr>
              <a:t>date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pc="-10"/>
              <a:t>DDS6L4</a:t>
            </a:r>
          </a:p>
          <a:p>
            <a:pPr marL="12700">
              <a:lnSpc>
                <a:spcPts val="965"/>
              </a:lnSpc>
            </a:pPr>
            <a:r>
              <a:rPr dirty="0"/>
              <a:t>Tercer</a:t>
            </a:r>
            <a:r>
              <a:rPr dirty="0" spc="-25"/>
              <a:t> </a:t>
            </a:r>
            <a:r>
              <a:rPr dirty="0"/>
              <a:t>Formato</a:t>
            </a:r>
            <a:r>
              <a:rPr dirty="0" spc="-35"/>
              <a:t> </a:t>
            </a:r>
            <a:r>
              <a:rPr dirty="0" spc="-10"/>
              <a:t>Normal</a:t>
            </a:r>
          </a:p>
        </p:txBody>
      </p:sp>
      <p:sp>
        <p:nvSpPr>
          <p:cNvPr id="30" name="object 30" descr=""/>
          <p:cNvSpPr txBox="1"/>
          <p:nvPr/>
        </p:nvSpPr>
        <p:spPr>
          <a:xfrm>
            <a:off x="8750490" y="6567768"/>
            <a:ext cx="1536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25">
                <a:solidFill>
                  <a:srgbClr val="4E3629"/>
                </a:solidFill>
                <a:latin typeface="Calibri"/>
                <a:cs typeface="Calibri"/>
              </a:rPr>
              <a:t>16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william.mcrae</dc:creator>
  <dc:title>PowerPoint Presentation</dc:title>
  <dcterms:created xsi:type="dcterms:W3CDTF">2025-06-01T17:55:57Z</dcterms:created>
  <dcterms:modified xsi:type="dcterms:W3CDTF">2025-06-01T17:55:57Z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2025-02-23T00:00:00Z</vt:filetime>
  </property>
  <property fmtid="{D5CDD505-2E9C-101B-9397-08002B2CF9AE}" pid="3" name="Creator">
    <vt:lpwstr>Acrobat PDFMaker 17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15.2 (Build 24C101) Quartz PDFContext</vt:lpwstr>
  </property>
</Properties>
</file>