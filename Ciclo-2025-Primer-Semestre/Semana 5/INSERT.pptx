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docProps/app.xml" ContentType="application/vnd.openxmlformats-officedocument.extended-properties+xml"/>
  <Override PartName="/docProps/core.xml" ContentType="application/vnd.openxmlformats-package.core-properties+xml"/>
  <Override PartName="/ppt/theme/theme1.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Default Extension="jpg" ContentType="image/jpg"/>
  <Default Extension="png" ContentType="image/png"/>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docProps/custom.xml" ContentType="application/vnd.openxmlformats-officedocument.custom-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x="9144000" cy="6858000"/>
  <p:notesSz cx="9144000" cy="6858000"/>
  <p:defaultTextStyle>
    <a:defPPr>
      <a:defRPr kern="0"/>
    </a:def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8" d="100"/>
          <a:sy n="78" d="100"/>
        </p:scale>
        <p:origin x="-1536" y="-84"/>
      </p:cViewPr>
      <p:guideLst>
        <p:guide orient="horz" pos="2880"/>
        <p:guide pos="216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viewProps" Target="viewProps.xml"/><Relationship Id="rId4" Type="http://schemas.openxmlformats.org/officeDocument/2006/relationships/presProps" Target="presProps.xml"/><Relationship Id="rId5" Type="http://schemas.openxmlformats.org/officeDocument/2006/relationships/tableStyles" Target="tableStyles.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s>

</file>

<file path=ppt/notesSlides/_rels/notesSlide1.xml.rels><?xml version="1.0" encoding="UTF-8" standalone="yes"?>
<Relationships xmlns="http://schemas.openxmlformats.org/package/2006/relationships"><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a:r>
              <a:t>Presenter</a:t>
            </a:r>
          </a:p>
          <a:p>
            <a:r>
              <a:t>2020-08-14 19:02:15</a:t>
            </a:r>
          </a:p>
          <a:p>
            <a:r>
              <a:t>--------------------------------------------</a:t>
            </a:r>
          </a:p>
          <a:p>
            <a:r>
              <a:t>Los nombres de columna se pueden mostrar en cualquier orden (aunque no supone ninguna ventaja hacerlo así) mientras que los valores de columna se muestran en el mismo orden que los nombres de columna.</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a:r>
              <a:t>Presenter</a:t>
            </a:r>
          </a:p>
          <a:p>
            <a:r>
              <a:t>2020-08-14 19:02:16</a:t>
            </a:r>
          </a:p>
          <a:p>
            <a:r>
              <a:t>--------------------------------------------</a:t>
            </a:r>
          </a:p>
          <a:p>
            <a:r>
              <a:t>Nota: en el momento de la escritura, la función DESCRIBE no funciona como se esperaba en APEX. Mientras sea así, utilice el Explorador de Objetos para ver la información detallada de la tabla.</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a:r>
              <a:t>Presenter</a:t>
            </a:r>
          </a:p>
          <a:p>
            <a:r>
              <a:t>2020-08-14 19:02:20</a:t>
            </a:r>
          </a:p>
          <a:p>
            <a:r>
              <a:t>--------------------------------------------</a:t>
            </a:r>
          </a:p>
          <a:p>
            <a:r>
              <a:t>NOTA: los nombres de columna en la salida se han abreviado para que quepan en la diapositiva.</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a:r>
              <a:t>Presenter</a:t>
            </a:r>
          </a:p>
          <a:p>
            <a:r>
              <a:t>2020-08-14 19:02:22</a:t>
            </a:r>
          </a:p>
          <a:p>
            <a:r>
              <a:t>--------------------------------------------</a:t>
            </a:r>
          </a:p>
          <a:p>
            <a:r>
              <a:t>NOTA: en la lección 3 de esta sección, veremos la sentencia INSERT ALL. Esta permite agregar varias filas en una sentencia SQL.</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a:r>
              <a:t>Presenter</a:t>
            </a:r>
          </a:p>
          <a:p>
            <a:r>
              <a:t>2020-08-14 19:02:23</a:t>
            </a:r>
          </a:p>
          <a:p>
            <a:r>
              <a:t>--------------------------------------------</a:t>
            </a:r>
          </a:p>
          <a:p>
            <a:r>
              <a:t>NOTA: para ejecutar la sentencia INSERT anterior, se tendrá que crear primero la tabla sales_reps.</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type="obj">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685800" y="2125980"/>
            <a:ext cx="7772400" cy="1440180"/>
          </a:xfrm>
          <a:prstGeom prst="rect">
            <a:avLst/>
          </a:prstGeom>
        </p:spPr>
        <p:txBody>
          <a:bodyPr wrap="square" lIns="0" tIns="0" rIns="0" bIns="0">
            <a:spAutoFit/>
          </a:bodyPr>
          <a:lstStyle>
            <a:lvl1pPr>
              <a:defRPr sz="3300" b="0" i="0">
                <a:solidFill>
                  <a:srgbClr val="4E3629"/>
                </a:solidFill>
                <a:latin typeface="Calibri"/>
                <a:cs typeface="Calibri"/>
              </a:defRPr>
            </a:lvl1pPr>
          </a:lstStyle>
          <a:p/>
        </p:txBody>
      </p:sp>
      <p:sp>
        <p:nvSpPr>
          <p:cNvPr id="3" name="Holder 3"/>
          <p:cNvSpPr>
            <a:spLocks noGrp="1"/>
          </p:cNvSpPr>
          <p:nvPr>
            <p:ph type="subTitle" idx="4"/>
          </p:nvPr>
        </p:nvSpPr>
        <p:spPr>
          <a:xfrm>
            <a:off x="1371600" y="3840480"/>
            <a:ext cx="6400800" cy="1714500"/>
          </a:xfrm>
          <a:prstGeom prst="rect">
            <a:avLst/>
          </a:prstGeom>
        </p:spPr>
        <p:txBody>
          <a:bodyPr wrap="square" lIns="0" tIns="0" rIns="0" bIns="0">
            <a:spAutoFit/>
          </a:bodyPr>
          <a:lstStyle>
            <a:lvl1pPr>
              <a:defRPr sz="2800" b="0" i="0">
                <a:solidFill>
                  <a:srgbClr val="4E3629"/>
                </a:solidFill>
                <a:latin typeface="Calibri"/>
                <a:cs typeface="Calibri"/>
              </a:defRPr>
            </a:lvl1pPr>
          </a:lstStyle>
          <a:p/>
        </p:txBody>
      </p:sp>
      <p:sp>
        <p:nvSpPr>
          <p:cNvPr id="4" name="Holder 4"/>
          <p:cNvSpPr>
            <a:spLocks noGrp="1"/>
          </p:cNvSpPr>
          <p:nvPr>
            <p:ph type="ftr" idx="5" sz="quarter"/>
          </p:nvPr>
        </p:nvSpPr>
        <p:spPr/>
        <p:txBody>
          <a:bodyPr lIns="0" tIns="0" rIns="0" bIns="0"/>
          <a:lstStyle>
            <a:lvl1pPr>
              <a:defRPr sz="850" b="0" i="0">
                <a:solidFill>
                  <a:srgbClr val="4E3629"/>
                </a:solidFill>
                <a:latin typeface="Calibri"/>
                <a:cs typeface="Calibri"/>
              </a:defRPr>
            </a:lvl1p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
        <p:nvSpPr>
          <p:cNvPr id="5" name="Holder 5"/>
          <p:cNvSpPr>
            <a:spLocks noGrp="1"/>
          </p:cNvSpPr>
          <p:nvPr>
            <p:ph type="dt" idx="6" sz="half"/>
          </p:nvPr>
        </p:nvSpPr>
        <p:spPr/>
        <p:txBody>
          <a:bodyPr lIns="0" tIns="0" rIns="0" bIns="0"/>
          <a:lstStyle>
            <a:lvl1pPr>
              <a:defRPr sz="850" b="0" i="0">
                <a:solidFill>
                  <a:srgbClr val="4E3629"/>
                </a:solidFill>
                <a:latin typeface="Calibri"/>
                <a:cs typeface="Calibri"/>
              </a:defRPr>
            </a:lvl1pPr>
          </a:lstStyle>
          <a:p>
            <a:pPr marL="12700">
              <a:lnSpc>
                <a:spcPts val="855"/>
              </a:lnSpc>
            </a:pPr>
            <a:r>
              <a:rPr dirty="0"/>
              <a:t>DP</a:t>
            </a:r>
            <a:r>
              <a:rPr dirty="0" spc="-10"/>
              <a:t> </a:t>
            </a:r>
            <a:r>
              <a:rPr dirty="0"/>
              <a:t>12-</a:t>
            </a:r>
            <a:r>
              <a:rPr dirty="0" spc="-50"/>
              <a:t>1</a:t>
            </a:r>
          </a:p>
          <a:p>
            <a:pPr marL="12700">
              <a:lnSpc>
                <a:spcPts val="965"/>
              </a:lnSpc>
            </a:pPr>
            <a:r>
              <a:rPr dirty="0"/>
              <a:t>Sentencias</a:t>
            </a:r>
            <a:r>
              <a:rPr dirty="0" spc="-45"/>
              <a:t> </a:t>
            </a:r>
            <a:r>
              <a:rPr dirty="0" spc="-10"/>
              <a:t>INSERT</a:t>
            </a:r>
          </a:p>
        </p:txBody>
      </p:sp>
      <p:sp>
        <p:nvSpPr>
          <p:cNvPr id="6" name="Holder 6"/>
          <p:cNvSpPr>
            <a:spLocks noGrp="1"/>
          </p:cNvSpPr>
          <p:nvPr>
            <p:ph type="sldNum" idx="7" sz="quarter"/>
          </p:nvPr>
        </p:nvSpPr>
        <p:spPr/>
        <p:txBody>
          <a:bodyPr lIns="0" tIns="0" rIns="0" bIns="0"/>
          <a:lstStyle>
            <a:lvl1pPr>
              <a:defRPr sz="1000" b="1" i="0">
                <a:solidFill>
                  <a:srgbClr val="4E3629"/>
                </a:solidFill>
                <a:latin typeface="Calibri"/>
                <a:cs typeface="Calibri"/>
              </a:defRPr>
            </a:lvl1pPr>
          </a:lstStyle>
          <a:p>
            <a:pPr marL="38100">
              <a:lnSpc>
                <a:spcPts val="1045"/>
              </a:lnSpc>
            </a:pPr>
            <a:fld id="{81D60167-4931-47E6-BA6A-407CBD079E47}" type="slidenum">
              <a:rPr dirty="0" spc="-25"/>
              <a:t>#</a:t>
            </a:fld>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type="obj">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300" b="0" i="0">
                <a:solidFill>
                  <a:srgbClr val="4E3629"/>
                </a:solidFill>
                <a:latin typeface="Calibri"/>
                <a:cs typeface="Calibri"/>
              </a:defRPr>
            </a:lvl1pPr>
          </a:lstStyle>
          <a:p/>
        </p:txBody>
      </p:sp>
      <p:sp>
        <p:nvSpPr>
          <p:cNvPr id="3" name="Holder 3"/>
          <p:cNvSpPr>
            <a:spLocks noGrp="1"/>
          </p:cNvSpPr>
          <p:nvPr>
            <p:ph type="body" idx="1"/>
          </p:nvPr>
        </p:nvSpPr>
        <p:spPr/>
        <p:txBody>
          <a:bodyPr lIns="0" tIns="0" rIns="0" bIns="0"/>
          <a:lstStyle>
            <a:lvl1pPr>
              <a:defRPr sz="2800" b="0" i="0">
                <a:solidFill>
                  <a:srgbClr val="4E3629"/>
                </a:solidFill>
                <a:latin typeface="Calibri"/>
                <a:cs typeface="Calibri"/>
              </a:defRPr>
            </a:lvl1pPr>
          </a:lstStyle>
          <a:p/>
        </p:txBody>
      </p:sp>
      <p:sp>
        <p:nvSpPr>
          <p:cNvPr id="4" name="Holder 4"/>
          <p:cNvSpPr>
            <a:spLocks noGrp="1"/>
          </p:cNvSpPr>
          <p:nvPr>
            <p:ph type="ftr" idx="5" sz="quarter"/>
          </p:nvPr>
        </p:nvSpPr>
        <p:spPr/>
        <p:txBody>
          <a:bodyPr lIns="0" tIns="0" rIns="0" bIns="0"/>
          <a:lstStyle>
            <a:lvl1pPr>
              <a:defRPr sz="850" b="0" i="0">
                <a:solidFill>
                  <a:srgbClr val="4E3629"/>
                </a:solidFill>
                <a:latin typeface="Calibri"/>
                <a:cs typeface="Calibri"/>
              </a:defRPr>
            </a:lvl1p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
        <p:nvSpPr>
          <p:cNvPr id="5" name="Holder 5"/>
          <p:cNvSpPr>
            <a:spLocks noGrp="1"/>
          </p:cNvSpPr>
          <p:nvPr>
            <p:ph type="dt" idx="6" sz="half"/>
          </p:nvPr>
        </p:nvSpPr>
        <p:spPr/>
        <p:txBody>
          <a:bodyPr lIns="0" tIns="0" rIns="0" bIns="0"/>
          <a:lstStyle>
            <a:lvl1pPr>
              <a:defRPr sz="850" b="0" i="0">
                <a:solidFill>
                  <a:srgbClr val="4E3629"/>
                </a:solidFill>
                <a:latin typeface="Calibri"/>
                <a:cs typeface="Calibri"/>
              </a:defRPr>
            </a:lvl1pPr>
          </a:lstStyle>
          <a:p>
            <a:pPr marL="12700">
              <a:lnSpc>
                <a:spcPts val="855"/>
              </a:lnSpc>
            </a:pPr>
            <a:r>
              <a:rPr dirty="0"/>
              <a:t>DP</a:t>
            </a:r>
            <a:r>
              <a:rPr dirty="0" spc="-10"/>
              <a:t> </a:t>
            </a:r>
            <a:r>
              <a:rPr dirty="0"/>
              <a:t>12-</a:t>
            </a:r>
            <a:r>
              <a:rPr dirty="0" spc="-50"/>
              <a:t>1</a:t>
            </a:r>
          </a:p>
          <a:p>
            <a:pPr marL="12700">
              <a:lnSpc>
                <a:spcPts val="965"/>
              </a:lnSpc>
            </a:pPr>
            <a:r>
              <a:rPr dirty="0"/>
              <a:t>Sentencias</a:t>
            </a:r>
            <a:r>
              <a:rPr dirty="0" spc="-45"/>
              <a:t> </a:t>
            </a:r>
            <a:r>
              <a:rPr dirty="0" spc="-10"/>
              <a:t>INSERT</a:t>
            </a:r>
          </a:p>
        </p:txBody>
      </p:sp>
      <p:sp>
        <p:nvSpPr>
          <p:cNvPr id="6" name="Holder 6"/>
          <p:cNvSpPr>
            <a:spLocks noGrp="1"/>
          </p:cNvSpPr>
          <p:nvPr>
            <p:ph type="sldNum" idx="7" sz="quarter"/>
          </p:nvPr>
        </p:nvSpPr>
        <p:spPr/>
        <p:txBody>
          <a:bodyPr lIns="0" tIns="0" rIns="0" bIns="0"/>
          <a:lstStyle>
            <a:lvl1pPr>
              <a:defRPr sz="1000" b="1" i="0">
                <a:solidFill>
                  <a:srgbClr val="4E3629"/>
                </a:solidFill>
                <a:latin typeface="Calibri"/>
                <a:cs typeface="Calibri"/>
              </a:defRPr>
            </a:lvl1pPr>
          </a:lstStyle>
          <a:p>
            <a:pPr marL="38100">
              <a:lnSpc>
                <a:spcPts val="1045"/>
              </a:lnSpc>
            </a:pPr>
            <a:fld id="{81D60167-4931-47E6-BA6A-407CBD079E47}" type="slidenum">
              <a:rPr dirty="0" spc="-25"/>
              <a:t>#</a:t>
            </a:fld>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type="obj">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300" b="0" i="0">
                <a:solidFill>
                  <a:srgbClr val="4E3629"/>
                </a:solidFill>
                <a:latin typeface="Calibri"/>
                <a:cs typeface="Calibri"/>
              </a:defRPr>
            </a:lvl1pPr>
          </a:lstStyle>
          <a:p/>
        </p:txBody>
      </p:sp>
      <p:sp>
        <p:nvSpPr>
          <p:cNvPr id="3" name="Holder 3"/>
          <p:cNvSpPr>
            <a:spLocks noGrp="1"/>
          </p:cNvSpPr>
          <p:nvPr>
            <p:ph idx="2" sz="half"/>
          </p:nvPr>
        </p:nvSpPr>
        <p:spPr>
          <a:xfrm>
            <a:off x="457200" y="1577340"/>
            <a:ext cx="3977640" cy="4526280"/>
          </a:xfrm>
          <a:prstGeom prst="rect">
            <a:avLst/>
          </a:prstGeom>
        </p:spPr>
        <p:txBody>
          <a:bodyPr wrap="square" lIns="0" tIns="0" rIns="0" bIns="0">
            <a:spAutoFit/>
          </a:bodyPr>
          <a:lstStyle>
            <a:lvl1pPr>
              <a:defRPr/>
            </a:lvl1pPr>
          </a:lstStyle>
          <a:p/>
        </p:txBody>
      </p:sp>
      <p:sp>
        <p:nvSpPr>
          <p:cNvPr id="4" name="Holder 4"/>
          <p:cNvSpPr>
            <a:spLocks noGrp="1"/>
          </p:cNvSpPr>
          <p:nvPr>
            <p:ph idx="3" sz="half"/>
          </p:nvPr>
        </p:nvSpPr>
        <p:spPr>
          <a:xfrm>
            <a:off x="4709160" y="1577340"/>
            <a:ext cx="3977640" cy="4526280"/>
          </a:xfrm>
          <a:prstGeom prst="rect">
            <a:avLst/>
          </a:prstGeom>
        </p:spPr>
        <p:txBody>
          <a:bodyPr wrap="square" lIns="0" tIns="0" rIns="0" bIns="0">
            <a:spAutoFit/>
          </a:bodyPr>
          <a:lstStyle>
            <a:lvl1pPr>
              <a:defRPr/>
            </a:lvl1pPr>
          </a:lstStyle>
          <a:p/>
        </p:txBody>
      </p:sp>
      <p:sp>
        <p:nvSpPr>
          <p:cNvPr id="5" name="Holder 5"/>
          <p:cNvSpPr>
            <a:spLocks noGrp="1"/>
          </p:cNvSpPr>
          <p:nvPr>
            <p:ph type="ftr" idx="5" sz="quarter"/>
          </p:nvPr>
        </p:nvSpPr>
        <p:spPr/>
        <p:txBody>
          <a:bodyPr lIns="0" tIns="0" rIns="0" bIns="0"/>
          <a:lstStyle>
            <a:lvl1pPr>
              <a:defRPr sz="850" b="0" i="0">
                <a:solidFill>
                  <a:srgbClr val="4E3629"/>
                </a:solidFill>
                <a:latin typeface="Calibri"/>
                <a:cs typeface="Calibri"/>
              </a:defRPr>
            </a:lvl1p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
        <p:nvSpPr>
          <p:cNvPr id="6" name="Holder 6"/>
          <p:cNvSpPr>
            <a:spLocks noGrp="1"/>
          </p:cNvSpPr>
          <p:nvPr>
            <p:ph type="dt" idx="6" sz="half"/>
          </p:nvPr>
        </p:nvSpPr>
        <p:spPr/>
        <p:txBody>
          <a:bodyPr lIns="0" tIns="0" rIns="0" bIns="0"/>
          <a:lstStyle>
            <a:lvl1pPr>
              <a:defRPr sz="850" b="0" i="0">
                <a:solidFill>
                  <a:srgbClr val="4E3629"/>
                </a:solidFill>
                <a:latin typeface="Calibri"/>
                <a:cs typeface="Calibri"/>
              </a:defRPr>
            </a:lvl1pPr>
          </a:lstStyle>
          <a:p>
            <a:pPr marL="12700">
              <a:lnSpc>
                <a:spcPts val="855"/>
              </a:lnSpc>
            </a:pPr>
            <a:r>
              <a:rPr dirty="0"/>
              <a:t>DP</a:t>
            </a:r>
            <a:r>
              <a:rPr dirty="0" spc="-10"/>
              <a:t> </a:t>
            </a:r>
            <a:r>
              <a:rPr dirty="0"/>
              <a:t>12-</a:t>
            </a:r>
            <a:r>
              <a:rPr dirty="0" spc="-50"/>
              <a:t>1</a:t>
            </a:r>
          </a:p>
          <a:p>
            <a:pPr marL="12700">
              <a:lnSpc>
                <a:spcPts val="965"/>
              </a:lnSpc>
            </a:pPr>
            <a:r>
              <a:rPr dirty="0"/>
              <a:t>Sentencias</a:t>
            </a:r>
            <a:r>
              <a:rPr dirty="0" spc="-45"/>
              <a:t> </a:t>
            </a:r>
            <a:r>
              <a:rPr dirty="0" spc="-10"/>
              <a:t>INSERT</a:t>
            </a:r>
          </a:p>
        </p:txBody>
      </p:sp>
      <p:sp>
        <p:nvSpPr>
          <p:cNvPr id="7" name="Holder 7"/>
          <p:cNvSpPr>
            <a:spLocks noGrp="1"/>
          </p:cNvSpPr>
          <p:nvPr>
            <p:ph type="sldNum" idx="7" sz="quarter"/>
          </p:nvPr>
        </p:nvSpPr>
        <p:spPr/>
        <p:txBody>
          <a:bodyPr lIns="0" tIns="0" rIns="0" bIns="0"/>
          <a:lstStyle>
            <a:lvl1pPr>
              <a:defRPr sz="1000" b="1" i="0">
                <a:solidFill>
                  <a:srgbClr val="4E3629"/>
                </a:solidFill>
                <a:latin typeface="Calibri"/>
                <a:cs typeface="Calibri"/>
              </a:defRPr>
            </a:lvl1pPr>
          </a:lstStyle>
          <a:p>
            <a:pPr marL="38100">
              <a:lnSpc>
                <a:spcPts val="1045"/>
              </a:lnSpc>
            </a:pPr>
            <a:fld id="{81D60167-4931-47E6-BA6A-407CBD079E47}" type="slidenum">
              <a:rPr dirty="0" spc="-25"/>
              <a:t>#</a:t>
            </a:fld>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type="obj">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300" b="0" i="0">
                <a:solidFill>
                  <a:srgbClr val="4E3629"/>
                </a:solidFill>
                <a:latin typeface="Calibri"/>
                <a:cs typeface="Calibri"/>
              </a:defRPr>
            </a:lvl1pPr>
          </a:lstStyle>
          <a:p/>
        </p:txBody>
      </p:sp>
      <p:sp>
        <p:nvSpPr>
          <p:cNvPr id="3" name="Holder 3"/>
          <p:cNvSpPr>
            <a:spLocks noGrp="1"/>
          </p:cNvSpPr>
          <p:nvPr>
            <p:ph type="ftr" idx="5" sz="quarter"/>
          </p:nvPr>
        </p:nvSpPr>
        <p:spPr/>
        <p:txBody>
          <a:bodyPr lIns="0" tIns="0" rIns="0" bIns="0"/>
          <a:lstStyle>
            <a:lvl1pPr>
              <a:defRPr sz="850" b="0" i="0">
                <a:solidFill>
                  <a:srgbClr val="4E3629"/>
                </a:solidFill>
                <a:latin typeface="Calibri"/>
                <a:cs typeface="Calibri"/>
              </a:defRPr>
            </a:lvl1p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
        <p:nvSpPr>
          <p:cNvPr id="4" name="Holder 4"/>
          <p:cNvSpPr>
            <a:spLocks noGrp="1"/>
          </p:cNvSpPr>
          <p:nvPr>
            <p:ph type="dt" idx="6" sz="half"/>
          </p:nvPr>
        </p:nvSpPr>
        <p:spPr/>
        <p:txBody>
          <a:bodyPr lIns="0" tIns="0" rIns="0" bIns="0"/>
          <a:lstStyle>
            <a:lvl1pPr>
              <a:defRPr sz="850" b="0" i="0">
                <a:solidFill>
                  <a:srgbClr val="4E3629"/>
                </a:solidFill>
                <a:latin typeface="Calibri"/>
                <a:cs typeface="Calibri"/>
              </a:defRPr>
            </a:lvl1pPr>
          </a:lstStyle>
          <a:p>
            <a:pPr marL="12700">
              <a:lnSpc>
                <a:spcPts val="855"/>
              </a:lnSpc>
            </a:pPr>
            <a:r>
              <a:rPr dirty="0"/>
              <a:t>DP</a:t>
            </a:r>
            <a:r>
              <a:rPr dirty="0" spc="-10"/>
              <a:t> </a:t>
            </a:r>
            <a:r>
              <a:rPr dirty="0"/>
              <a:t>12-</a:t>
            </a:r>
            <a:r>
              <a:rPr dirty="0" spc="-50"/>
              <a:t>1</a:t>
            </a:r>
          </a:p>
          <a:p>
            <a:pPr marL="12700">
              <a:lnSpc>
                <a:spcPts val="965"/>
              </a:lnSpc>
            </a:pPr>
            <a:r>
              <a:rPr dirty="0"/>
              <a:t>Sentencias</a:t>
            </a:r>
            <a:r>
              <a:rPr dirty="0" spc="-45"/>
              <a:t> </a:t>
            </a:r>
            <a:r>
              <a:rPr dirty="0" spc="-10"/>
              <a:t>INSERT</a:t>
            </a:r>
          </a:p>
        </p:txBody>
      </p:sp>
      <p:sp>
        <p:nvSpPr>
          <p:cNvPr id="5" name="Holder 5"/>
          <p:cNvSpPr>
            <a:spLocks noGrp="1"/>
          </p:cNvSpPr>
          <p:nvPr>
            <p:ph type="sldNum" idx="7" sz="quarter"/>
          </p:nvPr>
        </p:nvSpPr>
        <p:spPr/>
        <p:txBody>
          <a:bodyPr lIns="0" tIns="0" rIns="0" bIns="0"/>
          <a:lstStyle>
            <a:lvl1pPr>
              <a:defRPr sz="1000" b="1" i="0">
                <a:solidFill>
                  <a:srgbClr val="4E3629"/>
                </a:solidFill>
                <a:latin typeface="Calibri"/>
                <a:cs typeface="Calibri"/>
              </a:defRPr>
            </a:lvl1pPr>
          </a:lstStyle>
          <a:p>
            <a:pPr marL="38100">
              <a:lnSpc>
                <a:spcPts val="1045"/>
              </a:lnSpc>
            </a:pPr>
            <a:fld id="{81D60167-4931-47E6-BA6A-407CBD079E47}" type="slidenum">
              <a:rPr dirty="0" spc="-25"/>
              <a:t>#</a:t>
            </a:fld>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type="obj">
  <p:cSld name="Blank">
    <p:spTree>
      <p:nvGrpSpPr>
        <p:cNvPr id="1" name=""/>
        <p:cNvGrpSpPr/>
        <p:nvPr/>
      </p:nvGrpSpPr>
      <p:grpSpPr>
        <a:xfrm>
          <a:off x="0" y="0"/>
          <a:ext cx="0" cy="0"/>
          <a:chOff x="0" y="0"/>
          <a:chExt cx="0" cy="0"/>
        </a:xfrm>
      </p:grpSpPr>
      <p:sp>
        <p:nvSpPr>
          <p:cNvPr id="2" name="Holder 2"/>
          <p:cNvSpPr>
            <a:spLocks noGrp="1"/>
          </p:cNvSpPr>
          <p:nvPr>
            <p:ph type="ftr" idx="5" sz="quarter"/>
          </p:nvPr>
        </p:nvSpPr>
        <p:spPr/>
        <p:txBody>
          <a:bodyPr lIns="0" tIns="0" rIns="0" bIns="0"/>
          <a:lstStyle>
            <a:lvl1pPr>
              <a:defRPr sz="850" b="0" i="0">
                <a:solidFill>
                  <a:srgbClr val="4E3629"/>
                </a:solidFill>
                <a:latin typeface="Calibri"/>
                <a:cs typeface="Calibri"/>
              </a:defRPr>
            </a:lvl1p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
        <p:nvSpPr>
          <p:cNvPr id="3" name="Holder 3"/>
          <p:cNvSpPr>
            <a:spLocks noGrp="1"/>
          </p:cNvSpPr>
          <p:nvPr>
            <p:ph type="dt" idx="6" sz="half"/>
          </p:nvPr>
        </p:nvSpPr>
        <p:spPr/>
        <p:txBody>
          <a:bodyPr lIns="0" tIns="0" rIns="0" bIns="0"/>
          <a:lstStyle>
            <a:lvl1pPr>
              <a:defRPr sz="850" b="0" i="0">
                <a:solidFill>
                  <a:srgbClr val="4E3629"/>
                </a:solidFill>
                <a:latin typeface="Calibri"/>
                <a:cs typeface="Calibri"/>
              </a:defRPr>
            </a:lvl1pPr>
          </a:lstStyle>
          <a:p>
            <a:pPr marL="12700">
              <a:lnSpc>
                <a:spcPts val="855"/>
              </a:lnSpc>
            </a:pPr>
            <a:r>
              <a:rPr dirty="0"/>
              <a:t>DP</a:t>
            </a:r>
            <a:r>
              <a:rPr dirty="0" spc="-10"/>
              <a:t> </a:t>
            </a:r>
            <a:r>
              <a:rPr dirty="0"/>
              <a:t>12-</a:t>
            </a:r>
            <a:r>
              <a:rPr dirty="0" spc="-50"/>
              <a:t>1</a:t>
            </a:r>
          </a:p>
          <a:p>
            <a:pPr marL="12700">
              <a:lnSpc>
                <a:spcPts val="965"/>
              </a:lnSpc>
            </a:pPr>
            <a:r>
              <a:rPr dirty="0"/>
              <a:t>Sentencias</a:t>
            </a:r>
            <a:r>
              <a:rPr dirty="0" spc="-45"/>
              <a:t> </a:t>
            </a:r>
            <a:r>
              <a:rPr dirty="0" spc="-10"/>
              <a:t>INSERT</a:t>
            </a:r>
          </a:p>
        </p:txBody>
      </p:sp>
      <p:sp>
        <p:nvSpPr>
          <p:cNvPr id="4" name="Holder 4"/>
          <p:cNvSpPr>
            <a:spLocks noGrp="1"/>
          </p:cNvSpPr>
          <p:nvPr>
            <p:ph type="sldNum" idx="7" sz="quarter"/>
          </p:nvPr>
        </p:nvSpPr>
        <p:spPr/>
        <p:txBody>
          <a:bodyPr lIns="0" tIns="0" rIns="0" bIns="0"/>
          <a:lstStyle>
            <a:lvl1pPr>
              <a:defRPr sz="1000" b="1" i="0">
                <a:solidFill>
                  <a:srgbClr val="4E3629"/>
                </a:solidFill>
                <a:latin typeface="Calibri"/>
                <a:cs typeface="Calibri"/>
              </a:defRPr>
            </a:lvl1pPr>
          </a:lstStyle>
          <a:p>
            <a:pPr marL="38100">
              <a:lnSpc>
                <a:spcPts val="1045"/>
              </a:lnSpc>
            </a:pPr>
            <a:fld id="{81D60167-4931-47E6-BA6A-407CBD079E47}" type="slidenum">
              <a:rPr dirty="0" spc="-25"/>
              <a:t>#</a:t>
            </a:fld>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 Id="rId7" Type="http://schemas.openxmlformats.org/officeDocument/2006/relationships/image" Target="../media/image1.jpg"/><Relationship Id="rId8"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9144000" cy="6858000"/>
          </a:xfrm>
          <a:custGeom>
            <a:avLst/>
            <a:gdLst/>
            <a:ahLst/>
            <a:cxnLst/>
            <a:rect l="l" t="t" r="r" b="b"/>
            <a:pathLst>
              <a:path w="9144000" h="6858000">
                <a:moveTo>
                  <a:pt x="9144000" y="0"/>
                </a:moveTo>
                <a:lnTo>
                  <a:pt x="0" y="0"/>
                </a:lnTo>
                <a:lnTo>
                  <a:pt x="0" y="6858000"/>
                </a:lnTo>
                <a:lnTo>
                  <a:pt x="9144000" y="6858000"/>
                </a:lnTo>
                <a:lnTo>
                  <a:pt x="9144000" y="0"/>
                </a:lnTo>
                <a:close/>
              </a:path>
            </a:pathLst>
          </a:custGeom>
          <a:solidFill>
            <a:srgbClr val="E0E2E1"/>
          </a:solidFill>
        </p:spPr>
        <p:txBody>
          <a:bodyPr wrap="square" lIns="0" tIns="0" rIns="0" bIns="0" rtlCol="0"/>
          <a:lstStyle/>
          <a:p/>
        </p:txBody>
      </p:sp>
      <p:pic>
        <p:nvPicPr>
          <p:cNvPr id="17" name="bg object 17"/>
          <p:cNvPicPr/>
          <p:nvPr/>
        </p:nvPicPr>
        <p:blipFill>
          <a:blip r:embed="rId7" cstate="print"/>
          <a:stretch>
            <a:fillRect/>
          </a:stretch>
        </p:blipFill>
        <p:spPr>
          <a:xfrm>
            <a:off x="0" y="0"/>
            <a:ext cx="9144000" cy="254507"/>
          </a:xfrm>
          <a:prstGeom prst="rect">
            <a:avLst/>
          </a:prstGeom>
        </p:spPr>
      </p:pic>
      <p:pic>
        <p:nvPicPr>
          <p:cNvPr id="18" name="bg object 18"/>
          <p:cNvPicPr/>
          <p:nvPr/>
        </p:nvPicPr>
        <p:blipFill>
          <a:blip r:embed="rId8" cstate="print"/>
          <a:stretch>
            <a:fillRect/>
          </a:stretch>
        </p:blipFill>
        <p:spPr>
          <a:xfrm>
            <a:off x="405384" y="6178295"/>
            <a:ext cx="1258824" cy="420624"/>
          </a:xfrm>
          <a:prstGeom prst="rect">
            <a:avLst/>
          </a:prstGeom>
        </p:spPr>
      </p:pic>
      <p:sp>
        <p:nvSpPr>
          <p:cNvPr id="2" name="Holder 2"/>
          <p:cNvSpPr>
            <a:spLocks noGrp="1"/>
          </p:cNvSpPr>
          <p:nvPr>
            <p:ph type="title"/>
          </p:nvPr>
        </p:nvSpPr>
        <p:spPr>
          <a:xfrm>
            <a:off x="392112" y="748031"/>
            <a:ext cx="6999605" cy="528319"/>
          </a:xfrm>
          <a:prstGeom prst="rect">
            <a:avLst/>
          </a:prstGeom>
        </p:spPr>
        <p:txBody>
          <a:bodyPr wrap="square" lIns="0" tIns="0" rIns="0" bIns="0">
            <a:spAutoFit/>
          </a:bodyPr>
          <a:lstStyle>
            <a:lvl1pPr>
              <a:defRPr sz="3300" b="0" i="0">
                <a:solidFill>
                  <a:srgbClr val="4E3629"/>
                </a:solidFill>
                <a:latin typeface="Calibri"/>
                <a:cs typeface="Calibri"/>
              </a:defRPr>
            </a:lvl1pPr>
          </a:lstStyle>
          <a:p/>
        </p:txBody>
      </p:sp>
      <p:sp>
        <p:nvSpPr>
          <p:cNvPr id="3" name="Holder 3"/>
          <p:cNvSpPr>
            <a:spLocks noGrp="1"/>
          </p:cNvSpPr>
          <p:nvPr>
            <p:ph type="body" idx="1"/>
          </p:nvPr>
        </p:nvSpPr>
        <p:spPr>
          <a:xfrm>
            <a:off x="483552" y="1415417"/>
            <a:ext cx="7815580" cy="3931285"/>
          </a:xfrm>
          <a:prstGeom prst="rect">
            <a:avLst/>
          </a:prstGeom>
        </p:spPr>
        <p:txBody>
          <a:bodyPr wrap="square" lIns="0" tIns="0" rIns="0" bIns="0">
            <a:spAutoFit/>
          </a:bodyPr>
          <a:lstStyle>
            <a:lvl1pPr>
              <a:defRPr sz="2800" b="0" i="0">
                <a:solidFill>
                  <a:srgbClr val="4E3629"/>
                </a:solidFill>
                <a:latin typeface="Calibri"/>
                <a:cs typeface="Calibri"/>
              </a:defRPr>
            </a:lvl1pPr>
          </a:lstStyle>
          <a:p/>
        </p:txBody>
      </p:sp>
      <p:sp>
        <p:nvSpPr>
          <p:cNvPr id="4" name="Holder 4"/>
          <p:cNvSpPr>
            <a:spLocks noGrp="1"/>
          </p:cNvSpPr>
          <p:nvPr>
            <p:ph type="ftr" idx="5" sz="quarter"/>
          </p:nvPr>
        </p:nvSpPr>
        <p:spPr>
          <a:xfrm>
            <a:off x="5172119" y="6589648"/>
            <a:ext cx="3222625" cy="133984"/>
          </a:xfrm>
          <a:prstGeom prst="rect">
            <a:avLst/>
          </a:prstGeom>
        </p:spPr>
        <p:txBody>
          <a:bodyPr wrap="square" lIns="0" tIns="0" rIns="0" bIns="0">
            <a:spAutoFit/>
          </a:bodyPr>
          <a:lstStyle>
            <a:lvl1pPr>
              <a:defRPr sz="850" b="0" i="0">
                <a:solidFill>
                  <a:srgbClr val="4E3629"/>
                </a:solidFill>
                <a:latin typeface="Calibri"/>
                <a:cs typeface="Calibri"/>
              </a:defRPr>
            </a:lvl1p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
        <p:nvSpPr>
          <p:cNvPr id="5" name="Holder 5"/>
          <p:cNvSpPr>
            <a:spLocks noGrp="1"/>
          </p:cNvSpPr>
          <p:nvPr>
            <p:ph type="dt" idx="6" sz="half"/>
          </p:nvPr>
        </p:nvSpPr>
        <p:spPr>
          <a:xfrm>
            <a:off x="2874191" y="6516395"/>
            <a:ext cx="837564" cy="249554"/>
          </a:xfrm>
          <a:prstGeom prst="rect">
            <a:avLst/>
          </a:prstGeom>
        </p:spPr>
        <p:txBody>
          <a:bodyPr wrap="square" lIns="0" tIns="0" rIns="0" bIns="0">
            <a:spAutoFit/>
          </a:bodyPr>
          <a:lstStyle>
            <a:lvl1pPr>
              <a:defRPr sz="850" b="0" i="0">
                <a:solidFill>
                  <a:srgbClr val="4E3629"/>
                </a:solidFill>
                <a:latin typeface="Calibri"/>
                <a:cs typeface="Calibri"/>
              </a:defRPr>
            </a:lvl1pPr>
          </a:lstStyle>
          <a:p>
            <a:pPr marL="12700">
              <a:lnSpc>
                <a:spcPts val="855"/>
              </a:lnSpc>
            </a:pPr>
            <a:r>
              <a:rPr dirty="0"/>
              <a:t>DP</a:t>
            </a:r>
            <a:r>
              <a:rPr dirty="0" spc="-10"/>
              <a:t> </a:t>
            </a:r>
            <a:r>
              <a:rPr dirty="0"/>
              <a:t>12-</a:t>
            </a:r>
            <a:r>
              <a:rPr dirty="0" spc="-50"/>
              <a:t>1</a:t>
            </a:r>
          </a:p>
          <a:p>
            <a:pPr marL="12700">
              <a:lnSpc>
                <a:spcPts val="965"/>
              </a:lnSpc>
            </a:pPr>
            <a:r>
              <a:rPr dirty="0"/>
              <a:t>Sentencias</a:t>
            </a:r>
            <a:r>
              <a:rPr dirty="0" spc="-45"/>
              <a:t> </a:t>
            </a:r>
            <a:r>
              <a:rPr dirty="0" spc="-10"/>
              <a:t>INSERT</a:t>
            </a:r>
          </a:p>
        </p:txBody>
      </p:sp>
      <p:sp>
        <p:nvSpPr>
          <p:cNvPr id="6" name="Holder 6"/>
          <p:cNvSpPr>
            <a:spLocks noGrp="1"/>
          </p:cNvSpPr>
          <p:nvPr>
            <p:ph type="sldNum" idx="7" sz="quarter"/>
          </p:nvPr>
        </p:nvSpPr>
        <p:spPr>
          <a:xfrm>
            <a:off x="8725090" y="6567768"/>
            <a:ext cx="217170" cy="152400"/>
          </a:xfrm>
          <a:prstGeom prst="rect">
            <a:avLst/>
          </a:prstGeom>
        </p:spPr>
        <p:txBody>
          <a:bodyPr wrap="square" lIns="0" tIns="0" rIns="0" bIns="0">
            <a:spAutoFit/>
          </a:bodyPr>
          <a:lstStyle>
            <a:lvl1pPr>
              <a:defRPr sz="1000" b="1" i="0">
                <a:solidFill>
                  <a:srgbClr val="4E3629"/>
                </a:solidFill>
                <a:latin typeface="Calibri"/>
                <a:cs typeface="Calibri"/>
              </a:defRPr>
            </a:lvl1pPr>
          </a:lstStyle>
          <a:p>
            <a:pPr marL="38100">
              <a:lnSpc>
                <a:spcPts val="1045"/>
              </a:lnSpc>
            </a:pPr>
            <a:fld id="{81D60167-4931-47E6-BA6A-407CBD079E47}" type="slidenum">
              <a:rPr dirty="0" spc="-25"/>
              <a:t>#</a:t>
            </a:fld>
          </a:p>
        </p:txBody>
      </p:sp>
    </p:spTree>
  </p:cSld>
  <p:clrMap folHlink="folHlink" hlink="hlink" accent1="accent1" accent2="accent2" accent3="accent3" accent4="accent4" accent5="accent5" accent6="accent6" tx2="dk2" bg2="lt2" tx1="dk1" bg1="lt1"/>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image" Target="../media/image4.png"/><Relationship Id="rId5" Type="http://schemas.openxmlformats.org/officeDocument/2006/relationships/notesSlide" Target="../notesSlides/notesSlide1.xml"/><Relationship Id="rId6" Type="http://schemas.openxmlformats.org/officeDocument/2006/relationships/slide" Target="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slide" Target="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slide" Target="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 Id="rId3" Type="http://schemas.openxmlformats.org/officeDocument/2006/relationships/notesSlide" Target="../notesSlides/notesSlide4.xml"/><Relationship Id="rId4" Type="http://schemas.openxmlformats.org/officeDocument/2006/relationships/slide" Target="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slide" Target="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jpg"/><Relationship Id="rId3" Type="http://schemas.openxmlformats.org/officeDocument/2006/relationships/notesSlide" Target="../notesSlides/notesSlide6.xml"/><Relationship Id="rId4" Type="http://schemas.openxmlformats.org/officeDocument/2006/relationships/slide" Target="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png"/><Relationship Id="rId3" Type="http://schemas.openxmlformats.org/officeDocument/2006/relationships/notesSlide" Target="../notesSlides/notesSlide7.xml"/><Relationship Id="rId4" Type="http://schemas.openxmlformats.org/officeDocument/2006/relationships/slide" Target="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slide" Target="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png"/><Relationship Id="rId3" Type="http://schemas.openxmlformats.org/officeDocument/2006/relationships/notesSlide" Target="../notesSlides/notesSlide9.xml"/><Relationship Id="rId4" Type="http://schemas.openxmlformats.org/officeDocument/2006/relationships/slide" Target="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slide" Target="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slide" Target="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slide" Target="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slide" Target="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slide" Target="slide14.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descr=""/>
          <p:cNvGrpSpPr/>
          <p:nvPr/>
        </p:nvGrpSpPr>
        <p:grpSpPr>
          <a:xfrm>
            <a:off x="0" y="0"/>
            <a:ext cx="9144000" cy="6858000"/>
            <a:chOff x="0" y="0"/>
            <a:chExt cx="9144000" cy="6858000"/>
          </a:xfrm>
        </p:grpSpPr>
        <p:pic>
          <p:nvPicPr>
            <p:cNvPr id="3" name="object 3" descr=""/>
            <p:cNvPicPr/>
            <p:nvPr/>
          </p:nvPicPr>
          <p:blipFill>
            <a:blip r:embed="rId2" cstate="print"/>
            <a:stretch>
              <a:fillRect/>
            </a:stretch>
          </p:blipFill>
          <p:spPr>
            <a:xfrm>
              <a:off x="0" y="0"/>
              <a:ext cx="9144000" cy="6858000"/>
            </a:xfrm>
            <a:prstGeom prst="rect">
              <a:avLst/>
            </a:prstGeom>
          </p:spPr>
        </p:pic>
        <p:sp>
          <p:nvSpPr>
            <p:cNvPr id="4" name="object 4" descr=""/>
            <p:cNvSpPr/>
            <p:nvPr/>
          </p:nvSpPr>
          <p:spPr>
            <a:xfrm>
              <a:off x="560831" y="702563"/>
              <a:ext cx="8022590" cy="5453380"/>
            </a:xfrm>
            <a:custGeom>
              <a:avLst/>
              <a:gdLst/>
              <a:ahLst/>
              <a:cxnLst/>
              <a:rect l="l" t="t" r="r" b="b"/>
              <a:pathLst>
                <a:path w="8022590" h="5453380">
                  <a:moveTo>
                    <a:pt x="8022335" y="0"/>
                  </a:moveTo>
                  <a:lnTo>
                    <a:pt x="0" y="0"/>
                  </a:lnTo>
                  <a:lnTo>
                    <a:pt x="0" y="5452872"/>
                  </a:lnTo>
                  <a:lnTo>
                    <a:pt x="8022335" y="5452872"/>
                  </a:lnTo>
                  <a:lnTo>
                    <a:pt x="8022335" y="0"/>
                  </a:lnTo>
                  <a:close/>
                </a:path>
              </a:pathLst>
            </a:custGeom>
            <a:solidFill>
              <a:srgbClr val="E0E2E1"/>
            </a:solidFill>
          </p:spPr>
          <p:txBody>
            <a:bodyPr wrap="square" lIns="0" tIns="0" rIns="0" bIns="0" rtlCol="0"/>
            <a:lstStyle/>
            <a:p/>
          </p:txBody>
        </p:sp>
        <p:pic>
          <p:nvPicPr>
            <p:cNvPr id="5" name="object 5" descr=""/>
            <p:cNvPicPr/>
            <p:nvPr/>
          </p:nvPicPr>
          <p:blipFill>
            <a:blip r:embed="rId3" cstate="print"/>
            <a:stretch>
              <a:fillRect/>
            </a:stretch>
          </p:blipFill>
          <p:spPr>
            <a:xfrm>
              <a:off x="970787" y="5570219"/>
              <a:ext cx="1258824" cy="420623"/>
            </a:xfrm>
            <a:prstGeom prst="rect">
              <a:avLst/>
            </a:prstGeom>
          </p:spPr>
        </p:pic>
      </p:grpSp>
      <p:sp>
        <p:nvSpPr>
          <p:cNvPr id="6" name="object 6" descr=""/>
          <p:cNvSpPr txBox="1"/>
          <p:nvPr/>
        </p:nvSpPr>
        <p:spPr>
          <a:xfrm>
            <a:off x="5057819" y="6562597"/>
            <a:ext cx="3222625" cy="155575"/>
          </a:xfrm>
          <a:prstGeom prst="rect">
            <a:avLst/>
          </a:prstGeom>
        </p:spPr>
        <p:txBody>
          <a:bodyPr wrap="square" lIns="0" tIns="12700" rIns="0" bIns="0" rtlCol="0" vert="horz">
            <a:spAutoFit/>
          </a:bodyPr>
          <a:lstStyle/>
          <a:p>
            <a:pPr marL="12700">
              <a:lnSpc>
                <a:spcPct val="100000"/>
              </a:lnSpc>
              <a:spcBef>
                <a:spcPts val="100"/>
              </a:spcBef>
            </a:pPr>
            <a:r>
              <a:rPr dirty="0" sz="850">
                <a:solidFill>
                  <a:srgbClr val="FDF0D9"/>
                </a:solidFill>
                <a:latin typeface="Calibri"/>
                <a:cs typeface="Calibri"/>
              </a:rPr>
              <a:t>Copyright</a:t>
            </a:r>
            <a:r>
              <a:rPr dirty="0" sz="850" spc="-35">
                <a:solidFill>
                  <a:srgbClr val="FDF0D9"/>
                </a:solidFill>
                <a:latin typeface="Calibri"/>
                <a:cs typeface="Calibri"/>
              </a:rPr>
              <a:t> </a:t>
            </a:r>
            <a:r>
              <a:rPr dirty="0" sz="850">
                <a:solidFill>
                  <a:srgbClr val="FDF0D9"/>
                </a:solidFill>
                <a:latin typeface="Calibri"/>
                <a:cs typeface="Calibri"/>
              </a:rPr>
              <a:t>©</a:t>
            </a:r>
            <a:r>
              <a:rPr dirty="0" sz="850" spc="-40">
                <a:solidFill>
                  <a:srgbClr val="FDF0D9"/>
                </a:solidFill>
                <a:latin typeface="Calibri"/>
                <a:cs typeface="Calibri"/>
              </a:rPr>
              <a:t> </a:t>
            </a:r>
            <a:r>
              <a:rPr dirty="0" sz="850">
                <a:solidFill>
                  <a:srgbClr val="FDF0D9"/>
                </a:solidFill>
                <a:latin typeface="Calibri"/>
                <a:cs typeface="Calibri"/>
              </a:rPr>
              <a:t>2020,</a:t>
            </a:r>
            <a:r>
              <a:rPr dirty="0" sz="850" spc="-45">
                <a:solidFill>
                  <a:srgbClr val="FDF0D9"/>
                </a:solidFill>
                <a:latin typeface="Calibri"/>
                <a:cs typeface="Calibri"/>
              </a:rPr>
              <a:t> </a:t>
            </a:r>
            <a:r>
              <a:rPr dirty="0" sz="850">
                <a:solidFill>
                  <a:srgbClr val="FDF0D9"/>
                </a:solidFill>
                <a:latin typeface="Calibri"/>
                <a:cs typeface="Calibri"/>
              </a:rPr>
              <a:t>Oracle</a:t>
            </a:r>
            <a:r>
              <a:rPr dirty="0" sz="850" spc="-30">
                <a:solidFill>
                  <a:srgbClr val="FDF0D9"/>
                </a:solidFill>
                <a:latin typeface="Calibri"/>
                <a:cs typeface="Calibri"/>
              </a:rPr>
              <a:t> </a:t>
            </a:r>
            <a:r>
              <a:rPr dirty="0" sz="850">
                <a:solidFill>
                  <a:srgbClr val="FDF0D9"/>
                </a:solidFill>
                <a:latin typeface="Calibri"/>
                <a:cs typeface="Calibri"/>
              </a:rPr>
              <a:t>y/o</a:t>
            </a:r>
            <a:r>
              <a:rPr dirty="0" sz="850" spc="-30">
                <a:solidFill>
                  <a:srgbClr val="FDF0D9"/>
                </a:solidFill>
                <a:latin typeface="Calibri"/>
                <a:cs typeface="Calibri"/>
              </a:rPr>
              <a:t> </a:t>
            </a:r>
            <a:r>
              <a:rPr dirty="0" sz="850">
                <a:solidFill>
                  <a:srgbClr val="FDF0D9"/>
                </a:solidFill>
                <a:latin typeface="Calibri"/>
                <a:cs typeface="Calibri"/>
              </a:rPr>
              <a:t>sus</a:t>
            </a:r>
            <a:r>
              <a:rPr dirty="0" sz="850" spc="-35">
                <a:solidFill>
                  <a:srgbClr val="FDF0D9"/>
                </a:solidFill>
                <a:latin typeface="Calibri"/>
                <a:cs typeface="Calibri"/>
              </a:rPr>
              <a:t> </a:t>
            </a:r>
            <a:r>
              <a:rPr dirty="0" sz="850">
                <a:solidFill>
                  <a:srgbClr val="FDF0D9"/>
                </a:solidFill>
                <a:latin typeface="Calibri"/>
                <a:cs typeface="Calibri"/>
              </a:rPr>
              <a:t>filiales.</a:t>
            </a:r>
            <a:r>
              <a:rPr dirty="0" sz="850" spc="-10">
                <a:solidFill>
                  <a:srgbClr val="FDF0D9"/>
                </a:solidFill>
                <a:latin typeface="Calibri"/>
                <a:cs typeface="Calibri"/>
              </a:rPr>
              <a:t> </a:t>
            </a:r>
            <a:r>
              <a:rPr dirty="0" sz="850">
                <a:solidFill>
                  <a:srgbClr val="FDF0D9"/>
                </a:solidFill>
                <a:latin typeface="Calibri"/>
                <a:cs typeface="Calibri"/>
              </a:rPr>
              <a:t>Todos</a:t>
            </a:r>
            <a:r>
              <a:rPr dirty="0" sz="850" spc="-35">
                <a:solidFill>
                  <a:srgbClr val="FDF0D9"/>
                </a:solidFill>
                <a:latin typeface="Calibri"/>
                <a:cs typeface="Calibri"/>
              </a:rPr>
              <a:t> </a:t>
            </a:r>
            <a:r>
              <a:rPr dirty="0" sz="850">
                <a:solidFill>
                  <a:srgbClr val="FDF0D9"/>
                </a:solidFill>
                <a:latin typeface="Calibri"/>
                <a:cs typeface="Calibri"/>
              </a:rPr>
              <a:t>los</a:t>
            </a:r>
            <a:r>
              <a:rPr dirty="0" sz="850" spc="-25">
                <a:solidFill>
                  <a:srgbClr val="FDF0D9"/>
                </a:solidFill>
                <a:latin typeface="Calibri"/>
                <a:cs typeface="Calibri"/>
              </a:rPr>
              <a:t> </a:t>
            </a:r>
            <a:r>
              <a:rPr dirty="0" sz="850">
                <a:solidFill>
                  <a:srgbClr val="FDF0D9"/>
                </a:solidFill>
                <a:latin typeface="Calibri"/>
                <a:cs typeface="Calibri"/>
              </a:rPr>
              <a:t>derechos</a:t>
            </a:r>
            <a:r>
              <a:rPr dirty="0" sz="850" spc="-5">
                <a:solidFill>
                  <a:srgbClr val="FDF0D9"/>
                </a:solidFill>
                <a:latin typeface="Calibri"/>
                <a:cs typeface="Calibri"/>
              </a:rPr>
              <a:t> </a:t>
            </a:r>
            <a:r>
              <a:rPr dirty="0" sz="850" spc="-10">
                <a:solidFill>
                  <a:srgbClr val="FDF0D9"/>
                </a:solidFill>
                <a:latin typeface="Calibri"/>
                <a:cs typeface="Calibri"/>
              </a:rPr>
              <a:t>reservados.</a:t>
            </a:r>
            <a:endParaRPr sz="850">
              <a:latin typeface="Calibri"/>
              <a:cs typeface="Calibri"/>
            </a:endParaRPr>
          </a:p>
        </p:txBody>
      </p:sp>
      <p:sp>
        <p:nvSpPr>
          <p:cNvPr id="7" name="object 7"/>
          <p:cNvSpPr txBox="1">
            <a:spLocks noGrp="1"/>
          </p:cNvSpPr>
          <p:nvPr>
            <p:ph type="title"/>
          </p:nvPr>
        </p:nvSpPr>
        <p:spPr>
          <a:xfrm>
            <a:off x="958315" y="862895"/>
            <a:ext cx="7047865" cy="1342390"/>
          </a:xfrm>
          <a:prstGeom prst="rect"/>
        </p:spPr>
        <p:txBody>
          <a:bodyPr wrap="square" lIns="0" tIns="153670" rIns="0" bIns="0" rtlCol="0" vert="horz">
            <a:spAutoFit/>
          </a:bodyPr>
          <a:lstStyle/>
          <a:p>
            <a:pPr marL="12700" marR="5080">
              <a:lnSpc>
                <a:spcPts val="4610"/>
              </a:lnSpc>
              <a:spcBef>
                <a:spcPts val="1210"/>
              </a:spcBef>
            </a:pPr>
            <a:r>
              <a:rPr dirty="0" sz="4800"/>
              <a:t>Database</a:t>
            </a:r>
            <a:r>
              <a:rPr dirty="0" sz="4800" spc="-190"/>
              <a:t> </a:t>
            </a:r>
            <a:r>
              <a:rPr dirty="0" sz="4800" spc="-20"/>
              <a:t>Programming</a:t>
            </a:r>
            <a:r>
              <a:rPr dirty="0" sz="4800" spc="-185"/>
              <a:t> </a:t>
            </a:r>
            <a:r>
              <a:rPr dirty="0" sz="4800" spc="-20"/>
              <a:t>with </a:t>
            </a:r>
            <a:r>
              <a:rPr dirty="0" sz="4800" spc="-25"/>
              <a:t>SQL</a:t>
            </a:r>
            <a:endParaRPr sz="4800"/>
          </a:p>
        </p:txBody>
      </p:sp>
      <p:sp>
        <p:nvSpPr>
          <p:cNvPr id="8" name="object 8" descr=""/>
          <p:cNvSpPr txBox="1"/>
          <p:nvPr/>
        </p:nvSpPr>
        <p:spPr>
          <a:xfrm>
            <a:off x="962879" y="2400950"/>
            <a:ext cx="2344420" cy="888365"/>
          </a:xfrm>
          <a:prstGeom prst="rect">
            <a:avLst/>
          </a:prstGeom>
        </p:spPr>
        <p:txBody>
          <a:bodyPr wrap="square" lIns="0" tIns="78105" rIns="0" bIns="0" rtlCol="0" vert="horz">
            <a:spAutoFit/>
          </a:bodyPr>
          <a:lstStyle/>
          <a:p>
            <a:pPr marL="12700">
              <a:lnSpc>
                <a:spcPct val="100000"/>
              </a:lnSpc>
              <a:spcBef>
                <a:spcPts val="615"/>
              </a:spcBef>
            </a:pPr>
            <a:r>
              <a:rPr dirty="0" sz="2400" spc="-10" b="1">
                <a:solidFill>
                  <a:srgbClr val="4E3629"/>
                </a:solidFill>
                <a:latin typeface="Calibri"/>
                <a:cs typeface="Calibri"/>
              </a:rPr>
              <a:t>12-</a:t>
            </a:r>
            <a:r>
              <a:rPr dirty="0" sz="2400" spc="-50" b="1">
                <a:solidFill>
                  <a:srgbClr val="4E3629"/>
                </a:solidFill>
                <a:latin typeface="Calibri"/>
                <a:cs typeface="Calibri"/>
              </a:rPr>
              <a:t>1</a:t>
            </a:r>
            <a:endParaRPr sz="2400">
              <a:latin typeface="Calibri"/>
              <a:cs typeface="Calibri"/>
            </a:endParaRPr>
          </a:p>
          <a:p>
            <a:pPr marL="12700">
              <a:lnSpc>
                <a:spcPct val="100000"/>
              </a:lnSpc>
              <a:spcBef>
                <a:spcPts val="515"/>
              </a:spcBef>
            </a:pPr>
            <a:r>
              <a:rPr dirty="0" sz="2400" spc="-10" b="1">
                <a:solidFill>
                  <a:srgbClr val="4E3629"/>
                </a:solidFill>
                <a:latin typeface="Calibri"/>
                <a:cs typeface="Calibri"/>
              </a:rPr>
              <a:t>Sentencias</a:t>
            </a:r>
            <a:r>
              <a:rPr dirty="0" sz="2400" spc="-45" b="1">
                <a:solidFill>
                  <a:srgbClr val="4E3629"/>
                </a:solidFill>
                <a:latin typeface="Calibri"/>
                <a:cs typeface="Calibri"/>
              </a:rPr>
              <a:t> </a:t>
            </a:r>
            <a:r>
              <a:rPr dirty="0" sz="2400" spc="-10" b="1">
                <a:solidFill>
                  <a:srgbClr val="4E3629"/>
                </a:solidFill>
                <a:latin typeface="Calibri"/>
                <a:cs typeface="Calibri"/>
              </a:rPr>
              <a:t>INSERT</a:t>
            </a:r>
            <a:endParaRPr sz="2400">
              <a:latin typeface="Calibri"/>
              <a:cs typeface="Calibri"/>
            </a:endParaRPr>
          </a:p>
        </p:txBody>
      </p:sp>
      <p:pic>
        <p:nvPicPr>
          <p:cNvPr id="9" name="object 9" descr=""/>
          <p:cNvPicPr/>
          <p:nvPr/>
        </p:nvPicPr>
        <p:blipFill>
          <a:blip r:embed="rId4" cstate="print"/>
          <a:stretch>
            <a:fillRect/>
          </a:stretch>
        </p:blipFill>
        <p:spPr>
          <a:xfrm>
            <a:off x="4750308" y="2599944"/>
            <a:ext cx="3977638" cy="3895343"/>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p:spPr>
        <p:txBody>
          <a:bodyPr wrap="square" lIns="0" tIns="12700" rIns="0" bIns="0" rtlCol="0" vert="horz">
            <a:spAutoFit/>
          </a:bodyPr>
          <a:lstStyle/>
          <a:p>
            <a:pPr marL="12700">
              <a:lnSpc>
                <a:spcPct val="100000"/>
              </a:lnSpc>
              <a:spcBef>
                <a:spcPts val="100"/>
              </a:spcBef>
            </a:pPr>
            <a:r>
              <a:rPr dirty="0" spc="-10"/>
              <a:t>INSERT</a:t>
            </a:r>
          </a:p>
        </p:txBody>
      </p:sp>
      <p:sp>
        <p:nvSpPr>
          <p:cNvPr id="5" name="object 5" descr=""/>
          <p:cNvSpPr txBox="1">
            <a:spLocks noGrp="1"/>
          </p:cNvSpPr>
          <p:nvPr>
            <p:ph type="dt" idx="6" sz="half"/>
          </p:nvPr>
        </p:nvSpPr>
        <p:spPr>
          <a:prstGeom prst="rect"/>
        </p:spPr>
        <p:txBody>
          <a:bodyPr wrap="square" lIns="0" tIns="0" rIns="0" bIns="0" rtlCol="0" vert="horz">
            <a:spAutoFit/>
          </a:bodyPr>
          <a:lstStyle/>
          <a:p>
            <a:pPr marL="12700">
              <a:lnSpc>
                <a:spcPts val="855"/>
              </a:lnSpc>
            </a:pPr>
            <a:r>
              <a:rPr dirty="0"/>
              <a:t>DP</a:t>
            </a:r>
            <a:r>
              <a:rPr dirty="0" spc="-10"/>
              <a:t> </a:t>
            </a:r>
            <a:r>
              <a:rPr dirty="0"/>
              <a:t>12-</a:t>
            </a:r>
            <a:r>
              <a:rPr dirty="0" spc="-50"/>
              <a:t>1</a:t>
            </a:r>
          </a:p>
          <a:p>
            <a:pPr marL="12700">
              <a:lnSpc>
                <a:spcPts val="965"/>
              </a:lnSpc>
            </a:pPr>
            <a:r>
              <a:rPr dirty="0"/>
              <a:t>Sentencias</a:t>
            </a:r>
            <a:r>
              <a:rPr dirty="0" spc="-45"/>
              <a:t> </a:t>
            </a:r>
            <a:r>
              <a:rPr dirty="0" spc="-10"/>
              <a:t>INSERT</a:t>
            </a:r>
          </a:p>
        </p:txBody>
      </p:sp>
      <p:sp>
        <p:nvSpPr>
          <p:cNvPr id="6" name="object 6" descr=""/>
          <p:cNvSpPr txBox="1">
            <a:spLocks noGrp="1"/>
          </p:cNvSpPr>
          <p:nvPr>
            <p:ph type="sldNum" idx="7" sz="quarter"/>
          </p:nvPr>
        </p:nvSpPr>
        <p:spPr>
          <a:prstGeom prst="rect"/>
        </p:spPr>
        <p:txBody>
          <a:bodyPr wrap="square" lIns="0" tIns="0" rIns="0" bIns="0" rtlCol="0" vert="horz">
            <a:spAutoFit/>
          </a:bodyPr>
          <a:lstStyle/>
          <a:p>
            <a:pPr marL="38100">
              <a:lnSpc>
                <a:spcPts val="1045"/>
              </a:lnSpc>
            </a:pPr>
            <a:r>
              <a:rPr dirty="0" spc="-25"/>
              <a:t>10</a:t>
            </a:r>
          </a:p>
        </p:txBody>
      </p:sp>
      <p:sp>
        <p:nvSpPr>
          <p:cNvPr id="7" name="object 7" descr=""/>
          <p:cNvSpPr txBox="1">
            <a:spLocks noGrp="1"/>
          </p:cNvSpPr>
          <p:nvPr>
            <p:ph type="ftr" idx="5" sz="quarter"/>
          </p:nvPr>
        </p:nvSpPr>
        <p:spPr>
          <a:prstGeom prst="rect"/>
        </p:spPr>
        <p:txBody>
          <a:bodyPr wrap="square" lIns="0" tIns="0" rIns="0" bIns="0" rtlCol="0" vert="horz">
            <a:spAutoFit/>
          </a:body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
        <p:nvSpPr>
          <p:cNvPr id="3" name="object 3" descr=""/>
          <p:cNvSpPr txBox="1"/>
          <p:nvPr/>
        </p:nvSpPr>
        <p:spPr>
          <a:xfrm>
            <a:off x="483552" y="1415417"/>
            <a:ext cx="7922259" cy="3230245"/>
          </a:xfrm>
          <a:prstGeom prst="rect">
            <a:avLst/>
          </a:prstGeom>
        </p:spPr>
        <p:txBody>
          <a:bodyPr wrap="square" lIns="0" tIns="59690" rIns="0" bIns="0" rtlCol="0" vert="horz">
            <a:spAutoFit/>
          </a:bodyPr>
          <a:lstStyle/>
          <a:p>
            <a:pPr marL="182880" marR="48895" indent="-170815">
              <a:lnSpc>
                <a:spcPts val="3030"/>
              </a:lnSpc>
              <a:spcBef>
                <a:spcPts val="470"/>
              </a:spcBef>
              <a:buClr>
                <a:srgbClr val="D1350F"/>
              </a:buClr>
              <a:buFont typeface="Arial MT"/>
              <a:buChar char="•"/>
              <a:tabLst>
                <a:tab pos="184785" algn="l"/>
              </a:tabLst>
            </a:pPr>
            <a:r>
              <a:rPr dirty="0" sz="2800">
                <a:solidFill>
                  <a:srgbClr val="4E3629"/>
                </a:solidFill>
                <a:latin typeface="Calibri"/>
                <a:cs typeface="Calibri"/>
              </a:rPr>
              <a:t>La</a:t>
            </a:r>
            <a:r>
              <a:rPr dirty="0" sz="2800" spc="-80">
                <a:solidFill>
                  <a:srgbClr val="4E3629"/>
                </a:solidFill>
                <a:latin typeface="Calibri"/>
                <a:cs typeface="Calibri"/>
              </a:rPr>
              <a:t> </a:t>
            </a:r>
            <a:r>
              <a:rPr dirty="0" sz="2800">
                <a:solidFill>
                  <a:srgbClr val="4E3629"/>
                </a:solidFill>
                <a:latin typeface="Calibri"/>
                <a:cs typeface="Calibri"/>
              </a:rPr>
              <a:t>sentencia</a:t>
            </a:r>
            <a:r>
              <a:rPr dirty="0" sz="2800" spc="-60">
                <a:solidFill>
                  <a:srgbClr val="4E3629"/>
                </a:solidFill>
                <a:latin typeface="Calibri"/>
                <a:cs typeface="Calibri"/>
              </a:rPr>
              <a:t> </a:t>
            </a:r>
            <a:r>
              <a:rPr dirty="0" sz="2800">
                <a:solidFill>
                  <a:srgbClr val="4E3629"/>
                </a:solidFill>
                <a:latin typeface="Calibri"/>
                <a:cs typeface="Calibri"/>
              </a:rPr>
              <a:t>INSERT</a:t>
            </a:r>
            <a:r>
              <a:rPr dirty="0" sz="2800" spc="-70">
                <a:solidFill>
                  <a:srgbClr val="4E3629"/>
                </a:solidFill>
                <a:latin typeface="Calibri"/>
                <a:cs typeface="Calibri"/>
              </a:rPr>
              <a:t> </a:t>
            </a:r>
            <a:r>
              <a:rPr dirty="0" u="heavy" sz="2800">
                <a:solidFill>
                  <a:srgbClr val="4E3629"/>
                </a:solidFill>
                <a:uFill>
                  <a:solidFill>
                    <a:srgbClr val="EC2814"/>
                  </a:solidFill>
                </a:uFill>
                <a:latin typeface="Calibri"/>
                <a:cs typeface="Calibri"/>
              </a:rPr>
              <a:t>se</a:t>
            </a:r>
            <a:r>
              <a:rPr dirty="0" u="heavy" sz="2800" spc="-7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utiliza</a:t>
            </a:r>
            <a:r>
              <a:rPr dirty="0" u="heavy" sz="2800" spc="-6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para</a:t>
            </a:r>
            <a:r>
              <a:rPr dirty="0" u="heavy" sz="2800" spc="-6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agregar</a:t>
            </a:r>
            <a:r>
              <a:rPr dirty="0" u="heavy" sz="2800" spc="-11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una</a:t>
            </a:r>
            <a:r>
              <a:rPr dirty="0" u="heavy" sz="2800" spc="-50">
                <a:solidFill>
                  <a:srgbClr val="4E3629"/>
                </a:solidFill>
                <a:uFill>
                  <a:solidFill>
                    <a:srgbClr val="EC2814"/>
                  </a:solidFill>
                </a:uFill>
                <a:latin typeface="Calibri"/>
                <a:cs typeface="Calibri"/>
              </a:rPr>
              <a:t> </a:t>
            </a:r>
            <a:r>
              <a:rPr dirty="0" u="heavy" sz="2800" spc="-10">
                <a:solidFill>
                  <a:srgbClr val="4E3629"/>
                </a:solidFill>
                <a:uFill>
                  <a:solidFill>
                    <a:srgbClr val="EC2814"/>
                  </a:solidFill>
                </a:uFill>
                <a:latin typeface="Calibri"/>
                <a:cs typeface="Calibri"/>
              </a:rPr>
              <a:t>nueva</a:t>
            </a:r>
            <a:r>
              <a:rPr dirty="0" sz="2800" spc="-10">
                <a:solidFill>
                  <a:srgbClr val="4E3629"/>
                </a:solidFill>
                <a:latin typeface="Calibri"/>
                <a:cs typeface="Calibri"/>
              </a:rPr>
              <a:t> </a:t>
            </a:r>
            <a:r>
              <a:rPr dirty="0" sz="2800" spc="-10">
                <a:solidFill>
                  <a:srgbClr val="4E3629"/>
                </a:solidFill>
                <a:latin typeface="Calibri"/>
                <a:cs typeface="Calibri"/>
              </a:rPr>
              <a:t>	</a:t>
            </a:r>
            <a:r>
              <a:rPr dirty="0" u="heavy" sz="2800">
                <a:solidFill>
                  <a:srgbClr val="4E3629"/>
                </a:solidFill>
                <a:uFill>
                  <a:solidFill>
                    <a:srgbClr val="EC2814"/>
                  </a:solidFill>
                </a:uFill>
                <a:latin typeface="Calibri"/>
                <a:cs typeface="Calibri"/>
              </a:rPr>
              <a:t>fila</a:t>
            </a:r>
            <a:r>
              <a:rPr dirty="0" u="heavy" sz="2800" spc="-5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a</a:t>
            </a:r>
            <a:r>
              <a:rPr dirty="0" u="heavy" sz="2800" spc="-6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una</a:t>
            </a:r>
            <a:r>
              <a:rPr dirty="0" u="heavy" sz="2800" spc="-2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tabla</a:t>
            </a:r>
            <a:r>
              <a:rPr dirty="0" sz="2800">
                <a:solidFill>
                  <a:srgbClr val="4E3629"/>
                </a:solidFill>
                <a:latin typeface="Calibri"/>
                <a:cs typeface="Calibri"/>
              </a:rPr>
              <a:t>.</a:t>
            </a:r>
            <a:r>
              <a:rPr dirty="0" sz="2800" spc="-55">
                <a:solidFill>
                  <a:srgbClr val="4E3629"/>
                </a:solidFill>
                <a:latin typeface="Calibri"/>
                <a:cs typeface="Calibri"/>
              </a:rPr>
              <a:t> </a:t>
            </a:r>
            <a:r>
              <a:rPr dirty="0" sz="2800">
                <a:solidFill>
                  <a:srgbClr val="4E3629"/>
                </a:solidFill>
                <a:latin typeface="Calibri"/>
                <a:cs typeface="Calibri"/>
              </a:rPr>
              <a:t>La</a:t>
            </a:r>
            <a:r>
              <a:rPr dirty="0" sz="2800" spc="-50">
                <a:solidFill>
                  <a:srgbClr val="4E3629"/>
                </a:solidFill>
                <a:latin typeface="Calibri"/>
                <a:cs typeface="Calibri"/>
              </a:rPr>
              <a:t> </a:t>
            </a:r>
            <a:r>
              <a:rPr dirty="0" sz="2800" spc="-10">
                <a:solidFill>
                  <a:srgbClr val="4E3629"/>
                </a:solidFill>
                <a:latin typeface="Calibri"/>
                <a:cs typeface="Calibri"/>
              </a:rPr>
              <a:t>sentencia</a:t>
            </a:r>
            <a:r>
              <a:rPr dirty="0" sz="2800" spc="-40">
                <a:solidFill>
                  <a:srgbClr val="4E3629"/>
                </a:solidFill>
                <a:latin typeface="Calibri"/>
                <a:cs typeface="Calibri"/>
              </a:rPr>
              <a:t> </a:t>
            </a:r>
            <a:r>
              <a:rPr dirty="0" sz="2800">
                <a:solidFill>
                  <a:srgbClr val="4E3629"/>
                </a:solidFill>
                <a:latin typeface="Calibri"/>
                <a:cs typeface="Calibri"/>
              </a:rPr>
              <a:t>necesita</a:t>
            </a:r>
            <a:r>
              <a:rPr dirty="0" sz="2800" spc="-45">
                <a:solidFill>
                  <a:srgbClr val="4E3629"/>
                </a:solidFill>
                <a:latin typeface="Calibri"/>
                <a:cs typeface="Calibri"/>
              </a:rPr>
              <a:t> </a:t>
            </a:r>
            <a:r>
              <a:rPr dirty="0" sz="2800">
                <a:solidFill>
                  <a:srgbClr val="4E3629"/>
                </a:solidFill>
                <a:latin typeface="Calibri"/>
                <a:cs typeface="Calibri"/>
              </a:rPr>
              <a:t>tres</a:t>
            </a:r>
            <a:r>
              <a:rPr dirty="0" sz="2800" spc="-55">
                <a:solidFill>
                  <a:srgbClr val="4E3629"/>
                </a:solidFill>
                <a:latin typeface="Calibri"/>
                <a:cs typeface="Calibri"/>
              </a:rPr>
              <a:t> </a:t>
            </a:r>
            <a:r>
              <a:rPr dirty="0" sz="2800" spc="-10">
                <a:solidFill>
                  <a:srgbClr val="4E3629"/>
                </a:solidFill>
                <a:latin typeface="Calibri"/>
                <a:cs typeface="Calibri"/>
              </a:rPr>
              <a:t>valores:</a:t>
            </a:r>
            <a:endParaRPr sz="2800">
              <a:latin typeface="Calibri"/>
              <a:cs typeface="Calibri"/>
            </a:endParaRPr>
          </a:p>
          <a:p>
            <a:pPr marL="355600">
              <a:lnSpc>
                <a:spcPct val="100000"/>
              </a:lnSpc>
              <a:spcBef>
                <a:spcPts val="95"/>
              </a:spcBef>
            </a:pPr>
            <a:r>
              <a:rPr dirty="0" sz="2400" spc="50">
                <a:solidFill>
                  <a:srgbClr val="D1350F"/>
                </a:solidFill>
                <a:latin typeface="Calibri"/>
                <a:cs typeface="Calibri"/>
              </a:rPr>
              <a:t>−</a:t>
            </a:r>
            <a:r>
              <a:rPr dirty="0" sz="2400" spc="50">
                <a:solidFill>
                  <a:srgbClr val="4E3629"/>
                </a:solidFill>
                <a:latin typeface="Calibri"/>
                <a:cs typeface="Calibri"/>
              </a:rPr>
              <a:t>el</a:t>
            </a:r>
            <a:r>
              <a:rPr dirty="0" sz="2400" spc="-35">
                <a:solidFill>
                  <a:srgbClr val="4E3629"/>
                </a:solidFill>
                <a:latin typeface="Calibri"/>
                <a:cs typeface="Calibri"/>
              </a:rPr>
              <a:t> </a:t>
            </a:r>
            <a:r>
              <a:rPr dirty="0" sz="2400">
                <a:solidFill>
                  <a:srgbClr val="4E3629"/>
                </a:solidFill>
                <a:latin typeface="Calibri"/>
                <a:cs typeface="Calibri"/>
              </a:rPr>
              <a:t>nombre</a:t>
            </a:r>
            <a:r>
              <a:rPr dirty="0" sz="2400" spc="-25">
                <a:solidFill>
                  <a:srgbClr val="4E3629"/>
                </a:solidFill>
                <a:latin typeface="Calibri"/>
                <a:cs typeface="Calibri"/>
              </a:rPr>
              <a:t> </a:t>
            </a:r>
            <a:r>
              <a:rPr dirty="0" sz="2400">
                <a:solidFill>
                  <a:srgbClr val="4E3629"/>
                </a:solidFill>
                <a:latin typeface="Calibri"/>
                <a:cs typeface="Calibri"/>
              </a:rPr>
              <a:t>de</a:t>
            </a:r>
            <a:r>
              <a:rPr dirty="0" sz="2400" spc="-30">
                <a:solidFill>
                  <a:srgbClr val="4E3629"/>
                </a:solidFill>
                <a:latin typeface="Calibri"/>
                <a:cs typeface="Calibri"/>
              </a:rPr>
              <a:t> </a:t>
            </a:r>
            <a:r>
              <a:rPr dirty="0" sz="2400">
                <a:solidFill>
                  <a:srgbClr val="4E3629"/>
                </a:solidFill>
                <a:latin typeface="Calibri"/>
                <a:cs typeface="Calibri"/>
              </a:rPr>
              <a:t>la</a:t>
            </a:r>
            <a:r>
              <a:rPr dirty="0" sz="2400" spc="-40">
                <a:solidFill>
                  <a:srgbClr val="4E3629"/>
                </a:solidFill>
                <a:latin typeface="Calibri"/>
                <a:cs typeface="Calibri"/>
              </a:rPr>
              <a:t> </a:t>
            </a:r>
            <a:r>
              <a:rPr dirty="0" sz="2400" spc="-20">
                <a:solidFill>
                  <a:srgbClr val="4E3629"/>
                </a:solidFill>
                <a:latin typeface="Calibri"/>
                <a:cs typeface="Calibri"/>
              </a:rPr>
              <a:t>tabla</a:t>
            </a:r>
            <a:endParaRPr sz="2400">
              <a:latin typeface="Calibri"/>
              <a:cs typeface="Calibri"/>
            </a:endParaRPr>
          </a:p>
          <a:p>
            <a:pPr marL="355600">
              <a:lnSpc>
                <a:spcPct val="100000"/>
              </a:lnSpc>
              <a:spcBef>
                <a:spcPts val="110"/>
              </a:spcBef>
            </a:pPr>
            <a:r>
              <a:rPr dirty="0" sz="2400">
                <a:solidFill>
                  <a:srgbClr val="D1350F"/>
                </a:solidFill>
                <a:latin typeface="Calibri"/>
                <a:cs typeface="Calibri"/>
              </a:rPr>
              <a:t>−</a:t>
            </a:r>
            <a:r>
              <a:rPr dirty="0" sz="2400">
                <a:solidFill>
                  <a:srgbClr val="4E3629"/>
                </a:solidFill>
                <a:latin typeface="Calibri"/>
                <a:cs typeface="Calibri"/>
              </a:rPr>
              <a:t>los</a:t>
            </a:r>
            <a:r>
              <a:rPr dirty="0" sz="2400" spc="-35">
                <a:solidFill>
                  <a:srgbClr val="4E3629"/>
                </a:solidFill>
                <a:latin typeface="Calibri"/>
                <a:cs typeface="Calibri"/>
              </a:rPr>
              <a:t> </a:t>
            </a:r>
            <a:r>
              <a:rPr dirty="0" sz="2400">
                <a:solidFill>
                  <a:srgbClr val="4E3629"/>
                </a:solidFill>
                <a:latin typeface="Calibri"/>
                <a:cs typeface="Calibri"/>
              </a:rPr>
              <a:t>nombres</a:t>
            </a:r>
            <a:r>
              <a:rPr dirty="0" sz="2400" spc="-30">
                <a:solidFill>
                  <a:srgbClr val="4E3629"/>
                </a:solidFill>
                <a:latin typeface="Calibri"/>
                <a:cs typeface="Calibri"/>
              </a:rPr>
              <a:t> </a:t>
            </a:r>
            <a:r>
              <a:rPr dirty="0" sz="2400">
                <a:solidFill>
                  <a:srgbClr val="4E3629"/>
                </a:solidFill>
                <a:latin typeface="Calibri"/>
                <a:cs typeface="Calibri"/>
              </a:rPr>
              <a:t>de</a:t>
            </a:r>
            <a:r>
              <a:rPr dirty="0" sz="2400" spc="-20">
                <a:solidFill>
                  <a:srgbClr val="4E3629"/>
                </a:solidFill>
                <a:latin typeface="Calibri"/>
                <a:cs typeface="Calibri"/>
              </a:rPr>
              <a:t> </a:t>
            </a:r>
            <a:r>
              <a:rPr dirty="0" sz="2400">
                <a:solidFill>
                  <a:srgbClr val="4E3629"/>
                </a:solidFill>
                <a:latin typeface="Calibri"/>
                <a:cs typeface="Calibri"/>
              </a:rPr>
              <a:t>las</a:t>
            </a:r>
            <a:r>
              <a:rPr dirty="0" sz="2400" spc="-30">
                <a:solidFill>
                  <a:srgbClr val="4E3629"/>
                </a:solidFill>
                <a:latin typeface="Calibri"/>
                <a:cs typeface="Calibri"/>
              </a:rPr>
              <a:t> </a:t>
            </a:r>
            <a:r>
              <a:rPr dirty="0" sz="2400">
                <a:solidFill>
                  <a:srgbClr val="4E3629"/>
                </a:solidFill>
                <a:latin typeface="Calibri"/>
                <a:cs typeface="Calibri"/>
              </a:rPr>
              <a:t>columnas</a:t>
            </a:r>
            <a:r>
              <a:rPr dirty="0" sz="2400" spc="-40">
                <a:solidFill>
                  <a:srgbClr val="4E3629"/>
                </a:solidFill>
                <a:latin typeface="Calibri"/>
                <a:cs typeface="Calibri"/>
              </a:rPr>
              <a:t> </a:t>
            </a:r>
            <a:r>
              <a:rPr dirty="0" sz="2400">
                <a:solidFill>
                  <a:srgbClr val="4E3629"/>
                </a:solidFill>
                <a:latin typeface="Calibri"/>
                <a:cs typeface="Calibri"/>
              </a:rPr>
              <a:t>de</a:t>
            </a:r>
            <a:r>
              <a:rPr dirty="0" sz="2400" spc="-20">
                <a:solidFill>
                  <a:srgbClr val="4E3629"/>
                </a:solidFill>
                <a:latin typeface="Calibri"/>
                <a:cs typeface="Calibri"/>
              </a:rPr>
              <a:t> </a:t>
            </a:r>
            <a:r>
              <a:rPr dirty="0" sz="2400">
                <a:solidFill>
                  <a:srgbClr val="4E3629"/>
                </a:solidFill>
                <a:latin typeface="Calibri"/>
                <a:cs typeface="Calibri"/>
              </a:rPr>
              <a:t>la</a:t>
            </a:r>
            <a:r>
              <a:rPr dirty="0" sz="2400" spc="-40">
                <a:solidFill>
                  <a:srgbClr val="4E3629"/>
                </a:solidFill>
                <a:latin typeface="Calibri"/>
                <a:cs typeface="Calibri"/>
              </a:rPr>
              <a:t> </a:t>
            </a:r>
            <a:r>
              <a:rPr dirty="0" sz="2400">
                <a:solidFill>
                  <a:srgbClr val="4E3629"/>
                </a:solidFill>
                <a:latin typeface="Calibri"/>
                <a:cs typeface="Calibri"/>
              </a:rPr>
              <a:t>tabla</a:t>
            </a:r>
            <a:r>
              <a:rPr dirty="0" sz="2400" spc="-35">
                <a:solidFill>
                  <a:srgbClr val="4E3629"/>
                </a:solidFill>
                <a:latin typeface="Calibri"/>
                <a:cs typeface="Calibri"/>
              </a:rPr>
              <a:t> </a:t>
            </a:r>
            <a:r>
              <a:rPr dirty="0" sz="2400">
                <a:solidFill>
                  <a:srgbClr val="4E3629"/>
                </a:solidFill>
                <a:latin typeface="Calibri"/>
                <a:cs typeface="Calibri"/>
              </a:rPr>
              <a:t>que</a:t>
            </a:r>
            <a:r>
              <a:rPr dirty="0" sz="2400" spc="-20">
                <a:solidFill>
                  <a:srgbClr val="4E3629"/>
                </a:solidFill>
                <a:latin typeface="Calibri"/>
                <a:cs typeface="Calibri"/>
              </a:rPr>
              <a:t> </a:t>
            </a:r>
            <a:r>
              <a:rPr dirty="0" sz="2400">
                <a:solidFill>
                  <a:srgbClr val="4E3629"/>
                </a:solidFill>
                <a:latin typeface="Calibri"/>
                <a:cs typeface="Calibri"/>
              </a:rPr>
              <a:t>se</a:t>
            </a:r>
            <a:r>
              <a:rPr dirty="0" sz="2400" spc="-20">
                <a:solidFill>
                  <a:srgbClr val="4E3629"/>
                </a:solidFill>
                <a:latin typeface="Calibri"/>
                <a:cs typeface="Calibri"/>
              </a:rPr>
              <a:t> </a:t>
            </a:r>
            <a:r>
              <a:rPr dirty="0" sz="2400">
                <a:solidFill>
                  <a:srgbClr val="4E3629"/>
                </a:solidFill>
                <a:latin typeface="Calibri"/>
                <a:cs typeface="Calibri"/>
              </a:rPr>
              <a:t>va</a:t>
            </a:r>
            <a:r>
              <a:rPr dirty="0" sz="2400" spc="-15">
                <a:solidFill>
                  <a:srgbClr val="4E3629"/>
                </a:solidFill>
                <a:latin typeface="Calibri"/>
                <a:cs typeface="Calibri"/>
              </a:rPr>
              <a:t> </a:t>
            </a:r>
            <a:r>
              <a:rPr dirty="0" sz="2400">
                <a:solidFill>
                  <a:srgbClr val="4E3629"/>
                </a:solidFill>
                <a:latin typeface="Calibri"/>
                <a:cs typeface="Calibri"/>
              </a:rPr>
              <a:t>a</a:t>
            </a:r>
            <a:r>
              <a:rPr dirty="0" sz="2400" spc="-35">
                <a:solidFill>
                  <a:srgbClr val="4E3629"/>
                </a:solidFill>
                <a:latin typeface="Calibri"/>
                <a:cs typeface="Calibri"/>
              </a:rPr>
              <a:t> </a:t>
            </a:r>
            <a:r>
              <a:rPr dirty="0" sz="2400" spc="-10">
                <a:solidFill>
                  <a:srgbClr val="4E3629"/>
                </a:solidFill>
                <a:latin typeface="Calibri"/>
                <a:cs typeface="Calibri"/>
              </a:rPr>
              <a:t>rellenar</a:t>
            </a:r>
            <a:endParaRPr sz="2400">
              <a:latin typeface="Calibri"/>
              <a:cs typeface="Calibri"/>
            </a:endParaRPr>
          </a:p>
          <a:p>
            <a:pPr marL="355600">
              <a:lnSpc>
                <a:spcPct val="100000"/>
              </a:lnSpc>
              <a:spcBef>
                <a:spcPts val="110"/>
              </a:spcBef>
            </a:pPr>
            <a:r>
              <a:rPr dirty="0" sz="2400">
                <a:solidFill>
                  <a:srgbClr val="D1350F"/>
                </a:solidFill>
                <a:latin typeface="Calibri"/>
                <a:cs typeface="Calibri"/>
              </a:rPr>
              <a:t>−</a:t>
            </a:r>
            <a:r>
              <a:rPr dirty="0" sz="2400">
                <a:solidFill>
                  <a:srgbClr val="4E3629"/>
                </a:solidFill>
                <a:latin typeface="Calibri"/>
                <a:cs typeface="Calibri"/>
              </a:rPr>
              <a:t>los</a:t>
            </a:r>
            <a:r>
              <a:rPr dirty="0" sz="2400" spc="-55">
                <a:solidFill>
                  <a:srgbClr val="4E3629"/>
                </a:solidFill>
                <a:latin typeface="Calibri"/>
                <a:cs typeface="Calibri"/>
              </a:rPr>
              <a:t> </a:t>
            </a:r>
            <a:r>
              <a:rPr dirty="0" sz="2400">
                <a:solidFill>
                  <a:srgbClr val="4E3629"/>
                </a:solidFill>
                <a:latin typeface="Calibri"/>
                <a:cs typeface="Calibri"/>
              </a:rPr>
              <a:t>valores</a:t>
            </a:r>
            <a:r>
              <a:rPr dirty="0" sz="2400" spc="-30">
                <a:solidFill>
                  <a:srgbClr val="4E3629"/>
                </a:solidFill>
                <a:latin typeface="Calibri"/>
                <a:cs typeface="Calibri"/>
              </a:rPr>
              <a:t> </a:t>
            </a:r>
            <a:r>
              <a:rPr dirty="0" sz="2400" spc="-10">
                <a:solidFill>
                  <a:srgbClr val="4E3629"/>
                </a:solidFill>
                <a:latin typeface="Calibri"/>
                <a:cs typeface="Calibri"/>
              </a:rPr>
              <a:t>correspondientes</a:t>
            </a:r>
            <a:r>
              <a:rPr dirty="0" sz="2400" spc="-45">
                <a:solidFill>
                  <a:srgbClr val="4E3629"/>
                </a:solidFill>
                <a:latin typeface="Calibri"/>
                <a:cs typeface="Calibri"/>
              </a:rPr>
              <a:t> </a:t>
            </a:r>
            <a:r>
              <a:rPr dirty="0" sz="2400">
                <a:solidFill>
                  <a:srgbClr val="4E3629"/>
                </a:solidFill>
                <a:latin typeface="Calibri"/>
                <a:cs typeface="Calibri"/>
              </a:rPr>
              <a:t>para</a:t>
            </a:r>
            <a:r>
              <a:rPr dirty="0" sz="2400" spc="-50">
                <a:solidFill>
                  <a:srgbClr val="4E3629"/>
                </a:solidFill>
                <a:latin typeface="Calibri"/>
                <a:cs typeface="Calibri"/>
              </a:rPr>
              <a:t> </a:t>
            </a:r>
            <a:r>
              <a:rPr dirty="0" sz="2400">
                <a:solidFill>
                  <a:srgbClr val="4E3629"/>
                </a:solidFill>
                <a:latin typeface="Calibri"/>
                <a:cs typeface="Calibri"/>
              </a:rPr>
              <a:t>cada</a:t>
            </a:r>
            <a:r>
              <a:rPr dirty="0" sz="2400" spc="-35">
                <a:solidFill>
                  <a:srgbClr val="4E3629"/>
                </a:solidFill>
                <a:latin typeface="Calibri"/>
                <a:cs typeface="Calibri"/>
              </a:rPr>
              <a:t> </a:t>
            </a:r>
            <a:r>
              <a:rPr dirty="0" sz="2400" spc="-10">
                <a:solidFill>
                  <a:srgbClr val="4E3629"/>
                </a:solidFill>
                <a:latin typeface="Calibri"/>
                <a:cs typeface="Calibri"/>
              </a:rPr>
              <a:t>columna</a:t>
            </a:r>
            <a:endParaRPr sz="2400">
              <a:latin typeface="Calibri"/>
              <a:cs typeface="Calibri"/>
            </a:endParaRPr>
          </a:p>
          <a:p>
            <a:pPr marL="182880" marR="194310" indent="-170815">
              <a:lnSpc>
                <a:spcPts val="3030"/>
              </a:lnSpc>
              <a:spcBef>
                <a:spcPts val="815"/>
              </a:spcBef>
              <a:buClr>
                <a:srgbClr val="D1350F"/>
              </a:buClr>
              <a:buFont typeface="Arial MT"/>
              <a:buChar char="•"/>
              <a:tabLst>
                <a:tab pos="184785" algn="l"/>
              </a:tabLst>
            </a:pPr>
            <a:r>
              <a:rPr dirty="0" sz="2800">
                <a:solidFill>
                  <a:srgbClr val="4E3629"/>
                </a:solidFill>
                <a:latin typeface="Calibri"/>
                <a:cs typeface="Calibri"/>
              </a:rPr>
              <a:t>¿Cómo</a:t>
            </a:r>
            <a:r>
              <a:rPr dirty="0" sz="2800" spc="-95">
                <a:solidFill>
                  <a:srgbClr val="4E3629"/>
                </a:solidFill>
                <a:latin typeface="Calibri"/>
                <a:cs typeface="Calibri"/>
              </a:rPr>
              <a:t> </a:t>
            </a:r>
            <a:r>
              <a:rPr dirty="0" sz="2800">
                <a:solidFill>
                  <a:srgbClr val="4E3629"/>
                </a:solidFill>
                <a:latin typeface="Calibri"/>
                <a:cs typeface="Calibri"/>
              </a:rPr>
              <a:t>podemos</a:t>
            </a:r>
            <a:r>
              <a:rPr dirty="0" sz="2800" spc="-80">
                <a:solidFill>
                  <a:srgbClr val="4E3629"/>
                </a:solidFill>
                <a:latin typeface="Calibri"/>
                <a:cs typeface="Calibri"/>
              </a:rPr>
              <a:t> </a:t>
            </a:r>
            <a:r>
              <a:rPr dirty="0" sz="2800" spc="-30">
                <a:solidFill>
                  <a:srgbClr val="4E3629"/>
                </a:solidFill>
                <a:latin typeface="Calibri"/>
                <a:cs typeface="Calibri"/>
              </a:rPr>
              <a:t>INSERTAR</a:t>
            </a:r>
            <a:r>
              <a:rPr dirty="0" sz="2800" spc="-90">
                <a:solidFill>
                  <a:srgbClr val="4E3629"/>
                </a:solidFill>
                <a:latin typeface="Calibri"/>
                <a:cs typeface="Calibri"/>
              </a:rPr>
              <a:t> </a:t>
            </a:r>
            <a:r>
              <a:rPr dirty="0" sz="2800">
                <a:solidFill>
                  <a:srgbClr val="4E3629"/>
                </a:solidFill>
                <a:latin typeface="Calibri"/>
                <a:cs typeface="Calibri"/>
              </a:rPr>
              <a:t>los</a:t>
            </a:r>
            <a:r>
              <a:rPr dirty="0" sz="2800" spc="-85">
                <a:solidFill>
                  <a:srgbClr val="4E3629"/>
                </a:solidFill>
                <a:latin typeface="Calibri"/>
                <a:cs typeface="Calibri"/>
              </a:rPr>
              <a:t> </a:t>
            </a:r>
            <a:r>
              <a:rPr dirty="0" sz="2800">
                <a:solidFill>
                  <a:srgbClr val="4E3629"/>
                </a:solidFill>
                <a:latin typeface="Calibri"/>
                <a:cs typeface="Calibri"/>
              </a:rPr>
              <a:t>datos</a:t>
            </a:r>
            <a:r>
              <a:rPr dirty="0" sz="2800" spc="-85">
                <a:solidFill>
                  <a:srgbClr val="4E3629"/>
                </a:solidFill>
                <a:latin typeface="Calibri"/>
                <a:cs typeface="Calibri"/>
              </a:rPr>
              <a:t> </a:t>
            </a:r>
            <a:r>
              <a:rPr dirty="0" sz="2800">
                <a:solidFill>
                  <a:srgbClr val="4E3629"/>
                </a:solidFill>
                <a:latin typeface="Calibri"/>
                <a:cs typeface="Calibri"/>
              </a:rPr>
              <a:t>siguientes</a:t>
            </a:r>
            <a:r>
              <a:rPr dirty="0" sz="2800" spc="-85">
                <a:solidFill>
                  <a:srgbClr val="4E3629"/>
                </a:solidFill>
                <a:latin typeface="Calibri"/>
                <a:cs typeface="Calibri"/>
              </a:rPr>
              <a:t> </a:t>
            </a:r>
            <a:r>
              <a:rPr dirty="0" sz="2800" spc="-20">
                <a:solidFill>
                  <a:srgbClr val="4E3629"/>
                </a:solidFill>
                <a:latin typeface="Calibri"/>
                <a:cs typeface="Calibri"/>
              </a:rPr>
              <a:t>para </a:t>
            </a:r>
            <a:r>
              <a:rPr dirty="0" sz="2800" spc="-20">
                <a:solidFill>
                  <a:srgbClr val="4E3629"/>
                </a:solidFill>
                <a:latin typeface="Calibri"/>
                <a:cs typeface="Calibri"/>
              </a:rPr>
              <a:t>	</a:t>
            </a:r>
            <a:r>
              <a:rPr dirty="0" sz="2800">
                <a:solidFill>
                  <a:srgbClr val="4E3629"/>
                </a:solidFill>
                <a:latin typeface="Calibri"/>
                <a:cs typeface="Calibri"/>
              </a:rPr>
              <a:t>crear</a:t>
            </a:r>
            <a:r>
              <a:rPr dirty="0" sz="2800" spc="-60">
                <a:solidFill>
                  <a:srgbClr val="4E3629"/>
                </a:solidFill>
                <a:latin typeface="Calibri"/>
                <a:cs typeface="Calibri"/>
              </a:rPr>
              <a:t> </a:t>
            </a:r>
            <a:r>
              <a:rPr dirty="0" sz="2800">
                <a:solidFill>
                  <a:srgbClr val="4E3629"/>
                </a:solidFill>
                <a:latin typeface="Calibri"/>
                <a:cs typeface="Calibri"/>
              </a:rPr>
              <a:t>un</a:t>
            </a:r>
            <a:r>
              <a:rPr dirty="0" sz="2800" spc="-30">
                <a:solidFill>
                  <a:srgbClr val="4E3629"/>
                </a:solidFill>
                <a:latin typeface="Calibri"/>
                <a:cs typeface="Calibri"/>
              </a:rPr>
              <a:t> </a:t>
            </a:r>
            <a:r>
              <a:rPr dirty="0" sz="2800">
                <a:solidFill>
                  <a:srgbClr val="4E3629"/>
                </a:solidFill>
                <a:latin typeface="Calibri"/>
                <a:cs typeface="Calibri"/>
              </a:rPr>
              <a:t>nuevo</a:t>
            </a:r>
            <a:r>
              <a:rPr dirty="0" sz="2800" spc="-40">
                <a:solidFill>
                  <a:srgbClr val="4E3629"/>
                </a:solidFill>
                <a:latin typeface="Calibri"/>
                <a:cs typeface="Calibri"/>
              </a:rPr>
              <a:t> </a:t>
            </a:r>
            <a:r>
              <a:rPr dirty="0" sz="2800" spc="-10">
                <a:solidFill>
                  <a:srgbClr val="4E3629"/>
                </a:solidFill>
                <a:latin typeface="Calibri"/>
                <a:cs typeface="Calibri"/>
              </a:rPr>
              <a:t>departamento</a:t>
            </a:r>
            <a:r>
              <a:rPr dirty="0" sz="2800" spc="-30">
                <a:solidFill>
                  <a:srgbClr val="4E3629"/>
                </a:solidFill>
                <a:latin typeface="Calibri"/>
                <a:cs typeface="Calibri"/>
              </a:rPr>
              <a:t> </a:t>
            </a:r>
            <a:r>
              <a:rPr dirty="0" sz="2800">
                <a:solidFill>
                  <a:srgbClr val="4E3629"/>
                </a:solidFill>
                <a:latin typeface="Calibri"/>
                <a:cs typeface="Calibri"/>
              </a:rPr>
              <a:t>en</a:t>
            </a:r>
            <a:r>
              <a:rPr dirty="0" sz="2800" spc="-55">
                <a:solidFill>
                  <a:srgbClr val="4E3629"/>
                </a:solidFill>
                <a:latin typeface="Calibri"/>
                <a:cs typeface="Calibri"/>
              </a:rPr>
              <a:t> </a:t>
            </a:r>
            <a:r>
              <a:rPr dirty="0" sz="2800">
                <a:solidFill>
                  <a:srgbClr val="4E3629"/>
                </a:solidFill>
                <a:latin typeface="Calibri"/>
                <a:cs typeface="Calibri"/>
              </a:rPr>
              <a:t>la</a:t>
            </a:r>
            <a:r>
              <a:rPr dirty="0" sz="2800" spc="-45">
                <a:solidFill>
                  <a:srgbClr val="4E3629"/>
                </a:solidFill>
                <a:latin typeface="Calibri"/>
                <a:cs typeface="Calibri"/>
              </a:rPr>
              <a:t> </a:t>
            </a:r>
            <a:r>
              <a:rPr dirty="0" sz="2800" spc="-10">
                <a:solidFill>
                  <a:srgbClr val="4E3629"/>
                </a:solidFill>
                <a:latin typeface="Calibri"/>
                <a:cs typeface="Calibri"/>
              </a:rPr>
              <a:t>tabla 	copy_departments?</a:t>
            </a:r>
            <a:endParaRPr sz="2800">
              <a:latin typeface="Calibri"/>
              <a:cs typeface="Calibri"/>
            </a:endParaRPr>
          </a:p>
        </p:txBody>
      </p:sp>
      <p:graphicFrame>
        <p:nvGraphicFramePr>
          <p:cNvPr id="4" name="object 4" descr=""/>
          <p:cNvGraphicFramePr>
            <a:graphicFrameLocks noGrp="1"/>
          </p:cNvGraphicFramePr>
          <p:nvPr/>
        </p:nvGraphicFramePr>
        <p:xfrm>
          <a:off x="796913" y="4922404"/>
          <a:ext cx="7626984" cy="758825"/>
        </p:xfrm>
        <a:graphic>
          <a:graphicData uri="http://schemas.openxmlformats.org/drawingml/2006/table">
            <a:tbl>
              <a:tblPr firstRow="1" bandRow="1">
                <a:tableStyleId>{2D5ABB26-0587-4C30-8999-92F81FD0307C}</a:tableStyleId>
              </a:tblPr>
              <a:tblGrid>
                <a:gridCol w="1760220"/>
                <a:gridCol w="2121535"/>
                <a:gridCol w="1597660"/>
                <a:gridCol w="2058035"/>
              </a:tblGrid>
              <a:tr h="410845">
                <a:tc>
                  <a:txBody>
                    <a:bodyPr/>
                    <a:lstStyle/>
                    <a:p>
                      <a:pPr marL="57785">
                        <a:lnSpc>
                          <a:spcPct val="100000"/>
                        </a:lnSpc>
                        <a:spcBef>
                          <a:spcPts val="570"/>
                        </a:spcBef>
                      </a:pPr>
                      <a:r>
                        <a:rPr dirty="0" sz="1600" spc="-10" b="1">
                          <a:solidFill>
                            <a:srgbClr val="4E3629"/>
                          </a:solidFill>
                          <a:latin typeface="Calibri"/>
                          <a:cs typeface="Calibri"/>
                        </a:rPr>
                        <a:t>DEPARTMENT_ID</a:t>
                      </a:r>
                      <a:endParaRPr sz="1600">
                        <a:latin typeface="Calibri"/>
                        <a:cs typeface="Calibri"/>
                      </a:endParaRPr>
                    </a:p>
                  </a:txBody>
                  <a:tcPr marL="0" marR="0" marB="0" marT="72390">
                    <a:lnL w="12700">
                      <a:solidFill>
                        <a:srgbClr val="D1350F"/>
                      </a:solidFill>
                      <a:prstDash val="solid"/>
                    </a:lnL>
                    <a:lnR w="12700">
                      <a:solidFill>
                        <a:srgbClr val="D1350F"/>
                      </a:solidFill>
                      <a:prstDash val="solid"/>
                    </a:lnR>
                    <a:lnT w="12700">
                      <a:solidFill>
                        <a:srgbClr val="D1350F"/>
                      </a:solidFill>
                      <a:prstDash val="solid"/>
                    </a:lnT>
                    <a:lnB w="28575">
                      <a:solidFill>
                        <a:srgbClr val="D1350F"/>
                      </a:solidFill>
                      <a:prstDash val="solid"/>
                    </a:lnB>
                  </a:tcPr>
                </a:tc>
                <a:tc>
                  <a:txBody>
                    <a:bodyPr/>
                    <a:lstStyle/>
                    <a:p>
                      <a:pPr marL="58419">
                        <a:lnSpc>
                          <a:spcPct val="100000"/>
                        </a:lnSpc>
                        <a:spcBef>
                          <a:spcPts val="570"/>
                        </a:spcBef>
                      </a:pPr>
                      <a:r>
                        <a:rPr dirty="0" sz="1600" spc="-10" b="1">
                          <a:solidFill>
                            <a:srgbClr val="4E3629"/>
                          </a:solidFill>
                          <a:latin typeface="Calibri"/>
                          <a:cs typeface="Calibri"/>
                        </a:rPr>
                        <a:t>DEPARTMENT_NAME</a:t>
                      </a:r>
                      <a:endParaRPr sz="1600">
                        <a:latin typeface="Calibri"/>
                        <a:cs typeface="Calibri"/>
                      </a:endParaRPr>
                    </a:p>
                  </a:txBody>
                  <a:tcPr marL="0" marR="0" marB="0" marT="72390">
                    <a:lnL w="12700">
                      <a:solidFill>
                        <a:srgbClr val="D1350F"/>
                      </a:solidFill>
                      <a:prstDash val="solid"/>
                    </a:lnL>
                    <a:lnR w="12700">
                      <a:solidFill>
                        <a:srgbClr val="D1350F"/>
                      </a:solidFill>
                      <a:prstDash val="solid"/>
                    </a:lnR>
                    <a:lnT w="12700">
                      <a:solidFill>
                        <a:srgbClr val="D1350F"/>
                      </a:solidFill>
                      <a:prstDash val="solid"/>
                    </a:lnT>
                    <a:lnB w="28575">
                      <a:solidFill>
                        <a:srgbClr val="D1350F"/>
                      </a:solidFill>
                      <a:prstDash val="solid"/>
                    </a:lnB>
                  </a:tcPr>
                </a:tc>
                <a:tc>
                  <a:txBody>
                    <a:bodyPr/>
                    <a:lstStyle/>
                    <a:p>
                      <a:pPr marL="58419">
                        <a:lnSpc>
                          <a:spcPct val="100000"/>
                        </a:lnSpc>
                        <a:spcBef>
                          <a:spcPts val="570"/>
                        </a:spcBef>
                      </a:pPr>
                      <a:r>
                        <a:rPr dirty="0" sz="1600" spc="-10" b="1">
                          <a:solidFill>
                            <a:srgbClr val="4E3629"/>
                          </a:solidFill>
                          <a:latin typeface="Calibri"/>
                          <a:cs typeface="Calibri"/>
                        </a:rPr>
                        <a:t>MANAGER_ID</a:t>
                      </a:r>
                      <a:endParaRPr sz="1600">
                        <a:latin typeface="Calibri"/>
                        <a:cs typeface="Calibri"/>
                      </a:endParaRPr>
                    </a:p>
                  </a:txBody>
                  <a:tcPr marL="0" marR="0" marB="0" marT="72390">
                    <a:lnL w="12700">
                      <a:solidFill>
                        <a:srgbClr val="D1350F"/>
                      </a:solidFill>
                      <a:prstDash val="solid"/>
                    </a:lnL>
                    <a:lnR w="12700">
                      <a:solidFill>
                        <a:srgbClr val="D1350F"/>
                      </a:solidFill>
                      <a:prstDash val="solid"/>
                    </a:lnR>
                    <a:lnT w="12700">
                      <a:solidFill>
                        <a:srgbClr val="D1350F"/>
                      </a:solidFill>
                      <a:prstDash val="solid"/>
                    </a:lnT>
                    <a:lnB w="28575">
                      <a:solidFill>
                        <a:srgbClr val="D1350F"/>
                      </a:solidFill>
                      <a:prstDash val="solid"/>
                    </a:lnB>
                  </a:tcPr>
                </a:tc>
                <a:tc>
                  <a:txBody>
                    <a:bodyPr/>
                    <a:lstStyle/>
                    <a:p>
                      <a:pPr marL="58419">
                        <a:lnSpc>
                          <a:spcPct val="100000"/>
                        </a:lnSpc>
                        <a:spcBef>
                          <a:spcPts val="570"/>
                        </a:spcBef>
                      </a:pPr>
                      <a:r>
                        <a:rPr dirty="0" sz="1600" spc="-10" b="1">
                          <a:solidFill>
                            <a:srgbClr val="4E3629"/>
                          </a:solidFill>
                          <a:latin typeface="Calibri"/>
                          <a:cs typeface="Calibri"/>
                        </a:rPr>
                        <a:t>LOCATION_ID</a:t>
                      </a:r>
                      <a:endParaRPr sz="1600">
                        <a:latin typeface="Calibri"/>
                        <a:cs typeface="Calibri"/>
                      </a:endParaRPr>
                    </a:p>
                  </a:txBody>
                  <a:tcPr marL="0" marR="0" marB="0" marT="72390">
                    <a:lnL w="12700">
                      <a:solidFill>
                        <a:srgbClr val="D1350F"/>
                      </a:solidFill>
                      <a:prstDash val="solid"/>
                    </a:lnL>
                    <a:lnR w="12700">
                      <a:solidFill>
                        <a:srgbClr val="D1350F"/>
                      </a:solidFill>
                      <a:prstDash val="solid"/>
                    </a:lnR>
                    <a:lnT w="12700">
                      <a:solidFill>
                        <a:srgbClr val="D1350F"/>
                      </a:solidFill>
                      <a:prstDash val="solid"/>
                    </a:lnT>
                    <a:lnB w="28575">
                      <a:solidFill>
                        <a:srgbClr val="D1350F"/>
                      </a:solidFill>
                      <a:prstDash val="solid"/>
                    </a:lnB>
                  </a:tcPr>
                </a:tc>
              </a:tr>
              <a:tr h="347980">
                <a:tc>
                  <a:txBody>
                    <a:bodyPr/>
                    <a:lstStyle/>
                    <a:p>
                      <a:pPr marL="57785">
                        <a:lnSpc>
                          <a:spcPct val="100000"/>
                        </a:lnSpc>
                        <a:spcBef>
                          <a:spcPts val="325"/>
                        </a:spcBef>
                      </a:pPr>
                      <a:r>
                        <a:rPr dirty="0" sz="1600" spc="-25">
                          <a:solidFill>
                            <a:srgbClr val="4E3629"/>
                          </a:solidFill>
                          <a:latin typeface="Calibri"/>
                          <a:cs typeface="Calibri"/>
                        </a:rPr>
                        <a:t>200</a:t>
                      </a:r>
                      <a:endParaRPr sz="1600">
                        <a:latin typeface="Calibri"/>
                        <a:cs typeface="Calibri"/>
                      </a:endParaRPr>
                    </a:p>
                  </a:txBody>
                  <a:tcPr marL="0" marR="0" marB="0" marT="41275">
                    <a:lnL w="12700">
                      <a:solidFill>
                        <a:srgbClr val="D1350F"/>
                      </a:solidFill>
                      <a:prstDash val="solid"/>
                    </a:lnL>
                    <a:lnR w="12700">
                      <a:solidFill>
                        <a:srgbClr val="D1350F"/>
                      </a:solidFill>
                      <a:prstDash val="solid"/>
                    </a:lnR>
                    <a:lnT w="28575">
                      <a:solidFill>
                        <a:srgbClr val="D1350F"/>
                      </a:solidFill>
                      <a:prstDash val="solid"/>
                    </a:lnT>
                    <a:lnB w="12700">
                      <a:solidFill>
                        <a:srgbClr val="D1350F"/>
                      </a:solidFill>
                      <a:prstDash val="solid"/>
                    </a:lnB>
                  </a:tcPr>
                </a:tc>
                <a:tc>
                  <a:txBody>
                    <a:bodyPr/>
                    <a:lstStyle/>
                    <a:p>
                      <a:pPr marL="58419">
                        <a:lnSpc>
                          <a:spcPct val="100000"/>
                        </a:lnSpc>
                        <a:spcBef>
                          <a:spcPts val="325"/>
                        </a:spcBef>
                      </a:pPr>
                      <a:r>
                        <a:rPr dirty="0" sz="1600">
                          <a:solidFill>
                            <a:srgbClr val="4E3629"/>
                          </a:solidFill>
                          <a:latin typeface="Calibri"/>
                          <a:cs typeface="Calibri"/>
                        </a:rPr>
                        <a:t>Human</a:t>
                      </a:r>
                      <a:r>
                        <a:rPr dirty="0" sz="1600" spc="-35">
                          <a:solidFill>
                            <a:srgbClr val="4E3629"/>
                          </a:solidFill>
                          <a:latin typeface="Calibri"/>
                          <a:cs typeface="Calibri"/>
                        </a:rPr>
                        <a:t> </a:t>
                      </a:r>
                      <a:r>
                        <a:rPr dirty="0" sz="1600" spc="-10">
                          <a:solidFill>
                            <a:srgbClr val="4E3629"/>
                          </a:solidFill>
                          <a:latin typeface="Calibri"/>
                          <a:cs typeface="Calibri"/>
                        </a:rPr>
                        <a:t>Resources</a:t>
                      </a:r>
                      <a:endParaRPr sz="1600">
                        <a:latin typeface="Calibri"/>
                        <a:cs typeface="Calibri"/>
                      </a:endParaRPr>
                    </a:p>
                  </a:txBody>
                  <a:tcPr marL="0" marR="0" marB="0" marT="41275">
                    <a:lnL w="12700">
                      <a:solidFill>
                        <a:srgbClr val="D1350F"/>
                      </a:solidFill>
                      <a:prstDash val="solid"/>
                    </a:lnL>
                    <a:lnR w="12700">
                      <a:solidFill>
                        <a:srgbClr val="D1350F"/>
                      </a:solidFill>
                      <a:prstDash val="solid"/>
                    </a:lnR>
                    <a:lnT w="28575">
                      <a:solidFill>
                        <a:srgbClr val="D1350F"/>
                      </a:solidFill>
                      <a:prstDash val="solid"/>
                    </a:lnT>
                    <a:lnB w="12700">
                      <a:solidFill>
                        <a:srgbClr val="D1350F"/>
                      </a:solidFill>
                      <a:prstDash val="solid"/>
                    </a:lnB>
                  </a:tcPr>
                </a:tc>
                <a:tc>
                  <a:txBody>
                    <a:bodyPr/>
                    <a:lstStyle/>
                    <a:p>
                      <a:pPr marL="58419">
                        <a:lnSpc>
                          <a:spcPct val="100000"/>
                        </a:lnSpc>
                        <a:spcBef>
                          <a:spcPts val="325"/>
                        </a:spcBef>
                      </a:pPr>
                      <a:r>
                        <a:rPr dirty="0" sz="1600" spc="-25">
                          <a:solidFill>
                            <a:srgbClr val="4E3629"/>
                          </a:solidFill>
                          <a:latin typeface="Calibri"/>
                          <a:cs typeface="Calibri"/>
                        </a:rPr>
                        <a:t>205</a:t>
                      </a:r>
                      <a:endParaRPr sz="1600">
                        <a:latin typeface="Calibri"/>
                        <a:cs typeface="Calibri"/>
                      </a:endParaRPr>
                    </a:p>
                  </a:txBody>
                  <a:tcPr marL="0" marR="0" marB="0" marT="41275">
                    <a:lnL w="12700">
                      <a:solidFill>
                        <a:srgbClr val="D1350F"/>
                      </a:solidFill>
                      <a:prstDash val="solid"/>
                    </a:lnL>
                    <a:lnR w="12700">
                      <a:solidFill>
                        <a:srgbClr val="D1350F"/>
                      </a:solidFill>
                      <a:prstDash val="solid"/>
                    </a:lnR>
                    <a:lnT w="28575">
                      <a:solidFill>
                        <a:srgbClr val="D1350F"/>
                      </a:solidFill>
                      <a:prstDash val="solid"/>
                    </a:lnT>
                    <a:lnB w="12700">
                      <a:solidFill>
                        <a:srgbClr val="D1350F"/>
                      </a:solidFill>
                      <a:prstDash val="solid"/>
                    </a:lnB>
                  </a:tcPr>
                </a:tc>
                <a:tc>
                  <a:txBody>
                    <a:bodyPr/>
                    <a:lstStyle/>
                    <a:p>
                      <a:pPr marL="58419">
                        <a:lnSpc>
                          <a:spcPct val="100000"/>
                        </a:lnSpc>
                        <a:spcBef>
                          <a:spcPts val="325"/>
                        </a:spcBef>
                      </a:pPr>
                      <a:r>
                        <a:rPr dirty="0" sz="1600" spc="-20">
                          <a:solidFill>
                            <a:srgbClr val="4E3629"/>
                          </a:solidFill>
                          <a:latin typeface="Calibri"/>
                          <a:cs typeface="Calibri"/>
                        </a:rPr>
                        <a:t>1500</a:t>
                      </a:r>
                      <a:endParaRPr sz="1600">
                        <a:latin typeface="Calibri"/>
                        <a:cs typeface="Calibri"/>
                      </a:endParaRPr>
                    </a:p>
                  </a:txBody>
                  <a:tcPr marL="0" marR="0" marB="0" marT="41275">
                    <a:lnL w="12700">
                      <a:solidFill>
                        <a:srgbClr val="D1350F"/>
                      </a:solidFill>
                      <a:prstDash val="solid"/>
                    </a:lnL>
                    <a:lnR w="12700">
                      <a:solidFill>
                        <a:srgbClr val="D1350F"/>
                      </a:solidFill>
                      <a:prstDash val="solid"/>
                    </a:lnR>
                    <a:lnT w="28575">
                      <a:solidFill>
                        <a:srgbClr val="D1350F"/>
                      </a:solidFill>
                      <a:prstDash val="solid"/>
                    </a:lnT>
                    <a:lnB w="12700">
                      <a:solidFill>
                        <a:srgbClr val="D1350F"/>
                      </a:solidFill>
                      <a:prstDash val="solid"/>
                    </a:lnB>
                  </a:tcPr>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92112" y="748031"/>
            <a:ext cx="1225550" cy="528320"/>
          </a:xfrm>
          <a:prstGeom prst="rect"/>
        </p:spPr>
        <p:txBody>
          <a:bodyPr wrap="square" lIns="0" tIns="12700" rIns="0" bIns="0" rtlCol="0" vert="horz">
            <a:spAutoFit/>
          </a:bodyPr>
          <a:lstStyle/>
          <a:p>
            <a:pPr marL="12700">
              <a:lnSpc>
                <a:spcPct val="100000"/>
              </a:lnSpc>
              <a:spcBef>
                <a:spcPts val="100"/>
              </a:spcBef>
            </a:pPr>
            <a:r>
              <a:rPr dirty="0" spc="-10"/>
              <a:t>INSERT</a:t>
            </a:r>
          </a:p>
        </p:txBody>
      </p:sp>
      <p:sp>
        <p:nvSpPr>
          <p:cNvPr id="6" name="object 6" descr=""/>
          <p:cNvSpPr txBox="1">
            <a:spLocks noGrp="1"/>
          </p:cNvSpPr>
          <p:nvPr>
            <p:ph type="dt" idx="6" sz="half"/>
          </p:nvPr>
        </p:nvSpPr>
        <p:spPr>
          <a:prstGeom prst="rect"/>
        </p:spPr>
        <p:txBody>
          <a:bodyPr wrap="square" lIns="0" tIns="0" rIns="0" bIns="0" rtlCol="0" vert="horz">
            <a:spAutoFit/>
          </a:bodyPr>
          <a:lstStyle/>
          <a:p>
            <a:pPr marL="12700">
              <a:lnSpc>
                <a:spcPts val="855"/>
              </a:lnSpc>
            </a:pPr>
            <a:r>
              <a:rPr dirty="0"/>
              <a:t>DP</a:t>
            </a:r>
            <a:r>
              <a:rPr dirty="0" spc="-10"/>
              <a:t> </a:t>
            </a:r>
            <a:r>
              <a:rPr dirty="0"/>
              <a:t>12-</a:t>
            </a:r>
            <a:r>
              <a:rPr dirty="0" spc="-50"/>
              <a:t>1</a:t>
            </a:r>
          </a:p>
          <a:p>
            <a:pPr marL="12700">
              <a:lnSpc>
                <a:spcPts val="965"/>
              </a:lnSpc>
            </a:pPr>
            <a:r>
              <a:rPr dirty="0"/>
              <a:t>Sentencias</a:t>
            </a:r>
            <a:r>
              <a:rPr dirty="0" spc="-45"/>
              <a:t> </a:t>
            </a:r>
            <a:r>
              <a:rPr dirty="0" spc="-10"/>
              <a:t>INSERT</a:t>
            </a:r>
          </a:p>
        </p:txBody>
      </p:sp>
      <p:sp>
        <p:nvSpPr>
          <p:cNvPr id="7" name="object 7" descr=""/>
          <p:cNvSpPr txBox="1">
            <a:spLocks noGrp="1"/>
          </p:cNvSpPr>
          <p:nvPr>
            <p:ph type="sldNum" idx="7" sz="quarter"/>
          </p:nvPr>
        </p:nvSpPr>
        <p:spPr>
          <a:prstGeom prst="rect"/>
        </p:spPr>
        <p:txBody>
          <a:bodyPr wrap="square" lIns="0" tIns="0" rIns="0" bIns="0" rtlCol="0" vert="horz">
            <a:spAutoFit/>
          </a:bodyPr>
          <a:lstStyle/>
          <a:p>
            <a:pPr marL="38100">
              <a:lnSpc>
                <a:spcPts val="1045"/>
              </a:lnSpc>
            </a:pPr>
            <a:r>
              <a:rPr dirty="0" spc="-25"/>
              <a:t>11</a:t>
            </a:r>
          </a:p>
        </p:txBody>
      </p:sp>
      <p:sp>
        <p:nvSpPr>
          <p:cNvPr id="8" name="object 8" descr=""/>
          <p:cNvSpPr txBox="1">
            <a:spLocks noGrp="1"/>
          </p:cNvSpPr>
          <p:nvPr>
            <p:ph type="ftr" idx="5" sz="quarter"/>
          </p:nvPr>
        </p:nvSpPr>
        <p:spPr>
          <a:prstGeom prst="rect"/>
        </p:spPr>
        <p:txBody>
          <a:bodyPr wrap="square" lIns="0" tIns="0" rIns="0" bIns="0" rtlCol="0" vert="horz">
            <a:spAutoFit/>
          </a:body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
        <p:nvSpPr>
          <p:cNvPr id="3" name="object 3" descr=""/>
          <p:cNvSpPr txBox="1"/>
          <p:nvPr/>
        </p:nvSpPr>
        <p:spPr>
          <a:xfrm>
            <a:off x="483552" y="1415417"/>
            <a:ext cx="7806055" cy="3288665"/>
          </a:xfrm>
          <a:prstGeom prst="rect">
            <a:avLst/>
          </a:prstGeom>
        </p:spPr>
        <p:txBody>
          <a:bodyPr wrap="square" lIns="0" tIns="59690" rIns="0" bIns="0" rtlCol="0" vert="horz">
            <a:spAutoFit/>
          </a:bodyPr>
          <a:lstStyle/>
          <a:p>
            <a:pPr marL="182880" marR="375920" indent="-170815">
              <a:lnSpc>
                <a:spcPts val="3030"/>
              </a:lnSpc>
              <a:spcBef>
                <a:spcPts val="470"/>
              </a:spcBef>
              <a:buClr>
                <a:srgbClr val="D1350F"/>
              </a:buClr>
              <a:buFont typeface="Arial MT"/>
              <a:buChar char="•"/>
              <a:tabLst>
                <a:tab pos="184785" algn="l"/>
              </a:tabLst>
            </a:pPr>
            <a:r>
              <a:rPr dirty="0" sz="2800">
                <a:solidFill>
                  <a:srgbClr val="4E3629"/>
                </a:solidFill>
                <a:latin typeface="Calibri"/>
                <a:cs typeface="Calibri"/>
              </a:rPr>
              <a:t>La</a:t>
            </a:r>
            <a:r>
              <a:rPr dirty="0" sz="2800" spc="-105">
                <a:solidFill>
                  <a:srgbClr val="4E3629"/>
                </a:solidFill>
                <a:latin typeface="Calibri"/>
                <a:cs typeface="Calibri"/>
              </a:rPr>
              <a:t> </a:t>
            </a:r>
            <a:r>
              <a:rPr dirty="0" sz="2800">
                <a:solidFill>
                  <a:srgbClr val="4E3629"/>
                </a:solidFill>
                <a:latin typeface="Calibri"/>
                <a:cs typeface="Calibri"/>
              </a:rPr>
              <a:t>siguiente</a:t>
            </a:r>
            <a:r>
              <a:rPr dirty="0" sz="2800" spc="-95">
                <a:solidFill>
                  <a:srgbClr val="4E3629"/>
                </a:solidFill>
                <a:latin typeface="Calibri"/>
                <a:cs typeface="Calibri"/>
              </a:rPr>
              <a:t> </a:t>
            </a:r>
            <a:r>
              <a:rPr dirty="0" sz="2800">
                <a:solidFill>
                  <a:srgbClr val="4E3629"/>
                </a:solidFill>
                <a:latin typeface="Calibri"/>
                <a:cs typeface="Calibri"/>
              </a:rPr>
              <a:t>sintaxis</a:t>
            </a:r>
            <a:r>
              <a:rPr dirty="0" sz="2800" spc="-70">
                <a:solidFill>
                  <a:srgbClr val="4E3629"/>
                </a:solidFill>
                <a:latin typeface="Calibri"/>
                <a:cs typeface="Calibri"/>
              </a:rPr>
              <a:t> </a:t>
            </a:r>
            <a:r>
              <a:rPr dirty="0" sz="2800">
                <a:solidFill>
                  <a:srgbClr val="4E3629"/>
                </a:solidFill>
                <a:latin typeface="Calibri"/>
                <a:cs typeface="Calibri"/>
              </a:rPr>
              <a:t>utiliza</a:t>
            </a:r>
            <a:r>
              <a:rPr dirty="0" sz="2800" spc="-95">
                <a:solidFill>
                  <a:srgbClr val="4E3629"/>
                </a:solidFill>
                <a:latin typeface="Calibri"/>
                <a:cs typeface="Calibri"/>
              </a:rPr>
              <a:t> </a:t>
            </a:r>
            <a:r>
              <a:rPr dirty="0" sz="2800">
                <a:solidFill>
                  <a:srgbClr val="4E3629"/>
                </a:solidFill>
                <a:latin typeface="Calibri"/>
                <a:cs typeface="Calibri"/>
              </a:rPr>
              <a:t>INSERT</a:t>
            </a:r>
            <a:r>
              <a:rPr dirty="0" sz="2800" spc="-95">
                <a:solidFill>
                  <a:srgbClr val="4E3629"/>
                </a:solidFill>
                <a:latin typeface="Calibri"/>
                <a:cs typeface="Calibri"/>
              </a:rPr>
              <a:t> </a:t>
            </a:r>
            <a:r>
              <a:rPr dirty="0" sz="2800">
                <a:solidFill>
                  <a:srgbClr val="4E3629"/>
                </a:solidFill>
                <a:latin typeface="Calibri"/>
                <a:cs typeface="Calibri"/>
              </a:rPr>
              <a:t>para</a:t>
            </a:r>
            <a:r>
              <a:rPr dirty="0" sz="2800" spc="-95">
                <a:solidFill>
                  <a:srgbClr val="4E3629"/>
                </a:solidFill>
                <a:latin typeface="Calibri"/>
                <a:cs typeface="Calibri"/>
              </a:rPr>
              <a:t> </a:t>
            </a:r>
            <a:r>
              <a:rPr dirty="0" sz="2800">
                <a:solidFill>
                  <a:srgbClr val="4E3629"/>
                </a:solidFill>
                <a:latin typeface="Calibri"/>
                <a:cs typeface="Calibri"/>
              </a:rPr>
              <a:t>agregar</a:t>
            </a:r>
            <a:r>
              <a:rPr dirty="0" sz="2800" spc="-120">
                <a:solidFill>
                  <a:srgbClr val="4E3629"/>
                </a:solidFill>
                <a:latin typeface="Calibri"/>
                <a:cs typeface="Calibri"/>
              </a:rPr>
              <a:t> </a:t>
            </a:r>
            <a:r>
              <a:rPr dirty="0" sz="2800" spc="-25">
                <a:solidFill>
                  <a:srgbClr val="4E3629"/>
                </a:solidFill>
                <a:latin typeface="Calibri"/>
                <a:cs typeface="Calibri"/>
              </a:rPr>
              <a:t>un </a:t>
            </a:r>
            <a:r>
              <a:rPr dirty="0" sz="2800" spc="-25">
                <a:solidFill>
                  <a:srgbClr val="4E3629"/>
                </a:solidFill>
                <a:latin typeface="Calibri"/>
                <a:cs typeface="Calibri"/>
              </a:rPr>
              <a:t>	</a:t>
            </a:r>
            <a:r>
              <a:rPr dirty="0" sz="2800">
                <a:solidFill>
                  <a:srgbClr val="4E3629"/>
                </a:solidFill>
                <a:latin typeface="Calibri"/>
                <a:cs typeface="Calibri"/>
              </a:rPr>
              <a:t>nuevo</a:t>
            </a:r>
            <a:r>
              <a:rPr dirty="0" sz="2800" spc="-60">
                <a:solidFill>
                  <a:srgbClr val="4E3629"/>
                </a:solidFill>
                <a:latin typeface="Calibri"/>
                <a:cs typeface="Calibri"/>
              </a:rPr>
              <a:t> </a:t>
            </a:r>
            <a:r>
              <a:rPr dirty="0" sz="2800" spc="-10">
                <a:solidFill>
                  <a:srgbClr val="4E3629"/>
                </a:solidFill>
                <a:latin typeface="Calibri"/>
                <a:cs typeface="Calibri"/>
              </a:rPr>
              <a:t>departamento</a:t>
            </a:r>
            <a:r>
              <a:rPr dirty="0" sz="2800" spc="-45">
                <a:solidFill>
                  <a:srgbClr val="4E3629"/>
                </a:solidFill>
                <a:latin typeface="Calibri"/>
                <a:cs typeface="Calibri"/>
              </a:rPr>
              <a:t> </a:t>
            </a:r>
            <a:r>
              <a:rPr dirty="0" sz="2800">
                <a:solidFill>
                  <a:srgbClr val="4E3629"/>
                </a:solidFill>
                <a:latin typeface="Calibri"/>
                <a:cs typeface="Calibri"/>
              </a:rPr>
              <a:t>a</a:t>
            </a:r>
            <a:r>
              <a:rPr dirty="0" sz="2800" spc="-65">
                <a:solidFill>
                  <a:srgbClr val="4E3629"/>
                </a:solidFill>
                <a:latin typeface="Calibri"/>
                <a:cs typeface="Calibri"/>
              </a:rPr>
              <a:t> </a:t>
            </a:r>
            <a:r>
              <a:rPr dirty="0" sz="2800">
                <a:solidFill>
                  <a:srgbClr val="4E3629"/>
                </a:solidFill>
                <a:latin typeface="Calibri"/>
                <a:cs typeface="Calibri"/>
              </a:rPr>
              <a:t>la</a:t>
            </a:r>
            <a:r>
              <a:rPr dirty="0" sz="2800" spc="-75">
                <a:solidFill>
                  <a:srgbClr val="4E3629"/>
                </a:solidFill>
                <a:latin typeface="Calibri"/>
                <a:cs typeface="Calibri"/>
              </a:rPr>
              <a:t> </a:t>
            </a:r>
            <a:r>
              <a:rPr dirty="0" sz="2800">
                <a:solidFill>
                  <a:srgbClr val="4E3629"/>
                </a:solidFill>
                <a:latin typeface="Calibri"/>
                <a:cs typeface="Calibri"/>
              </a:rPr>
              <a:t>tabla</a:t>
            </a:r>
            <a:r>
              <a:rPr dirty="0" sz="2800" spc="-50">
                <a:solidFill>
                  <a:srgbClr val="4E3629"/>
                </a:solidFill>
                <a:latin typeface="Calibri"/>
                <a:cs typeface="Calibri"/>
              </a:rPr>
              <a:t> </a:t>
            </a:r>
            <a:r>
              <a:rPr dirty="0" sz="2800" spc="-10">
                <a:solidFill>
                  <a:srgbClr val="4E3629"/>
                </a:solidFill>
                <a:latin typeface="Calibri"/>
                <a:cs typeface="Calibri"/>
              </a:rPr>
              <a:t>copy_departments</a:t>
            </a:r>
            <a:endParaRPr sz="2800">
              <a:latin typeface="Calibri"/>
              <a:cs typeface="Calibri"/>
            </a:endParaRPr>
          </a:p>
          <a:p>
            <a:pPr marL="182880" marR="5080" indent="-170815">
              <a:lnSpc>
                <a:spcPts val="3030"/>
              </a:lnSpc>
              <a:spcBef>
                <a:spcPts val="795"/>
              </a:spcBef>
              <a:buClr>
                <a:srgbClr val="D1350F"/>
              </a:buClr>
              <a:buFont typeface="Arial MT"/>
              <a:buChar char="•"/>
              <a:tabLst>
                <a:tab pos="184785" algn="l"/>
              </a:tabLst>
            </a:pPr>
            <a:r>
              <a:rPr dirty="0" sz="2800">
                <a:solidFill>
                  <a:srgbClr val="4E3629"/>
                </a:solidFill>
                <a:latin typeface="Calibri"/>
                <a:cs typeface="Calibri"/>
              </a:rPr>
              <a:t>Esta</a:t>
            </a:r>
            <a:r>
              <a:rPr dirty="0" sz="2800" spc="-130">
                <a:solidFill>
                  <a:srgbClr val="4E3629"/>
                </a:solidFill>
                <a:latin typeface="Calibri"/>
                <a:cs typeface="Calibri"/>
              </a:rPr>
              <a:t> </a:t>
            </a:r>
            <a:r>
              <a:rPr dirty="0" sz="2800">
                <a:solidFill>
                  <a:srgbClr val="4E3629"/>
                </a:solidFill>
                <a:latin typeface="Calibri"/>
                <a:cs typeface="Calibri"/>
              </a:rPr>
              <a:t>sentencia</a:t>
            </a:r>
            <a:r>
              <a:rPr dirty="0" sz="2800" spc="-120">
                <a:solidFill>
                  <a:srgbClr val="4E3629"/>
                </a:solidFill>
                <a:latin typeface="Calibri"/>
                <a:cs typeface="Calibri"/>
              </a:rPr>
              <a:t> </a:t>
            </a:r>
            <a:r>
              <a:rPr dirty="0" sz="2800">
                <a:solidFill>
                  <a:srgbClr val="4E3629"/>
                </a:solidFill>
                <a:latin typeface="Calibri"/>
                <a:cs typeface="Calibri"/>
              </a:rPr>
              <a:t>muestra</a:t>
            </a:r>
            <a:r>
              <a:rPr dirty="0" sz="2800" spc="-100">
                <a:solidFill>
                  <a:srgbClr val="4E3629"/>
                </a:solidFill>
                <a:latin typeface="Calibri"/>
                <a:cs typeface="Calibri"/>
              </a:rPr>
              <a:t> </a:t>
            </a:r>
            <a:r>
              <a:rPr dirty="0" sz="2800" spc="-10">
                <a:solidFill>
                  <a:srgbClr val="4E3629"/>
                </a:solidFill>
                <a:latin typeface="Calibri"/>
                <a:cs typeface="Calibri"/>
              </a:rPr>
              <a:t>explícitamente</a:t>
            </a:r>
            <a:r>
              <a:rPr dirty="0" sz="2800" spc="-120">
                <a:solidFill>
                  <a:srgbClr val="4E3629"/>
                </a:solidFill>
                <a:latin typeface="Calibri"/>
                <a:cs typeface="Calibri"/>
              </a:rPr>
              <a:t> </a:t>
            </a:r>
            <a:r>
              <a:rPr dirty="0" sz="2800">
                <a:solidFill>
                  <a:srgbClr val="4E3629"/>
                </a:solidFill>
                <a:latin typeface="Calibri"/>
                <a:cs typeface="Calibri"/>
              </a:rPr>
              <a:t>cada</a:t>
            </a:r>
            <a:r>
              <a:rPr dirty="0" sz="2800" spc="-130">
                <a:solidFill>
                  <a:srgbClr val="4E3629"/>
                </a:solidFill>
                <a:latin typeface="Calibri"/>
                <a:cs typeface="Calibri"/>
              </a:rPr>
              <a:t> </a:t>
            </a:r>
            <a:r>
              <a:rPr dirty="0" sz="2800" spc="-10">
                <a:solidFill>
                  <a:srgbClr val="4E3629"/>
                </a:solidFill>
                <a:latin typeface="Calibri"/>
                <a:cs typeface="Calibri"/>
              </a:rPr>
              <a:t>columna </a:t>
            </a:r>
            <a:r>
              <a:rPr dirty="0" sz="2800" spc="-10">
                <a:solidFill>
                  <a:srgbClr val="4E3629"/>
                </a:solidFill>
                <a:latin typeface="Calibri"/>
                <a:cs typeface="Calibri"/>
              </a:rPr>
              <a:t>	</a:t>
            </a:r>
            <a:r>
              <a:rPr dirty="0" sz="2800">
                <a:solidFill>
                  <a:srgbClr val="4E3629"/>
                </a:solidFill>
                <a:latin typeface="Calibri"/>
                <a:cs typeface="Calibri"/>
              </a:rPr>
              <a:t>tal</a:t>
            </a:r>
            <a:r>
              <a:rPr dirty="0" sz="2800" spc="-50">
                <a:solidFill>
                  <a:srgbClr val="4E3629"/>
                </a:solidFill>
                <a:latin typeface="Calibri"/>
                <a:cs typeface="Calibri"/>
              </a:rPr>
              <a:t> </a:t>
            </a:r>
            <a:r>
              <a:rPr dirty="0" sz="2800">
                <a:solidFill>
                  <a:srgbClr val="4E3629"/>
                </a:solidFill>
                <a:latin typeface="Calibri"/>
                <a:cs typeface="Calibri"/>
              </a:rPr>
              <a:t>y</a:t>
            </a:r>
            <a:r>
              <a:rPr dirty="0" sz="2800" spc="-40">
                <a:solidFill>
                  <a:srgbClr val="4E3629"/>
                </a:solidFill>
                <a:latin typeface="Calibri"/>
                <a:cs typeface="Calibri"/>
              </a:rPr>
              <a:t> </a:t>
            </a:r>
            <a:r>
              <a:rPr dirty="0" sz="2800">
                <a:solidFill>
                  <a:srgbClr val="4E3629"/>
                </a:solidFill>
                <a:latin typeface="Calibri"/>
                <a:cs typeface="Calibri"/>
              </a:rPr>
              <a:t>como</a:t>
            </a:r>
            <a:r>
              <a:rPr dirty="0" sz="2800" spc="-20">
                <a:solidFill>
                  <a:srgbClr val="4E3629"/>
                </a:solidFill>
                <a:latin typeface="Calibri"/>
                <a:cs typeface="Calibri"/>
              </a:rPr>
              <a:t> </a:t>
            </a:r>
            <a:r>
              <a:rPr dirty="0" sz="2800">
                <a:solidFill>
                  <a:srgbClr val="4E3629"/>
                </a:solidFill>
                <a:latin typeface="Calibri"/>
                <a:cs typeface="Calibri"/>
              </a:rPr>
              <a:t>aparece</a:t>
            </a:r>
            <a:r>
              <a:rPr dirty="0" sz="2800" spc="-45">
                <a:solidFill>
                  <a:srgbClr val="4E3629"/>
                </a:solidFill>
                <a:latin typeface="Calibri"/>
                <a:cs typeface="Calibri"/>
              </a:rPr>
              <a:t> </a:t>
            </a:r>
            <a:r>
              <a:rPr dirty="0" sz="2800">
                <a:solidFill>
                  <a:srgbClr val="4E3629"/>
                </a:solidFill>
                <a:latin typeface="Calibri"/>
                <a:cs typeface="Calibri"/>
              </a:rPr>
              <a:t>en</a:t>
            </a:r>
            <a:r>
              <a:rPr dirty="0" sz="2800" spc="-25">
                <a:solidFill>
                  <a:srgbClr val="4E3629"/>
                </a:solidFill>
                <a:latin typeface="Calibri"/>
                <a:cs typeface="Calibri"/>
              </a:rPr>
              <a:t> </a:t>
            </a:r>
            <a:r>
              <a:rPr dirty="0" sz="2800">
                <a:solidFill>
                  <a:srgbClr val="4E3629"/>
                </a:solidFill>
                <a:latin typeface="Calibri"/>
                <a:cs typeface="Calibri"/>
              </a:rPr>
              <a:t>la</a:t>
            </a:r>
            <a:r>
              <a:rPr dirty="0" sz="2800" spc="-30">
                <a:solidFill>
                  <a:srgbClr val="4E3629"/>
                </a:solidFill>
                <a:latin typeface="Calibri"/>
                <a:cs typeface="Calibri"/>
              </a:rPr>
              <a:t> </a:t>
            </a:r>
            <a:r>
              <a:rPr dirty="0" sz="2800" spc="-10">
                <a:solidFill>
                  <a:srgbClr val="4E3629"/>
                </a:solidFill>
                <a:latin typeface="Calibri"/>
                <a:cs typeface="Calibri"/>
              </a:rPr>
              <a:t>tabla</a:t>
            </a:r>
            <a:endParaRPr sz="2800">
              <a:latin typeface="Calibri"/>
              <a:cs typeface="Calibri"/>
            </a:endParaRPr>
          </a:p>
          <a:p>
            <a:pPr marL="182880" marR="586105" indent="-170815">
              <a:lnSpc>
                <a:spcPts val="3030"/>
              </a:lnSpc>
              <a:spcBef>
                <a:spcPts val="790"/>
              </a:spcBef>
              <a:buClr>
                <a:srgbClr val="D1350F"/>
              </a:buClr>
              <a:buFont typeface="Arial MT"/>
              <a:buChar char="•"/>
              <a:tabLst>
                <a:tab pos="184785" algn="l"/>
              </a:tabLst>
            </a:pPr>
            <a:r>
              <a:rPr dirty="0" sz="2800">
                <a:solidFill>
                  <a:srgbClr val="4E3629"/>
                </a:solidFill>
                <a:latin typeface="Calibri"/>
                <a:cs typeface="Calibri"/>
              </a:rPr>
              <a:t>Los</a:t>
            </a:r>
            <a:r>
              <a:rPr dirty="0" sz="2800" spc="-65">
                <a:solidFill>
                  <a:srgbClr val="4E3629"/>
                </a:solidFill>
                <a:latin typeface="Calibri"/>
                <a:cs typeface="Calibri"/>
              </a:rPr>
              <a:t> </a:t>
            </a:r>
            <a:r>
              <a:rPr dirty="0" sz="2800">
                <a:solidFill>
                  <a:srgbClr val="4E3629"/>
                </a:solidFill>
                <a:latin typeface="Calibri"/>
                <a:cs typeface="Calibri"/>
              </a:rPr>
              <a:t>valores</a:t>
            </a:r>
            <a:r>
              <a:rPr dirty="0" sz="2800" spc="-75">
                <a:solidFill>
                  <a:srgbClr val="4E3629"/>
                </a:solidFill>
                <a:latin typeface="Calibri"/>
                <a:cs typeface="Calibri"/>
              </a:rPr>
              <a:t> </a:t>
            </a:r>
            <a:r>
              <a:rPr dirty="0" sz="2800">
                <a:solidFill>
                  <a:srgbClr val="4E3629"/>
                </a:solidFill>
                <a:latin typeface="Calibri"/>
                <a:cs typeface="Calibri"/>
              </a:rPr>
              <a:t>para</a:t>
            </a:r>
            <a:r>
              <a:rPr dirty="0" sz="2800" spc="-65">
                <a:solidFill>
                  <a:srgbClr val="4E3629"/>
                </a:solidFill>
                <a:latin typeface="Calibri"/>
                <a:cs typeface="Calibri"/>
              </a:rPr>
              <a:t> </a:t>
            </a:r>
            <a:r>
              <a:rPr dirty="0" sz="2800">
                <a:solidFill>
                  <a:srgbClr val="4E3629"/>
                </a:solidFill>
                <a:latin typeface="Calibri"/>
                <a:cs typeface="Calibri"/>
              </a:rPr>
              <a:t>cada</a:t>
            </a:r>
            <a:r>
              <a:rPr dirty="0" sz="2800" spc="-65">
                <a:solidFill>
                  <a:srgbClr val="4E3629"/>
                </a:solidFill>
                <a:latin typeface="Calibri"/>
                <a:cs typeface="Calibri"/>
              </a:rPr>
              <a:t> </a:t>
            </a:r>
            <a:r>
              <a:rPr dirty="0" sz="2800">
                <a:solidFill>
                  <a:srgbClr val="4E3629"/>
                </a:solidFill>
                <a:latin typeface="Calibri"/>
                <a:cs typeface="Calibri"/>
              </a:rPr>
              <a:t>columna</a:t>
            </a:r>
            <a:r>
              <a:rPr dirty="0" sz="2800" spc="-45">
                <a:solidFill>
                  <a:srgbClr val="4E3629"/>
                </a:solidFill>
                <a:latin typeface="Calibri"/>
                <a:cs typeface="Calibri"/>
              </a:rPr>
              <a:t> </a:t>
            </a:r>
            <a:r>
              <a:rPr dirty="0" sz="2800">
                <a:solidFill>
                  <a:srgbClr val="4E3629"/>
                </a:solidFill>
                <a:latin typeface="Calibri"/>
                <a:cs typeface="Calibri"/>
              </a:rPr>
              <a:t>se</a:t>
            </a:r>
            <a:r>
              <a:rPr dirty="0" sz="2800" spc="-70">
                <a:solidFill>
                  <a:srgbClr val="4E3629"/>
                </a:solidFill>
                <a:latin typeface="Calibri"/>
                <a:cs typeface="Calibri"/>
              </a:rPr>
              <a:t> </a:t>
            </a:r>
            <a:r>
              <a:rPr dirty="0" sz="2800" spc="-10">
                <a:solidFill>
                  <a:srgbClr val="4E3629"/>
                </a:solidFill>
                <a:latin typeface="Calibri"/>
                <a:cs typeface="Calibri"/>
              </a:rPr>
              <a:t>muestran</a:t>
            </a:r>
            <a:r>
              <a:rPr dirty="0" sz="2800" spc="-40">
                <a:solidFill>
                  <a:srgbClr val="4E3629"/>
                </a:solidFill>
                <a:latin typeface="Calibri"/>
                <a:cs typeface="Calibri"/>
              </a:rPr>
              <a:t> </a:t>
            </a:r>
            <a:r>
              <a:rPr dirty="0" sz="2800">
                <a:solidFill>
                  <a:srgbClr val="4E3629"/>
                </a:solidFill>
                <a:latin typeface="Calibri"/>
                <a:cs typeface="Calibri"/>
              </a:rPr>
              <a:t>en</a:t>
            </a:r>
            <a:r>
              <a:rPr dirty="0" sz="2800" spc="-70">
                <a:solidFill>
                  <a:srgbClr val="4E3629"/>
                </a:solidFill>
                <a:latin typeface="Calibri"/>
                <a:cs typeface="Calibri"/>
              </a:rPr>
              <a:t> </a:t>
            </a:r>
            <a:r>
              <a:rPr dirty="0" sz="2800" spc="-25">
                <a:solidFill>
                  <a:srgbClr val="4E3629"/>
                </a:solidFill>
                <a:latin typeface="Calibri"/>
                <a:cs typeface="Calibri"/>
              </a:rPr>
              <a:t>el </a:t>
            </a:r>
            <a:r>
              <a:rPr dirty="0" sz="2800" spc="-25">
                <a:solidFill>
                  <a:srgbClr val="4E3629"/>
                </a:solidFill>
                <a:latin typeface="Calibri"/>
                <a:cs typeface="Calibri"/>
              </a:rPr>
              <a:t>	</a:t>
            </a:r>
            <a:r>
              <a:rPr dirty="0" sz="2800">
                <a:solidFill>
                  <a:srgbClr val="4E3629"/>
                </a:solidFill>
                <a:latin typeface="Calibri"/>
                <a:cs typeface="Calibri"/>
              </a:rPr>
              <a:t>mismo</a:t>
            </a:r>
            <a:r>
              <a:rPr dirty="0" sz="2800" spc="-45">
                <a:solidFill>
                  <a:srgbClr val="4E3629"/>
                </a:solidFill>
                <a:latin typeface="Calibri"/>
                <a:cs typeface="Calibri"/>
              </a:rPr>
              <a:t> </a:t>
            </a:r>
            <a:r>
              <a:rPr dirty="0" sz="2800" spc="-20">
                <a:solidFill>
                  <a:srgbClr val="4E3629"/>
                </a:solidFill>
                <a:latin typeface="Calibri"/>
                <a:cs typeface="Calibri"/>
              </a:rPr>
              <a:t>orden</a:t>
            </a:r>
            <a:endParaRPr sz="2800">
              <a:latin typeface="Calibri"/>
              <a:cs typeface="Calibri"/>
            </a:endParaRPr>
          </a:p>
          <a:p>
            <a:pPr marL="530860" marR="54610" indent="-175260">
              <a:lnSpc>
                <a:spcPts val="2590"/>
              </a:lnSpc>
              <a:spcBef>
                <a:spcPts val="409"/>
              </a:spcBef>
            </a:pPr>
            <a:r>
              <a:rPr dirty="0" sz="2400">
                <a:solidFill>
                  <a:srgbClr val="D1350F"/>
                </a:solidFill>
                <a:latin typeface="Calibri"/>
                <a:cs typeface="Calibri"/>
              </a:rPr>
              <a:t>−</a:t>
            </a:r>
            <a:r>
              <a:rPr dirty="0" sz="2400">
                <a:solidFill>
                  <a:srgbClr val="4E3629"/>
                </a:solidFill>
                <a:latin typeface="Calibri"/>
                <a:cs typeface="Calibri"/>
              </a:rPr>
              <a:t>Tenga</a:t>
            </a:r>
            <a:r>
              <a:rPr dirty="0" sz="2400" spc="-50">
                <a:solidFill>
                  <a:srgbClr val="4E3629"/>
                </a:solidFill>
                <a:latin typeface="Calibri"/>
                <a:cs typeface="Calibri"/>
              </a:rPr>
              <a:t> </a:t>
            </a:r>
            <a:r>
              <a:rPr dirty="0" sz="2400">
                <a:solidFill>
                  <a:srgbClr val="4E3629"/>
                </a:solidFill>
                <a:latin typeface="Calibri"/>
                <a:cs typeface="Calibri"/>
              </a:rPr>
              <a:t>en</a:t>
            </a:r>
            <a:r>
              <a:rPr dirty="0" sz="2400" spc="-65">
                <a:solidFill>
                  <a:srgbClr val="4E3629"/>
                </a:solidFill>
                <a:latin typeface="Calibri"/>
                <a:cs typeface="Calibri"/>
              </a:rPr>
              <a:t> </a:t>
            </a:r>
            <a:r>
              <a:rPr dirty="0" sz="2400">
                <a:solidFill>
                  <a:srgbClr val="4E3629"/>
                </a:solidFill>
                <a:latin typeface="Calibri"/>
                <a:cs typeface="Calibri"/>
              </a:rPr>
              <a:t>cuenta</a:t>
            </a:r>
            <a:r>
              <a:rPr dirty="0" sz="2400" spc="-75">
                <a:solidFill>
                  <a:srgbClr val="4E3629"/>
                </a:solidFill>
                <a:latin typeface="Calibri"/>
                <a:cs typeface="Calibri"/>
              </a:rPr>
              <a:t> </a:t>
            </a:r>
            <a:r>
              <a:rPr dirty="0" sz="2400">
                <a:solidFill>
                  <a:srgbClr val="4E3629"/>
                </a:solidFill>
                <a:latin typeface="Calibri"/>
                <a:cs typeface="Calibri"/>
              </a:rPr>
              <a:t>que</a:t>
            </a:r>
            <a:r>
              <a:rPr dirty="0" sz="2400" spc="-55">
                <a:solidFill>
                  <a:srgbClr val="4E3629"/>
                </a:solidFill>
                <a:latin typeface="Calibri"/>
                <a:cs typeface="Calibri"/>
              </a:rPr>
              <a:t> </a:t>
            </a:r>
            <a:r>
              <a:rPr dirty="0" sz="2400">
                <a:solidFill>
                  <a:srgbClr val="4E3629"/>
                </a:solidFill>
                <a:latin typeface="Calibri"/>
                <a:cs typeface="Calibri"/>
              </a:rPr>
              <a:t>los</a:t>
            </a:r>
            <a:r>
              <a:rPr dirty="0" sz="2400" spc="-70">
                <a:solidFill>
                  <a:srgbClr val="4E3629"/>
                </a:solidFill>
                <a:latin typeface="Calibri"/>
                <a:cs typeface="Calibri"/>
              </a:rPr>
              <a:t> </a:t>
            </a:r>
            <a:r>
              <a:rPr dirty="0" sz="2400">
                <a:solidFill>
                  <a:srgbClr val="4E3629"/>
                </a:solidFill>
                <a:latin typeface="Calibri"/>
                <a:cs typeface="Calibri"/>
              </a:rPr>
              <a:t>valores</a:t>
            </a:r>
            <a:r>
              <a:rPr dirty="0" sz="2400" spc="-55">
                <a:solidFill>
                  <a:srgbClr val="4E3629"/>
                </a:solidFill>
                <a:latin typeface="Calibri"/>
                <a:cs typeface="Calibri"/>
              </a:rPr>
              <a:t> </a:t>
            </a:r>
            <a:r>
              <a:rPr dirty="0" sz="2400">
                <a:solidFill>
                  <a:srgbClr val="4E3629"/>
                </a:solidFill>
                <a:latin typeface="Calibri"/>
                <a:cs typeface="Calibri"/>
              </a:rPr>
              <a:t>de</a:t>
            </a:r>
            <a:r>
              <a:rPr dirty="0" sz="2400" spc="-60">
                <a:solidFill>
                  <a:srgbClr val="4E3629"/>
                </a:solidFill>
                <a:latin typeface="Calibri"/>
                <a:cs typeface="Calibri"/>
              </a:rPr>
              <a:t> </a:t>
            </a:r>
            <a:r>
              <a:rPr dirty="0" sz="2400">
                <a:solidFill>
                  <a:srgbClr val="4E3629"/>
                </a:solidFill>
                <a:latin typeface="Calibri"/>
                <a:cs typeface="Calibri"/>
              </a:rPr>
              <a:t>número</a:t>
            </a:r>
            <a:r>
              <a:rPr dirty="0" sz="2400" spc="-75">
                <a:solidFill>
                  <a:srgbClr val="4E3629"/>
                </a:solidFill>
                <a:latin typeface="Calibri"/>
                <a:cs typeface="Calibri"/>
              </a:rPr>
              <a:t> </a:t>
            </a:r>
            <a:r>
              <a:rPr dirty="0" sz="2400">
                <a:solidFill>
                  <a:srgbClr val="4E3629"/>
                </a:solidFill>
                <a:latin typeface="Calibri"/>
                <a:cs typeface="Calibri"/>
              </a:rPr>
              <a:t>no</a:t>
            </a:r>
            <a:r>
              <a:rPr dirty="0" sz="2400" spc="-70">
                <a:solidFill>
                  <a:srgbClr val="4E3629"/>
                </a:solidFill>
                <a:latin typeface="Calibri"/>
                <a:cs typeface="Calibri"/>
              </a:rPr>
              <a:t> </a:t>
            </a:r>
            <a:r>
              <a:rPr dirty="0" sz="2400">
                <a:solidFill>
                  <a:srgbClr val="4E3629"/>
                </a:solidFill>
                <a:latin typeface="Calibri"/>
                <a:cs typeface="Calibri"/>
              </a:rPr>
              <a:t>están</a:t>
            </a:r>
            <a:r>
              <a:rPr dirty="0" sz="2400" spc="-75">
                <a:solidFill>
                  <a:srgbClr val="4E3629"/>
                </a:solidFill>
                <a:latin typeface="Calibri"/>
                <a:cs typeface="Calibri"/>
              </a:rPr>
              <a:t> </a:t>
            </a:r>
            <a:r>
              <a:rPr dirty="0" sz="2400" spc="-10">
                <a:solidFill>
                  <a:srgbClr val="4E3629"/>
                </a:solidFill>
                <a:latin typeface="Calibri"/>
                <a:cs typeface="Calibri"/>
              </a:rPr>
              <a:t>entre </a:t>
            </a:r>
            <a:r>
              <a:rPr dirty="0" sz="2400">
                <a:solidFill>
                  <a:srgbClr val="4E3629"/>
                </a:solidFill>
                <a:latin typeface="Calibri"/>
                <a:cs typeface="Calibri"/>
              </a:rPr>
              <a:t>comillas</a:t>
            </a:r>
            <a:r>
              <a:rPr dirty="0" sz="2400" spc="-65">
                <a:solidFill>
                  <a:srgbClr val="4E3629"/>
                </a:solidFill>
                <a:latin typeface="Calibri"/>
                <a:cs typeface="Calibri"/>
              </a:rPr>
              <a:t> </a:t>
            </a:r>
            <a:r>
              <a:rPr dirty="0" sz="2400" spc="-10">
                <a:solidFill>
                  <a:srgbClr val="4E3629"/>
                </a:solidFill>
                <a:latin typeface="Calibri"/>
                <a:cs typeface="Calibri"/>
              </a:rPr>
              <a:t>simples</a:t>
            </a:r>
            <a:endParaRPr sz="2400">
              <a:latin typeface="Calibri"/>
              <a:cs typeface="Calibri"/>
            </a:endParaRPr>
          </a:p>
        </p:txBody>
      </p:sp>
      <p:graphicFrame>
        <p:nvGraphicFramePr>
          <p:cNvPr id="4" name="object 4" descr=""/>
          <p:cNvGraphicFramePr>
            <a:graphicFrameLocks noGrp="1"/>
          </p:cNvGraphicFramePr>
          <p:nvPr/>
        </p:nvGraphicFramePr>
        <p:xfrm>
          <a:off x="2451098" y="5542443"/>
          <a:ext cx="6370955" cy="628650"/>
        </p:xfrm>
        <a:graphic>
          <a:graphicData uri="http://schemas.openxmlformats.org/drawingml/2006/table">
            <a:tbl>
              <a:tblPr firstRow="1" bandRow="1">
                <a:tableStyleId>{2D5ABB26-0587-4C30-8999-92F81FD0307C}</a:tableStyleId>
              </a:tblPr>
              <a:tblGrid>
                <a:gridCol w="1467485"/>
                <a:gridCol w="1768475"/>
                <a:gridCol w="1462405"/>
                <a:gridCol w="1584325"/>
              </a:tblGrid>
              <a:tr h="340360">
                <a:tc>
                  <a:txBody>
                    <a:bodyPr/>
                    <a:lstStyle/>
                    <a:p>
                      <a:pPr marL="52069">
                        <a:lnSpc>
                          <a:spcPct val="100000"/>
                        </a:lnSpc>
                        <a:spcBef>
                          <a:spcPts val="420"/>
                        </a:spcBef>
                      </a:pPr>
                      <a:r>
                        <a:rPr dirty="0" sz="1400" spc="-10" b="1">
                          <a:solidFill>
                            <a:srgbClr val="4E3629"/>
                          </a:solidFill>
                          <a:latin typeface="Calibri"/>
                          <a:cs typeface="Calibri"/>
                        </a:rPr>
                        <a:t>DEPARTMENT_ID</a:t>
                      </a:r>
                      <a:endParaRPr sz="1400">
                        <a:latin typeface="Calibri"/>
                        <a:cs typeface="Calibri"/>
                      </a:endParaRPr>
                    </a:p>
                  </a:txBody>
                  <a:tcPr marL="0" marR="0" marB="0" marT="53340">
                    <a:lnL w="12700">
                      <a:solidFill>
                        <a:srgbClr val="D1350F"/>
                      </a:solidFill>
                      <a:prstDash val="solid"/>
                    </a:lnL>
                    <a:lnR w="12700">
                      <a:solidFill>
                        <a:srgbClr val="D1350F"/>
                      </a:solidFill>
                      <a:prstDash val="solid"/>
                    </a:lnR>
                    <a:lnT w="12700">
                      <a:solidFill>
                        <a:srgbClr val="D1350F"/>
                      </a:solidFill>
                      <a:prstDash val="solid"/>
                    </a:lnT>
                    <a:lnB w="28575">
                      <a:solidFill>
                        <a:srgbClr val="D1350F"/>
                      </a:solidFill>
                      <a:prstDash val="solid"/>
                    </a:lnB>
                  </a:tcPr>
                </a:tc>
                <a:tc>
                  <a:txBody>
                    <a:bodyPr/>
                    <a:lstStyle/>
                    <a:p>
                      <a:pPr marL="52069">
                        <a:lnSpc>
                          <a:spcPct val="100000"/>
                        </a:lnSpc>
                        <a:spcBef>
                          <a:spcPts val="420"/>
                        </a:spcBef>
                      </a:pPr>
                      <a:r>
                        <a:rPr dirty="0" sz="1400" spc="-10" b="1">
                          <a:solidFill>
                            <a:srgbClr val="4E3629"/>
                          </a:solidFill>
                          <a:latin typeface="Calibri"/>
                          <a:cs typeface="Calibri"/>
                        </a:rPr>
                        <a:t>DEPARTMENT_NAME</a:t>
                      </a:r>
                      <a:endParaRPr sz="1400">
                        <a:latin typeface="Calibri"/>
                        <a:cs typeface="Calibri"/>
                      </a:endParaRPr>
                    </a:p>
                  </a:txBody>
                  <a:tcPr marL="0" marR="0" marB="0" marT="53340">
                    <a:lnL w="12700">
                      <a:solidFill>
                        <a:srgbClr val="D1350F"/>
                      </a:solidFill>
                      <a:prstDash val="solid"/>
                    </a:lnL>
                    <a:lnR w="12700">
                      <a:solidFill>
                        <a:srgbClr val="D1350F"/>
                      </a:solidFill>
                      <a:prstDash val="solid"/>
                    </a:lnR>
                    <a:lnT w="12700">
                      <a:solidFill>
                        <a:srgbClr val="D1350F"/>
                      </a:solidFill>
                      <a:prstDash val="solid"/>
                    </a:lnT>
                    <a:lnB w="28575">
                      <a:solidFill>
                        <a:srgbClr val="D1350F"/>
                      </a:solidFill>
                      <a:prstDash val="solid"/>
                    </a:lnB>
                  </a:tcPr>
                </a:tc>
                <a:tc>
                  <a:txBody>
                    <a:bodyPr/>
                    <a:lstStyle/>
                    <a:p>
                      <a:pPr marL="52069">
                        <a:lnSpc>
                          <a:spcPct val="100000"/>
                        </a:lnSpc>
                        <a:spcBef>
                          <a:spcPts val="420"/>
                        </a:spcBef>
                      </a:pPr>
                      <a:r>
                        <a:rPr dirty="0" sz="1400" spc="-10" b="1">
                          <a:solidFill>
                            <a:srgbClr val="4E3629"/>
                          </a:solidFill>
                          <a:latin typeface="Calibri"/>
                          <a:cs typeface="Calibri"/>
                        </a:rPr>
                        <a:t>MANAGER_ID</a:t>
                      </a:r>
                      <a:endParaRPr sz="1400">
                        <a:latin typeface="Calibri"/>
                        <a:cs typeface="Calibri"/>
                      </a:endParaRPr>
                    </a:p>
                  </a:txBody>
                  <a:tcPr marL="0" marR="0" marB="0" marT="53340">
                    <a:lnL w="12700">
                      <a:solidFill>
                        <a:srgbClr val="D1350F"/>
                      </a:solidFill>
                      <a:prstDash val="solid"/>
                    </a:lnL>
                    <a:lnR w="12700">
                      <a:solidFill>
                        <a:srgbClr val="D1350F"/>
                      </a:solidFill>
                      <a:prstDash val="solid"/>
                    </a:lnR>
                    <a:lnT w="12700">
                      <a:solidFill>
                        <a:srgbClr val="D1350F"/>
                      </a:solidFill>
                      <a:prstDash val="solid"/>
                    </a:lnT>
                    <a:lnB w="28575">
                      <a:solidFill>
                        <a:srgbClr val="D1350F"/>
                      </a:solidFill>
                      <a:prstDash val="solid"/>
                    </a:lnB>
                  </a:tcPr>
                </a:tc>
                <a:tc>
                  <a:txBody>
                    <a:bodyPr/>
                    <a:lstStyle/>
                    <a:p>
                      <a:pPr marL="52069">
                        <a:lnSpc>
                          <a:spcPct val="100000"/>
                        </a:lnSpc>
                        <a:spcBef>
                          <a:spcPts val="420"/>
                        </a:spcBef>
                      </a:pPr>
                      <a:r>
                        <a:rPr dirty="0" sz="1400" spc="-10" b="1">
                          <a:solidFill>
                            <a:srgbClr val="4E3629"/>
                          </a:solidFill>
                          <a:latin typeface="Calibri"/>
                          <a:cs typeface="Calibri"/>
                        </a:rPr>
                        <a:t>LOCATION_ID</a:t>
                      </a:r>
                      <a:endParaRPr sz="1400">
                        <a:latin typeface="Calibri"/>
                        <a:cs typeface="Calibri"/>
                      </a:endParaRPr>
                    </a:p>
                  </a:txBody>
                  <a:tcPr marL="0" marR="0" marB="0" marT="53340">
                    <a:lnL w="12700">
                      <a:solidFill>
                        <a:srgbClr val="D1350F"/>
                      </a:solidFill>
                      <a:prstDash val="solid"/>
                    </a:lnL>
                    <a:lnR w="12700">
                      <a:solidFill>
                        <a:srgbClr val="D1350F"/>
                      </a:solidFill>
                      <a:prstDash val="solid"/>
                    </a:lnR>
                    <a:lnT w="12700">
                      <a:solidFill>
                        <a:srgbClr val="D1350F"/>
                      </a:solidFill>
                      <a:prstDash val="solid"/>
                    </a:lnT>
                    <a:lnB w="28575">
                      <a:solidFill>
                        <a:srgbClr val="D1350F"/>
                      </a:solidFill>
                      <a:prstDash val="solid"/>
                    </a:lnB>
                  </a:tcPr>
                </a:tc>
              </a:tr>
              <a:tr h="288290">
                <a:tc>
                  <a:txBody>
                    <a:bodyPr/>
                    <a:lstStyle/>
                    <a:p>
                      <a:pPr marL="52069">
                        <a:lnSpc>
                          <a:spcPct val="100000"/>
                        </a:lnSpc>
                        <a:spcBef>
                          <a:spcPts val="215"/>
                        </a:spcBef>
                      </a:pPr>
                      <a:r>
                        <a:rPr dirty="0" sz="1400" spc="-25">
                          <a:solidFill>
                            <a:srgbClr val="4E3629"/>
                          </a:solidFill>
                          <a:latin typeface="Calibri"/>
                          <a:cs typeface="Calibri"/>
                        </a:rPr>
                        <a:t>200</a:t>
                      </a:r>
                      <a:endParaRPr sz="1400">
                        <a:latin typeface="Calibri"/>
                        <a:cs typeface="Calibri"/>
                      </a:endParaRPr>
                    </a:p>
                  </a:txBody>
                  <a:tcPr marL="0" marR="0" marB="0" marT="27305">
                    <a:lnL w="12700">
                      <a:solidFill>
                        <a:srgbClr val="D1350F"/>
                      </a:solidFill>
                      <a:prstDash val="solid"/>
                    </a:lnL>
                    <a:lnR w="12700">
                      <a:solidFill>
                        <a:srgbClr val="D1350F"/>
                      </a:solidFill>
                      <a:prstDash val="solid"/>
                    </a:lnR>
                    <a:lnT w="28575">
                      <a:solidFill>
                        <a:srgbClr val="D1350F"/>
                      </a:solidFill>
                      <a:prstDash val="solid"/>
                    </a:lnT>
                    <a:lnB w="12700">
                      <a:solidFill>
                        <a:srgbClr val="D1350F"/>
                      </a:solidFill>
                      <a:prstDash val="solid"/>
                    </a:lnB>
                  </a:tcPr>
                </a:tc>
                <a:tc>
                  <a:txBody>
                    <a:bodyPr/>
                    <a:lstStyle/>
                    <a:p>
                      <a:pPr marL="51435">
                        <a:lnSpc>
                          <a:spcPct val="100000"/>
                        </a:lnSpc>
                        <a:spcBef>
                          <a:spcPts val="215"/>
                        </a:spcBef>
                      </a:pPr>
                      <a:r>
                        <a:rPr dirty="0" sz="1400">
                          <a:solidFill>
                            <a:srgbClr val="4E3629"/>
                          </a:solidFill>
                          <a:latin typeface="Calibri"/>
                          <a:cs typeface="Calibri"/>
                        </a:rPr>
                        <a:t>Human</a:t>
                      </a:r>
                      <a:r>
                        <a:rPr dirty="0" sz="1400" spc="-50">
                          <a:solidFill>
                            <a:srgbClr val="4E3629"/>
                          </a:solidFill>
                          <a:latin typeface="Calibri"/>
                          <a:cs typeface="Calibri"/>
                        </a:rPr>
                        <a:t> </a:t>
                      </a:r>
                      <a:r>
                        <a:rPr dirty="0" sz="1400" spc="-10">
                          <a:solidFill>
                            <a:srgbClr val="4E3629"/>
                          </a:solidFill>
                          <a:latin typeface="Calibri"/>
                          <a:cs typeface="Calibri"/>
                        </a:rPr>
                        <a:t>Resources</a:t>
                      </a:r>
                      <a:endParaRPr sz="1400">
                        <a:latin typeface="Calibri"/>
                        <a:cs typeface="Calibri"/>
                      </a:endParaRPr>
                    </a:p>
                  </a:txBody>
                  <a:tcPr marL="0" marR="0" marB="0" marT="27305">
                    <a:lnL w="12700">
                      <a:solidFill>
                        <a:srgbClr val="D1350F"/>
                      </a:solidFill>
                      <a:prstDash val="solid"/>
                    </a:lnL>
                    <a:lnR w="12700">
                      <a:solidFill>
                        <a:srgbClr val="D1350F"/>
                      </a:solidFill>
                      <a:prstDash val="solid"/>
                    </a:lnR>
                    <a:lnT w="28575">
                      <a:solidFill>
                        <a:srgbClr val="D1350F"/>
                      </a:solidFill>
                      <a:prstDash val="solid"/>
                    </a:lnT>
                    <a:lnB w="12700">
                      <a:solidFill>
                        <a:srgbClr val="D1350F"/>
                      </a:solidFill>
                      <a:prstDash val="solid"/>
                    </a:lnB>
                  </a:tcPr>
                </a:tc>
                <a:tc>
                  <a:txBody>
                    <a:bodyPr/>
                    <a:lstStyle/>
                    <a:p>
                      <a:pPr marL="51435">
                        <a:lnSpc>
                          <a:spcPct val="100000"/>
                        </a:lnSpc>
                        <a:spcBef>
                          <a:spcPts val="215"/>
                        </a:spcBef>
                      </a:pPr>
                      <a:r>
                        <a:rPr dirty="0" sz="1400" spc="-25">
                          <a:solidFill>
                            <a:srgbClr val="4E3629"/>
                          </a:solidFill>
                          <a:latin typeface="Calibri"/>
                          <a:cs typeface="Calibri"/>
                        </a:rPr>
                        <a:t>205</a:t>
                      </a:r>
                      <a:endParaRPr sz="1400">
                        <a:latin typeface="Calibri"/>
                        <a:cs typeface="Calibri"/>
                      </a:endParaRPr>
                    </a:p>
                  </a:txBody>
                  <a:tcPr marL="0" marR="0" marB="0" marT="27305">
                    <a:lnL w="12700">
                      <a:solidFill>
                        <a:srgbClr val="D1350F"/>
                      </a:solidFill>
                      <a:prstDash val="solid"/>
                    </a:lnL>
                    <a:lnR w="12700">
                      <a:solidFill>
                        <a:srgbClr val="D1350F"/>
                      </a:solidFill>
                      <a:prstDash val="solid"/>
                    </a:lnR>
                    <a:lnT w="28575">
                      <a:solidFill>
                        <a:srgbClr val="D1350F"/>
                      </a:solidFill>
                      <a:prstDash val="solid"/>
                    </a:lnT>
                    <a:lnB w="12700">
                      <a:solidFill>
                        <a:srgbClr val="D1350F"/>
                      </a:solidFill>
                      <a:prstDash val="solid"/>
                    </a:lnB>
                  </a:tcPr>
                </a:tc>
                <a:tc>
                  <a:txBody>
                    <a:bodyPr/>
                    <a:lstStyle/>
                    <a:p>
                      <a:pPr marL="51435">
                        <a:lnSpc>
                          <a:spcPct val="100000"/>
                        </a:lnSpc>
                        <a:spcBef>
                          <a:spcPts val="215"/>
                        </a:spcBef>
                      </a:pPr>
                      <a:r>
                        <a:rPr dirty="0" sz="1400" spc="-20">
                          <a:solidFill>
                            <a:srgbClr val="4E3629"/>
                          </a:solidFill>
                          <a:latin typeface="Calibri"/>
                          <a:cs typeface="Calibri"/>
                        </a:rPr>
                        <a:t>1500</a:t>
                      </a:r>
                      <a:endParaRPr sz="1400">
                        <a:latin typeface="Calibri"/>
                        <a:cs typeface="Calibri"/>
                      </a:endParaRPr>
                    </a:p>
                  </a:txBody>
                  <a:tcPr marL="0" marR="0" marB="0" marT="27305">
                    <a:lnL w="12700">
                      <a:solidFill>
                        <a:srgbClr val="D1350F"/>
                      </a:solidFill>
                      <a:prstDash val="solid"/>
                    </a:lnL>
                    <a:lnR w="12700">
                      <a:solidFill>
                        <a:srgbClr val="D1350F"/>
                      </a:solidFill>
                      <a:prstDash val="solid"/>
                    </a:lnR>
                    <a:lnT w="28575">
                      <a:solidFill>
                        <a:srgbClr val="D1350F"/>
                      </a:solidFill>
                      <a:prstDash val="solid"/>
                    </a:lnT>
                    <a:lnB w="12700">
                      <a:solidFill>
                        <a:srgbClr val="D1350F"/>
                      </a:solidFill>
                      <a:prstDash val="solid"/>
                    </a:lnB>
                  </a:tcPr>
                </a:tc>
              </a:tr>
            </a:tbl>
          </a:graphicData>
        </a:graphic>
      </p:graphicFrame>
      <p:sp>
        <p:nvSpPr>
          <p:cNvPr id="5" name="object 5" descr=""/>
          <p:cNvSpPr txBox="1"/>
          <p:nvPr/>
        </p:nvSpPr>
        <p:spPr>
          <a:xfrm>
            <a:off x="393191" y="4747259"/>
            <a:ext cx="8345805" cy="734695"/>
          </a:xfrm>
          <a:prstGeom prst="rect">
            <a:avLst/>
          </a:prstGeom>
          <a:solidFill>
            <a:srgbClr val="9DBEC4">
              <a:alpha val="50199"/>
            </a:srgbClr>
          </a:solidFill>
        </p:spPr>
        <p:txBody>
          <a:bodyPr wrap="square" lIns="0" tIns="0" rIns="0" bIns="0" rtlCol="0" vert="horz">
            <a:spAutoFit/>
          </a:bodyPr>
          <a:lstStyle/>
          <a:p>
            <a:pPr>
              <a:lnSpc>
                <a:spcPts val="1745"/>
              </a:lnSpc>
            </a:pPr>
            <a:r>
              <a:rPr dirty="0" sz="1600" b="1">
                <a:solidFill>
                  <a:srgbClr val="4E3629"/>
                </a:solidFill>
                <a:latin typeface="Courier New"/>
                <a:cs typeface="Courier New"/>
              </a:rPr>
              <a:t>INSERT</a:t>
            </a:r>
            <a:r>
              <a:rPr dirty="0" sz="1600" spc="-40" b="1">
                <a:solidFill>
                  <a:srgbClr val="4E3629"/>
                </a:solidFill>
                <a:latin typeface="Courier New"/>
                <a:cs typeface="Courier New"/>
              </a:rPr>
              <a:t> </a:t>
            </a:r>
            <a:r>
              <a:rPr dirty="0" sz="1600" b="1">
                <a:solidFill>
                  <a:srgbClr val="4E3629"/>
                </a:solidFill>
                <a:latin typeface="Courier New"/>
                <a:cs typeface="Courier New"/>
              </a:rPr>
              <a:t>INTO</a:t>
            </a:r>
            <a:r>
              <a:rPr dirty="0" sz="1600" spc="-40" b="1">
                <a:solidFill>
                  <a:srgbClr val="4E3629"/>
                </a:solidFill>
                <a:latin typeface="Courier New"/>
                <a:cs typeface="Courier New"/>
              </a:rPr>
              <a:t> </a:t>
            </a:r>
            <a:r>
              <a:rPr dirty="0" sz="1600" spc="-10" b="1">
                <a:solidFill>
                  <a:srgbClr val="4E3629"/>
                </a:solidFill>
                <a:latin typeface="Courier New"/>
                <a:cs typeface="Courier New"/>
              </a:rPr>
              <a:t>copy_departments</a:t>
            </a:r>
            <a:endParaRPr sz="1600">
              <a:latin typeface="Courier New"/>
              <a:cs typeface="Courier New"/>
            </a:endParaRPr>
          </a:p>
          <a:p>
            <a:pPr marR="1009650" indent="365125">
              <a:lnSpc>
                <a:spcPct val="100000"/>
              </a:lnSpc>
            </a:pPr>
            <a:r>
              <a:rPr dirty="0" sz="1600" b="1">
                <a:solidFill>
                  <a:srgbClr val="4E3629"/>
                </a:solidFill>
                <a:latin typeface="Courier New"/>
                <a:cs typeface="Courier New"/>
              </a:rPr>
              <a:t>(department_id,</a:t>
            </a:r>
            <a:r>
              <a:rPr dirty="0" sz="1600" spc="-100" b="1">
                <a:solidFill>
                  <a:srgbClr val="4E3629"/>
                </a:solidFill>
                <a:latin typeface="Courier New"/>
                <a:cs typeface="Courier New"/>
              </a:rPr>
              <a:t> </a:t>
            </a:r>
            <a:r>
              <a:rPr dirty="0" sz="1600" b="1">
                <a:solidFill>
                  <a:srgbClr val="4E3629"/>
                </a:solidFill>
                <a:latin typeface="Courier New"/>
                <a:cs typeface="Courier New"/>
              </a:rPr>
              <a:t>department_name,</a:t>
            </a:r>
            <a:r>
              <a:rPr dirty="0" sz="1600" spc="-100" b="1">
                <a:solidFill>
                  <a:srgbClr val="4E3629"/>
                </a:solidFill>
                <a:latin typeface="Courier New"/>
                <a:cs typeface="Courier New"/>
              </a:rPr>
              <a:t> </a:t>
            </a:r>
            <a:r>
              <a:rPr dirty="0" sz="1600" b="1">
                <a:solidFill>
                  <a:srgbClr val="4E3629"/>
                </a:solidFill>
                <a:latin typeface="Courier New"/>
                <a:cs typeface="Courier New"/>
              </a:rPr>
              <a:t>manager_id,</a:t>
            </a:r>
            <a:r>
              <a:rPr dirty="0" sz="1600" spc="-95" b="1">
                <a:solidFill>
                  <a:srgbClr val="4E3629"/>
                </a:solidFill>
                <a:latin typeface="Courier New"/>
                <a:cs typeface="Courier New"/>
              </a:rPr>
              <a:t> </a:t>
            </a:r>
            <a:r>
              <a:rPr dirty="0" sz="1600" spc="-10" b="1">
                <a:solidFill>
                  <a:srgbClr val="4E3629"/>
                </a:solidFill>
                <a:latin typeface="Courier New"/>
                <a:cs typeface="Courier New"/>
              </a:rPr>
              <a:t>location_id) </a:t>
            </a:r>
            <a:r>
              <a:rPr dirty="0" sz="1600" b="1">
                <a:solidFill>
                  <a:srgbClr val="4E3629"/>
                </a:solidFill>
                <a:latin typeface="Courier New"/>
                <a:cs typeface="Courier New"/>
              </a:rPr>
              <a:t>VALUES</a:t>
            </a:r>
            <a:r>
              <a:rPr dirty="0" sz="1600" spc="-65" b="1">
                <a:solidFill>
                  <a:srgbClr val="4E3629"/>
                </a:solidFill>
                <a:latin typeface="Courier New"/>
                <a:cs typeface="Courier New"/>
              </a:rPr>
              <a:t> </a:t>
            </a:r>
            <a:r>
              <a:rPr dirty="0" sz="1600" b="1">
                <a:solidFill>
                  <a:srgbClr val="4E3629"/>
                </a:solidFill>
                <a:latin typeface="Courier New"/>
                <a:cs typeface="Courier New"/>
              </a:rPr>
              <a:t>(200,'Human</a:t>
            </a:r>
            <a:r>
              <a:rPr dirty="0" sz="1600" spc="-60" b="1">
                <a:solidFill>
                  <a:srgbClr val="4E3629"/>
                </a:solidFill>
                <a:latin typeface="Courier New"/>
                <a:cs typeface="Courier New"/>
              </a:rPr>
              <a:t> </a:t>
            </a:r>
            <a:r>
              <a:rPr dirty="0" sz="1600" b="1">
                <a:solidFill>
                  <a:srgbClr val="4E3629"/>
                </a:solidFill>
                <a:latin typeface="Courier New"/>
                <a:cs typeface="Courier New"/>
              </a:rPr>
              <a:t>Resources',</a:t>
            </a:r>
            <a:r>
              <a:rPr dirty="0" sz="1600" spc="-65" b="1">
                <a:solidFill>
                  <a:srgbClr val="4E3629"/>
                </a:solidFill>
                <a:latin typeface="Courier New"/>
                <a:cs typeface="Courier New"/>
              </a:rPr>
              <a:t> </a:t>
            </a:r>
            <a:r>
              <a:rPr dirty="0" sz="1600" b="1">
                <a:solidFill>
                  <a:srgbClr val="4E3629"/>
                </a:solidFill>
                <a:latin typeface="Courier New"/>
                <a:cs typeface="Courier New"/>
              </a:rPr>
              <a:t>205,</a:t>
            </a:r>
            <a:r>
              <a:rPr dirty="0" sz="1600" spc="-60" b="1">
                <a:solidFill>
                  <a:srgbClr val="4E3629"/>
                </a:solidFill>
                <a:latin typeface="Courier New"/>
                <a:cs typeface="Courier New"/>
              </a:rPr>
              <a:t> </a:t>
            </a:r>
            <a:r>
              <a:rPr dirty="0" sz="1600" spc="-10" b="1">
                <a:solidFill>
                  <a:srgbClr val="4E3629"/>
                </a:solidFill>
                <a:latin typeface="Courier New"/>
                <a:cs typeface="Courier New"/>
              </a:rPr>
              <a:t>1500);</a:t>
            </a:r>
            <a:endParaRPr sz="1600">
              <a:latin typeface="Courier New"/>
              <a:cs typeface="Courier New"/>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92112" y="748031"/>
            <a:ext cx="1225550" cy="528320"/>
          </a:xfrm>
          <a:prstGeom prst="rect"/>
        </p:spPr>
        <p:txBody>
          <a:bodyPr wrap="square" lIns="0" tIns="12700" rIns="0" bIns="0" rtlCol="0" vert="horz">
            <a:spAutoFit/>
          </a:bodyPr>
          <a:lstStyle/>
          <a:p>
            <a:pPr marL="12700">
              <a:lnSpc>
                <a:spcPct val="100000"/>
              </a:lnSpc>
              <a:spcBef>
                <a:spcPts val="100"/>
              </a:spcBef>
            </a:pPr>
            <a:r>
              <a:rPr dirty="0" spc="-10"/>
              <a:t>INSERT</a:t>
            </a:r>
          </a:p>
        </p:txBody>
      </p:sp>
      <p:sp>
        <p:nvSpPr>
          <p:cNvPr id="3" name="object 3" descr=""/>
          <p:cNvSpPr txBox="1">
            <a:spLocks noGrp="1"/>
          </p:cNvSpPr>
          <p:nvPr>
            <p:ph type="body" idx="1"/>
          </p:nvPr>
        </p:nvSpPr>
        <p:spPr>
          <a:prstGeom prst="rect"/>
        </p:spPr>
        <p:txBody>
          <a:bodyPr wrap="square" lIns="0" tIns="59690" rIns="0" bIns="0" rtlCol="0" vert="horz">
            <a:spAutoFit/>
          </a:bodyPr>
          <a:lstStyle/>
          <a:p>
            <a:pPr marL="182880" marR="25400" indent="-170815">
              <a:lnSpc>
                <a:spcPts val="3030"/>
              </a:lnSpc>
              <a:spcBef>
                <a:spcPts val="470"/>
              </a:spcBef>
              <a:buClr>
                <a:srgbClr val="D1350F"/>
              </a:buClr>
              <a:buFont typeface="Arial MT"/>
              <a:buChar char="•"/>
              <a:tabLst>
                <a:tab pos="184785" algn="l"/>
              </a:tabLst>
            </a:pPr>
            <a:r>
              <a:rPr dirty="0"/>
              <a:t>Otra</a:t>
            </a:r>
            <a:r>
              <a:rPr dirty="0" spc="-75"/>
              <a:t> </a:t>
            </a:r>
            <a:r>
              <a:rPr dirty="0"/>
              <a:t>forma</a:t>
            </a:r>
            <a:r>
              <a:rPr dirty="0" spc="-75"/>
              <a:t> </a:t>
            </a:r>
            <a:r>
              <a:rPr dirty="0"/>
              <a:t>de</a:t>
            </a:r>
            <a:r>
              <a:rPr dirty="0" spc="-65"/>
              <a:t> </a:t>
            </a:r>
            <a:r>
              <a:rPr dirty="0"/>
              <a:t>insertar</a:t>
            </a:r>
            <a:r>
              <a:rPr dirty="0" spc="-60"/>
              <a:t> </a:t>
            </a:r>
            <a:r>
              <a:rPr dirty="0"/>
              <a:t>valores</a:t>
            </a:r>
            <a:r>
              <a:rPr dirty="0" spc="-80"/>
              <a:t> </a:t>
            </a:r>
            <a:r>
              <a:rPr dirty="0"/>
              <a:t>en</a:t>
            </a:r>
            <a:r>
              <a:rPr dirty="0" spc="-85"/>
              <a:t> </a:t>
            </a:r>
            <a:r>
              <a:rPr dirty="0"/>
              <a:t>una</a:t>
            </a:r>
            <a:r>
              <a:rPr dirty="0" spc="-50"/>
              <a:t> </a:t>
            </a:r>
            <a:r>
              <a:rPr dirty="0"/>
              <a:t>tabla</a:t>
            </a:r>
            <a:r>
              <a:rPr dirty="0" spc="-75"/>
              <a:t> </a:t>
            </a:r>
            <a:r>
              <a:rPr dirty="0" spc="-25"/>
              <a:t>es </a:t>
            </a:r>
            <a:r>
              <a:rPr dirty="0" spc="-25"/>
              <a:t>	</a:t>
            </a:r>
            <a:r>
              <a:rPr dirty="0"/>
              <a:t>agregarlos</a:t>
            </a:r>
            <a:r>
              <a:rPr dirty="0" spc="-135"/>
              <a:t> </a:t>
            </a:r>
            <a:r>
              <a:rPr dirty="0" spc="-10"/>
              <a:t>implícitamente</a:t>
            </a:r>
            <a:r>
              <a:rPr dirty="0" spc="-90"/>
              <a:t> </a:t>
            </a:r>
            <a:r>
              <a:rPr dirty="0"/>
              <a:t>omitiendo</a:t>
            </a:r>
            <a:r>
              <a:rPr dirty="0" spc="-90"/>
              <a:t> </a:t>
            </a:r>
            <a:r>
              <a:rPr dirty="0"/>
              <a:t>los</a:t>
            </a:r>
            <a:r>
              <a:rPr dirty="0" spc="-105"/>
              <a:t> </a:t>
            </a:r>
            <a:r>
              <a:rPr dirty="0"/>
              <a:t>nombres</a:t>
            </a:r>
            <a:r>
              <a:rPr dirty="0" spc="-80"/>
              <a:t> </a:t>
            </a:r>
            <a:r>
              <a:rPr dirty="0" spc="-25"/>
              <a:t>de </a:t>
            </a:r>
            <a:r>
              <a:rPr dirty="0" spc="-25"/>
              <a:t>	</a:t>
            </a:r>
            <a:r>
              <a:rPr dirty="0" spc="-10"/>
              <a:t>columna</a:t>
            </a:r>
          </a:p>
          <a:p>
            <a:pPr marL="182880" marR="5080" indent="-170815">
              <a:lnSpc>
                <a:spcPts val="3030"/>
              </a:lnSpc>
              <a:spcBef>
                <a:spcPts val="785"/>
              </a:spcBef>
              <a:buClr>
                <a:srgbClr val="D1350F"/>
              </a:buClr>
              <a:buFont typeface="Arial MT"/>
              <a:buChar char="•"/>
              <a:tabLst>
                <a:tab pos="184785" algn="l"/>
              </a:tabLst>
            </a:pPr>
            <a:r>
              <a:rPr dirty="0"/>
              <a:t>Una</a:t>
            </a:r>
            <a:r>
              <a:rPr dirty="0" spc="-70"/>
              <a:t> </a:t>
            </a:r>
            <a:r>
              <a:rPr dirty="0" spc="-10"/>
              <a:t>precaución:</a:t>
            </a:r>
            <a:r>
              <a:rPr dirty="0" spc="-35"/>
              <a:t> </a:t>
            </a:r>
            <a:r>
              <a:rPr dirty="0" u="heavy">
                <a:uFill>
                  <a:solidFill>
                    <a:srgbClr val="EC2814"/>
                  </a:solidFill>
                </a:uFill>
              </a:rPr>
              <a:t>los</a:t>
            </a:r>
            <a:r>
              <a:rPr dirty="0" u="heavy" spc="-65">
                <a:uFill>
                  <a:solidFill>
                    <a:srgbClr val="EC2814"/>
                  </a:solidFill>
                </a:uFill>
              </a:rPr>
              <a:t> </a:t>
            </a:r>
            <a:r>
              <a:rPr dirty="0" u="heavy">
                <a:uFill>
                  <a:solidFill>
                    <a:srgbClr val="EC2814"/>
                  </a:solidFill>
                </a:uFill>
              </a:rPr>
              <a:t>valores</a:t>
            </a:r>
            <a:r>
              <a:rPr dirty="0" u="heavy" spc="-70">
                <a:uFill>
                  <a:solidFill>
                    <a:srgbClr val="EC2814"/>
                  </a:solidFill>
                </a:uFill>
              </a:rPr>
              <a:t> </a:t>
            </a:r>
            <a:r>
              <a:rPr dirty="0" u="heavy">
                <a:uFill>
                  <a:solidFill>
                    <a:srgbClr val="EC2814"/>
                  </a:solidFill>
                </a:uFill>
              </a:rPr>
              <a:t>de</a:t>
            </a:r>
            <a:r>
              <a:rPr dirty="0" u="heavy" spc="-55">
                <a:uFill>
                  <a:solidFill>
                    <a:srgbClr val="EC2814"/>
                  </a:solidFill>
                </a:uFill>
              </a:rPr>
              <a:t> </a:t>
            </a:r>
            <a:r>
              <a:rPr dirty="0" u="heavy">
                <a:uFill>
                  <a:solidFill>
                    <a:srgbClr val="EC2814"/>
                  </a:solidFill>
                </a:uFill>
              </a:rPr>
              <a:t>cada</a:t>
            </a:r>
            <a:r>
              <a:rPr dirty="0" u="heavy" spc="-65">
                <a:uFill>
                  <a:solidFill>
                    <a:srgbClr val="EC2814"/>
                  </a:solidFill>
                </a:uFill>
              </a:rPr>
              <a:t> </a:t>
            </a:r>
            <a:r>
              <a:rPr dirty="0" u="heavy">
                <a:uFill>
                  <a:solidFill>
                    <a:srgbClr val="EC2814"/>
                  </a:solidFill>
                </a:uFill>
              </a:rPr>
              <a:t>columna</a:t>
            </a:r>
            <a:r>
              <a:rPr dirty="0" u="heavy" spc="-45">
                <a:uFill>
                  <a:solidFill>
                    <a:srgbClr val="EC2814"/>
                  </a:solidFill>
                </a:uFill>
              </a:rPr>
              <a:t> </a:t>
            </a:r>
            <a:r>
              <a:rPr dirty="0" u="heavy" spc="-10">
                <a:uFill>
                  <a:solidFill>
                    <a:srgbClr val="EC2814"/>
                  </a:solidFill>
                </a:uFill>
              </a:rPr>
              <a:t>deben</a:t>
            </a:r>
            <a:r>
              <a:rPr dirty="0" spc="-10"/>
              <a:t> </a:t>
            </a:r>
            <a:r>
              <a:rPr dirty="0" spc="-10"/>
              <a:t>	</a:t>
            </a:r>
            <a:r>
              <a:rPr dirty="0" u="heavy">
                <a:uFill>
                  <a:solidFill>
                    <a:srgbClr val="EC2814"/>
                  </a:solidFill>
                </a:uFill>
              </a:rPr>
              <a:t>coincidir</a:t>
            </a:r>
            <a:r>
              <a:rPr dirty="0" u="heavy" spc="-50">
                <a:uFill>
                  <a:solidFill>
                    <a:srgbClr val="EC2814"/>
                  </a:solidFill>
                </a:uFill>
              </a:rPr>
              <a:t> </a:t>
            </a:r>
            <a:r>
              <a:rPr dirty="0" u="heavy" spc="-20">
                <a:uFill>
                  <a:solidFill>
                    <a:srgbClr val="EC2814"/>
                  </a:solidFill>
                </a:uFill>
              </a:rPr>
              <a:t>exactamente</a:t>
            </a:r>
            <a:r>
              <a:rPr dirty="0" u="heavy" spc="-70">
                <a:uFill>
                  <a:solidFill>
                    <a:srgbClr val="EC2814"/>
                  </a:solidFill>
                </a:uFill>
              </a:rPr>
              <a:t> </a:t>
            </a:r>
            <a:r>
              <a:rPr dirty="0" u="heavy">
                <a:uFill>
                  <a:solidFill>
                    <a:srgbClr val="EC2814"/>
                  </a:solidFill>
                </a:uFill>
              </a:rPr>
              <a:t>con</a:t>
            </a:r>
            <a:r>
              <a:rPr dirty="0" u="heavy" spc="-55">
                <a:uFill>
                  <a:solidFill>
                    <a:srgbClr val="EC2814"/>
                  </a:solidFill>
                </a:uFill>
              </a:rPr>
              <a:t> </a:t>
            </a:r>
            <a:r>
              <a:rPr dirty="0" u="heavy">
                <a:uFill>
                  <a:solidFill>
                    <a:srgbClr val="EC2814"/>
                  </a:solidFill>
                </a:uFill>
              </a:rPr>
              <a:t>el</a:t>
            </a:r>
            <a:r>
              <a:rPr dirty="0" u="heavy" spc="-75">
                <a:uFill>
                  <a:solidFill>
                    <a:srgbClr val="EC2814"/>
                  </a:solidFill>
                </a:uFill>
              </a:rPr>
              <a:t> </a:t>
            </a:r>
            <a:r>
              <a:rPr dirty="0" u="heavy">
                <a:uFill>
                  <a:solidFill>
                    <a:srgbClr val="EC2814"/>
                  </a:solidFill>
                </a:uFill>
              </a:rPr>
              <a:t>orden</a:t>
            </a:r>
            <a:r>
              <a:rPr dirty="0" u="heavy" spc="-55">
                <a:uFill>
                  <a:solidFill>
                    <a:srgbClr val="EC2814"/>
                  </a:solidFill>
                </a:uFill>
              </a:rPr>
              <a:t> </a:t>
            </a:r>
            <a:r>
              <a:rPr dirty="0" u="heavy">
                <a:uFill>
                  <a:solidFill>
                    <a:srgbClr val="EC2814"/>
                  </a:solidFill>
                </a:uFill>
              </a:rPr>
              <a:t>por</a:t>
            </a:r>
            <a:r>
              <a:rPr dirty="0" u="heavy" spc="-60">
                <a:uFill>
                  <a:solidFill>
                    <a:srgbClr val="EC2814"/>
                  </a:solidFill>
                </a:uFill>
              </a:rPr>
              <a:t> </a:t>
            </a:r>
            <a:r>
              <a:rPr dirty="0" u="heavy" spc="-10">
                <a:uFill>
                  <a:solidFill>
                    <a:srgbClr val="EC2814"/>
                  </a:solidFill>
                </a:uFill>
              </a:rPr>
              <a:t>defecto</a:t>
            </a:r>
            <a:r>
              <a:rPr dirty="0" u="heavy" spc="-60">
                <a:uFill>
                  <a:solidFill>
                    <a:srgbClr val="EC2814"/>
                  </a:solidFill>
                </a:uFill>
              </a:rPr>
              <a:t> </a:t>
            </a:r>
            <a:r>
              <a:rPr dirty="0" u="heavy">
                <a:uFill>
                  <a:solidFill>
                    <a:srgbClr val="EC2814"/>
                  </a:solidFill>
                </a:uFill>
              </a:rPr>
              <a:t>en</a:t>
            </a:r>
            <a:r>
              <a:rPr dirty="0" u="heavy" spc="-60">
                <a:uFill>
                  <a:solidFill>
                    <a:srgbClr val="EC2814"/>
                  </a:solidFill>
                </a:uFill>
              </a:rPr>
              <a:t> </a:t>
            </a:r>
            <a:r>
              <a:rPr dirty="0" u="heavy" spc="-25">
                <a:uFill>
                  <a:solidFill>
                    <a:srgbClr val="EC2814"/>
                  </a:solidFill>
                </a:uFill>
              </a:rPr>
              <a:t>el</a:t>
            </a:r>
            <a:r>
              <a:rPr dirty="0" spc="-25"/>
              <a:t> </a:t>
            </a:r>
            <a:r>
              <a:rPr dirty="0" spc="-25"/>
              <a:t>	</a:t>
            </a:r>
            <a:r>
              <a:rPr dirty="0" u="heavy">
                <a:uFill>
                  <a:solidFill>
                    <a:srgbClr val="EC2814"/>
                  </a:solidFill>
                </a:uFill>
              </a:rPr>
              <a:t>que</a:t>
            </a:r>
            <a:r>
              <a:rPr dirty="0" u="heavy" spc="-35">
                <a:uFill>
                  <a:solidFill>
                    <a:srgbClr val="EC2814"/>
                  </a:solidFill>
                </a:uFill>
              </a:rPr>
              <a:t> </a:t>
            </a:r>
            <a:r>
              <a:rPr dirty="0" u="heavy">
                <a:uFill>
                  <a:solidFill>
                    <a:srgbClr val="EC2814"/>
                  </a:solidFill>
                </a:uFill>
              </a:rPr>
              <a:t>aparecen</a:t>
            </a:r>
            <a:r>
              <a:rPr dirty="0" u="heavy" spc="-65">
                <a:uFill>
                  <a:solidFill>
                    <a:srgbClr val="EC2814"/>
                  </a:solidFill>
                </a:uFill>
              </a:rPr>
              <a:t> </a:t>
            </a:r>
            <a:r>
              <a:rPr dirty="0" u="heavy">
                <a:uFill>
                  <a:solidFill>
                    <a:srgbClr val="EC2814"/>
                  </a:solidFill>
                </a:uFill>
              </a:rPr>
              <a:t>en</a:t>
            </a:r>
            <a:r>
              <a:rPr dirty="0" u="heavy" spc="-50">
                <a:uFill>
                  <a:solidFill>
                    <a:srgbClr val="EC2814"/>
                  </a:solidFill>
                </a:uFill>
              </a:rPr>
              <a:t> </a:t>
            </a:r>
            <a:r>
              <a:rPr dirty="0" u="heavy">
                <a:uFill>
                  <a:solidFill>
                    <a:srgbClr val="EC2814"/>
                  </a:solidFill>
                </a:uFill>
              </a:rPr>
              <a:t>la</a:t>
            </a:r>
            <a:r>
              <a:rPr dirty="0" u="heavy" spc="-70">
                <a:uFill>
                  <a:solidFill>
                    <a:srgbClr val="EC2814"/>
                  </a:solidFill>
                </a:uFill>
              </a:rPr>
              <a:t> </a:t>
            </a:r>
            <a:r>
              <a:rPr dirty="0" u="heavy">
                <a:uFill>
                  <a:solidFill>
                    <a:srgbClr val="EC2814"/>
                  </a:solidFill>
                </a:uFill>
              </a:rPr>
              <a:t>tabla</a:t>
            </a:r>
            <a:r>
              <a:rPr dirty="0" u="heavy" spc="-35">
                <a:uFill>
                  <a:solidFill>
                    <a:srgbClr val="EC2814"/>
                  </a:solidFill>
                </a:uFill>
              </a:rPr>
              <a:t> </a:t>
            </a:r>
            <a:r>
              <a:rPr dirty="0"/>
              <a:t>(como</a:t>
            </a:r>
            <a:r>
              <a:rPr dirty="0" spc="-55"/>
              <a:t> </a:t>
            </a:r>
            <a:r>
              <a:rPr dirty="0"/>
              <a:t>se</a:t>
            </a:r>
            <a:r>
              <a:rPr dirty="0" spc="-60"/>
              <a:t> </a:t>
            </a:r>
            <a:r>
              <a:rPr dirty="0" spc="-10"/>
              <a:t>muestra</a:t>
            </a:r>
            <a:r>
              <a:rPr dirty="0" spc="-20"/>
              <a:t> </a:t>
            </a:r>
            <a:r>
              <a:rPr dirty="0"/>
              <a:t>en</a:t>
            </a:r>
            <a:r>
              <a:rPr dirty="0" spc="-60"/>
              <a:t> </a:t>
            </a:r>
            <a:r>
              <a:rPr dirty="0" spc="-25"/>
              <a:t>una </a:t>
            </a:r>
            <a:r>
              <a:rPr dirty="0" spc="-25"/>
              <a:t>	</a:t>
            </a:r>
            <a:r>
              <a:rPr dirty="0" spc="-10"/>
              <a:t>sentencia</a:t>
            </a:r>
            <a:r>
              <a:rPr dirty="0" spc="-50"/>
              <a:t> </a:t>
            </a:r>
            <a:r>
              <a:rPr dirty="0"/>
              <a:t>DESCRIBE)</a:t>
            </a:r>
            <a:r>
              <a:rPr dirty="0" spc="-70"/>
              <a:t> </a:t>
            </a:r>
            <a:r>
              <a:rPr dirty="0"/>
              <a:t>y</a:t>
            </a:r>
            <a:r>
              <a:rPr dirty="0" spc="-70"/>
              <a:t> </a:t>
            </a:r>
            <a:r>
              <a:rPr dirty="0"/>
              <a:t>se</a:t>
            </a:r>
            <a:r>
              <a:rPr dirty="0" spc="-50"/>
              <a:t> </a:t>
            </a:r>
            <a:r>
              <a:rPr dirty="0"/>
              <a:t>debe</a:t>
            </a:r>
            <a:r>
              <a:rPr dirty="0" spc="-55"/>
              <a:t> </a:t>
            </a:r>
            <a:r>
              <a:rPr dirty="0" spc="-10"/>
              <a:t>proporcionar</a:t>
            </a:r>
            <a:r>
              <a:rPr dirty="0" spc="-35"/>
              <a:t> </a:t>
            </a:r>
            <a:r>
              <a:rPr dirty="0"/>
              <a:t>un</a:t>
            </a:r>
            <a:r>
              <a:rPr dirty="0" spc="-45"/>
              <a:t> </a:t>
            </a:r>
            <a:r>
              <a:rPr dirty="0" spc="-10"/>
              <a:t>valor </a:t>
            </a:r>
            <a:r>
              <a:rPr dirty="0" spc="-10"/>
              <a:t>	</a:t>
            </a:r>
            <a:r>
              <a:rPr dirty="0"/>
              <a:t>para</a:t>
            </a:r>
            <a:r>
              <a:rPr dirty="0" spc="-85"/>
              <a:t> </a:t>
            </a:r>
            <a:r>
              <a:rPr dirty="0"/>
              <a:t>cada</a:t>
            </a:r>
            <a:r>
              <a:rPr dirty="0" spc="-80"/>
              <a:t> </a:t>
            </a:r>
            <a:r>
              <a:rPr dirty="0" spc="-10"/>
              <a:t>columna</a:t>
            </a:r>
          </a:p>
        </p:txBody>
      </p:sp>
      <p:pic>
        <p:nvPicPr>
          <p:cNvPr id="4" name="object 4" descr=""/>
          <p:cNvPicPr/>
          <p:nvPr/>
        </p:nvPicPr>
        <p:blipFill>
          <a:blip r:embed="rId2" cstate="print"/>
          <a:stretch>
            <a:fillRect/>
          </a:stretch>
        </p:blipFill>
        <p:spPr>
          <a:xfrm>
            <a:off x="3203448" y="4664964"/>
            <a:ext cx="2737091" cy="1828799"/>
          </a:xfrm>
          <a:prstGeom prst="rect">
            <a:avLst/>
          </a:prstGeom>
        </p:spPr>
      </p:pic>
      <p:sp>
        <p:nvSpPr>
          <p:cNvPr id="5" name="object 5" descr=""/>
          <p:cNvSpPr txBox="1">
            <a:spLocks noGrp="1"/>
          </p:cNvSpPr>
          <p:nvPr>
            <p:ph type="dt" idx="6" sz="half"/>
          </p:nvPr>
        </p:nvSpPr>
        <p:spPr>
          <a:prstGeom prst="rect"/>
        </p:spPr>
        <p:txBody>
          <a:bodyPr wrap="square" lIns="0" tIns="0" rIns="0" bIns="0" rtlCol="0" vert="horz">
            <a:spAutoFit/>
          </a:bodyPr>
          <a:lstStyle/>
          <a:p>
            <a:pPr marL="12700">
              <a:lnSpc>
                <a:spcPts val="855"/>
              </a:lnSpc>
            </a:pPr>
            <a:r>
              <a:rPr dirty="0"/>
              <a:t>DP</a:t>
            </a:r>
            <a:r>
              <a:rPr dirty="0" spc="-10"/>
              <a:t> </a:t>
            </a:r>
            <a:r>
              <a:rPr dirty="0"/>
              <a:t>12-</a:t>
            </a:r>
            <a:r>
              <a:rPr dirty="0" spc="-50"/>
              <a:t>1</a:t>
            </a:r>
          </a:p>
          <a:p>
            <a:pPr marL="12700">
              <a:lnSpc>
                <a:spcPts val="965"/>
              </a:lnSpc>
            </a:pPr>
            <a:r>
              <a:rPr dirty="0"/>
              <a:t>Sentencias</a:t>
            </a:r>
            <a:r>
              <a:rPr dirty="0" spc="-45"/>
              <a:t> </a:t>
            </a:r>
            <a:r>
              <a:rPr dirty="0" spc="-10"/>
              <a:t>INSERT</a:t>
            </a:r>
          </a:p>
        </p:txBody>
      </p:sp>
      <p:sp>
        <p:nvSpPr>
          <p:cNvPr id="6" name="object 6" descr=""/>
          <p:cNvSpPr txBox="1">
            <a:spLocks noGrp="1"/>
          </p:cNvSpPr>
          <p:nvPr>
            <p:ph type="sldNum" idx="7" sz="quarter"/>
          </p:nvPr>
        </p:nvSpPr>
        <p:spPr>
          <a:prstGeom prst="rect"/>
        </p:spPr>
        <p:txBody>
          <a:bodyPr wrap="square" lIns="0" tIns="0" rIns="0" bIns="0" rtlCol="0" vert="horz">
            <a:spAutoFit/>
          </a:bodyPr>
          <a:lstStyle/>
          <a:p>
            <a:pPr marL="38100">
              <a:lnSpc>
                <a:spcPts val="1045"/>
              </a:lnSpc>
            </a:pPr>
            <a:r>
              <a:rPr dirty="0" spc="-25"/>
              <a:t>12</a:t>
            </a:r>
          </a:p>
        </p:txBody>
      </p:sp>
      <p:sp>
        <p:nvSpPr>
          <p:cNvPr id="7" name="object 7" descr=""/>
          <p:cNvSpPr txBox="1">
            <a:spLocks noGrp="1"/>
          </p:cNvSpPr>
          <p:nvPr>
            <p:ph type="ftr" idx="5" sz="quarter"/>
          </p:nvPr>
        </p:nvSpPr>
        <p:spPr>
          <a:prstGeom prst="rect"/>
        </p:spPr>
        <p:txBody>
          <a:bodyPr wrap="square" lIns="0" tIns="0" rIns="0" bIns="0" rtlCol="0" vert="horz">
            <a:spAutoFit/>
          </a:body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p:spPr>
        <p:txBody>
          <a:bodyPr wrap="square" lIns="0" tIns="12700" rIns="0" bIns="0" rtlCol="0" vert="horz">
            <a:spAutoFit/>
          </a:bodyPr>
          <a:lstStyle/>
          <a:p>
            <a:pPr marL="12700">
              <a:lnSpc>
                <a:spcPct val="100000"/>
              </a:lnSpc>
              <a:spcBef>
                <a:spcPts val="100"/>
              </a:spcBef>
            </a:pPr>
            <a:r>
              <a:rPr dirty="0" spc="-10"/>
              <a:t>INSERT</a:t>
            </a:r>
          </a:p>
        </p:txBody>
      </p:sp>
      <p:sp>
        <p:nvSpPr>
          <p:cNvPr id="6" name="object 6" descr=""/>
          <p:cNvSpPr txBox="1">
            <a:spLocks noGrp="1"/>
          </p:cNvSpPr>
          <p:nvPr>
            <p:ph type="dt" idx="6" sz="half"/>
          </p:nvPr>
        </p:nvSpPr>
        <p:spPr>
          <a:prstGeom prst="rect"/>
        </p:spPr>
        <p:txBody>
          <a:bodyPr wrap="square" lIns="0" tIns="0" rIns="0" bIns="0" rtlCol="0" vert="horz">
            <a:spAutoFit/>
          </a:bodyPr>
          <a:lstStyle/>
          <a:p>
            <a:pPr marL="12700">
              <a:lnSpc>
                <a:spcPts val="855"/>
              </a:lnSpc>
            </a:pPr>
            <a:r>
              <a:rPr dirty="0"/>
              <a:t>DP</a:t>
            </a:r>
            <a:r>
              <a:rPr dirty="0" spc="-10"/>
              <a:t> </a:t>
            </a:r>
            <a:r>
              <a:rPr dirty="0"/>
              <a:t>12-</a:t>
            </a:r>
            <a:r>
              <a:rPr dirty="0" spc="-50"/>
              <a:t>1</a:t>
            </a:r>
          </a:p>
          <a:p>
            <a:pPr marL="12700">
              <a:lnSpc>
                <a:spcPts val="965"/>
              </a:lnSpc>
            </a:pPr>
            <a:r>
              <a:rPr dirty="0"/>
              <a:t>Sentencias</a:t>
            </a:r>
            <a:r>
              <a:rPr dirty="0" spc="-45"/>
              <a:t> </a:t>
            </a:r>
            <a:r>
              <a:rPr dirty="0" spc="-10"/>
              <a:t>INSERT</a:t>
            </a:r>
          </a:p>
        </p:txBody>
      </p:sp>
      <p:sp>
        <p:nvSpPr>
          <p:cNvPr id="7" name="object 7" descr=""/>
          <p:cNvSpPr txBox="1">
            <a:spLocks noGrp="1"/>
          </p:cNvSpPr>
          <p:nvPr>
            <p:ph type="sldNum" idx="7" sz="quarter"/>
          </p:nvPr>
        </p:nvSpPr>
        <p:spPr>
          <a:prstGeom prst="rect"/>
        </p:spPr>
        <p:txBody>
          <a:bodyPr wrap="square" lIns="0" tIns="0" rIns="0" bIns="0" rtlCol="0" vert="horz">
            <a:spAutoFit/>
          </a:bodyPr>
          <a:lstStyle/>
          <a:p>
            <a:pPr marL="38100">
              <a:lnSpc>
                <a:spcPts val="1045"/>
              </a:lnSpc>
            </a:pPr>
            <a:r>
              <a:rPr dirty="0" spc="-25"/>
              <a:t>13</a:t>
            </a:r>
          </a:p>
        </p:txBody>
      </p:sp>
      <p:sp>
        <p:nvSpPr>
          <p:cNvPr id="8" name="object 8" descr=""/>
          <p:cNvSpPr txBox="1">
            <a:spLocks noGrp="1"/>
          </p:cNvSpPr>
          <p:nvPr>
            <p:ph type="ftr" idx="5" sz="quarter"/>
          </p:nvPr>
        </p:nvSpPr>
        <p:spPr>
          <a:prstGeom prst="rect"/>
        </p:spPr>
        <p:txBody>
          <a:bodyPr wrap="square" lIns="0" tIns="0" rIns="0" bIns="0" rtlCol="0" vert="horz">
            <a:spAutoFit/>
          </a:body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
        <p:nvSpPr>
          <p:cNvPr id="3" name="object 3" descr=""/>
          <p:cNvSpPr txBox="1"/>
          <p:nvPr/>
        </p:nvSpPr>
        <p:spPr>
          <a:xfrm>
            <a:off x="483552" y="1415417"/>
            <a:ext cx="8001634" cy="1706245"/>
          </a:xfrm>
          <a:prstGeom prst="rect">
            <a:avLst/>
          </a:prstGeom>
        </p:spPr>
        <p:txBody>
          <a:bodyPr wrap="square" lIns="0" tIns="59690" rIns="0" bIns="0" rtlCol="0" vert="horz">
            <a:spAutoFit/>
          </a:bodyPr>
          <a:lstStyle/>
          <a:p>
            <a:pPr marL="182880" marR="164465" indent="-170815">
              <a:lnSpc>
                <a:spcPts val="3030"/>
              </a:lnSpc>
              <a:spcBef>
                <a:spcPts val="470"/>
              </a:spcBef>
              <a:buClr>
                <a:srgbClr val="D1350F"/>
              </a:buClr>
              <a:buFont typeface="Arial MT"/>
              <a:buChar char="•"/>
              <a:tabLst>
                <a:tab pos="184785" algn="l"/>
              </a:tabLst>
            </a:pPr>
            <a:r>
              <a:rPr dirty="0" sz="2800">
                <a:solidFill>
                  <a:srgbClr val="4E3629"/>
                </a:solidFill>
                <a:latin typeface="Calibri"/>
                <a:cs typeface="Calibri"/>
              </a:rPr>
              <a:t>La</a:t>
            </a:r>
            <a:r>
              <a:rPr dirty="0" sz="2800" spc="-80">
                <a:solidFill>
                  <a:srgbClr val="4E3629"/>
                </a:solidFill>
                <a:latin typeface="Calibri"/>
                <a:cs typeface="Calibri"/>
              </a:rPr>
              <a:t> </a:t>
            </a:r>
            <a:r>
              <a:rPr dirty="0" sz="2800">
                <a:solidFill>
                  <a:srgbClr val="4E3629"/>
                </a:solidFill>
                <a:latin typeface="Calibri"/>
                <a:cs typeface="Calibri"/>
              </a:rPr>
              <a:t>sentencia</a:t>
            </a:r>
            <a:r>
              <a:rPr dirty="0" sz="2800" spc="-60">
                <a:solidFill>
                  <a:srgbClr val="4E3629"/>
                </a:solidFill>
                <a:latin typeface="Calibri"/>
                <a:cs typeface="Calibri"/>
              </a:rPr>
              <a:t> </a:t>
            </a:r>
            <a:r>
              <a:rPr dirty="0" sz="2800">
                <a:solidFill>
                  <a:srgbClr val="4E3629"/>
                </a:solidFill>
                <a:latin typeface="Calibri"/>
                <a:cs typeface="Calibri"/>
              </a:rPr>
              <a:t>INSERT</a:t>
            </a:r>
            <a:r>
              <a:rPr dirty="0" sz="2800" spc="-70">
                <a:solidFill>
                  <a:srgbClr val="4E3629"/>
                </a:solidFill>
                <a:latin typeface="Calibri"/>
                <a:cs typeface="Calibri"/>
              </a:rPr>
              <a:t> </a:t>
            </a:r>
            <a:r>
              <a:rPr dirty="0" sz="2800">
                <a:solidFill>
                  <a:srgbClr val="4E3629"/>
                </a:solidFill>
                <a:latin typeface="Calibri"/>
                <a:cs typeface="Calibri"/>
              </a:rPr>
              <a:t>en</a:t>
            </a:r>
            <a:r>
              <a:rPr dirty="0" sz="2800" spc="-65">
                <a:solidFill>
                  <a:srgbClr val="4E3629"/>
                </a:solidFill>
                <a:latin typeface="Calibri"/>
                <a:cs typeface="Calibri"/>
              </a:rPr>
              <a:t> </a:t>
            </a:r>
            <a:r>
              <a:rPr dirty="0" sz="2800">
                <a:solidFill>
                  <a:srgbClr val="4E3629"/>
                </a:solidFill>
                <a:latin typeface="Calibri"/>
                <a:cs typeface="Calibri"/>
              </a:rPr>
              <a:t>este</a:t>
            </a:r>
            <a:r>
              <a:rPr dirty="0" sz="2800" spc="-75">
                <a:solidFill>
                  <a:srgbClr val="4E3629"/>
                </a:solidFill>
                <a:latin typeface="Calibri"/>
                <a:cs typeface="Calibri"/>
              </a:rPr>
              <a:t> </a:t>
            </a:r>
            <a:r>
              <a:rPr dirty="0" sz="2800">
                <a:solidFill>
                  <a:srgbClr val="4E3629"/>
                </a:solidFill>
                <a:latin typeface="Calibri"/>
                <a:cs typeface="Calibri"/>
              </a:rPr>
              <a:t>ejemplo</a:t>
            </a:r>
            <a:r>
              <a:rPr dirty="0" sz="2800" spc="-60">
                <a:solidFill>
                  <a:srgbClr val="4E3629"/>
                </a:solidFill>
                <a:latin typeface="Calibri"/>
                <a:cs typeface="Calibri"/>
              </a:rPr>
              <a:t> </a:t>
            </a:r>
            <a:r>
              <a:rPr dirty="0" sz="2800">
                <a:solidFill>
                  <a:srgbClr val="4E3629"/>
                </a:solidFill>
                <a:latin typeface="Calibri"/>
                <a:cs typeface="Calibri"/>
              </a:rPr>
              <a:t>se</a:t>
            </a:r>
            <a:r>
              <a:rPr dirty="0" sz="2800" spc="-75">
                <a:solidFill>
                  <a:srgbClr val="4E3629"/>
                </a:solidFill>
                <a:latin typeface="Calibri"/>
                <a:cs typeface="Calibri"/>
              </a:rPr>
              <a:t> </a:t>
            </a:r>
            <a:r>
              <a:rPr dirty="0" sz="2800">
                <a:solidFill>
                  <a:srgbClr val="4E3629"/>
                </a:solidFill>
                <a:latin typeface="Calibri"/>
                <a:cs typeface="Calibri"/>
              </a:rPr>
              <a:t>ha</a:t>
            </a:r>
            <a:r>
              <a:rPr dirty="0" sz="2800" spc="-60">
                <a:solidFill>
                  <a:srgbClr val="4E3629"/>
                </a:solidFill>
                <a:latin typeface="Calibri"/>
                <a:cs typeface="Calibri"/>
              </a:rPr>
              <a:t> </a:t>
            </a:r>
            <a:r>
              <a:rPr dirty="0" sz="2800">
                <a:solidFill>
                  <a:srgbClr val="4E3629"/>
                </a:solidFill>
                <a:latin typeface="Calibri"/>
                <a:cs typeface="Calibri"/>
              </a:rPr>
              <a:t>escrito</a:t>
            </a:r>
            <a:r>
              <a:rPr dirty="0" sz="2800" spc="-70">
                <a:solidFill>
                  <a:srgbClr val="4E3629"/>
                </a:solidFill>
                <a:latin typeface="Calibri"/>
                <a:cs typeface="Calibri"/>
              </a:rPr>
              <a:t> </a:t>
            </a:r>
            <a:r>
              <a:rPr dirty="0" sz="2800" spc="-25">
                <a:solidFill>
                  <a:srgbClr val="4E3629"/>
                </a:solidFill>
                <a:latin typeface="Calibri"/>
                <a:cs typeface="Calibri"/>
              </a:rPr>
              <a:t>sin </a:t>
            </a:r>
            <a:r>
              <a:rPr dirty="0" sz="2800" spc="-25">
                <a:solidFill>
                  <a:srgbClr val="4E3629"/>
                </a:solidFill>
                <a:latin typeface="Calibri"/>
                <a:cs typeface="Calibri"/>
              </a:rPr>
              <a:t>	</a:t>
            </a:r>
            <a:r>
              <a:rPr dirty="0" sz="2800">
                <a:solidFill>
                  <a:srgbClr val="4E3629"/>
                </a:solidFill>
                <a:latin typeface="Calibri"/>
                <a:cs typeface="Calibri"/>
              </a:rPr>
              <a:t>nombrar</a:t>
            </a:r>
            <a:r>
              <a:rPr dirty="0" sz="2800" spc="-100">
                <a:solidFill>
                  <a:srgbClr val="4E3629"/>
                </a:solidFill>
                <a:latin typeface="Calibri"/>
                <a:cs typeface="Calibri"/>
              </a:rPr>
              <a:t> </a:t>
            </a:r>
            <a:r>
              <a:rPr dirty="0" sz="2800" spc="-10">
                <a:solidFill>
                  <a:srgbClr val="4E3629"/>
                </a:solidFill>
                <a:latin typeface="Calibri"/>
                <a:cs typeface="Calibri"/>
              </a:rPr>
              <a:t>explícitamente</a:t>
            </a:r>
            <a:r>
              <a:rPr dirty="0" sz="2800" spc="-90">
                <a:solidFill>
                  <a:srgbClr val="4E3629"/>
                </a:solidFill>
                <a:latin typeface="Calibri"/>
                <a:cs typeface="Calibri"/>
              </a:rPr>
              <a:t> </a:t>
            </a:r>
            <a:r>
              <a:rPr dirty="0" sz="2800">
                <a:solidFill>
                  <a:srgbClr val="4E3629"/>
                </a:solidFill>
                <a:latin typeface="Calibri"/>
                <a:cs typeface="Calibri"/>
              </a:rPr>
              <a:t>las</a:t>
            </a:r>
            <a:r>
              <a:rPr dirty="0" sz="2800" spc="-110">
                <a:solidFill>
                  <a:srgbClr val="4E3629"/>
                </a:solidFill>
                <a:latin typeface="Calibri"/>
                <a:cs typeface="Calibri"/>
              </a:rPr>
              <a:t> </a:t>
            </a:r>
            <a:r>
              <a:rPr dirty="0" sz="2800" spc="-10">
                <a:solidFill>
                  <a:srgbClr val="4E3629"/>
                </a:solidFill>
                <a:latin typeface="Calibri"/>
                <a:cs typeface="Calibri"/>
              </a:rPr>
              <a:t>columnas</a:t>
            </a:r>
            <a:endParaRPr sz="2800">
              <a:latin typeface="Calibri"/>
              <a:cs typeface="Calibri"/>
            </a:endParaRPr>
          </a:p>
          <a:p>
            <a:pPr marL="182880" marR="5080" indent="-170815">
              <a:lnSpc>
                <a:spcPts val="3030"/>
              </a:lnSpc>
              <a:spcBef>
                <a:spcPts val="795"/>
              </a:spcBef>
              <a:buClr>
                <a:srgbClr val="D1350F"/>
              </a:buClr>
              <a:buFont typeface="Arial MT"/>
              <a:buChar char="•"/>
              <a:tabLst>
                <a:tab pos="184785" algn="l"/>
              </a:tabLst>
            </a:pPr>
            <a:r>
              <a:rPr dirty="0" sz="2800">
                <a:solidFill>
                  <a:srgbClr val="4E3629"/>
                </a:solidFill>
                <a:latin typeface="Calibri"/>
                <a:cs typeface="Calibri"/>
              </a:rPr>
              <a:t>Sin</a:t>
            </a:r>
            <a:r>
              <a:rPr dirty="0" sz="2800" spc="-75">
                <a:solidFill>
                  <a:srgbClr val="4E3629"/>
                </a:solidFill>
                <a:latin typeface="Calibri"/>
                <a:cs typeface="Calibri"/>
              </a:rPr>
              <a:t> </a:t>
            </a:r>
            <a:r>
              <a:rPr dirty="0" sz="2800" spc="-10">
                <a:solidFill>
                  <a:srgbClr val="4E3629"/>
                </a:solidFill>
                <a:latin typeface="Calibri"/>
                <a:cs typeface="Calibri"/>
              </a:rPr>
              <a:t>embargo,</a:t>
            </a:r>
            <a:r>
              <a:rPr dirty="0" sz="2800" spc="-75">
                <a:solidFill>
                  <a:srgbClr val="4E3629"/>
                </a:solidFill>
                <a:latin typeface="Calibri"/>
                <a:cs typeface="Calibri"/>
              </a:rPr>
              <a:t> </a:t>
            </a:r>
            <a:r>
              <a:rPr dirty="0" sz="2800">
                <a:solidFill>
                  <a:srgbClr val="4E3629"/>
                </a:solidFill>
                <a:latin typeface="Calibri"/>
                <a:cs typeface="Calibri"/>
              </a:rPr>
              <a:t>para</a:t>
            </a:r>
            <a:r>
              <a:rPr dirty="0" sz="2800" spc="-75">
                <a:solidFill>
                  <a:srgbClr val="4E3629"/>
                </a:solidFill>
                <a:latin typeface="Calibri"/>
                <a:cs typeface="Calibri"/>
              </a:rPr>
              <a:t> </a:t>
            </a:r>
            <a:r>
              <a:rPr dirty="0" sz="2800">
                <a:solidFill>
                  <a:srgbClr val="4E3629"/>
                </a:solidFill>
                <a:latin typeface="Calibri"/>
                <a:cs typeface="Calibri"/>
              </a:rPr>
              <a:t>mayor</a:t>
            </a:r>
            <a:r>
              <a:rPr dirty="0" sz="2800" spc="-75">
                <a:solidFill>
                  <a:srgbClr val="4E3629"/>
                </a:solidFill>
                <a:latin typeface="Calibri"/>
                <a:cs typeface="Calibri"/>
              </a:rPr>
              <a:t> </a:t>
            </a:r>
            <a:r>
              <a:rPr dirty="0" sz="2800">
                <a:solidFill>
                  <a:srgbClr val="4E3629"/>
                </a:solidFill>
                <a:latin typeface="Calibri"/>
                <a:cs typeface="Calibri"/>
              </a:rPr>
              <a:t>claridad,</a:t>
            </a:r>
            <a:r>
              <a:rPr dirty="0" sz="2800" spc="-70">
                <a:solidFill>
                  <a:srgbClr val="4E3629"/>
                </a:solidFill>
                <a:latin typeface="Calibri"/>
                <a:cs typeface="Calibri"/>
              </a:rPr>
              <a:t> </a:t>
            </a:r>
            <a:r>
              <a:rPr dirty="0" sz="2800">
                <a:solidFill>
                  <a:srgbClr val="4E3629"/>
                </a:solidFill>
                <a:latin typeface="Calibri"/>
                <a:cs typeface="Calibri"/>
              </a:rPr>
              <a:t>es</a:t>
            </a:r>
            <a:r>
              <a:rPr dirty="0" sz="2800" spc="-75">
                <a:solidFill>
                  <a:srgbClr val="4E3629"/>
                </a:solidFill>
                <a:latin typeface="Calibri"/>
                <a:cs typeface="Calibri"/>
              </a:rPr>
              <a:t> </a:t>
            </a:r>
            <a:r>
              <a:rPr dirty="0" sz="2800">
                <a:solidFill>
                  <a:srgbClr val="4E3629"/>
                </a:solidFill>
                <a:latin typeface="Calibri"/>
                <a:cs typeface="Calibri"/>
              </a:rPr>
              <a:t>mejor</a:t>
            </a:r>
            <a:r>
              <a:rPr dirty="0" sz="2800" spc="-90">
                <a:solidFill>
                  <a:srgbClr val="4E3629"/>
                </a:solidFill>
                <a:latin typeface="Calibri"/>
                <a:cs typeface="Calibri"/>
              </a:rPr>
              <a:t> </a:t>
            </a:r>
            <a:r>
              <a:rPr dirty="0" sz="2800">
                <a:solidFill>
                  <a:srgbClr val="4E3629"/>
                </a:solidFill>
                <a:latin typeface="Calibri"/>
                <a:cs typeface="Calibri"/>
              </a:rPr>
              <a:t>utilizar</a:t>
            </a:r>
            <a:r>
              <a:rPr dirty="0" sz="2800" spc="-75">
                <a:solidFill>
                  <a:srgbClr val="4E3629"/>
                </a:solidFill>
                <a:latin typeface="Calibri"/>
                <a:cs typeface="Calibri"/>
              </a:rPr>
              <a:t> </a:t>
            </a:r>
            <a:r>
              <a:rPr dirty="0" sz="2800" spc="-25">
                <a:solidFill>
                  <a:srgbClr val="4E3629"/>
                </a:solidFill>
                <a:latin typeface="Calibri"/>
                <a:cs typeface="Calibri"/>
              </a:rPr>
              <a:t>los </a:t>
            </a:r>
            <a:r>
              <a:rPr dirty="0" sz="2800" spc="-25">
                <a:solidFill>
                  <a:srgbClr val="4E3629"/>
                </a:solidFill>
                <a:latin typeface="Calibri"/>
                <a:cs typeface="Calibri"/>
              </a:rPr>
              <a:t>	</a:t>
            </a:r>
            <a:r>
              <a:rPr dirty="0" sz="2800">
                <a:solidFill>
                  <a:srgbClr val="4E3629"/>
                </a:solidFill>
                <a:latin typeface="Calibri"/>
                <a:cs typeface="Calibri"/>
              </a:rPr>
              <a:t>nombres</a:t>
            </a:r>
            <a:r>
              <a:rPr dirty="0" sz="2800" spc="-50">
                <a:solidFill>
                  <a:srgbClr val="4E3629"/>
                </a:solidFill>
                <a:latin typeface="Calibri"/>
                <a:cs typeface="Calibri"/>
              </a:rPr>
              <a:t> </a:t>
            </a:r>
            <a:r>
              <a:rPr dirty="0" sz="2800">
                <a:solidFill>
                  <a:srgbClr val="4E3629"/>
                </a:solidFill>
                <a:latin typeface="Calibri"/>
                <a:cs typeface="Calibri"/>
              </a:rPr>
              <a:t>de</a:t>
            </a:r>
            <a:r>
              <a:rPr dirty="0" sz="2800" spc="-75">
                <a:solidFill>
                  <a:srgbClr val="4E3629"/>
                </a:solidFill>
                <a:latin typeface="Calibri"/>
                <a:cs typeface="Calibri"/>
              </a:rPr>
              <a:t> </a:t>
            </a:r>
            <a:r>
              <a:rPr dirty="0" sz="2800">
                <a:solidFill>
                  <a:srgbClr val="4E3629"/>
                </a:solidFill>
                <a:latin typeface="Calibri"/>
                <a:cs typeface="Calibri"/>
              </a:rPr>
              <a:t>columna</a:t>
            </a:r>
            <a:r>
              <a:rPr dirty="0" sz="2800" spc="-55">
                <a:solidFill>
                  <a:srgbClr val="4E3629"/>
                </a:solidFill>
                <a:latin typeface="Calibri"/>
                <a:cs typeface="Calibri"/>
              </a:rPr>
              <a:t> </a:t>
            </a:r>
            <a:r>
              <a:rPr dirty="0" sz="2800">
                <a:solidFill>
                  <a:srgbClr val="4E3629"/>
                </a:solidFill>
                <a:latin typeface="Calibri"/>
                <a:cs typeface="Calibri"/>
              </a:rPr>
              <a:t>en</a:t>
            </a:r>
            <a:r>
              <a:rPr dirty="0" sz="2800" spc="-70">
                <a:solidFill>
                  <a:srgbClr val="4E3629"/>
                </a:solidFill>
                <a:latin typeface="Calibri"/>
                <a:cs typeface="Calibri"/>
              </a:rPr>
              <a:t> </a:t>
            </a:r>
            <a:r>
              <a:rPr dirty="0" sz="2800">
                <a:solidFill>
                  <a:srgbClr val="4E3629"/>
                </a:solidFill>
                <a:latin typeface="Calibri"/>
                <a:cs typeface="Calibri"/>
              </a:rPr>
              <a:t>una</a:t>
            </a:r>
            <a:r>
              <a:rPr dirty="0" sz="2800" spc="-50">
                <a:solidFill>
                  <a:srgbClr val="4E3629"/>
                </a:solidFill>
                <a:latin typeface="Calibri"/>
                <a:cs typeface="Calibri"/>
              </a:rPr>
              <a:t> </a:t>
            </a:r>
            <a:r>
              <a:rPr dirty="0" sz="2800">
                <a:solidFill>
                  <a:srgbClr val="4E3629"/>
                </a:solidFill>
                <a:latin typeface="Calibri"/>
                <a:cs typeface="Calibri"/>
              </a:rPr>
              <a:t>cláusula</a:t>
            </a:r>
            <a:r>
              <a:rPr dirty="0" sz="2800" spc="-65">
                <a:solidFill>
                  <a:srgbClr val="4E3629"/>
                </a:solidFill>
                <a:latin typeface="Calibri"/>
                <a:cs typeface="Calibri"/>
              </a:rPr>
              <a:t> </a:t>
            </a:r>
            <a:r>
              <a:rPr dirty="0" sz="2800" spc="-10">
                <a:solidFill>
                  <a:srgbClr val="4E3629"/>
                </a:solidFill>
                <a:latin typeface="Calibri"/>
                <a:cs typeface="Calibri"/>
              </a:rPr>
              <a:t>INSERT</a:t>
            </a:r>
            <a:endParaRPr sz="2800">
              <a:latin typeface="Calibri"/>
              <a:cs typeface="Calibri"/>
            </a:endParaRPr>
          </a:p>
        </p:txBody>
      </p:sp>
      <p:graphicFrame>
        <p:nvGraphicFramePr>
          <p:cNvPr id="4" name="object 4" descr=""/>
          <p:cNvGraphicFramePr>
            <a:graphicFrameLocks noGrp="1"/>
          </p:cNvGraphicFramePr>
          <p:nvPr/>
        </p:nvGraphicFramePr>
        <p:xfrm>
          <a:off x="798512" y="4605003"/>
          <a:ext cx="7651750" cy="749300"/>
        </p:xfrm>
        <a:graphic>
          <a:graphicData uri="http://schemas.openxmlformats.org/drawingml/2006/table">
            <a:tbl>
              <a:tblPr firstRow="1" bandRow="1">
                <a:tableStyleId>{2D5ABB26-0587-4C30-8999-92F81FD0307C}</a:tableStyleId>
              </a:tblPr>
              <a:tblGrid>
                <a:gridCol w="1725295"/>
                <a:gridCol w="2054225"/>
                <a:gridCol w="1753870"/>
                <a:gridCol w="2029459"/>
              </a:tblGrid>
              <a:tr h="407670">
                <a:tc>
                  <a:txBody>
                    <a:bodyPr/>
                    <a:lstStyle/>
                    <a:p>
                      <a:pPr marL="57785">
                        <a:lnSpc>
                          <a:spcPct val="100000"/>
                        </a:lnSpc>
                        <a:spcBef>
                          <a:spcPts val="555"/>
                        </a:spcBef>
                      </a:pPr>
                      <a:r>
                        <a:rPr dirty="0" sz="1600" spc="-10" b="1">
                          <a:solidFill>
                            <a:srgbClr val="4E3629"/>
                          </a:solidFill>
                          <a:latin typeface="Calibri"/>
                          <a:cs typeface="Calibri"/>
                        </a:rPr>
                        <a:t>DEPARTMENT_ID</a:t>
                      </a:r>
                      <a:endParaRPr sz="1600">
                        <a:latin typeface="Calibri"/>
                        <a:cs typeface="Calibri"/>
                      </a:endParaRPr>
                    </a:p>
                  </a:txBody>
                  <a:tcPr marL="0" marR="0" marB="0" marT="70485">
                    <a:lnL w="12700">
                      <a:solidFill>
                        <a:srgbClr val="D1350F"/>
                      </a:solidFill>
                      <a:prstDash val="solid"/>
                    </a:lnL>
                    <a:lnR w="12700">
                      <a:solidFill>
                        <a:srgbClr val="D1350F"/>
                      </a:solidFill>
                      <a:prstDash val="solid"/>
                    </a:lnR>
                    <a:lnT w="12700">
                      <a:solidFill>
                        <a:srgbClr val="D1350F"/>
                      </a:solidFill>
                      <a:prstDash val="solid"/>
                    </a:lnT>
                    <a:lnB w="28575">
                      <a:solidFill>
                        <a:srgbClr val="D1350F"/>
                      </a:solidFill>
                      <a:prstDash val="solid"/>
                    </a:lnB>
                  </a:tcPr>
                </a:tc>
                <a:tc>
                  <a:txBody>
                    <a:bodyPr/>
                    <a:lstStyle/>
                    <a:p>
                      <a:pPr marL="57785">
                        <a:lnSpc>
                          <a:spcPct val="100000"/>
                        </a:lnSpc>
                        <a:spcBef>
                          <a:spcPts val="555"/>
                        </a:spcBef>
                      </a:pPr>
                      <a:r>
                        <a:rPr dirty="0" sz="1600" spc="-10" b="1">
                          <a:solidFill>
                            <a:srgbClr val="4E3629"/>
                          </a:solidFill>
                          <a:latin typeface="Calibri"/>
                          <a:cs typeface="Calibri"/>
                        </a:rPr>
                        <a:t>DEPARTMENT_NAME</a:t>
                      </a:r>
                      <a:endParaRPr sz="1600">
                        <a:latin typeface="Calibri"/>
                        <a:cs typeface="Calibri"/>
                      </a:endParaRPr>
                    </a:p>
                  </a:txBody>
                  <a:tcPr marL="0" marR="0" marB="0" marT="70485">
                    <a:lnL w="12700">
                      <a:solidFill>
                        <a:srgbClr val="D1350F"/>
                      </a:solidFill>
                      <a:prstDash val="solid"/>
                    </a:lnL>
                    <a:lnR w="12700">
                      <a:solidFill>
                        <a:srgbClr val="D1350F"/>
                      </a:solidFill>
                      <a:prstDash val="solid"/>
                    </a:lnR>
                    <a:lnT w="12700">
                      <a:solidFill>
                        <a:srgbClr val="D1350F"/>
                      </a:solidFill>
                      <a:prstDash val="solid"/>
                    </a:lnT>
                    <a:lnB w="28575">
                      <a:solidFill>
                        <a:srgbClr val="D1350F"/>
                      </a:solidFill>
                      <a:prstDash val="solid"/>
                    </a:lnB>
                  </a:tcPr>
                </a:tc>
                <a:tc>
                  <a:txBody>
                    <a:bodyPr/>
                    <a:lstStyle/>
                    <a:p>
                      <a:pPr marL="57785">
                        <a:lnSpc>
                          <a:spcPct val="100000"/>
                        </a:lnSpc>
                        <a:spcBef>
                          <a:spcPts val="555"/>
                        </a:spcBef>
                      </a:pPr>
                      <a:r>
                        <a:rPr dirty="0" sz="1600" spc="-10" b="1">
                          <a:solidFill>
                            <a:srgbClr val="4E3629"/>
                          </a:solidFill>
                          <a:latin typeface="Calibri"/>
                          <a:cs typeface="Calibri"/>
                        </a:rPr>
                        <a:t>MANAGER_ID</a:t>
                      </a:r>
                      <a:endParaRPr sz="1600">
                        <a:latin typeface="Calibri"/>
                        <a:cs typeface="Calibri"/>
                      </a:endParaRPr>
                    </a:p>
                  </a:txBody>
                  <a:tcPr marL="0" marR="0" marB="0" marT="70485">
                    <a:lnL w="12700">
                      <a:solidFill>
                        <a:srgbClr val="D1350F"/>
                      </a:solidFill>
                      <a:prstDash val="solid"/>
                    </a:lnL>
                    <a:lnR w="12700">
                      <a:solidFill>
                        <a:srgbClr val="D1350F"/>
                      </a:solidFill>
                      <a:prstDash val="solid"/>
                    </a:lnR>
                    <a:lnT w="12700">
                      <a:solidFill>
                        <a:srgbClr val="D1350F"/>
                      </a:solidFill>
                      <a:prstDash val="solid"/>
                    </a:lnT>
                    <a:lnB w="28575">
                      <a:solidFill>
                        <a:srgbClr val="D1350F"/>
                      </a:solidFill>
                      <a:prstDash val="solid"/>
                    </a:lnB>
                  </a:tcPr>
                </a:tc>
                <a:tc>
                  <a:txBody>
                    <a:bodyPr/>
                    <a:lstStyle/>
                    <a:p>
                      <a:pPr marL="57785">
                        <a:lnSpc>
                          <a:spcPct val="100000"/>
                        </a:lnSpc>
                        <a:spcBef>
                          <a:spcPts val="555"/>
                        </a:spcBef>
                      </a:pPr>
                      <a:r>
                        <a:rPr dirty="0" sz="1600" spc="-10" b="1">
                          <a:solidFill>
                            <a:srgbClr val="4E3629"/>
                          </a:solidFill>
                          <a:latin typeface="Calibri"/>
                          <a:cs typeface="Calibri"/>
                        </a:rPr>
                        <a:t>LOCATION_ID</a:t>
                      </a:r>
                      <a:endParaRPr sz="1600">
                        <a:latin typeface="Calibri"/>
                        <a:cs typeface="Calibri"/>
                      </a:endParaRPr>
                    </a:p>
                  </a:txBody>
                  <a:tcPr marL="0" marR="0" marB="0" marT="70485">
                    <a:lnL w="12700">
                      <a:solidFill>
                        <a:srgbClr val="D1350F"/>
                      </a:solidFill>
                      <a:prstDash val="solid"/>
                    </a:lnL>
                    <a:lnR w="12700">
                      <a:solidFill>
                        <a:srgbClr val="D1350F"/>
                      </a:solidFill>
                      <a:prstDash val="solid"/>
                    </a:lnR>
                    <a:lnT w="12700">
                      <a:solidFill>
                        <a:srgbClr val="D1350F"/>
                      </a:solidFill>
                      <a:prstDash val="solid"/>
                    </a:lnT>
                    <a:lnB w="28575">
                      <a:solidFill>
                        <a:srgbClr val="D1350F"/>
                      </a:solidFill>
                      <a:prstDash val="solid"/>
                    </a:lnB>
                  </a:tcPr>
                </a:tc>
              </a:tr>
              <a:tr h="341630">
                <a:tc>
                  <a:txBody>
                    <a:bodyPr/>
                    <a:lstStyle/>
                    <a:p>
                      <a:pPr marL="57785">
                        <a:lnSpc>
                          <a:spcPct val="100000"/>
                        </a:lnSpc>
                        <a:spcBef>
                          <a:spcPts val="295"/>
                        </a:spcBef>
                      </a:pPr>
                      <a:r>
                        <a:rPr dirty="0" sz="1600" spc="-25">
                          <a:solidFill>
                            <a:srgbClr val="4E3629"/>
                          </a:solidFill>
                          <a:latin typeface="Calibri"/>
                          <a:cs typeface="Calibri"/>
                        </a:rPr>
                        <a:t>210</a:t>
                      </a:r>
                      <a:endParaRPr sz="1600">
                        <a:latin typeface="Calibri"/>
                        <a:cs typeface="Calibri"/>
                      </a:endParaRPr>
                    </a:p>
                  </a:txBody>
                  <a:tcPr marL="0" marR="0" marB="0" marT="37465">
                    <a:lnL w="12700">
                      <a:solidFill>
                        <a:srgbClr val="D1350F"/>
                      </a:solidFill>
                      <a:prstDash val="solid"/>
                    </a:lnL>
                    <a:lnR w="12700">
                      <a:solidFill>
                        <a:srgbClr val="D1350F"/>
                      </a:solidFill>
                      <a:prstDash val="solid"/>
                    </a:lnR>
                    <a:lnT w="28575">
                      <a:solidFill>
                        <a:srgbClr val="D1350F"/>
                      </a:solidFill>
                      <a:prstDash val="solid"/>
                    </a:lnT>
                    <a:lnB w="12700">
                      <a:solidFill>
                        <a:srgbClr val="D1350F"/>
                      </a:solidFill>
                      <a:prstDash val="solid"/>
                    </a:lnB>
                  </a:tcPr>
                </a:tc>
                <a:tc>
                  <a:txBody>
                    <a:bodyPr/>
                    <a:lstStyle/>
                    <a:p>
                      <a:pPr marL="57785">
                        <a:lnSpc>
                          <a:spcPct val="100000"/>
                        </a:lnSpc>
                        <a:spcBef>
                          <a:spcPts val="295"/>
                        </a:spcBef>
                      </a:pPr>
                      <a:r>
                        <a:rPr dirty="0" sz="1600" spc="-10">
                          <a:solidFill>
                            <a:srgbClr val="4E3629"/>
                          </a:solidFill>
                          <a:latin typeface="Calibri"/>
                          <a:cs typeface="Calibri"/>
                        </a:rPr>
                        <a:t>Estate</a:t>
                      </a:r>
                      <a:r>
                        <a:rPr dirty="0" sz="1600" spc="-45">
                          <a:solidFill>
                            <a:srgbClr val="4E3629"/>
                          </a:solidFill>
                          <a:latin typeface="Calibri"/>
                          <a:cs typeface="Calibri"/>
                        </a:rPr>
                        <a:t> </a:t>
                      </a:r>
                      <a:r>
                        <a:rPr dirty="0" sz="1600" spc="-10">
                          <a:solidFill>
                            <a:srgbClr val="4E3629"/>
                          </a:solidFill>
                          <a:latin typeface="Calibri"/>
                          <a:cs typeface="Calibri"/>
                        </a:rPr>
                        <a:t>Management</a:t>
                      </a:r>
                      <a:endParaRPr sz="1600">
                        <a:latin typeface="Calibri"/>
                        <a:cs typeface="Calibri"/>
                      </a:endParaRPr>
                    </a:p>
                  </a:txBody>
                  <a:tcPr marL="0" marR="0" marB="0" marT="37465">
                    <a:lnL w="12700">
                      <a:solidFill>
                        <a:srgbClr val="D1350F"/>
                      </a:solidFill>
                      <a:prstDash val="solid"/>
                    </a:lnL>
                    <a:lnR w="12700">
                      <a:solidFill>
                        <a:srgbClr val="D1350F"/>
                      </a:solidFill>
                      <a:prstDash val="solid"/>
                    </a:lnR>
                    <a:lnT w="28575">
                      <a:solidFill>
                        <a:srgbClr val="D1350F"/>
                      </a:solidFill>
                      <a:prstDash val="solid"/>
                    </a:lnT>
                    <a:lnB w="12700">
                      <a:solidFill>
                        <a:srgbClr val="D1350F"/>
                      </a:solidFill>
                      <a:prstDash val="solid"/>
                    </a:lnB>
                  </a:tcPr>
                </a:tc>
                <a:tc>
                  <a:txBody>
                    <a:bodyPr/>
                    <a:lstStyle/>
                    <a:p>
                      <a:pPr marL="57785">
                        <a:lnSpc>
                          <a:spcPct val="100000"/>
                        </a:lnSpc>
                        <a:spcBef>
                          <a:spcPts val="295"/>
                        </a:spcBef>
                      </a:pPr>
                      <a:r>
                        <a:rPr dirty="0" sz="1600" spc="-25">
                          <a:solidFill>
                            <a:srgbClr val="4E3629"/>
                          </a:solidFill>
                          <a:latin typeface="Calibri"/>
                          <a:cs typeface="Calibri"/>
                        </a:rPr>
                        <a:t>102</a:t>
                      </a:r>
                      <a:endParaRPr sz="1600">
                        <a:latin typeface="Calibri"/>
                        <a:cs typeface="Calibri"/>
                      </a:endParaRPr>
                    </a:p>
                  </a:txBody>
                  <a:tcPr marL="0" marR="0" marB="0" marT="37465">
                    <a:lnL w="12700">
                      <a:solidFill>
                        <a:srgbClr val="D1350F"/>
                      </a:solidFill>
                      <a:prstDash val="solid"/>
                    </a:lnL>
                    <a:lnR w="12700">
                      <a:solidFill>
                        <a:srgbClr val="D1350F"/>
                      </a:solidFill>
                      <a:prstDash val="solid"/>
                    </a:lnR>
                    <a:lnT w="28575">
                      <a:solidFill>
                        <a:srgbClr val="D1350F"/>
                      </a:solidFill>
                      <a:prstDash val="solid"/>
                    </a:lnT>
                    <a:lnB w="12700">
                      <a:solidFill>
                        <a:srgbClr val="D1350F"/>
                      </a:solidFill>
                      <a:prstDash val="solid"/>
                    </a:lnB>
                  </a:tcPr>
                </a:tc>
                <a:tc>
                  <a:txBody>
                    <a:bodyPr/>
                    <a:lstStyle/>
                    <a:p>
                      <a:pPr marL="57785">
                        <a:lnSpc>
                          <a:spcPct val="100000"/>
                        </a:lnSpc>
                        <a:spcBef>
                          <a:spcPts val="295"/>
                        </a:spcBef>
                      </a:pPr>
                      <a:r>
                        <a:rPr dirty="0" sz="1600" spc="-20">
                          <a:solidFill>
                            <a:srgbClr val="4E3629"/>
                          </a:solidFill>
                          <a:latin typeface="Calibri"/>
                          <a:cs typeface="Calibri"/>
                        </a:rPr>
                        <a:t>1700</a:t>
                      </a:r>
                      <a:endParaRPr sz="1600">
                        <a:latin typeface="Calibri"/>
                        <a:cs typeface="Calibri"/>
                      </a:endParaRPr>
                    </a:p>
                  </a:txBody>
                  <a:tcPr marL="0" marR="0" marB="0" marT="37465">
                    <a:lnL w="12700">
                      <a:solidFill>
                        <a:srgbClr val="D1350F"/>
                      </a:solidFill>
                      <a:prstDash val="solid"/>
                    </a:lnL>
                    <a:lnR w="12700">
                      <a:solidFill>
                        <a:srgbClr val="D1350F"/>
                      </a:solidFill>
                      <a:prstDash val="solid"/>
                    </a:lnR>
                    <a:lnT w="28575">
                      <a:solidFill>
                        <a:srgbClr val="D1350F"/>
                      </a:solidFill>
                      <a:prstDash val="solid"/>
                    </a:lnT>
                    <a:lnB w="12700">
                      <a:solidFill>
                        <a:srgbClr val="D1350F"/>
                      </a:solidFill>
                      <a:prstDash val="solid"/>
                    </a:lnB>
                  </a:tcPr>
                </a:tc>
              </a:tr>
            </a:tbl>
          </a:graphicData>
        </a:graphic>
      </p:graphicFrame>
      <p:sp>
        <p:nvSpPr>
          <p:cNvPr id="5" name="object 5" descr=""/>
          <p:cNvSpPr txBox="1"/>
          <p:nvPr/>
        </p:nvSpPr>
        <p:spPr>
          <a:xfrm>
            <a:off x="393191" y="3307079"/>
            <a:ext cx="8345805" cy="902335"/>
          </a:xfrm>
          <a:prstGeom prst="rect">
            <a:avLst/>
          </a:prstGeom>
          <a:solidFill>
            <a:srgbClr val="9DBEC4">
              <a:alpha val="50199"/>
            </a:srgbClr>
          </a:solidFill>
        </p:spPr>
        <p:txBody>
          <a:bodyPr wrap="square" lIns="0" tIns="11430" rIns="0" bIns="0" rtlCol="0" vert="horz">
            <a:spAutoFit/>
          </a:bodyPr>
          <a:lstStyle/>
          <a:p>
            <a:pPr marR="4515485">
              <a:lnSpc>
                <a:spcPct val="100000"/>
              </a:lnSpc>
              <a:spcBef>
                <a:spcPts val="90"/>
              </a:spcBef>
            </a:pPr>
            <a:r>
              <a:rPr dirty="0" sz="1800" b="1">
                <a:solidFill>
                  <a:srgbClr val="4E3629"/>
                </a:solidFill>
                <a:latin typeface="Courier New"/>
                <a:cs typeface="Courier New"/>
              </a:rPr>
              <a:t>INSERT</a:t>
            </a:r>
            <a:r>
              <a:rPr dirty="0" sz="1800" spc="-55" b="1">
                <a:solidFill>
                  <a:srgbClr val="4E3629"/>
                </a:solidFill>
                <a:latin typeface="Courier New"/>
                <a:cs typeface="Courier New"/>
              </a:rPr>
              <a:t> </a:t>
            </a:r>
            <a:r>
              <a:rPr dirty="0" sz="1800" b="1">
                <a:solidFill>
                  <a:srgbClr val="4E3629"/>
                </a:solidFill>
                <a:latin typeface="Courier New"/>
                <a:cs typeface="Courier New"/>
              </a:rPr>
              <a:t>INTO</a:t>
            </a:r>
            <a:r>
              <a:rPr dirty="0" sz="1800" spc="-50" b="1">
                <a:solidFill>
                  <a:srgbClr val="4E3629"/>
                </a:solidFill>
                <a:latin typeface="Courier New"/>
                <a:cs typeface="Courier New"/>
              </a:rPr>
              <a:t> </a:t>
            </a:r>
            <a:r>
              <a:rPr dirty="0" sz="1800" spc="-10" b="1">
                <a:solidFill>
                  <a:srgbClr val="4E3629"/>
                </a:solidFill>
                <a:latin typeface="Courier New"/>
                <a:cs typeface="Courier New"/>
              </a:rPr>
              <a:t>copy_departments VALUES</a:t>
            </a:r>
            <a:endParaRPr sz="1800">
              <a:latin typeface="Courier New"/>
              <a:cs typeface="Courier New"/>
            </a:endParaRPr>
          </a:p>
          <a:p>
            <a:pPr marL="274320">
              <a:lnSpc>
                <a:spcPct val="100000"/>
              </a:lnSpc>
            </a:pPr>
            <a:r>
              <a:rPr dirty="0" sz="1800" b="1">
                <a:solidFill>
                  <a:srgbClr val="4E3629"/>
                </a:solidFill>
                <a:latin typeface="Courier New"/>
                <a:cs typeface="Courier New"/>
              </a:rPr>
              <a:t>(210,'Estate</a:t>
            </a:r>
            <a:r>
              <a:rPr dirty="0" sz="1800" spc="-105" b="1">
                <a:solidFill>
                  <a:srgbClr val="4E3629"/>
                </a:solidFill>
                <a:latin typeface="Courier New"/>
                <a:cs typeface="Courier New"/>
              </a:rPr>
              <a:t> </a:t>
            </a:r>
            <a:r>
              <a:rPr dirty="0" sz="1800" b="1">
                <a:solidFill>
                  <a:srgbClr val="4E3629"/>
                </a:solidFill>
                <a:latin typeface="Courier New"/>
                <a:cs typeface="Courier New"/>
              </a:rPr>
              <a:t>Management',</a:t>
            </a:r>
            <a:r>
              <a:rPr dirty="0" sz="1800" spc="-95" b="1">
                <a:solidFill>
                  <a:srgbClr val="4E3629"/>
                </a:solidFill>
                <a:latin typeface="Courier New"/>
                <a:cs typeface="Courier New"/>
              </a:rPr>
              <a:t> </a:t>
            </a:r>
            <a:r>
              <a:rPr dirty="0" sz="1800" b="1">
                <a:solidFill>
                  <a:srgbClr val="4E3629"/>
                </a:solidFill>
                <a:latin typeface="Courier New"/>
                <a:cs typeface="Courier New"/>
              </a:rPr>
              <a:t>102,</a:t>
            </a:r>
            <a:r>
              <a:rPr dirty="0" sz="1800" spc="-100" b="1">
                <a:solidFill>
                  <a:srgbClr val="4E3629"/>
                </a:solidFill>
                <a:latin typeface="Courier New"/>
                <a:cs typeface="Courier New"/>
              </a:rPr>
              <a:t> </a:t>
            </a:r>
            <a:r>
              <a:rPr dirty="0" sz="1800" spc="-10" b="1">
                <a:solidFill>
                  <a:srgbClr val="4E3629"/>
                </a:solidFill>
                <a:latin typeface="Courier New"/>
                <a:cs typeface="Courier New"/>
              </a:rPr>
              <a:t>1700);</a:t>
            </a:r>
            <a:endParaRPr sz="1800">
              <a:latin typeface="Courier New"/>
              <a:cs typeface="Courier New"/>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p:spPr>
        <p:txBody>
          <a:bodyPr wrap="square" lIns="0" tIns="12700" rIns="0" bIns="0" rtlCol="0" vert="horz">
            <a:spAutoFit/>
          </a:bodyPr>
          <a:lstStyle/>
          <a:p>
            <a:pPr marL="12700">
              <a:lnSpc>
                <a:spcPct val="100000"/>
              </a:lnSpc>
              <a:spcBef>
                <a:spcPts val="100"/>
              </a:spcBef>
            </a:pPr>
            <a:r>
              <a:rPr dirty="0"/>
              <a:t>Inserción</a:t>
            </a:r>
            <a:r>
              <a:rPr dirty="0" spc="-75"/>
              <a:t> </a:t>
            </a:r>
            <a:r>
              <a:rPr dirty="0"/>
              <a:t>de</a:t>
            </a:r>
            <a:r>
              <a:rPr dirty="0" spc="-75"/>
              <a:t> </a:t>
            </a:r>
            <a:r>
              <a:rPr dirty="0"/>
              <a:t>Filas</a:t>
            </a:r>
            <a:r>
              <a:rPr dirty="0" spc="-85"/>
              <a:t> </a:t>
            </a:r>
            <a:r>
              <a:rPr dirty="0"/>
              <a:t>con</a:t>
            </a:r>
            <a:r>
              <a:rPr dirty="0" spc="-70"/>
              <a:t> </a:t>
            </a:r>
            <a:r>
              <a:rPr dirty="0" spc="-25"/>
              <a:t>Valores</a:t>
            </a:r>
            <a:r>
              <a:rPr dirty="0" spc="-90"/>
              <a:t> </a:t>
            </a:r>
            <a:r>
              <a:rPr dirty="0" spc="-10"/>
              <a:t>Nulos</a:t>
            </a:r>
          </a:p>
        </p:txBody>
      </p:sp>
      <p:sp>
        <p:nvSpPr>
          <p:cNvPr id="3" name="object 3" descr=""/>
          <p:cNvSpPr txBox="1"/>
          <p:nvPr/>
        </p:nvSpPr>
        <p:spPr>
          <a:xfrm>
            <a:off x="483552" y="1415417"/>
            <a:ext cx="7928609" cy="2090420"/>
          </a:xfrm>
          <a:prstGeom prst="rect">
            <a:avLst/>
          </a:prstGeom>
        </p:spPr>
        <p:txBody>
          <a:bodyPr wrap="square" lIns="0" tIns="59690" rIns="0" bIns="0" rtlCol="0" vert="horz">
            <a:spAutoFit/>
          </a:bodyPr>
          <a:lstStyle/>
          <a:p>
            <a:pPr marL="159385" marR="5080" indent="-147320">
              <a:lnSpc>
                <a:spcPts val="3030"/>
              </a:lnSpc>
              <a:spcBef>
                <a:spcPts val="470"/>
              </a:spcBef>
              <a:buClr>
                <a:srgbClr val="D1350F"/>
              </a:buClr>
              <a:buFont typeface="Arial MT"/>
              <a:buChar char="•"/>
              <a:tabLst>
                <a:tab pos="184785" algn="l"/>
              </a:tabLst>
            </a:pPr>
            <a:r>
              <a:rPr dirty="0" u="heavy" sz="2800" spc="-51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La</a:t>
            </a:r>
            <a:r>
              <a:rPr dirty="0" u="heavy" sz="2800" spc="-10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sentencia</a:t>
            </a:r>
            <a:r>
              <a:rPr dirty="0" u="heavy" sz="2800" spc="-6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INSERT</a:t>
            </a:r>
            <a:r>
              <a:rPr dirty="0" u="heavy" sz="2800" spc="-7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no</a:t>
            </a:r>
            <a:r>
              <a:rPr dirty="0" u="heavy" sz="2800" spc="-6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necesita</a:t>
            </a:r>
            <a:r>
              <a:rPr dirty="0" u="heavy" sz="2800" spc="-6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especificar</a:t>
            </a:r>
            <a:r>
              <a:rPr dirty="0" u="heavy" sz="2800" spc="-6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todas</a:t>
            </a:r>
            <a:r>
              <a:rPr dirty="0" u="heavy" sz="2800" spc="-80">
                <a:solidFill>
                  <a:srgbClr val="4E3629"/>
                </a:solidFill>
                <a:uFill>
                  <a:solidFill>
                    <a:srgbClr val="EC2814"/>
                  </a:solidFill>
                </a:uFill>
                <a:latin typeface="Calibri"/>
                <a:cs typeface="Calibri"/>
              </a:rPr>
              <a:t> </a:t>
            </a:r>
            <a:r>
              <a:rPr dirty="0" u="heavy" sz="2800" spc="-25">
                <a:solidFill>
                  <a:srgbClr val="4E3629"/>
                </a:solidFill>
                <a:uFill>
                  <a:solidFill>
                    <a:srgbClr val="EC2814"/>
                  </a:solidFill>
                </a:uFill>
                <a:latin typeface="Calibri"/>
                <a:cs typeface="Calibri"/>
              </a:rPr>
              <a:t>las</a:t>
            </a:r>
            <a:r>
              <a:rPr dirty="0" sz="2800" spc="-25">
                <a:solidFill>
                  <a:srgbClr val="4E3629"/>
                </a:solidFill>
                <a:latin typeface="Calibri"/>
                <a:cs typeface="Calibri"/>
              </a:rPr>
              <a:t> </a:t>
            </a:r>
            <a:r>
              <a:rPr dirty="0" sz="2800" spc="-25">
                <a:solidFill>
                  <a:srgbClr val="4E3629"/>
                </a:solidFill>
                <a:latin typeface="Calibri"/>
                <a:cs typeface="Calibri"/>
              </a:rPr>
              <a:t>	</a:t>
            </a:r>
            <a:r>
              <a:rPr dirty="0" u="heavy" sz="2800">
                <a:solidFill>
                  <a:srgbClr val="4E3629"/>
                </a:solidFill>
                <a:uFill>
                  <a:solidFill>
                    <a:srgbClr val="EC2814"/>
                  </a:solidFill>
                </a:uFill>
                <a:latin typeface="Calibri"/>
                <a:cs typeface="Calibri"/>
              </a:rPr>
              <a:t>columnas:</a:t>
            </a:r>
            <a:r>
              <a:rPr dirty="0" u="heavy" sz="2800" spc="-5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se</a:t>
            </a:r>
            <a:r>
              <a:rPr dirty="0" u="heavy" sz="2800" spc="-7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pueden</a:t>
            </a:r>
            <a:r>
              <a:rPr dirty="0" u="heavy" sz="2800" spc="-60">
                <a:solidFill>
                  <a:srgbClr val="4E3629"/>
                </a:solidFill>
                <a:uFill>
                  <a:solidFill>
                    <a:srgbClr val="EC2814"/>
                  </a:solidFill>
                </a:uFill>
                <a:latin typeface="Calibri"/>
                <a:cs typeface="Calibri"/>
              </a:rPr>
              <a:t> </a:t>
            </a:r>
            <a:r>
              <a:rPr dirty="0" u="heavy" sz="2800" spc="-10">
                <a:solidFill>
                  <a:srgbClr val="4E3629"/>
                </a:solidFill>
                <a:uFill>
                  <a:solidFill>
                    <a:srgbClr val="EC2814"/>
                  </a:solidFill>
                </a:uFill>
                <a:latin typeface="Calibri"/>
                <a:cs typeface="Calibri"/>
              </a:rPr>
              <a:t>excluir</a:t>
            </a:r>
            <a:r>
              <a:rPr dirty="0" u="heavy" sz="2800" spc="-7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las</a:t>
            </a:r>
            <a:r>
              <a:rPr dirty="0" u="heavy" sz="2800" spc="-8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columnas</a:t>
            </a:r>
            <a:r>
              <a:rPr dirty="0" u="heavy" sz="2800" spc="-5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con</a:t>
            </a:r>
            <a:r>
              <a:rPr dirty="0" u="heavy" sz="2800" spc="-75">
                <a:solidFill>
                  <a:srgbClr val="4E3629"/>
                </a:solidFill>
                <a:uFill>
                  <a:solidFill>
                    <a:srgbClr val="EC2814"/>
                  </a:solidFill>
                </a:uFill>
                <a:latin typeface="Calibri"/>
                <a:cs typeface="Calibri"/>
              </a:rPr>
              <a:t> </a:t>
            </a:r>
            <a:r>
              <a:rPr dirty="0" u="heavy" sz="2800" spc="-10">
                <a:solidFill>
                  <a:srgbClr val="4E3629"/>
                </a:solidFill>
                <a:uFill>
                  <a:solidFill>
                    <a:srgbClr val="EC2814"/>
                  </a:solidFill>
                </a:uFill>
                <a:latin typeface="Calibri"/>
                <a:cs typeface="Calibri"/>
              </a:rPr>
              <a:t>valores</a:t>
            </a:r>
            <a:r>
              <a:rPr dirty="0" sz="2800" spc="-10">
                <a:solidFill>
                  <a:srgbClr val="4E3629"/>
                </a:solidFill>
                <a:latin typeface="Calibri"/>
                <a:cs typeface="Calibri"/>
              </a:rPr>
              <a:t> </a:t>
            </a:r>
            <a:r>
              <a:rPr dirty="0" sz="2800" spc="-10">
                <a:solidFill>
                  <a:srgbClr val="4E3629"/>
                </a:solidFill>
                <a:latin typeface="Calibri"/>
                <a:cs typeface="Calibri"/>
              </a:rPr>
              <a:t>	</a:t>
            </a:r>
            <a:r>
              <a:rPr dirty="0" u="heavy" sz="2800" spc="-10">
                <a:solidFill>
                  <a:srgbClr val="4E3629"/>
                </a:solidFill>
                <a:uFill>
                  <a:solidFill>
                    <a:srgbClr val="EC2814"/>
                  </a:solidFill>
                </a:uFill>
                <a:latin typeface="Calibri"/>
                <a:cs typeface="Calibri"/>
              </a:rPr>
              <a:t>nulos</a:t>
            </a:r>
            <a:endParaRPr sz="2800">
              <a:latin typeface="Calibri"/>
              <a:cs typeface="Calibri"/>
            </a:endParaRPr>
          </a:p>
          <a:p>
            <a:pPr marL="182880" marR="199390" indent="-170815">
              <a:lnSpc>
                <a:spcPts val="3030"/>
              </a:lnSpc>
              <a:spcBef>
                <a:spcPts val="785"/>
              </a:spcBef>
              <a:buClr>
                <a:srgbClr val="D1350F"/>
              </a:buClr>
              <a:buFont typeface="Arial MT"/>
              <a:buChar char="•"/>
              <a:tabLst>
                <a:tab pos="184785" algn="l"/>
              </a:tabLst>
            </a:pPr>
            <a:r>
              <a:rPr dirty="0" sz="2800">
                <a:solidFill>
                  <a:srgbClr val="4E3629"/>
                </a:solidFill>
                <a:latin typeface="Calibri"/>
                <a:cs typeface="Calibri"/>
              </a:rPr>
              <a:t>Si</a:t>
            </a:r>
            <a:r>
              <a:rPr dirty="0" sz="2800" spc="-55">
                <a:solidFill>
                  <a:srgbClr val="4E3629"/>
                </a:solidFill>
                <a:latin typeface="Calibri"/>
                <a:cs typeface="Calibri"/>
              </a:rPr>
              <a:t> </a:t>
            </a:r>
            <a:r>
              <a:rPr dirty="0" sz="2800">
                <a:solidFill>
                  <a:srgbClr val="4E3629"/>
                </a:solidFill>
                <a:latin typeface="Calibri"/>
                <a:cs typeface="Calibri"/>
              </a:rPr>
              <a:t>a</a:t>
            </a:r>
            <a:r>
              <a:rPr dirty="0" sz="2800" spc="-60">
                <a:solidFill>
                  <a:srgbClr val="4E3629"/>
                </a:solidFill>
                <a:latin typeface="Calibri"/>
                <a:cs typeface="Calibri"/>
              </a:rPr>
              <a:t> </a:t>
            </a:r>
            <a:r>
              <a:rPr dirty="0" sz="2800">
                <a:solidFill>
                  <a:srgbClr val="4E3629"/>
                </a:solidFill>
                <a:latin typeface="Calibri"/>
                <a:cs typeface="Calibri"/>
              </a:rPr>
              <a:t>todas</a:t>
            </a:r>
            <a:r>
              <a:rPr dirty="0" sz="2800" spc="-45">
                <a:solidFill>
                  <a:srgbClr val="4E3629"/>
                </a:solidFill>
                <a:latin typeface="Calibri"/>
                <a:cs typeface="Calibri"/>
              </a:rPr>
              <a:t> </a:t>
            </a:r>
            <a:r>
              <a:rPr dirty="0" sz="2800">
                <a:solidFill>
                  <a:srgbClr val="4E3629"/>
                </a:solidFill>
                <a:latin typeface="Calibri"/>
                <a:cs typeface="Calibri"/>
              </a:rPr>
              <a:t>las</a:t>
            </a:r>
            <a:r>
              <a:rPr dirty="0" sz="2800" spc="-60">
                <a:solidFill>
                  <a:srgbClr val="4E3629"/>
                </a:solidFill>
                <a:latin typeface="Calibri"/>
                <a:cs typeface="Calibri"/>
              </a:rPr>
              <a:t> </a:t>
            </a:r>
            <a:r>
              <a:rPr dirty="0" sz="2800">
                <a:solidFill>
                  <a:srgbClr val="4E3629"/>
                </a:solidFill>
                <a:latin typeface="Calibri"/>
                <a:cs typeface="Calibri"/>
              </a:rPr>
              <a:t>columnas</a:t>
            </a:r>
            <a:r>
              <a:rPr dirty="0" sz="2800" spc="-20">
                <a:solidFill>
                  <a:srgbClr val="4E3629"/>
                </a:solidFill>
                <a:latin typeface="Calibri"/>
                <a:cs typeface="Calibri"/>
              </a:rPr>
              <a:t> </a:t>
            </a:r>
            <a:r>
              <a:rPr dirty="0" sz="2800">
                <a:solidFill>
                  <a:srgbClr val="4E3629"/>
                </a:solidFill>
                <a:latin typeface="Calibri"/>
                <a:cs typeface="Calibri"/>
              </a:rPr>
              <a:t>que</a:t>
            </a:r>
            <a:r>
              <a:rPr dirty="0" sz="2800" spc="-35">
                <a:solidFill>
                  <a:srgbClr val="4E3629"/>
                </a:solidFill>
                <a:latin typeface="Calibri"/>
                <a:cs typeface="Calibri"/>
              </a:rPr>
              <a:t> </a:t>
            </a:r>
            <a:r>
              <a:rPr dirty="0" sz="2800">
                <a:solidFill>
                  <a:srgbClr val="4E3629"/>
                </a:solidFill>
                <a:latin typeface="Calibri"/>
                <a:cs typeface="Calibri"/>
              </a:rPr>
              <a:t>necesitan</a:t>
            </a:r>
            <a:r>
              <a:rPr dirty="0" sz="2800" spc="-45">
                <a:solidFill>
                  <a:srgbClr val="4E3629"/>
                </a:solidFill>
                <a:latin typeface="Calibri"/>
                <a:cs typeface="Calibri"/>
              </a:rPr>
              <a:t> </a:t>
            </a:r>
            <a:r>
              <a:rPr dirty="0" sz="2800">
                <a:solidFill>
                  <a:srgbClr val="4E3629"/>
                </a:solidFill>
                <a:latin typeface="Calibri"/>
                <a:cs typeface="Calibri"/>
              </a:rPr>
              <a:t>un</a:t>
            </a:r>
            <a:r>
              <a:rPr dirty="0" sz="2800" spc="-35">
                <a:solidFill>
                  <a:srgbClr val="4E3629"/>
                </a:solidFill>
                <a:latin typeface="Calibri"/>
                <a:cs typeface="Calibri"/>
              </a:rPr>
              <a:t> </a:t>
            </a:r>
            <a:r>
              <a:rPr dirty="0" sz="2800">
                <a:solidFill>
                  <a:srgbClr val="4E3629"/>
                </a:solidFill>
                <a:latin typeface="Calibri"/>
                <a:cs typeface="Calibri"/>
              </a:rPr>
              <a:t>valor</a:t>
            </a:r>
            <a:r>
              <a:rPr dirty="0" sz="2800" spc="-60">
                <a:solidFill>
                  <a:srgbClr val="4E3629"/>
                </a:solidFill>
                <a:latin typeface="Calibri"/>
                <a:cs typeface="Calibri"/>
              </a:rPr>
              <a:t> </a:t>
            </a:r>
            <a:r>
              <a:rPr dirty="0" sz="2800">
                <a:solidFill>
                  <a:srgbClr val="4E3629"/>
                </a:solidFill>
                <a:latin typeface="Calibri"/>
                <a:cs typeface="Calibri"/>
              </a:rPr>
              <a:t>se</a:t>
            </a:r>
            <a:r>
              <a:rPr dirty="0" sz="2800" spc="-55">
                <a:solidFill>
                  <a:srgbClr val="4E3629"/>
                </a:solidFill>
                <a:latin typeface="Calibri"/>
                <a:cs typeface="Calibri"/>
              </a:rPr>
              <a:t> </a:t>
            </a:r>
            <a:r>
              <a:rPr dirty="0" sz="2800" spc="-25">
                <a:solidFill>
                  <a:srgbClr val="4E3629"/>
                </a:solidFill>
                <a:latin typeface="Calibri"/>
                <a:cs typeface="Calibri"/>
              </a:rPr>
              <a:t>les </a:t>
            </a:r>
            <a:r>
              <a:rPr dirty="0" sz="2800" spc="-25">
                <a:solidFill>
                  <a:srgbClr val="4E3629"/>
                </a:solidFill>
                <a:latin typeface="Calibri"/>
                <a:cs typeface="Calibri"/>
              </a:rPr>
              <a:t>	</a:t>
            </a:r>
            <a:r>
              <a:rPr dirty="0" sz="2800">
                <a:solidFill>
                  <a:srgbClr val="4E3629"/>
                </a:solidFill>
                <a:latin typeface="Calibri"/>
                <a:cs typeface="Calibri"/>
              </a:rPr>
              <a:t>asigna</a:t>
            </a:r>
            <a:r>
              <a:rPr dirty="0" sz="2800" spc="-70">
                <a:solidFill>
                  <a:srgbClr val="4E3629"/>
                </a:solidFill>
                <a:latin typeface="Calibri"/>
                <a:cs typeface="Calibri"/>
              </a:rPr>
              <a:t> </a:t>
            </a:r>
            <a:r>
              <a:rPr dirty="0" sz="2800">
                <a:solidFill>
                  <a:srgbClr val="4E3629"/>
                </a:solidFill>
                <a:latin typeface="Calibri"/>
                <a:cs typeface="Calibri"/>
              </a:rPr>
              <a:t>un</a:t>
            </a:r>
            <a:r>
              <a:rPr dirty="0" sz="2800" spc="-60">
                <a:solidFill>
                  <a:srgbClr val="4E3629"/>
                </a:solidFill>
                <a:latin typeface="Calibri"/>
                <a:cs typeface="Calibri"/>
              </a:rPr>
              <a:t> </a:t>
            </a:r>
            <a:r>
              <a:rPr dirty="0" sz="2800" spc="-35">
                <a:solidFill>
                  <a:srgbClr val="4E3629"/>
                </a:solidFill>
                <a:latin typeface="Calibri"/>
                <a:cs typeface="Calibri"/>
              </a:rPr>
              <a:t>valor,</a:t>
            </a:r>
            <a:r>
              <a:rPr dirty="0" sz="2800" spc="-75">
                <a:solidFill>
                  <a:srgbClr val="4E3629"/>
                </a:solidFill>
                <a:latin typeface="Calibri"/>
                <a:cs typeface="Calibri"/>
              </a:rPr>
              <a:t> </a:t>
            </a:r>
            <a:r>
              <a:rPr dirty="0" sz="2800">
                <a:solidFill>
                  <a:srgbClr val="4E3629"/>
                </a:solidFill>
                <a:latin typeface="Calibri"/>
                <a:cs typeface="Calibri"/>
              </a:rPr>
              <a:t>la</a:t>
            </a:r>
            <a:r>
              <a:rPr dirty="0" sz="2800" spc="-70">
                <a:solidFill>
                  <a:srgbClr val="4E3629"/>
                </a:solidFill>
                <a:latin typeface="Calibri"/>
                <a:cs typeface="Calibri"/>
              </a:rPr>
              <a:t> </a:t>
            </a:r>
            <a:r>
              <a:rPr dirty="0" sz="2800">
                <a:solidFill>
                  <a:srgbClr val="4E3629"/>
                </a:solidFill>
                <a:latin typeface="Calibri"/>
                <a:cs typeface="Calibri"/>
              </a:rPr>
              <a:t>inserción</a:t>
            </a:r>
            <a:r>
              <a:rPr dirty="0" sz="2800" spc="-55">
                <a:solidFill>
                  <a:srgbClr val="4E3629"/>
                </a:solidFill>
                <a:latin typeface="Calibri"/>
                <a:cs typeface="Calibri"/>
              </a:rPr>
              <a:t> </a:t>
            </a:r>
            <a:r>
              <a:rPr dirty="0" sz="2800" spc="-10">
                <a:solidFill>
                  <a:srgbClr val="4E3629"/>
                </a:solidFill>
                <a:latin typeface="Calibri"/>
                <a:cs typeface="Calibri"/>
              </a:rPr>
              <a:t>funciona</a:t>
            </a:r>
            <a:endParaRPr sz="2800">
              <a:latin typeface="Calibri"/>
              <a:cs typeface="Calibri"/>
            </a:endParaRPr>
          </a:p>
        </p:txBody>
      </p:sp>
      <p:pic>
        <p:nvPicPr>
          <p:cNvPr id="4" name="object 4" descr=""/>
          <p:cNvPicPr/>
          <p:nvPr/>
        </p:nvPicPr>
        <p:blipFill>
          <a:blip r:embed="rId2" cstate="print"/>
          <a:stretch>
            <a:fillRect/>
          </a:stretch>
        </p:blipFill>
        <p:spPr>
          <a:xfrm>
            <a:off x="2857500" y="3733800"/>
            <a:ext cx="3425433" cy="2393415"/>
          </a:xfrm>
          <a:prstGeom prst="rect">
            <a:avLst/>
          </a:prstGeom>
        </p:spPr>
      </p:pic>
      <p:sp>
        <p:nvSpPr>
          <p:cNvPr id="5" name="object 5" descr=""/>
          <p:cNvSpPr txBox="1">
            <a:spLocks noGrp="1"/>
          </p:cNvSpPr>
          <p:nvPr>
            <p:ph type="dt" idx="6" sz="half"/>
          </p:nvPr>
        </p:nvSpPr>
        <p:spPr>
          <a:prstGeom prst="rect"/>
        </p:spPr>
        <p:txBody>
          <a:bodyPr wrap="square" lIns="0" tIns="0" rIns="0" bIns="0" rtlCol="0" vert="horz">
            <a:spAutoFit/>
          </a:bodyPr>
          <a:lstStyle/>
          <a:p>
            <a:pPr marL="12700">
              <a:lnSpc>
                <a:spcPts val="855"/>
              </a:lnSpc>
            </a:pPr>
            <a:r>
              <a:rPr dirty="0"/>
              <a:t>DP</a:t>
            </a:r>
            <a:r>
              <a:rPr dirty="0" spc="-10"/>
              <a:t> </a:t>
            </a:r>
            <a:r>
              <a:rPr dirty="0"/>
              <a:t>12-</a:t>
            </a:r>
            <a:r>
              <a:rPr dirty="0" spc="-50"/>
              <a:t>1</a:t>
            </a:r>
          </a:p>
          <a:p>
            <a:pPr marL="12700">
              <a:lnSpc>
                <a:spcPts val="965"/>
              </a:lnSpc>
            </a:pPr>
            <a:r>
              <a:rPr dirty="0"/>
              <a:t>Sentencias</a:t>
            </a:r>
            <a:r>
              <a:rPr dirty="0" spc="-45"/>
              <a:t> </a:t>
            </a:r>
            <a:r>
              <a:rPr dirty="0" spc="-10"/>
              <a:t>INSERT</a:t>
            </a:r>
          </a:p>
        </p:txBody>
      </p:sp>
      <p:sp>
        <p:nvSpPr>
          <p:cNvPr id="6" name="object 6" descr=""/>
          <p:cNvSpPr txBox="1"/>
          <p:nvPr/>
        </p:nvSpPr>
        <p:spPr>
          <a:xfrm>
            <a:off x="8750490" y="6567768"/>
            <a:ext cx="153670" cy="152400"/>
          </a:xfrm>
          <a:prstGeom prst="rect">
            <a:avLst/>
          </a:prstGeom>
        </p:spPr>
        <p:txBody>
          <a:bodyPr wrap="square" lIns="0" tIns="0" rIns="0" bIns="0" rtlCol="0" vert="horz">
            <a:spAutoFit/>
          </a:bodyPr>
          <a:lstStyle/>
          <a:p>
            <a:pPr marL="12700">
              <a:lnSpc>
                <a:spcPts val="1045"/>
              </a:lnSpc>
            </a:pPr>
            <a:r>
              <a:rPr dirty="0" sz="1000" spc="-25" b="1">
                <a:solidFill>
                  <a:srgbClr val="4E3629"/>
                </a:solidFill>
                <a:latin typeface="Calibri"/>
                <a:cs typeface="Calibri"/>
              </a:rPr>
              <a:t>20</a:t>
            </a:r>
            <a:endParaRPr sz="1000">
              <a:latin typeface="Calibri"/>
              <a:cs typeface="Calibri"/>
            </a:endParaRPr>
          </a:p>
        </p:txBody>
      </p:sp>
      <p:sp>
        <p:nvSpPr>
          <p:cNvPr id="7" name="object 7" descr=""/>
          <p:cNvSpPr txBox="1">
            <a:spLocks noGrp="1"/>
          </p:cNvSpPr>
          <p:nvPr>
            <p:ph type="ftr" idx="5" sz="quarter"/>
          </p:nvPr>
        </p:nvSpPr>
        <p:spPr>
          <a:prstGeom prst="rect"/>
        </p:spPr>
        <p:txBody>
          <a:bodyPr wrap="square" lIns="0" tIns="0" rIns="0" bIns="0" rtlCol="0" vert="horz">
            <a:spAutoFit/>
          </a:body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p:spPr>
        <p:txBody>
          <a:bodyPr wrap="square" lIns="0" tIns="12700" rIns="0" bIns="0" rtlCol="0" vert="horz">
            <a:spAutoFit/>
          </a:bodyPr>
          <a:lstStyle/>
          <a:p>
            <a:pPr marL="12700">
              <a:lnSpc>
                <a:spcPct val="100000"/>
              </a:lnSpc>
              <a:spcBef>
                <a:spcPts val="100"/>
              </a:spcBef>
            </a:pPr>
            <a:r>
              <a:rPr dirty="0"/>
              <a:t>Inserción</a:t>
            </a:r>
            <a:r>
              <a:rPr dirty="0" spc="-75"/>
              <a:t> </a:t>
            </a:r>
            <a:r>
              <a:rPr dirty="0"/>
              <a:t>de</a:t>
            </a:r>
            <a:r>
              <a:rPr dirty="0" spc="-75"/>
              <a:t> </a:t>
            </a:r>
            <a:r>
              <a:rPr dirty="0"/>
              <a:t>Filas</a:t>
            </a:r>
            <a:r>
              <a:rPr dirty="0" spc="-85"/>
              <a:t> </a:t>
            </a:r>
            <a:r>
              <a:rPr dirty="0"/>
              <a:t>con</a:t>
            </a:r>
            <a:r>
              <a:rPr dirty="0" spc="-70"/>
              <a:t> </a:t>
            </a:r>
            <a:r>
              <a:rPr dirty="0" spc="-25"/>
              <a:t>Valores</a:t>
            </a:r>
            <a:r>
              <a:rPr dirty="0" spc="-90"/>
              <a:t> </a:t>
            </a:r>
            <a:r>
              <a:rPr dirty="0" spc="-10"/>
              <a:t>Nulos</a:t>
            </a:r>
          </a:p>
        </p:txBody>
      </p:sp>
      <p:sp>
        <p:nvSpPr>
          <p:cNvPr id="3" name="object 3" descr=""/>
          <p:cNvSpPr txBox="1"/>
          <p:nvPr/>
        </p:nvSpPr>
        <p:spPr>
          <a:xfrm>
            <a:off x="483552" y="1415417"/>
            <a:ext cx="8032115" cy="2090420"/>
          </a:xfrm>
          <a:prstGeom prst="rect">
            <a:avLst/>
          </a:prstGeom>
        </p:spPr>
        <p:txBody>
          <a:bodyPr wrap="square" lIns="0" tIns="59690" rIns="0" bIns="0" rtlCol="0" vert="horz">
            <a:spAutoFit/>
          </a:bodyPr>
          <a:lstStyle/>
          <a:p>
            <a:pPr marL="159385" marR="5080" indent="-147320">
              <a:lnSpc>
                <a:spcPts val="3030"/>
              </a:lnSpc>
              <a:spcBef>
                <a:spcPts val="470"/>
              </a:spcBef>
              <a:buClr>
                <a:srgbClr val="D1350F"/>
              </a:buClr>
              <a:buFont typeface="Arial MT"/>
              <a:buChar char="•"/>
              <a:tabLst>
                <a:tab pos="184785" algn="l"/>
              </a:tabLst>
            </a:pPr>
            <a:r>
              <a:rPr dirty="0" u="heavy" sz="2800" spc="-52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Una</a:t>
            </a:r>
            <a:r>
              <a:rPr dirty="0" u="heavy" sz="2800" spc="-114">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inserción</a:t>
            </a:r>
            <a:r>
              <a:rPr dirty="0" u="heavy" sz="2800" spc="-7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implícita</a:t>
            </a:r>
            <a:r>
              <a:rPr dirty="0" u="heavy" sz="2800" spc="-8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insertará</a:t>
            </a:r>
            <a:r>
              <a:rPr dirty="0" u="heavy" sz="2800" spc="-75">
                <a:solidFill>
                  <a:srgbClr val="4E3629"/>
                </a:solidFill>
                <a:uFill>
                  <a:solidFill>
                    <a:srgbClr val="EC2814"/>
                  </a:solidFill>
                </a:uFill>
                <a:latin typeface="Calibri"/>
                <a:cs typeface="Calibri"/>
              </a:rPr>
              <a:t> </a:t>
            </a:r>
            <a:r>
              <a:rPr dirty="0" u="heavy" sz="2800" spc="-20">
                <a:solidFill>
                  <a:srgbClr val="4E3629"/>
                </a:solidFill>
                <a:uFill>
                  <a:solidFill>
                    <a:srgbClr val="EC2814"/>
                  </a:solidFill>
                </a:uFill>
                <a:latin typeface="Calibri"/>
                <a:cs typeface="Calibri"/>
              </a:rPr>
              <a:t>automáticamente</a:t>
            </a:r>
            <a:r>
              <a:rPr dirty="0" u="heavy" sz="2800" spc="-100">
                <a:solidFill>
                  <a:srgbClr val="4E3629"/>
                </a:solidFill>
                <a:uFill>
                  <a:solidFill>
                    <a:srgbClr val="EC2814"/>
                  </a:solidFill>
                </a:uFill>
                <a:latin typeface="Calibri"/>
                <a:cs typeface="Calibri"/>
              </a:rPr>
              <a:t> </a:t>
            </a:r>
            <a:r>
              <a:rPr dirty="0" u="heavy" sz="2800" spc="-25">
                <a:solidFill>
                  <a:srgbClr val="4E3629"/>
                </a:solidFill>
                <a:uFill>
                  <a:solidFill>
                    <a:srgbClr val="EC2814"/>
                  </a:solidFill>
                </a:uFill>
                <a:latin typeface="Calibri"/>
                <a:cs typeface="Calibri"/>
              </a:rPr>
              <a:t>un</a:t>
            </a:r>
            <a:r>
              <a:rPr dirty="0" sz="2800" spc="-25">
                <a:solidFill>
                  <a:srgbClr val="4E3629"/>
                </a:solidFill>
                <a:latin typeface="Calibri"/>
                <a:cs typeface="Calibri"/>
              </a:rPr>
              <a:t> </a:t>
            </a:r>
            <a:r>
              <a:rPr dirty="0" sz="2800" spc="-25">
                <a:solidFill>
                  <a:srgbClr val="4E3629"/>
                </a:solidFill>
                <a:latin typeface="Calibri"/>
                <a:cs typeface="Calibri"/>
              </a:rPr>
              <a:t>	</a:t>
            </a:r>
            <a:r>
              <a:rPr dirty="0" u="heavy" sz="2800">
                <a:solidFill>
                  <a:srgbClr val="4E3629"/>
                </a:solidFill>
                <a:uFill>
                  <a:solidFill>
                    <a:srgbClr val="EC2814"/>
                  </a:solidFill>
                </a:uFill>
                <a:latin typeface="Calibri"/>
                <a:cs typeface="Calibri"/>
              </a:rPr>
              <a:t>valor</a:t>
            </a:r>
            <a:r>
              <a:rPr dirty="0" u="heavy" sz="2800" spc="-7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nulo</a:t>
            </a:r>
            <a:r>
              <a:rPr dirty="0" u="heavy" sz="2800" spc="-4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en</a:t>
            </a:r>
            <a:r>
              <a:rPr dirty="0" u="heavy" sz="2800" spc="-7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las</a:t>
            </a:r>
            <a:r>
              <a:rPr dirty="0" u="heavy" sz="2800" spc="-6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columnas</a:t>
            </a:r>
            <a:r>
              <a:rPr dirty="0" u="heavy" sz="2800" spc="-5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que</a:t>
            </a:r>
            <a:r>
              <a:rPr dirty="0" u="heavy" sz="2800" spc="-4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permiten</a:t>
            </a:r>
            <a:r>
              <a:rPr dirty="0" u="heavy" sz="2800" spc="-5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valores</a:t>
            </a:r>
            <a:r>
              <a:rPr dirty="0" u="heavy" sz="2800" spc="-85">
                <a:solidFill>
                  <a:srgbClr val="4E3629"/>
                </a:solidFill>
                <a:uFill>
                  <a:solidFill>
                    <a:srgbClr val="EC2814"/>
                  </a:solidFill>
                </a:uFill>
                <a:latin typeface="Calibri"/>
                <a:cs typeface="Calibri"/>
              </a:rPr>
              <a:t> </a:t>
            </a:r>
            <a:r>
              <a:rPr dirty="0" u="heavy" sz="2800" spc="-10">
                <a:solidFill>
                  <a:srgbClr val="4E3629"/>
                </a:solidFill>
                <a:uFill>
                  <a:solidFill>
                    <a:srgbClr val="EC2814"/>
                  </a:solidFill>
                </a:uFill>
                <a:latin typeface="Calibri"/>
                <a:cs typeface="Calibri"/>
              </a:rPr>
              <a:t>nulos</a:t>
            </a:r>
            <a:endParaRPr sz="2800">
              <a:latin typeface="Calibri"/>
              <a:cs typeface="Calibri"/>
            </a:endParaRPr>
          </a:p>
          <a:p>
            <a:pPr marL="159385" marR="228600" indent="-147320">
              <a:lnSpc>
                <a:spcPts val="3030"/>
              </a:lnSpc>
              <a:spcBef>
                <a:spcPts val="795"/>
              </a:spcBef>
              <a:buClr>
                <a:srgbClr val="D1350F"/>
              </a:buClr>
              <a:buFont typeface="Arial MT"/>
              <a:buChar char="•"/>
              <a:tabLst>
                <a:tab pos="184785" algn="l"/>
              </a:tabLst>
            </a:pPr>
            <a:r>
              <a:rPr dirty="0" u="heavy" sz="2800" spc="-525">
                <a:solidFill>
                  <a:srgbClr val="4E3629"/>
                </a:solidFill>
                <a:uFill>
                  <a:solidFill>
                    <a:srgbClr val="EC2814"/>
                  </a:solidFill>
                </a:uFill>
                <a:latin typeface="Calibri"/>
                <a:cs typeface="Calibri"/>
              </a:rPr>
              <a:t> </a:t>
            </a:r>
            <a:r>
              <a:rPr dirty="0" u="heavy" sz="2800" spc="-10">
                <a:solidFill>
                  <a:srgbClr val="4E3629"/>
                </a:solidFill>
                <a:uFill>
                  <a:solidFill>
                    <a:srgbClr val="EC2814"/>
                  </a:solidFill>
                </a:uFill>
                <a:latin typeface="Calibri"/>
                <a:cs typeface="Calibri"/>
              </a:rPr>
              <a:t>Para</a:t>
            </a:r>
            <a:r>
              <a:rPr dirty="0" u="heavy" sz="2800" spc="-8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agregar</a:t>
            </a:r>
            <a:r>
              <a:rPr dirty="0" u="heavy" sz="2800" spc="-100">
                <a:solidFill>
                  <a:srgbClr val="4E3629"/>
                </a:solidFill>
                <a:uFill>
                  <a:solidFill>
                    <a:srgbClr val="EC2814"/>
                  </a:solidFill>
                </a:uFill>
                <a:latin typeface="Calibri"/>
                <a:cs typeface="Calibri"/>
              </a:rPr>
              <a:t> </a:t>
            </a:r>
            <a:r>
              <a:rPr dirty="0" u="heavy" sz="2800" spc="-10">
                <a:solidFill>
                  <a:srgbClr val="4E3629"/>
                </a:solidFill>
                <a:uFill>
                  <a:solidFill>
                    <a:srgbClr val="EC2814"/>
                  </a:solidFill>
                </a:uFill>
                <a:latin typeface="Calibri"/>
                <a:cs typeface="Calibri"/>
              </a:rPr>
              <a:t>explícitamente</a:t>
            </a:r>
            <a:r>
              <a:rPr dirty="0" u="heavy" sz="2800" spc="-6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un</a:t>
            </a:r>
            <a:r>
              <a:rPr dirty="0" u="heavy" sz="2800" spc="-6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valor</a:t>
            </a:r>
            <a:r>
              <a:rPr dirty="0" u="heavy" sz="2800" spc="-8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nulo</a:t>
            </a:r>
            <a:r>
              <a:rPr dirty="0" u="heavy" sz="2800" spc="-5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a</a:t>
            </a:r>
            <a:r>
              <a:rPr dirty="0" u="heavy" sz="2800" spc="-80">
                <a:solidFill>
                  <a:srgbClr val="4E3629"/>
                </a:solidFill>
                <a:uFill>
                  <a:solidFill>
                    <a:srgbClr val="EC2814"/>
                  </a:solidFill>
                </a:uFill>
                <a:latin typeface="Calibri"/>
                <a:cs typeface="Calibri"/>
              </a:rPr>
              <a:t> </a:t>
            </a:r>
            <a:r>
              <a:rPr dirty="0" u="heavy" sz="2800" spc="-25">
                <a:solidFill>
                  <a:srgbClr val="4E3629"/>
                </a:solidFill>
                <a:uFill>
                  <a:solidFill>
                    <a:srgbClr val="EC2814"/>
                  </a:solidFill>
                </a:uFill>
                <a:latin typeface="Calibri"/>
                <a:cs typeface="Calibri"/>
              </a:rPr>
              <a:t>una</a:t>
            </a:r>
            <a:r>
              <a:rPr dirty="0" sz="2800" spc="-25">
                <a:solidFill>
                  <a:srgbClr val="4E3629"/>
                </a:solidFill>
                <a:latin typeface="Calibri"/>
                <a:cs typeface="Calibri"/>
              </a:rPr>
              <a:t> </a:t>
            </a:r>
            <a:r>
              <a:rPr dirty="0" sz="2800" spc="-25">
                <a:solidFill>
                  <a:srgbClr val="4E3629"/>
                </a:solidFill>
                <a:latin typeface="Calibri"/>
                <a:cs typeface="Calibri"/>
              </a:rPr>
              <a:t>	</a:t>
            </a:r>
            <a:r>
              <a:rPr dirty="0" u="heavy" sz="2800">
                <a:solidFill>
                  <a:srgbClr val="4E3629"/>
                </a:solidFill>
                <a:uFill>
                  <a:solidFill>
                    <a:srgbClr val="EC2814"/>
                  </a:solidFill>
                </a:uFill>
                <a:latin typeface="Calibri"/>
                <a:cs typeface="Calibri"/>
              </a:rPr>
              <a:t>columna</a:t>
            </a:r>
            <a:r>
              <a:rPr dirty="0" u="heavy" sz="2800" spc="-6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que</a:t>
            </a:r>
            <a:r>
              <a:rPr dirty="0" u="heavy" sz="2800" spc="-6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permite</a:t>
            </a:r>
            <a:r>
              <a:rPr dirty="0" u="heavy" sz="2800" spc="-8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valores</a:t>
            </a:r>
            <a:r>
              <a:rPr dirty="0" u="heavy" sz="2800" spc="-9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nulos,</a:t>
            </a:r>
            <a:r>
              <a:rPr dirty="0" u="heavy" sz="2800" spc="-5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utilice</a:t>
            </a:r>
            <a:r>
              <a:rPr dirty="0" u="heavy" sz="2800" spc="-8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la</a:t>
            </a:r>
            <a:r>
              <a:rPr dirty="0" u="heavy" sz="2800" spc="-80">
                <a:solidFill>
                  <a:srgbClr val="4E3629"/>
                </a:solidFill>
                <a:uFill>
                  <a:solidFill>
                    <a:srgbClr val="EC2814"/>
                  </a:solidFill>
                </a:uFill>
                <a:latin typeface="Calibri"/>
                <a:cs typeface="Calibri"/>
              </a:rPr>
              <a:t> </a:t>
            </a:r>
            <a:r>
              <a:rPr dirty="0" u="heavy" sz="2800" spc="-10">
                <a:solidFill>
                  <a:srgbClr val="4E3629"/>
                </a:solidFill>
                <a:uFill>
                  <a:solidFill>
                    <a:srgbClr val="EC2814"/>
                  </a:solidFill>
                </a:uFill>
                <a:latin typeface="Calibri"/>
                <a:cs typeface="Calibri"/>
              </a:rPr>
              <a:t>palabra</a:t>
            </a:r>
            <a:r>
              <a:rPr dirty="0" sz="2800" spc="-10">
                <a:solidFill>
                  <a:srgbClr val="4E3629"/>
                </a:solidFill>
                <a:latin typeface="Calibri"/>
                <a:cs typeface="Calibri"/>
              </a:rPr>
              <a:t> </a:t>
            </a:r>
            <a:r>
              <a:rPr dirty="0" sz="2800" spc="-10">
                <a:solidFill>
                  <a:srgbClr val="4E3629"/>
                </a:solidFill>
                <a:latin typeface="Calibri"/>
                <a:cs typeface="Calibri"/>
              </a:rPr>
              <a:t>	</a:t>
            </a:r>
            <a:r>
              <a:rPr dirty="0" u="heavy" sz="2800">
                <a:solidFill>
                  <a:srgbClr val="4E3629"/>
                </a:solidFill>
                <a:uFill>
                  <a:solidFill>
                    <a:srgbClr val="EC2814"/>
                  </a:solidFill>
                </a:uFill>
                <a:latin typeface="Calibri"/>
                <a:cs typeface="Calibri"/>
              </a:rPr>
              <a:t>clave</a:t>
            </a:r>
            <a:r>
              <a:rPr dirty="0" u="heavy" sz="2800" spc="-6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NULL</a:t>
            </a:r>
            <a:r>
              <a:rPr dirty="0" u="heavy" sz="2800" spc="-4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en</a:t>
            </a:r>
            <a:r>
              <a:rPr dirty="0" u="heavy" sz="2800" spc="-4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la</a:t>
            </a:r>
            <a:r>
              <a:rPr dirty="0" u="heavy" sz="2800" spc="-5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lista</a:t>
            </a:r>
            <a:r>
              <a:rPr dirty="0" u="heavy" sz="2800" spc="-40">
                <a:solidFill>
                  <a:srgbClr val="4E3629"/>
                </a:solidFill>
                <a:uFill>
                  <a:solidFill>
                    <a:srgbClr val="EC2814"/>
                  </a:solidFill>
                </a:uFill>
                <a:latin typeface="Calibri"/>
                <a:cs typeface="Calibri"/>
              </a:rPr>
              <a:t> </a:t>
            </a:r>
            <a:r>
              <a:rPr dirty="0" u="heavy" sz="2800" spc="-10">
                <a:solidFill>
                  <a:srgbClr val="4E3629"/>
                </a:solidFill>
                <a:uFill>
                  <a:solidFill>
                    <a:srgbClr val="EC2814"/>
                  </a:solidFill>
                </a:uFill>
                <a:latin typeface="Calibri"/>
                <a:cs typeface="Calibri"/>
              </a:rPr>
              <a:t>VALUES</a:t>
            </a:r>
            <a:endParaRPr sz="2800">
              <a:latin typeface="Calibri"/>
              <a:cs typeface="Calibri"/>
            </a:endParaRPr>
          </a:p>
        </p:txBody>
      </p:sp>
      <p:pic>
        <p:nvPicPr>
          <p:cNvPr id="4" name="object 4" descr=""/>
          <p:cNvPicPr/>
          <p:nvPr/>
        </p:nvPicPr>
        <p:blipFill>
          <a:blip r:embed="rId2" cstate="print"/>
          <a:stretch>
            <a:fillRect/>
          </a:stretch>
        </p:blipFill>
        <p:spPr>
          <a:xfrm>
            <a:off x="3041904" y="3796283"/>
            <a:ext cx="3060192" cy="2042160"/>
          </a:xfrm>
          <a:prstGeom prst="rect">
            <a:avLst/>
          </a:prstGeom>
        </p:spPr>
      </p:pic>
      <p:sp>
        <p:nvSpPr>
          <p:cNvPr id="5" name="object 5" descr=""/>
          <p:cNvSpPr txBox="1">
            <a:spLocks noGrp="1"/>
          </p:cNvSpPr>
          <p:nvPr>
            <p:ph type="dt" idx="6" sz="half"/>
          </p:nvPr>
        </p:nvSpPr>
        <p:spPr>
          <a:prstGeom prst="rect"/>
        </p:spPr>
        <p:txBody>
          <a:bodyPr wrap="square" lIns="0" tIns="0" rIns="0" bIns="0" rtlCol="0" vert="horz">
            <a:spAutoFit/>
          </a:bodyPr>
          <a:lstStyle/>
          <a:p>
            <a:pPr marL="12700">
              <a:lnSpc>
                <a:spcPts val="855"/>
              </a:lnSpc>
            </a:pPr>
            <a:r>
              <a:rPr dirty="0"/>
              <a:t>DP</a:t>
            </a:r>
            <a:r>
              <a:rPr dirty="0" spc="-10"/>
              <a:t> </a:t>
            </a:r>
            <a:r>
              <a:rPr dirty="0"/>
              <a:t>12-</a:t>
            </a:r>
            <a:r>
              <a:rPr dirty="0" spc="-50"/>
              <a:t>1</a:t>
            </a:r>
          </a:p>
          <a:p>
            <a:pPr marL="12700">
              <a:lnSpc>
                <a:spcPts val="965"/>
              </a:lnSpc>
            </a:pPr>
            <a:r>
              <a:rPr dirty="0"/>
              <a:t>Sentencias</a:t>
            </a:r>
            <a:r>
              <a:rPr dirty="0" spc="-45"/>
              <a:t> </a:t>
            </a:r>
            <a:r>
              <a:rPr dirty="0" spc="-10"/>
              <a:t>INSERT</a:t>
            </a:r>
          </a:p>
        </p:txBody>
      </p:sp>
      <p:sp>
        <p:nvSpPr>
          <p:cNvPr id="6" name="object 6" descr=""/>
          <p:cNvSpPr txBox="1">
            <a:spLocks noGrp="1"/>
          </p:cNvSpPr>
          <p:nvPr>
            <p:ph type="sldNum" idx="7" sz="quarter"/>
          </p:nvPr>
        </p:nvSpPr>
        <p:spPr>
          <a:prstGeom prst="rect"/>
        </p:spPr>
        <p:txBody>
          <a:bodyPr wrap="square" lIns="0" tIns="0" rIns="0" bIns="0" rtlCol="0" vert="horz">
            <a:spAutoFit/>
          </a:bodyPr>
          <a:lstStyle/>
          <a:p>
            <a:pPr marL="38100">
              <a:lnSpc>
                <a:spcPts val="1045"/>
              </a:lnSpc>
            </a:pPr>
            <a:r>
              <a:rPr dirty="0" spc="-25"/>
              <a:t>22</a:t>
            </a:r>
          </a:p>
        </p:txBody>
      </p:sp>
      <p:sp>
        <p:nvSpPr>
          <p:cNvPr id="7" name="object 7" descr=""/>
          <p:cNvSpPr txBox="1">
            <a:spLocks noGrp="1"/>
          </p:cNvSpPr>
          <p:nvPr>
            <p:ph type="ftr" idx="5" sz="quarter"/>
          </p:nvPr>
        </p:nvSpPr>
        <p:spPr>
          <a:prstGeom prst="rect"/>
        </p:spPr>
        <p:txBody>
          <a:bodyPr wrap="square" lIns="0" tIns="0" rIns="0" bIns="0" rtlCol="0" vert="horz">
            <a:spAutoFit/>
          </a:body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92112" y="748031"/>
            <a:ext cx="6066155" cy="528320"/>
          </a:xfrm>
          <a:prstGeom prst="rect"/>
        </p:spPr>
        <p:txBody>
          <a:bodyPr wrap="square" lIns="0" tIns="12700" rIns="0" bIns="0" rtlCol="0" vert="horz">
            <a:spAutoFit/>
          </a:bodyPr>
          <a:lstStyle/>
          <a:p>
            <a:pPr marL="12700">
              <a:lnSpc>
                <a:spcPct val="100000"/>
              </a:lnSpc>
              <a:spcBef>
                <a:spcPts val="100"/>
              </a:spcBef>
            </a:pPr>
            <a:r>
              <a:rPr dirty="0"/>
              <a:t>Inserción</a:t>
            </a:r>
            <a:r>
              <a:rPr dirty="0" spc="-75"/>
              <a:t> </a:t>
            </a:r>
            <a:r>
              <a:rPr dirty="0"/>
              <a:t>de</a:t>
            </a:r>
            <a:r>
              <a:rPr dirty="0" spc="-75"/>
              <a:t> </a:t>
            </a:r>
            <a:r>
              <a:rPr dirty="0"/>
              <a:t>Filas</a:t>
            </a:r>
            <a:r>
              <a:rPr dirty="0" spc="-85"/>
              <a:t> </a:t>
            </a:r>
            <a:r>
              <a:rPr dirty="0"/>
              <a:t>con</a:t>
            </a:r>
            <a:r>
              <a:rPr dirty="0" spc="-70"/>
              <a:t> </a:t>
            </a:r>
            <a:r>
              <a:rPr dirty="0" spc="-25"/>
              <a:t>Valores</a:t>
            </a:r>
            <a:r>
              <a:rPr dirty="0" spc="-90"/>
              <a:t> </a:t>
            </a:r>
            <a:r>
              <a:rPr dirty="0" spc="-10"/>
              <a:t>Nulos</a:t>
            </a:r>
          </a:p>
        </p:txBody>
      </p:sp>
      <p:sp>
        <p:nvSpPr>
          <p:cNvPr id="8" name="object 8" descr=""/>
          <p:cNvSpPr txBox="1">
            <a:spLocks noGrp="1"/>
          </p:cNvSpPr>
          <p:nvPr>
            <p:ph type="dt" idx="6" sz="half"/>
          </p:nvPr>
        </p:nvSpPr>
        <p:spPr>
          <a:prstGeom prst="rect"/>
        </p:spPr>
        <p:txBody>
          <a:bodyPr wrap="square" lIns="0" tIns="0" rIns="0" bIns="0" rtlCol="0" vert="horz">
            <a:spAutoFit/>
          </a:bodyPr>
          <a:lstStyle/>
          <a:p>
            <a:pPr marL="12700">
              <a:lnSpc>
                <a:spcPts val="855"/>
              </a:lnSpc>
            </a:pPr>
            <a:r>
              <a:rPr dirty="0"/>
              <a:t>DP</a:t>
            </a:r>
            <a:r>
              <a:rPr dirty="0" spc="-10"/>
              <a:t> </a:t>
            </a:r>
            <a:r>
              <a:rPr dirty="0"/>
              <a:t>12-</a:t>
            </a:r>
            <a:r>
              <a:rPr dirty="0" spc="-50"/>
              <a:t>1</a:t>
            </a:r>
          </a:p>
          <a:p>
            <a:pPr marL="12700">
              <a:lnSpc>
                <a:spcPts val="965"/>
              </a:lnSpc>
            </a:pPr>
            <a:r>
              <a:rPr dirty="0"/>
              <a:t>Sentencias</a:t>
            </a:r>
            <a:r>
              <a:rPr dirty="0" spc="-45"/>
              <a:t> </a:t>
            </a:r>
            <a:r>
              <a:rPr dirty="0" spc="-10"/>
              <a:t>INSERT</a:t>
            </a:r>
          </a:p>
        </p:txBody>
      </p:sp>
      <p:sp>
        <p:nvSpPr>
          <p:cNvPr id="9" name="object 9" descr=""/>
          <p:cNvSpPr txBox="1">
            <a:spLocks noGrp="1"/>
          </p:cNvSpPr>
          <p:nvPr>
            <p:ph type="sldNum" idx="7" sz="quarter"/>
          </p:nvPr>
        </p:nvSpPr>
        <p:spPr>
          <a:prstGeom prst="rect"/>
        </p:spPr>
        <p:txBody>
          <a:bodyPr wrap="square" lIns="0" tIns="0" rIns="0" bIns="0" rtlCol="0" vert="horz">
            <a:spAutoFit/>
          </a:bodyPr>
          <a:lstStyle/>
          <a:p>
            <a:pPr marL="38100">
              <a:lnSpc>
                <a:spcPts val="1045"/>
              </a:lnSpc>
            </a:pPr>
            <a:r>
              <a:rPr dirty="0" spc="-25"/>
              <a:t>23</a:t>
            </a:r>
          </a:p>
        </p:txBody>
      </p:sp>
      <p:sp>
        <p:nvSpPr>
          <p:cNvPr id="10" name="object 10" descr=""/>
          <p:cNvSpPr txBox="1">
            <a:spLocks noGrp="1"/>
          </p:cNvSpPr>
          <p:nvPr>
            <p:ph type="ftr" idx="5" sz="quarter"/>
          </p:nvPr>
        </p:nvSpPr>
        <p:spPr>
          <a:prstGeom prst="rect"/>
        </p:spPr>
        <p:txBody>
          <a:bodyPr wrap="square" lIns="0" tIns="0" rIns="0" bIns="0" rtlCol="0" vert="horz">
            <a:spAutoFit/>
          </a:body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
        <p:nvSpPr>
          <p:cNvPr id="3" name="object 3" descr=""/>
          <p:cNvSpPr txBox="1"/>
          <p:nvPr/>
        </p:nvSpPr>
        <p:spPr>
          <a:xfrm>
            <a:off x="483552" y="1415417"/>
            <a:ext cx="7847330" cy="1220470"/>
          </a:xfrm>
          <a:prstGeom prst="rect">
            <a:avLst/>
          </a:prstGeom>
        </p:spPr>
        <p:txBody>
          <a:bodyPr wrap="square" lIns="0" tIns="59690" rIns="0" bIns="0" rtlCol="0" vert="horz">
            <a:spAutoFit/>
          </a:bodyPr>
          <a:lstStyle/>
          <a:p>
            <a:pPr algn="just" marL="159385" marR="5080" indent="-147320">
              <a:lnSpc>
                <a:spcPts val="3030"/>
              </a:lnSpc>
              <a:spcBef>
                <a:spcPts val="470"/>
              </a:spcBef>
              <a:buClr>
                <a:srgbClr val="D1350F"/>
              </a:buClr>
              <a:buFont typeface="Arial MT"/>
              <a:buChar char="•"/>
              <a:tabLst>
                <a:tab pos="184785" algn="l"/>
              </a:tabLst>
            </a:pPr>
            <a:r>
              <a:rPr dirty="0" u="heavy" sz="2800" spc="-525">
                <a:solidFill>
                  <a:srgbClr val="4E3629"/>
                </a:solidFill>
                <a:uFill>
                  <a:solidFill>
                    <a:srgbClr val="EC2814"/>
                  </a:solidFill>
                </a:uFill>
                <a:latin typeface="Calibri"/>
                <a:cs typeface="Calibri"/>
              </a:rPr>
              <a:t> </a:t>
            </a:r>
            <a:r>
              <a:rPr dirty="0" u="heavy" sz="2800" spc="-45">
                <a:solidFill>
                  <a:srgbClr val="4E3629"/>
                </a:solidFill>
                <a:uFill>
                  <a:solidFill>
                    <a:srgbClr val="EC2814"/>
                  </a:solidFill>
                </a:uFill>
                <a:latin typeface="Calibri"/>
                <a:cs typeface="Calibri"/>
              </a:rPr>
              <a:t>Para</a:t>
            </a:r>
            <a:r>
              <a:rPr dirty="0" u="heavy" sz="2800" spc="5">
                <a:solidFill>
                  <a:srgbClr val="4E3629"/>
                </a:solidFill>
                <a:uFill>
                  <a:solidFill>
                    <a:srgbClr val="EC2814"/>
                  </a:solidFill>
                </a:uFill>
                <a:latin typeface="Calibri"/>
                <a:cs typeface="Calibri"/>
              </a:rPr>
              <a:t> </a:t>
            </a:r>
            <a:r>
              <a:rPr dirty="0" u="heavy" sz="2800" spc="-15">
                <a:solidFill>
                  <a:srgbClr val="4E3629"/>
                </a:solidFill>
                <a:uFill>
                  <a:solidFill>
                    <a:srgbClr val="EC2814"/>
                  </a:solidFill>
                </a:uFill>
                <a:latin typeface="Calibri"/>
                <a:cs typeface="Calibri"/>
              </a:rPr>
              <a:t>especificar</a:t>
            </a:r>
            <a:r>
              <a:rPr dirty="0" u="heavy" sz="2800" spc="10">
                <a:solidFill>
                  <a:srgbClr val="4E3629"/>
                </a:solidFill>
                <a:uFill>
                  <a:solidFill>
                    <a:srgbClr val="EC2814"/>
                  </a:solidFill>
                </a:uFill>
                <a:latin typeface="Calibri"/>
                <a:cs typeface="Calibri"/>
              </a:rPr>
              <a:t> </a:t>
            </a:r>
            <a:r>
              <a:rPr dirty="0" u="heavy" sz="2800" spc="-15">
                <a:solidFill>
                  <a:srgbClr val="4E3629"/>
                </a:solidFill>
                <a:uFill>
                  <a:solidFill>
                    <a:srgbClr val="EC2814"/>
                  </a:solidFill>
                </a:uFill>
                <a:latin typeface="Calibri"/>
                <a:cs typeface="Calibri"/>
              </a:rPr>
              <a:t>cadenas</a:t>
            </a:r>
            <a:r>
              <a:rPr dirty="0" u="heavy" sz="2800" spc="10">
                <a:solidFill>
                  <a:srgbClr val="4E3629"/>
                </a:solidFill>
                <a:uFill>
                  <a:solidFill>
                    <a:srgbClr val="EC2814"/>
                  </a:solidFill>
                </a:uFill>
                <a:latin typeface="Calibri"/>
                <a:cs typeface="Calibri"/>
              </a:rPr>
              <a:t> </a:t>
            </a:r>
            <a:r>
              <a:rPr dirty="0" u="heavy" sz="2800" spc="-15">
                <a:solidFill>
                  <a:srgbClr val="4E3629"/>
                </a:solidFill>
                <a:uFill>
                  <a:solidFill>
                    <a:srgbClr val="EC2814"/>
                  </a:solidFill>
                </a:uFill>
                <a:latin typeface="Calibri"/>
                <a:cs typeface="Calibri"/>
              </a:rPr>
              <a:t>vacías</a:t>
            </a:r>
            <a:r>
              <a:rPr dirty="0" u="heavy" sz="2800">
                <a:solidFill>
                  <a:srgbClr val="4E3629"/>
                </a:solidFill>
                <a:uFill>
                  <a:solidFill>
                    <a:srgbClr val="EC2814"/>
                  </a:solidFill>
                </a:uFill>
                <a:latin typeface="Calibri"/>
                <a:cs typeface="Calibri"/>
              </a:rPr>
              <a:t> </a:t>
            </a:r>
            <a:r>
              <a:rPr dirty="0" u="heavy" sz="2800" spc="-30">
                <a:solidFill>
                  <a:srgbClr val="4E3629"/>
                </a:solidFill>
                <a:uFill>
                  <a:solidFill>
                    <a:srgbClr val="EC2814"/>
                  </a:solidFill>
                </a:uFill>
                <a:latin typeface="Calibri"/>
                <a:cs typeface="Calibri"/>
              </a:rPr>
              <a:t>y/o</a:t>
            </a:r>
            <a:r>
              <a:rPr dirty="0" u="heavy" sz="2800" spc="15">
                <a:solidFill>
                  <a:srgbClr val="4E3629"/>
                </a:solidFill>
                <a:uFill>
                  <a:solidFill>
                    <a:srgbClr val="EC2814"/>
                  </a:solidFill>
                </a:uFill>
                <a:latin typeface="Calibri"/>
                <a:cs typeface="Calibri"/>
              </a:rPr>
              <a:t> </a:t>
            </a:r>
            <a:r>
              <a:rPr dirty="0" u="heavy" sz="2800" spc="-20">
                <a:solidFill>
                  <a:srgbClr val="4E3629"/>
                </a:solidFill>
                <a:uFill>
                  <a:solidFill>
                    <a:srgbClr val="EC2814"/>
                  </a:solidFill>
                </a:uFill>
                <a:latin typeface="Calibri"/>
                <a:cs typeface="Calibri"/>
              </a:rPr>
              <a:t>fechas</a:t>
            </a:r>
            <a:r>
              <a:rPr dirty="0" u="heavy" sz="2800" spc="10">
                <a:solidFill>
                  <a:srgbClr val="4E3629"/>
                </a:solidFill>
                <a:uFill>
                  <a:solidFill>
                    <a:srgbClr val="EC2814"/>
                  </a:solidFill>
                </a:uFill>
                <a:latin typeface="Calibri"/>
                <a:cs typeface="Calibri"/>
              </a:rPr>
              <a:t> </a:t>
            </a:r>
            <a:r>
              <a:rPr dirty="0" u="heavy" sz="2800" spc="-15">
                <a:solidFill>
                  <a:srgbClr val="4E3629"/>
                </a:solidFill>
                <a:uFill>
                  <a:solidFill>
                    <a:srgbClr val="EC2814"/>
                  </a:solidFill>
                </a:uFill>
                <a:latin typeface="Calibri"/>
                <a:cs typeface="Calibri"/>
              </a:rPr>
              <a:t>que</a:t>
            </a:r>
            <a:r>
              <a:rPr dirty="0" u="heavy" sz="2800" spc="10">
                <a:solidFill>
                  <a:srgbClr val="4E3629"/>
                </a:solidFill>
                <a:uFill>
                  <a:solidFill>
                    <a:srgbClr val="EC2814"/>
                  </a:solidFill>
                </a:uFill>
                <a:latin typeface="Calibri"/>
                <a:cs typeface="Calibri"/>
              </a:rPr>
              <a:t> </a:t>
            </a:r>
            <a:r>
              <a:rPr dirty="0" u="heavy" sz="2800" spc="-25">
                <a:solidFill>
                  <a:srgbClr val="4E3629"/>
                </a:solidFill>
                <a:uFill>
                  <a:solidFill>
                    <a:srgbClr val="EC2814"/>
                  </a:solidFill>
                </a:uFill>
                <a:latin typeface="Calibri"/>
                <a:cs typeface="Calibri"/>
              </a:rPr>
              <a:t>faltan,</a:t>
            </a:r>
            <a:r>
              <a:rPr dirty="0" sz="2800" spc="-10">
                <a:solidFill>
                  <a:srgbClr val="4E3629"/>
                </a:solidFill>
                <a:latin typeface="Calibri"/>
                <a:cs typeface="Calibri"/>
              </a:rPr>
              <a:t> </a:t>
            </a:r>
            <a:r>
              <a:rPr dirty="0" sz="2800" spc="-10">
                <a:solidFill>
                  <a:srgbClr val="4E3629"/>
                </a:solidFill>
                <a:latin typeface="Calibri"/>
                <a:cs typeface="Calibri"/>
              </a:rPr>
              <a:t>	</a:t>
            </a:r>
            <a:r>
              <a:rPr dirty="0" u="heavy" sz="2800" spc="-15">
                <a:solidFill>
                  <a:srgbClr val="4E3629"/>
                </a:solidFill>
                <a:uFill>
                  <a:solidFill>
                    <a:srgbClr val="EC2814"/>
                  </a:solidFill>
                </a:uFill>
                <a:latin typeface="Calibri"/>
                <a:cs typeface="Calibri"/>
              </a:rPr>
              <a:t>utilice</a:t>
            </a:r>
            <a:r>
              <a:rPr dirty="0" u="heavy" sz="2800" spc="20">
                <a:solidFill>
                  <a:srgbClr val="4E3629"/>
                </a:solidFill>
                <a:uFill>
                  <a:solidFill>
                    <a:srgbClr val="EC2814"/>
                  </a:solidFill>
                </a:uFill>
                <a:latin typeface="Calibri"/>
                <a:cs typeface="Calibri"/>
              </a:rPr>
              <a:t> </a:t>
            </a:r>
            <a:r>
              <a:rPr dirty="0" u="heavy" sz="2800" spc="-15">
                <a:solidFill>
                  <a:srgbClr val="4E3629"/>
                </a:solidFill>
                <a:uFill>
                  <a:solidFill>
                    <a:srgbClr val="EC2814"/>
                  </a:solidFill>
                </a:uFill>
                <a:latin typeface="Calibri"/>
                <a:cs typeface="Calibri"/>
              </a:rPr>
              <a:t>comillas</a:t>
            </a:r>
            <a:r>
              <a:rPr dirty="0" u="heavy" sz="2800" spc="10">
                <a:solidFill>
                  <a:srgbClr val="4E3629"/>
                </a:solidFill>
                <a:uFill>
                  <a:solidFill>
                    <a:srgbClr val="EC2814"/>
                  </a:solidFill>
                </a:uFill>
                <a:latin typeface="Calibri"/>
                <a:cs typeface="Calibri"/>
              </a:rPr>
              <a:t> </a:t>
            </a:r>
            <a:r>
              <a:rPr dirty="0" u="heavy" sz="2800" spc="-15">
                <a:solidFill>
                  <a:srgbClr val="4E3629"/>
                </a:solidFill>
                <a:uFill>
                  <a:solidFill>
                    <a:srgbClr val="EC2814"/>
                  </a:solidFill>
                </a:uFill>
                <a:latin typeface="Calibri"/>
                <a:cs typeface="Calibri"/>
              </a:rPr>
              <a:t>simples</a:t>
            </a:r>
            <a:r>
              <a:rPr dirty="0" u="heavy" sz="2800" spc="35">
                <a:solidFill>
                  <a:srgbClr val="4E3629"/>
                </a:solidFill>
                <a:uFill>
                  <a:solidFill>
                    <a:srgbClr val="EC2814"/>
                  </a:solidFill>
                </a:uFill>
                <a:latin typeface="Calibri"/>
                <a:cs typeface="Calibri"/>
              </a:rPr>
              <a:t> </a:t>
            </a:r>
            <a:r>
              <a:rPr dirty="0" u="heavy" sz="2800" spc="-15">
                <a:solidFill>
                  <a:srgbClr val="4E3629"/>
                </a:solidFill>
                <a:uFill>
                  <a:solidFill>
                    <a:srgbClr val="EC2814"/>
                  </a:solidFill>
                </a:uFill>
                <a:latin typeface="Calibri"/>
                <a:cs typeface="Calibri"/>
              </a:rPr>
              <a:t>vacía</a:t>
            </a:r>
            <a:r>
              <a:rPr dirty="0" sz="2800" spc="-5">
                <a:solidFill>
                  <a:srgbClr val="4E3629"/>
                </a:solidFill>
                <a:latin typeface="Calibri"/>
                <a:cs typeface="Calibri"/>
              </a:rPr>
              <a:t> </a:t>
            </a:r>
            <a:r>
              <a:rPr dirty="0" sz="2800" spc="-15">
                <a:solidFill>
                  <a:srgbClr val="4E3629"/>
                </a:solidFill>
                <a:latin typeface="Calibri"/>
                <a:cs typeface="Calibri"/>
              </a:rPr>
              <a:t>(sin</a:t>
            </a:r>
            <a:r>
              <a:rPr dirty="0" sz="2800" spc="10">
                <a:solidFill>
                  <a:srgbClr val="4E3629"/>
                </a:solidFill>
                <a:latin typeface="Calibri"/>
                <a:cs typeface="Calibri"/>
              </a:rPr>
              <a:t> </a:t>
            </a:r>
            <a:r>
              <a:rPr dirty="0" sz="2800" spc="-15">
                <a:solidFill>
                  <a:srgbClr val="4E3629"/>
                </a:solidFill>
                <a:latin typeface="Calibri"/>
                <a:cs typeface="Calibri"/>
              </a:rPr>
              <a:t>espacios</a:t>
            </a:r>
            <a:r>
              <a:rPr dirty="0" sz="2800" spc="25">
                <a:solidFill>
                  <a:srgbClr val="4E3629"/>
                </a:solidFill>
                <a:latin typeface="Calibri"/>
                <a:cs typeface="Calibri"/>
              </a:rPr>
              <a:t> </a:t>
            </a:r>
            <a:r>
              <a:rPr dirty="0" sz="2800" spc="-25">
                <a:solidFill>
                  <a:srgbClr val="4E3629"/>
                </a:solidFill>
                <a:latin typeface="Calibri"/>
                <a:cs typeface="Calibri"/>
              </a:rPr>
              <a:t>entre</a:t>
            </a:r>
            <a:r>
              <a:rPr dirty="0" sz="2800">
                <a:solidFill>
                  <a:srgbClr val="4E3629"/>
                </a:solidFill>
                <a:latin typeface="Calibri"/>
                <a:cs typeface="Calibri"/>
              </a:rPr>
              <a:t> </a:t>
            </a:r>
            <a:r>
              <a:rPr dirty="0" sz="2800" spc="-10">
                <a:solidFill>
                  <a:srgbClr val="4E3629"/>
                </a:solidFill>
                <a:latin typeface="Calibri"/>
                <a:cs typeface="Calibri"/>
              </a:rPr>
              <a:t>ellas </a:t>
            </a:r>
            <a:r>
              <a:rPr dirty="0" sz="2800" spc="-10">
                <a:solidFill>
                  <a:srgbClr val="4E3629"/>
                </a:solidFill>
                <a:latin typeface="Calibri"/>
                <a:cs typeface="Calibri"/>
              </a:rPr>
              <a:t>	</a:t>
            </a:r>
            <a:r>
              <a:rPr dirty="0" sz="2800" spc="-20">
                <a:solidFill>
                  <a:srgbClr val="4E3629"/>
                </a:solidFill>
                <a:latin typeface="Calibri"/>
                <a:cs typeface="Calibri"/>
              </a:rPr>
              <a:t>de</a:t>
            </a:r>
            <a:r>
              <a:rPr dirty="0" sz="2800" spc="10">
                <a:solidFill>
                  <a:srgbClr val="4E3629"/>
                </a:solidFill>
                <a:latin typeface="Calibri"/>
                <a:cs typeface="Calibri"/>
              </a:rPr>
              <a:t> </a:t>
            </a:r>
            <a:r>
              <a:rPr dirty="0" sz="2800" spc="-30">
                <a:solidFill>
                  <a:srgbClr val="4E3629"/>
                </a:solidFill>
                <a:latin typeface="Calibri"/>
                <a:cs typeface="Calibri"/>
              </a:rPr>
              <a:t>esta</a:t>
            </a:r>
            <a:r>
              <a:rPr dirty="0" sz="2800" spc="5">
                <a:solidFill>
                  <a:srgbClr val="4E3629"/>
                </a:solidFill>
                <a:latin typeface="Calibri"/>
                <a:cs typeface="Calibri"/>
              </a:rPr>
              <a:t> </a:t>
            </a:r>
            <a:r>
              <a:rPr dirty="0" sz="2800" spc="-25">
                <a:solidFill>
                  <a:srgbClr val="4E3629"/>
                </a:solidFill>
                <a:latin typeface="Calibri"/>
                <a:cs typeface="Calibri"/>
              </a:rPr>
              <a:t>forma")</a:t>
            </a:r>
            <a:r>
              <a:rPr dirty="0" sz="2800" spc="15">
                <a:solidFill>
                  <a:srgbClr val="4E3629"/>
                </a:solidFill>
                <a:latin typeface="Calibri"/>
                <a:cs typeface="Calibri"/>
              </a:rPr>
              <a:t> </a:t>
            </a:r>
            <a:r>
              <a:rPr dirty="0" sz="2800" spc="-30">
                <a:solidFill>
                  <a:srgbClr val="4E3629"/>
                </a:solidFill>
                <a:latin typeface="Calibri"/>
                <a:cs typeface="Calibri"/>
              </a:rPr>
              <a:t>para</a:t>
            </a:r>
            <a:r>
              <a:rPr dirty="0" sz="2800" spc="5">
                <a:solidFill>
                  <a:srgbClr val="4E3629"/>
                </a:solidFill>
                <a:latin typeface="Calibri"/>
                <a:cs typeface="Calibri"/>
              </a:rPr>
              <a:t> </a:t>
            </a:r>
            <a:r>
              <a:rPr dirty="0" sz="2800" spc="-15">
                <a:solidFill>
                  <a:srgbClr val="4E3629"/>
                </a:solidFill>
                <a:latin typeface="Calibri"/>
                <a:cs typeface="Calibri"/>
              </a:rPr>
              <a:t>los</a:t>
            </a:r>
            <a:r>
              <a:rPr dirty="0" sz="2800" spc="10">
                <a:solidFill>
                  <a:srgbClr val="4E3629"/>
                </a:solidFill>
                <a:latin typeface="Calibri"/>
                <a:cs typeface="Calibri"/>
              </a:rPr>
              <a:t> </a:t>
            </a:r>
            <a:r>
              <a:rPr dirty="0" sz="2800" spc="-25">
                <a:solidFill>
                  <a:srgbClr val="4E3629"/>
                </a:solidFill>
                <a:latin typeface="Calibri"/>
                <a:cs typeface="Calibri"/>
              </a:rPr>
              <a:t>datos</a:t>
            </a:r>
            <a:r>
              <a:rPr dirty="0" sz="2800" spc="10">
                <a:solidFill>
                  <a:srgbClr val="4E3629"/>
                </a:solidFill>
                <a:latin typeface="Calibri"/>
                <a:cs typeface="Calibri"/>
              </a:rPr>
              <a:t> </a:t>
            </a:r>
            <a:r>
              <a:rPr dirty="0" sz="2800" spc="-20">
                <a:solidFill>
                  <a:srgbClr val="4E3629"/>
                </a:solidFill>
                <a:latin typeface="Calibri"/>
                <a:cs typeface="Calibri"/>
              </a:rPr>
              <a:t>que</a:t>
            </a:r>
            <a:r>
              <a:rPr dirty="0" sz="2800" spc="25">
                <a:solidFill>
                  <a:srgbClr val="4E3629"/>
                </a:solidFill>
                <a:latin typeface="Calibri"/>
                <a:cs typeface="Calibri"/>
              </a:rPr>
              <a:t> </a:t>
            </a:r>
            <a:r>
              <a:rPr dirty="0" sz="2800" spc="-25">
                <a:solidFill>
                  <a:srgbClr val="4E3629"/>
                </a:solidFill>
                <a:latin typeface="Calibri"/>
                <a:cs typeface="Calibri"/>
              </a:rPr>
              <a:t>faltan</a:t>
            </a:r>
            <a:endParaRPr sz="2800">
              <a:latin typeface="Calibri"/>
              <a:cs typeface="Calibri"/>
            </a:endParaRPr>
          </a:p>
        </p:txBody>
      </p:sp>
      <p:graphicFrame>
        <p:nvGraphicFramePr>
          <p:cNvPr id="4" name="object 4" descr=""/>
          <p:cNvGraphicFramePr>
            <a:graphicFrameLocks noGrp="1"/>
          </p:cNvGraphicFramePr>
          <p:nvPr/>
        </p:nvGraphicFramePr>
        <p:xfrm>
          <a:off x="798511" y="4599970"/>
          <a:ext cx="7764780" cy="604520"/>
        </p:xfrm>
        <a:graphic>
          <a:graphicData uri="http://schemas.openxmlformats.org/drawingml/2006/table">
            <a:tbl>
              <a:tblPr firstRow="1" bandRow="1">
                <a:tableStyleId>{2D5ABB26-0587-4C30-8999-92F81FD0307C}</a:tableStyleId>
              </a:tblPr>
              <a:tblGrid>
                <a:gridCol w="1117600"/>
                <a:gridCol w="1022985"/>
                <a:gridCol w="995044"/>
                <a:gridCol w="770890"/>
                <a:gridCol w="1373504"/>
                <a:gridCol w="995045"/>
                <a:gridCol w="742950"/>
                <a:gridCol w="659129"/>
              </a:tblGrid>
              <a:tr h="327025">
                <a:tc>
                  <a:txBody>
                    <a:bodyPr/>
                    <a:lstStyle/>
                    <a:p>
                      <a:pPr marL="71755">
                        <a:lnSpc>
                          <a:spcPct val="100000"/>
                        </a:lnSpc>
                        <a:spcBef>
                          <a:spcPts val="495"/>
                        </a:spcBef>
                      </a:pPr>
                      <a:r>
                        <a:rPr dirty="0" sz="1200" spc="-10" b="1">
                          <a:solidFill>
                            <a:srgbClr val="4E3629"/>
                          </a:solidFill>
                          <a:latin typeface="Calibri"/>
                          <a:cs typeface="Calibri"/>
                        </a:rPr>
                        <a:t>EMPLOYEE_ID</a:t>
                      </a:r>
                      <a:endParaRPr sz="1200">
                        <a:latin typeface="Calibri"/>
                        <a:cs typeface="Calibri"/>
                      </a:endParaRPr>
                    </a:p>
                  </a:txBody>
                  <a:tcPr marL="0" marR="0" marB="0" marT="62865">
                    <a:lnL w="12700">
                      <a:solidFill>
                        <a:srgbClr val="D1350F"/>
                      </a:solidFill>
                      <a:prstDash val="solid"/>
                    </a:lnL>
                    <a:lnR w="12700">
                      <a:solidFill>
                        <a:srgbClr val="D1350F"/>
                      </a:solidFill>
                      <a:prstDash val="solid"/>
                    </a:lnR>
                    <a:lnT w="12700">
                      <a:solidFill>
                        <a:srgbClr val="D1350F"/>
                      </a:solidFill>
                      <a:prstDash val="solid"/>
                    </a:lnT>
                    <a:lnB w="28575">
                      <a:solidFill>
                        <a:srgbClr val="D1350F"/>
                      </a:solidFill>
                      <a:prstDash val="solid"/>
                    </a:lnB>
                  </a:tcPr>
                </a:tc>
                <a:tc>
                  <a:txBody>
                    <a:bodyPr/>
                    <a:lstStyle/>
                    <a:p>
                      <a:pPr marL="71755">
                        <a:lnSpc>
                          <a:spcPct val="100000"/>
                        </a:lnSpc>
                        <a:spcBef>
                          <a:spcPts val="495"/>
                        </a:spcBef>
                      </a:pPr>
                      <a:r>
                        <a:rPr dirty="0" sz="1200" spc="-10" b="1">
                          <a:solidFill>
                            <a:srgbClr val="4E3629"/>
                          </a:solidFill>
                          <a:latin typeface="Calibri"/>
                          <a:cs typeface="Calibri"/>
                        </a:rPr>
                        <a:t>FIRST_NAME</a:t>
                      </a:r>
                      <a:endParaRPr sz="1200">
                        <a:latin typeface="Calibri"/>
                        <a:cs typeface="Calibri"/>
                      </a:endParaRPr>
                    </a:p>
                  </a:txBody>
                  <a:tcPr marL="0" marR="0" marB="0" marT="62865">
                    <a:lnL w="12700">
                      <a:solidFill>
                        <a:srgbClr val="D1350F"/>
                      </a:solidFill>
                      <a:prstDash val="solid"/>
                    </a:lnL>
                    <a:lnR w="12700">
                      <a:solidFill>
                        <a:srgbClr val="D1350F"/>
                      </a:solidFill>
                      <a:prstDash val="solid"/>
                    </a:lnR>
                    <a:lnT w="12700">
                      <a:solidFill>
                        <a:srgbClr val="D1350F"/>
                      </a:solidFill>
                      <a:prstDash val="solid"/>
                    </a:lnT>
                    <a:lnB w="28575">
                      <a:solidFill>
                        <a:srgbClr val="D1350F"/>
                      </a:solidFill>
                      <a:prstDash val="solid"/>
                    </a:lnB>
                  </a:tcPr>
                </a:tc>
                <a:tc>
                  <a:txBody>
                    <a:bodyPr/>
                    <a:lstStyle/>
                    <a:p>
                      <a:pPr marL="71755">
                        <a:lnSpc>
                          <a:spcPct val="100000"/>
                        </a:lnSpc>
                        <a:spcBef>
                          <a:spcPts val="495"/>
                        </a:spcBef>
                      </a:pPr>
                      <a:r>
                        <a:rPr dirty="0" sz="1200" spc="-10" b="1">
                          <a:solidFill>
                            <a:srgbClr val="4E3629"/>
                          </a:solidFill>
                          <a:latin typeface="Calibri"/>
                          <a:cs typeface="Calibri"/>
                        </a:rPr>
                        <a:t>LAST_NAME</a:t>
                      </a:r>
                      <a:endParaRPr sz="1200">
                        <a:latin typeface="Calibri"/>
                        <a:cs typeface="Calibri"/>
                      </a:endParaRPr>
                    </a:p>
                  </a:txBody>
                  <a:tcPr marL="0" marR="0" marB="0" marT="62865">
                    <a:lnL w="12700">
                      <a:solidFill>
                        <a:srgbClr val="D1350F"/>
                      </a:solidFill>
                      <a:prstDash val="solid"/>
                    </a:lnL>
                    <a:lnR w="12700">
                      <a:solidFill>
                        <a:srgbClr val="D1350F"/>
                      </a:solidFill>
                      <a:prstDash val="solid"/>
                    </a:lnR>
                    <a:lnT w="12700">
                      <a:solidFill>
                        <a:srgbClr val="D1350F"/>
                      </a:solidFill>
                      <a:prstDash val="solid"/>
                    </a:lnT>
                    <a:lnB w="28575">
                      <a:solidFill>
                        <a:srgbClr val="D1350F"/>
                      </a:solidFill>
                      <a:prstDash val="solid"/>
                    </a:lnB>
                  </a:tcPr>
                </a:tc>
                <a:tc>
                  <a:txBody>
                    <a:bodyPr/>
                    <a:lstStyle/>
                    <a:p>
                      <a:pPr marL="71755">
                        <a:lnSpc>
                          <a:spcPct val="100000"/>
                        </a:lnSpc>
                        <a:spcBef>
                          <a:spcPts val="495"/>
                        </a:spcBef>
                      </a:pPr>
                      <a:r>
                        <a:rPr dirty="0" sz="1200" spc="-10" b="1">
                          <a:solidFill>
                            <a:srgbClr val="4E3629"/>
                          </a:solidFill>
                          <a:latin typeface="Calibri"/>
                          <a:cs typeface="Calibri"/>
                        </a:rPr>
                        <a:t>EMAIL</a:t>
                      </a:r>
                      <a:endParaRPr sz="1200">
                        <a:latin typeface="Calibri"/>
                        <a:cs typeface="Calibri"/>
                      </a:endParaRPr>
                    </a:p>
                  </a:txBody>
                  <a:tcPr marL="0" marR="0" marB="0" marT="62865">
                    <a:lnL w="12700">
                      <a:solidFill>
                        <a:srgbClr val="D1350F"/>
                      </a:solidFill>
                      <a:prstDash val="solid"/>
                    </a:lnL>
                    <a:lnR w="12700">
                      <a:solidFill>
                        <a:srgbClr val="D1350F"/>
                      </a:solidFill>
                      <a:prstDash val="solid"/>
                    </a:lnR>
                    <a:lnT w="12700">
                      <a:solidFill>
                        <a:srgbClr val="D1350F"/>
                      </a:solidFill>
                      <a:prstDash val="solid"/>
                    </a:lnT>
                    <a:lnB w="28575">
                      <a:solidFill>
                        <a:srgbClr val="D1350F"/>
                      </a:solidFill>
                      <a:prstDash val="solid"/>
                    </a:lnB>
                  </a:tcPr>
                </a:tc>
                <a:tc>
                  <a:txBody>
                    <a:bodyPr/>
                    <a:lstStyle/>
                    <a:p>
                      <a:pPr marL="71755">
                        <a:lnSpc>
                          <a:spcPct val="100000"/>
                        </a:lnSpc>
                        <a:spcBef>
                          <a:spcPts val="495"/>
                        </a:spcBef>
                      </a:pPr>
                      <a:r>
                        <a:rPr dirty="0" sz="1200" spc="-10" b="1">
                          <a:solidFill>
                            <a:srgbClr val="4E3629"/>
                          </a:solidFill>
                          <a:latin typeface="Calibri"/>
                          <a:cs typeface="Calibri"/>
                        </a:rPr>
                        <a:t>PHONE_NUMBER</a:t>
                      </a:r>
                      <a:endParaRPr sz="1200">
                        <a:latin typeface="Calibri"/>
                        <a:cs typeface="Calibri"/>
                      </a:endParaRPr>
                    </a:p>
                  </a:txBody>
                  <a:tcPr marL="0" marR="0" marB="0" marT="62865">
                    <a:lnL w="12700">
                      <a:solidFill>
                        <a:srgbClr val="D1350F"/>
                      </a:solidFill>
                      <a:prstDash val="solid"/>
                    </a:lnL>
                    <a:lnR w="12700">
                      <a:solidFill>
                        <a:srgbClr val="D1350F"/>
                      </a:solidFill>
                      <a:prstDash val="solid"/>
                    </a:lnR>
                    <a:lnT w="12700">
                      <a:solidFill>
                        <a:srgbClr val="D1350F"/>
                      </a:solidFill>
                      <a:prstDash val="solid"/>
                    </a:lnT>
                    <a:lnB w="28575">
                      <a:solidFill>
                        <a:srgbClr val="D1350F"/>
                      </a:solidFill>
                      <a:prstDash val="solid"/>
                    </a:lnB>
                  </a:tcPr>
                </a:tc>
                <a:tc>
                  <a:txBody>
                    <a:bodyPr/>
                    <a:lstStyle/>
                    <a:p>
                      <a:pPr marL="71755">
                        <a:lnSpc>
                          <a:spcPct val="100000"/>
                        </a:lnSpc>
                        <a:spcBef>
                          <a:spcPts val="495"/>
                        </a:spcBef>
                      </a:pPr>
                      <a:r>
                        <a:rPr dirty="0" sz="1200" spc="-10" b="1">
                          <a:solidFill>
                            <a:srgbClr val="4E3629"/>
                          </a:solidFill>
                          <a:latin typeface="Calibri"/>
                          <a:cs typeface="Calibri"/>
                        </a:rPr>
                        <a:t>HIRE_DATE</a:t>
                      </a:r>
                      <a:endParaRPr sz="1200">
                        <a:latin typeface="Calibri"/>
                        <a:cs typeface="Calibri"/>
                      </a:endParaRPr>
                    </a:p>
                  </a:txBody>
                  <a:tcPr marL="0" marR="0" marB="0" marT="62865">
                    <a:lnL w="12700">
                      <a:solidFill>
                        <a:srgbClr val="D1350F"/>
                      </a:solidFill>
                      <a:prstDash val="solid"/>
                    </a:lnL>
                    <a:lnR w="12700">
                      <a:solidFill>
                        <a:srgbClr val="D1350F"/>
                      </a:solidFill>
                      <a:prstDash val="solid"/>
                    </a:lnR>
                    <a:lnT w="12700">
                      <a:solidFill>
                        <a:srgbClr val="D1350F"/>
                      </a:solidFill>
                      <a:prstDash val="solid"/>
                    </a:lnT>
                    <a:lnB w="28575">
                      <a:solidFill>
                        <a:srgbClr val="D1350F"/>
                      </a:solidFill>
                      <a:prstDash val="solid"/>
                    </a:lnB>
                  </a:tcPr>
                </a:tc>
                <a:tc>
                  <a:txBody>
                    <a:bodyPr/>
                    <a:lstStyle/>
                    <a:p>
                      <a:pPr marL="71755">
                        <a:lnSpc>
                          <a:spcPct val="100000"/>
                        </a:lnSpc>
                        <a:spcBef>
                          <a:spcPts val="495"/>
                        </a:spcBef>
                      </a:pPr>
                      <a:r>
                        <a:rPr dirty="0" sz="1200" spc="-10" b="1">
                          <a:solidFill>
                            <a:srgbClr val="4E3629"/>
                          </a:solidFill>
                          <a:latin typeface="Calibri"/>
                          <a:cs typeface="Calibri"/>
                        </a:rPr>
                        <a:t>JOB_ID</a:t>
                      </a:r>
                      <a:endParaRPr sz="1200">
                        <a:latin typeface="Calibri"/>
                        <a:cs typeface="Calibri"/>
                      </a:endParaRPr>
                    </a:p>
                  </a:txBody>
                  <a:tcPr marL="0" marR="0" marB="0" marT="62865">
                    <a:lnL w="12700">
                      <a:solidFill>
                        <a:srgbClr val="D1350F"/>
                      </a:solidFill>
                      <a:prstDash val="solid"/>
                    </a:lnL>
                    <a:lnR w="12700">
                      <a:solidFill>
                        <a:srgbClr val="D1350F"/>
                      </a:solidFill>
                      <a:prstDash val="solid"/>
                    </a:lnR>
                    <a:lnT w="12700">
                      <a:solidFill>
                        <a:srgbClr val="D1350F"/>
                      </a:solidFill>
                      <a:prstDash val="solid"/>
                    </a:lnT>
                    <a:lnB w="28575">
                      <a:solidFill>
                        <a:srgbClr val="D1350F"/>
                      </a:solidFill>
                      <a:prstDash val="solid"/>
                    </a:lnB>
                  </a:tcPr>
                </a:tc>
                <a:tc>
                  <a:txBody>
                    <a:bodyPr/>
                    <a:lstStyle/>
                    <a:p>
                      <a:pPr marL="71755">
                        <a:lnSpc>
                          <a:spcPct val="100000"/>
                        </a:lnSpc>
                        <a:spcBef>
                          <a:spcPts val="495"/>
                        </a:spcBef>
                      </a:pPr>
                      <a:r>
                        <a:rPr dirty="0" sz="1200" spc="-10" b="1">
                          <a:solidFill>
                            <a:srgbClr val="4E3629"/>
                          </a:solidFill>
                          <a:latin typeface="Calibri"/>
                          <a:cs typeface="Calibri"/>
                        </a:rPr>
                        <a:t>SALARY</a:t>
                      </a:r>
                      <a:endParaRPr sz="1200">
                        <a:latin typeface="Calibri"/>
                        <a:cs typeface="Calibri"/>
                      </a:endParaRPr>
                    </a:p>
                  </a:txBody>
                  <a:tcPr marL="0" marR="0" marB="0" marT="62865">
                    <a:lnL w="12700">
                      <a:solidFill>
                        <a:srgbClr val="D1350F"/>
                      </a:solidFill>
                      <a:prstDash val="solid"/>
                    </a:lnL>
                    <a:lnR w="12700">
                      <a:solidFill>
                        <a:srgbClr val="D1350F"/>
                      </a:solidFill>
                      <a:prstDash val="solid"/>
                    </a:lnR>
                    <a:lnT w="12700">
                      <a:solidFill>
                        <a:srgbClr val="D1350F"/>
                      </a:solidFill>
                      <a:prstDash val="solid"/>
                    </a:lnT>
                    <a:lnB w="28575">
                      <a:solidFill>
                        <a:srgbClr val="D1350F"/>
                      </a:solidFill>
                      <a:prstDash val="solid"/>
                    </a:lnB>
                  </a:tcPr>
                </a:tc>
              </a:tr>
              <a:tr h="277495">
                <a:tc>
                  <a:txBody>
                    <a:bodyPr/>
                    <a:lstStyle/>
                    <a:p>
                      <a:pPr marL="71755">
                        <a:lnSpc>
                          <a:spcPct val="100000"/>
                        </a:lnSpc>
                        <a:spcBef>
                          <a:spcPts val="300"/>
                        </a:spcBef>
                      </a:pPr>
                      <a:r>
                        <a:rPr dirty="0" sz="1200" spc="-25">
                          <a:solidFill>
                            <a:srgbClr val="4E3629"/>
                          </a:solidFill>
                          <a:latin typeface="Calibri"/>
                          <a:cs typeface="Calibri"/>
                        </a:rPr>
                        <a:t>302</a:t>
                      </a:r>
                      <a:endParaRPr sz="1200">
                        <a:latin typeface="Calibri"/>
                        <a:cs typeface="Calibri"/>
                      </a:endParaRPr>
                    </a:p>
                  </a:txBody>
                  <a:tcPr marL="0" marR="0" marB="0" marT="38100">
                    <a:lnL w="12700">
                      <a:solidFill>
                        <a:srgbClr val="D1350F"/>
                      </a:solidFill>
                      <a:prstDash val="solid"/>
                    </a:lnL>
                    <a:lnR w="12700">
                      <a:solidFill>
                        <a:srgbClr val="D1350F"/>
                      </a:solidFill>
                      <a:prstDash val="solid"/>
                    </a:lnR>
                    <a:lnT w="28575">
                      <a:solidFill>
                        <a:srgbClr val="D1350F"/>
                      </a:solidFill>
                      <a:prstDash val="solid"/>
                    </a:lnT>
                    <a:lnB w="12700">
                      <a:solidFill>
                        <a:srgbClr val="D1350F"/>
                      </a:solidFill>
                      <a:prstDash val="solid"/>
                    </a:lnB>
                  </a:tcPr>
                </a:tc>
                <a:tc>
                  <a:txBody>
                    <a:bodyPr/>
                    <a:lstStyle/>
                    <a:p>
                      <a:pPr marL="71755">
                        <a:lnSpc>
                          <a:spcPct val="100000"/>
                        </a:lnSpc>
                        <a:spcBef>
                          <a:spcPts val="300"/>
                        </a:spcBef>
                      </a:pPr>
                      <a:r>
                        <a:rPr dirty="0" sz="1200" spc="-10">
                          <a:solidFill>
                            <a:srgbClr val="4E3629"/>
                          </a:solidFill>
                          <a:latin typeface="Calibri"/>
                          <a:cs typeface="Calibri"/>
                        </a:rPr>
                        <a:t>Grigorz</a:t>
                      </a:r>
                      <a:endParaRPr sz="1200">
                        <a:latin typeface="Calibri"/>
                        <a:cs typeface="Calibri"/>
                      </a:endParaRPr>
                    </a:p>
                  </a:txBody>
                  <a:tcPr marL="0" marR="0" marB="0" marT="38100">
                    <a:lnL w="12700">
                      <a:solidFill>
                        <a:srgbClr val="D1350F"/>
                      </a:solidFill>
                      <a:prstDash val="solid"/>
                    </a:lnL>
                    <a:lnR w="12700">
                      <a:solidFill>
                        <a:srgbClr val="D1350F"/>
                      </a:solidFill>
                      <a:prstDash val="solid"/>
                    </a:lnR>
                    <a:lnT w="28575">
                      <a:solidFill>
                        <a:srgbClr val="D1350F"/>
                      </a:solidFill>
                      <a:prstDash val="solid"/>
                    </a:lnT>
                    <a:lnB w="12700">
                      <a:solidFill>
                        <a:srgbClr val="D1350F"/>
                      </a:solidFill>
                      <a:prstDash val="solid"/>
                    </a:lnB>
                  </a:tcPr>
                </a:tc>
                <a:tc>
                  <a:txBody>
                    <a:bodyPr/>
                    <a:lstStyle/>
                    <a:p>
                      <a:pPr marL="71755">
                        <a:lnSpc>
                          <a:spcPct val="100000"/>
                        </a:lnSpc>
                        <a:spcBef>
                          <a:spcPts val="300"/>
                        </a:spcBef>
                      </a:pPr>
                      <a:r>
                        <a:rPr dirty="0" sz="1200" spc="-10">
                          <a:solidFill>
                            <a:srgbClr val="4E3629"/>
                          </a:solidFill>
                          <a:latin typeface="Calibri"/>
                          <a:cs typeface="Calibri"/>
                        </a:rPr>
                        <a:t>Polanski</a:t>
                      </a:r>
                      <a:endParaRPr sz="1200">
                        <a:latin typeface="Calibri"/>
                        <a:cs typeface="Calibri"/>
                      </a:endParaRPr>
                    </a:p>
                  </a:txBody>
                  <a:tcPr marL="0" marR="0" marB="0" marT="38100">
                    <a:lnL w="12700">
                      <a:solidFill>
                        <a:srgbClr val="D1350F"/>
                      </a:solidFill>
                      <a:prstDash val="solid"/>
                    </a:lnL>
                    <a:lnR w="12700">
                      <a:solidFill>
                        <a:srgbClr val="D1350F"/>
                      </a:solidFill>
                      <a:prstDash val="solid"/>
                    </a:lnR>
                    <a:lnT w="28575">
                      <a:solidFill>
                        <a:srgbClr val="D1350F"/>
                      </a:solidFill>
                      <a:prstDash val="solid"/>
                    </a:lnT>
                    <a:lnB w="12700">
                      <a:solidFill>
                        <a:srgbClr val="D1350F"/>
                      </a:solidFill>
                      <a:prstDash val="solid"/>
                    </a:lnB>
                  </a:tcPr>
                </a:tc>
                <a:tc>
                  <a:txBody>
                    <a:bodyPr/>
                    <a:lstStyle/>
                    <a:p>
                      <a:pPr marL="71755">
                        <a:lnSpc>
                          <a:spcPct val="100000"/>
                        </a:lnSpc>
                        <a:spcBef>
                          <a:spcPts val="300"/>
                        </a:spcBef>
                      </a:pPr>
                      <a:r>
                        <a:rPr dirty="0" sz="1200" spc="-10">
                          <a:solidFill>
                            <a:srgbClr val="4E3629"/>
                          </a:solidFill>
                          <a:latin typeface="Calibri"/>
                          <a:cs typeface="Calibri"/>
                        </a:rPr>
                        <a:t>gpolanski</a:t>
                      </a:r>
                      <a:endParaRPr sz="1200">
                        <a:latin typeface="Calibri"/>
                        <a:cs typeface="Calibri"/>
                      </a:endParaRPr>
                    </a:p>
                  </a:txBody>
                  <a:tcPr marL="0" marR="0" marB="0" marT="38100">
                    <a:lnL w="12700">
                      <a:solidFill>
                        <a:srgbClr val="D1350F"/>
                      </a:solidFill>
                      <a:prstDash val="solid"/>
                    </a:lnL>
                    <a:lnR w="12700">
                      <a:solidFill>
                        <a:srgbClr val="D1350F"/>
                      </a:solidFill>
                      <a:prstDash val="solid"/>
                    </a:lnR>
                    <a:lnT w="28575">
                      <a:solidFill>
                        <a:srgbClr val="D1350F"/>
                      </a:solidFill>
                      <a:prstDash val="solid"/>
                    </a:lnT>
                    <a:lnB w="12700">
                      <a:solidFill>
                        <a:srgbClr val="D1350F"/>
                      </a:solidFill>
                      <a:prstDash val="solid"/>
                    </a:lnB>
                  </a:tcPr>
                </a:tc>
                <a:tc>
                  <a:txBody>
                    <a:bodyPr/>
                    <a:lstStyle/>
                    <a:p>
                      <a:pPr marL="71755">
                        <a:lnSpc>
                          <a:spcPct val="100000"/>
                        </a:lnSpc>
                        <a:spcBef>
                          <a:spcPts val="300"/>
                        </a:spcBef>
                      </a:pPr>
                      <a:r>
                        <a:rPr dirty="0" sz="1200" spc="-50">
                          <a:solidFill>
                            <a:srgbClr val="4E3629"/>
                          </a:solidFill>
                          <a:latin typeface="Calibri"/>
                          <a:cs typeface="Calibri"/>
                        </a:rPr>
                        <a:t>-</a:t>
                      </a:r>
                      <a:endParaRPr sz="1200">
                        <a:latin typeface="Calibri"/>
                        <a:cs typeface="Calibri"/>
                      </a:endParaRPr>
                    </a:p>
                  </a:txBody>
                  <a:tcPr marL="0" marR="0" marB="0" marT="38100">
                    <a:lnL w="12700">
                      <a:solidFill>
                        <a:srgbClr val="D1350F"/>
                      </a:solidFill>
                      <a:prstDash val="solid"/>
                    </a:lnL>
                    <a:lnR w="12700">
                      <a:solidFill>
                        <a:srgbClr val="D1350F"/>
                      </a:solidFill>
                      <a:prstDash val="solid"/>
                    </a:lnR>
                    <a:lnT w="28575">
                      <a:solidFill>
                        <a:srgbClr val="D1350F"/>
                      </a:solidFill>
                      <a:prstDash val="solid"/>
                    </a:lnT>
                    <a:lnB w="12700">
                      <a:solidFill>
                        <a:srgbClr val="D1350F"/>
                      </a:solidFill>
                      <a:prstDash val="solid"/>
                    </a:lnB>
                  </a:tcPr>
                </a:tc>
                <a:tc>
                  <a:txBody>
                    <a:bodyPr/>
                    <a:lstStyle/>
                    <a:p>
                      <a:pPr marL="71755">
                        <a:lnSpc>
                          <a:spcPct val="100000"/>
                        </a:lnSpc>
                        <a:spcBef>
                          <a:spcPts val="300"/>
                        </a:spcBef>
                      </a:pPr>
                      <a:r>
                        <a:rPr dirty="0" sz="1200" spc="-10">
                          <a:solidFill>
                            <a:srgbClr val="4E3629"/>
                          </a:solidFill>
                          <a:latin typeface="Calibri"/>
                          <a:cs typeface="Calibri"/>
                        </a:rPr>
                        <a:t>15-</a:t>
                      </a:r>
                      <a:r>
                        <a:rPr dirty="0" sz="1200">
                          <a:solidFill>
                            <a:srgbClr val="4E3629"/>
                          </a:solidFill>
                          <a:latin typeface="Calibri"/>
                          <a:cs typeface="Calibri"/>
                        </a:rPr>
                        <a:t>Jun-</a:t>
                      </a:r>
                      <a:r>
                        <a:rPr dirty="0" sz="1200" spc="-20">
                          <a:solidFill>
                            <a:srgbClr val="4E3629"/>
                          </a:solidFill>
                          <a:latin typeface="Calibri"/>
                          <a:cs typeface="Calibri"/>
                        </a:rPr>
                        <a:t>2017</a:t>
                      </a:r>
                      <a:endParaRPr sz="1200">
                        <a:latin typeface="Calibri"/>
                        <a:cs typeface="Calibri"/>
                      </a:endParaRPr>
                    </a:p>
                  </a:txBody>
                  <a:tcPr marL="0" marR="0" marB="0" marT="38100">
                    <a:lnL w="12700">
                      <a:solidFill>
                        <a:srgbClr val="D1350F"/>
                      </a:solidFill>
                      <a:prstDash val="solid"/>
                    </a:lnL>
                    <a:lnR w="12700">
                      <a:solidFill>
                        <a:srgbClr val="D1350F"/>
                      </a:solidFill>
                      <a:prstDash val="solid"/>
                    </a:lnR>
                    <a:lnT w="28575">
                      <a:solidFill>
                        <a:srgbClr val="D1350F"/>
                      </a:solidFill>
                      <a:prstDash val="solid"/>
                    </a:lnT>
                    <a:lnB w="12700">
                      <a:solidFill>
                        <a:srgbClr val="D1350F"/>
                      </a:solidFill>
                      <a:prstDash val="solid"/>
                    </a:lnB>
                  </a:tcPr>
                </a:tc>
                <a:tc>
                  <a:txBody>
                    <a:bodyPr/>
                    <a:lstStyle/>
                    <a:p>
                      <a:pPr marL="71755">
                        <a:lnSpc>
                          <a:spcPct val="100000"/>
                        </a:lnSpc>
                        <a:spcBef>
                          <a:spcPts val="300"/>
                        </a:spcBef>
                      </a:pPr>
                      <a:r>
                        <a:rPr dirty="0" sz="1200" spc="-10">
                          <a:solidFill>
                            <a:srgbClr val="4E3629"/>
                          </a:solidFill>
                          <a:latin typeface="Calibri"/>
                          <a:cs typeface="Calibri"/>
                        </a:rPr>
                        <a:t>IT_PROG</a:t>
                      </a:r>
                      <a:endParaRPr sz="1200">
                        <a:latin typeface="Calibri"/>
                        <a:cs typeface="Calibri"/>
                      </a:endParaRPr>
                    </a:p>
                  </a:txBody>
                  <a:tcPr marL="0" marR="0" marB="0" marT="38100">
                    <a:lnL w="12700">
                      <a:solidFill>
                        <a:srgbClr val="D1350F"/>
                      </a:solidFill>
                      <a:prstDash val="solid"/>
                    </a:lnL>
                    <a:lnR w="12700">
                      <a:solidFill>
                        <a:srgbClr val="D1350F"/>
                      </a:solidFill>
                      <a:prstDash val="solid"/>
                    </a:lnR>
                    <a:lnT w="28575">
                      <a:solidFill>
                        <a:srgbClr val="D1350F"/>
                      </a:solidFill>
                      <a:prstDash val="solid"/>
                    </a:lnT>
                    <a:lnB w="12700">
                      <a:solidFill>
                        <a:srgbClr val="D1350F"/>
                      </a:solidFill>
                      <a:prstDash val="solid"/>
                    </a:lnB>
                  </a:tcPr>
                </a:tc>
                <a:tc>
                  <a:txBody>
                    <a:bodyPr/>
                    <a:lstStyle/>
                    <a:p>
                      <a:pPr marL="71755">
                        <a:lnSpc>
                          <a:spcPct val="100000"/>
                        </a:lnSpc>
                        <a:spcBef>
                          <a:spcPts val="300"/>
                        </a:spcBef>
                      </a:pPr>
                      <a:r>
                        <a:rPr dirty="0" sz="1200" spc="-20">
                          <a:solidFill>
                            <a:srgbClr val="4E3629"/>
                          </a:solidFill>
                          <a:latin typeface="Calibri"/>
                          <a:cs typeface="Calibri"/>
                        </a:rPr>
                        <a:t>4200</a:t>
                      </a:r>
                      <a:endParaRPr sz="1200">
                        <a:latin typeface="Calibri"/>
                        <a:cs typeface="Calibri"/>
                      </a:endParaRPr>
                    </a:p>
                  </a:txBody>
                  <a:tcPr marL="0" marR="0" marB="0" marT="38100">
                    <a:lnL w="12700">
                      <a:solidFill>
                        <a:srgbClr val="D1350F"/>
                      </a:solidFill>
                      <a:prstDash val="solid"/>
                    </a:lnL>
                    <a:lnR w="12700">
                      <a:solidFill>
                        <a:srgbClr val="D1350F"/>
                      </a:solidFill>
                      <a:prstDash val="solid"/>
                    </a:lnR>
                    <a:lnT w="28575">
                      <a:solidFill>
                        <a:srgbClr val="D1350F"/>
                      </a:solidFill>
                      <a:prstDash val="solid"/>
                    </a:lnT>
                    <a:lnB w="12700">
                      <a:solidFill>
                        <a:srgbClr val="D1350F"/>
                      </a:solidFill>
                      <a:prstDash val="solid"/>
                    </a:lnB>
                  </a:tcPr>
                </a:tc>
              </a:tr>
            </a:tbl>
          </a:graphicData>
        </a:graphic>
      </p:graphicFrame>
      <p:graphicFrame>
        <p:nvGraphicFramePr>
          <p:cNvPr id="5" name="object 5" descr=""/>
          <p:cNvGraphicFramePr>
            <a:graphicFrameLocks noGrp="1"/>
          </p:cNvGraphicFramePr>
          <p:nvPr/>
        </p:nvGraphicFramePr>
        <p:xfrm>
          <a:off x="5642451" y="5431481"/>
          <a:ext cx="2917190" cy="604520"/>
        </p:xfrm>
        <a:graphic>
          <a:graphicData uri="http://schemas.openxmlformats.org/drawingml/2006/table">
            <a:tbl>
              <a:tblPr firstRow="1" bandRow="1">
                <a:tableStyleId>{2D5ABB26-0587-4C30-8999-92F81FD0307C}</a:tableStyleId>
              </a:tblPr>
              <a:tblGrid>
                <a:gridCol w="898525"/>
                <a:gridCol w="676275"/>
                <a:gridCol w="676275"/>
                <a:gridCol w="575944"/>
              </a:tblGrid>
              <a:tr h="327025">
                <a:tc>
                  <a:txBody>
                    <a:bodyPr/>
                    <a:lstStyle/>
                    <a:p>
                      <a:pPr marL="71755">
                        <a:lnSpc>
                          <a:spcPct val="100000"/>
                        </a:lnSpc>
                        <a:spcBef>
                          <a:spcPts val="495"/>
                        </a:spcBef>
                      </a:pPr>
                      <a:r>
                        <a:rPr dirty="0" sz="1200" spc="-10" b="1">
                          <a:solidFill>
                            <a:srgbClr val="4E3629"/>
                          </a:solidFill>
                          <a:latin typeface="Calibri"/>
                          <a:cs typeface="Calibri"/>
                        </a:rPr>
                        <a:t>COMM_PCT</a:t>
                      </a:r>
                      <a:endParaRPr sz="1200">
                        <a:latin typeface="Calibri"/>
                        <a:cs typeface="Calibri"/>
                      </a:endParaRPr>
                    </a:p>
                  </a:txBody>
                  <a:tcPr marL="0" marR="0" marB="0" marT="62865">
                    <a:lnL w="12700">
                      <a:solidFill>
                        <a:srgbClr val="D1350F"/>
                      </a:solidFill>
                      <a:prstDash val="solid"/>
                    </a:lnL>
                    <a:lnR w="12700">
                      <a:solidFill>
                        <a:srgbClr val="D1350F"/>
                      </a:solidFill>
                      <a:prstDash val="solid"/>
                    </a:lnR>
                    <a:lnT w="12700">
                      <a:solidFill>
                        <a:srgbClr val="D1350F"/>
                      </a:solidFill>
                      <a:prstDash val="solid"/>
                    </a:lnT>
                    <a:lnB w="28575">
                      <a:solidFill>
                        <a:srgbClr val="D1350F"/>
                      </a:solidFill>
                      <a:prstDash val="solid"/>
                    </a:lnB>
                  </a:tcPr>
                </a:tc>
                <a:tc>
                  <a:txBody>
                    <a:bodyPr/>
                    <a:lstStyle/>
                    <a:p>
                      <a:pPr marL="71755">
                        <a:lnSpc>
                          <a:spcPct val="100000"/>
                        </a:lnSpc>
                        <a:spcBef>
                          <a:spcPts val="495"/>
                        </a:spcBef>
                      </a:pPr>
                      <a:r>
                        <a:rPr dirty="0" sz="1200" spc="-10" b="1">
                          <a:solidFill>
                            <a:srgbClr val="4E3629"/>
                          </a:solidFill>
                          <a:latin typeface="Calibri"/>
                          <a:cs typeface="Calibri"/>
                        </a:rPr>
                        <a:t>MGR_ID</a:t>
                      </a:r>
                      <a:endParaRPr sz="1200">
                        <a:latin typeface="Calibri"/>
                        <a:cs typeface="Calibri"/>
                      </a:endParaRPr>
                    </a:p>
                  </a:txBody>
                  <a:tcPr marL="0" marR="0" marB="0" marT="62865">
                    <a:lnL w="12700">
                      <a:solidFill>
                        <a:srgbClr val="D1350F"/>
                      </a:solidFill>
                      <a:prstDash val="solid"/>
                    </a:lnL>
                    <a:lnR w="12700">
                      <a:solidFill>
                        <a:srgbClr val="D1350F"/>
                      </a:solidFill>
                      <a:prstDash val="solid"/>
                    </a:lnR>
                    <a:lnT w="12700">
                      <a:solidFill>
                        <a:srgbClr val="D1350F"/>
                      </a:solidFill>
                      <a:prstDash val="solid"/>
                    </a:lnT>
                    <a:lnB w="28575">
                      <a:solidFill>
                        <a:srgbClr val="D1350F"/>
                      </a:solidFill>
                      <a:prstDash val="solid"/>
                    </a:lnB>
                  </a:tcPr>
                </a:tc>
                <a:tc>
                  <a:txBody>
                    <a:bodyPr/>
                    <a:lstStyle/>
                    <a:p>
                      <a:pPr marL="71755">
                        <a:lnSpc>
                          <a:spcPct val="100000"/>
                        </a:lnSpc>
                        <a:spcBef>
                          <a:spcPts val="495"/>
                        </a:spcBef>
                      </a:pPr>
                      <a:r>
                        <a:rPr dirty="0" sz="1200" spc="-10" b="1">
                          <a:solidFill>
                            <a:srgbClr val="4E3629"/>
                          </a:solidFill>
                          <a:latin typeface="Calibri"/>
                          <a:cs typeface="Calibri"/>
                        </a:rPr>
                        <a:t>DEPT_ID</a:t>
                      </a:r>
                      <a:endParaRPr sz="1200">
                        <a:latin typeface="Calibri"/>
                        <a:cs typeface="Calibri"/>
                      </a:endParaRPr>
                    </a:p>
                  </a:txBody>
                  <a:tcPr marL="0" marR="0" marB="0" marT="62865">
                    <a:lnL w="12700">
                      <a:solidFill>
                        <a:srgbClr val="D1350F"/>
                      </a:solidFill>
                      <a:prstDash val="solid"/>
                    </a:lnL>
                    <a:lnR w="12700">
                      <a:solidFill>
                        <a:srgbClr val="D1350F"/>
                      </a:solidFill>
                      <a:prstDash val="solid"/>
                    </a:lnR>
                    <a:lnT w="12700">
                      <a:solidFill>
                        <a:srgbClr val="D1350F"/>
                      </a:solidFill>
                      <a:prstDash val="solid"/>
                    </a:lnT>
                    <a:lnB w="28575">
                      <a:solidFill>
                        <a:srgbClr val="D1350F"/>
                      </a:solidFill>
                      <a:prstDash val="solid"/>
                    </a:lnB>
                  </a:tcPr>
                </a:tc>
                <a:tc>
                  <a:txBody>
                    <a:bodyPr/>
                    <a:lstStyle/>
                    <a:p>
                      <a:pPr marL="71755">
                        <a:lnSpc>
                          <a:spcPct val="100000"/>
                        </a:lnSpc>
                        <a:spcBef>
                          <a:spcPts val="495"/>
                        </a:spcBef>
                      </a:pPr>
                      <a:r>
                        <a:rPr dirty="0" sz="1200" spc="-10" b="1">
                          <a:solidFill>
                            <a:srgbClr val="4E3629"/>
                          </a:solidFill>
                          <a:latin typeface="Calibri"/>
                          <a:cs typeface="Calibri"/>
                        </a:rPr>
                        <a:t>BONUS</a:t>
                      </a:r>
                      <a:endParaRPr sz="1200">
                        <a:latin typeface="Calibri"/>
                        <a:cs typeface="Calibri"/>
                      </a:endParaRPr>
                    </a:p>
                  </a:txBody>
                  <a:tcPr marL="0" marR="0" marB="0" marT="62865">
                    <a:lnL w="12700">
                      <a:solidFill>
                        <a:srgbClr val="D1350F"/>
                      </a:solidFill>
                      <a:prstDash val="solid"/>
                    </a:lnL>
                    <a:lnR w="12700">
                      <a:solidFill>
                        <a:srgbClr val="D1350F"/>
                      </a:solidFill>
                      <a:prstDash val="solid"/>
                    </a:lnR>
                    <a:lnT w="12700">
                      <a:solidFill>
                        <a:srgbClr val="D1350F"/>
                      </a:solidFill>
                      <a:prstDash val="solid"/>
                    </a:lnT>
                    <a:lnB w="28575">
                      <a:solidFill>
                        <a:srgbClr val="D1350F"/>
                      </a:solidFill>
                      <a:prstDash val="solid"/>
                    </a:lnB>
                  </a:tcPr>
                </a:tc>
              </a:tr>
              <a:tr h="277495">
                <a:tc>
                  <a:txBody>
                    <a:bodyPr/>
                    <a:lstStyle/>
                    <a:p>
                      <a:pPr marL="71755">
                        <a:lnSpc>
                          <a:spcPct val="100000"/>
                        </a:lnSpc>
                        <a:spcBef>
                          <a:spcPts val="300"/>
                        </a:spcBef>
                      </a:pPr>
                      <a:r>
                        <a:rPr dirty="0" sz="1200" spc="-50">
                          <a:solidFill>
                            <a:srgbClr val="4E3629"/>
                          </a:solidFill>
                          <a:latin typeface="Calibri"/>
                          <a:cs typeface="Calibri"/>
                        </a:rPr>
                        <a:t>-</a:t>
                      </a:r>
                      <a:endParaRPr sz="1200">
                        <a:latin typeface="Calibri"/>
                        <a:cs typeface="Calibri"/>
                      </a:endParaRPr>
                    </a:p>
                  </a:txBody>
                  <a:tcPr marL="0" marR="0" marB="0" marT="38100">
                    <a:lnL w="12700">
                      <a:solidFill>
                        <a:srgbClr val="D1350F"/>
                      </a:solidFill>
                      <a:prstDash val="solid"/>
                    </a:lnL>
                    <a:lnR w="12700">
                      <a:solidFill>
                        <a:srgbClr val="D1350F"/>
                      </a:solidFill>
                      <a:prstDash val="solid"/>
                    </a:lnR>
                    <a:lnT w="28575">
                      <a:solidFill>
                        <a:srgbClr val="D1350F"/>
                      </a:solidFill>
                      <a:prstDash val="solid"/>
                    </a:lnT>
                    <a:lnB w="12700">
                      <a:solidFill>
                        <a:srgbClr val="D1350F"/>
                      </a:solidFill>
                      <a:prstDash val="solid"/>
                    </a:lnB>
                  </a:tcPr>
                </a:tc>
                <a:tc>
                  <a:txBody>
                    <a:bodyPr/>
                    <a:lstStyle/>
                    <a:p>
                      <a:pPr marL="71755">
                        <a:lnSpc>
                          <a:spcPct val="100000"/>
                        </a:lnSpc>
                        <a:spcBef>
                          <a:spcPts val="300"/>
                        </a:spcBef>
                      </a:pPr>
                      <a:r>
                        <a:rPr dirty="0" sz="1200" spc="-50">
                          <a:solidFill>
                            <a:srgbClr val="4E3629"/>
                          </a:solidFill>
                          <a:latin typeface="Calibri"/>
                          <a:cs typeface="Calibri"/>
                        </a:rPr>
                        <a:t>-</a:t>
                      </a:r>
                      <a:endParaRPr sz="1200">
                        <a:latin typeface="Calibri"/>
                        <a:cs typeface="Calibri"/>
                      </a:endParaRPr>
                    </a:p>
                  </a:txBody>
                  <a:tcPr marL="0" marR="0" marB="0" marT="38100">
                    <a:lnL w="12700">
                      <a:solidFill>
                        <a:srgbClr val="D1350F"/>
                      </a:solidFill>
                      <a:prstDash val="solid"/>
                    </a:lnL>
                    <a:lnR w="12700">
                      <a:solidFill>
                        <a:srgbClr val="D1350F"/>
                      </a:solidFill>
                      <a:prstDash val="solid"/>
                    </a:lnR>
                    <a:lnT w="28575">
                      <a:solidFill>
                        <a:srgbClr val="D1350F"/>
                      </a:solidFill>
                      <a:prstDash val="solid"/>
                    </a:lnT>
                    <a:lnB w="12700">
                      <a:solidFill>
                        <a:srgbClr val="D1350F"/>
                      </a:solidFill>
                      <a:prstDash val="solid"/>
                    </a:lnB>
                  </a:tcPr>
                </a:tc>
                <a:tc>
                  <a:txBody>
                    <a:bodyPr/>
                    <a:lstStyle/>
                    <a:p>
                      <a:pPr marL="71755">
                        <a:lnSpc>
                          <a:spcPct val="100000"/>
                        </a:lnSpc>
                        <a:spcBef>
                          <a:spcPts val="300"/>
                        </a:spcBef>
                      </a:pPr>
                      <a:r>
                        <a:rPr dirty="0" sz="1200" spc="-50">
                          <a:solidFill>
                            <a:srgbClr val="4E3629"/>
                          </a:solidFill>
                          <a:latin typeface="Calibri"/>
                          <a:cs typeface="Calibri"/>
                        </a:rPr>
                        <a:t>-</a:t>
                      </a:r>
                      <a:endParaRPr sz="1200">
                        <a:latin typeface="Calibri"/>
                        <a:cs typeface="Calibri"/>
                      </a:endParaRPr>
                    </a:p>
                  </a:txBody>
                  <a:tcPr marL="0" marR="0" marB="0" marT="38100">
                    <a:lnL w="12700">
                      <a:solidFill>
                        <a:srgbClr val="D1350F"/>
                      </a:solidFill>
                      <a:prstDash val="solid"/>
                    </a:lnL>
                    <a:lnR w="12700">
                      <a:solidFill>
                        <a:srgbClr val="D1350F"/>
                      </a:solidFill>
                      <a:prstDash val="solid"/>
                    </a:lnR>
                    <a:lnT w="28575">
                      <a:solidFill>
                        <a:srgbClr val="D1350F"/>
                      </a:solidFill>
                      <a:prstDash val="solid"/>
                    </a:lnT>
                    <a:lnB w="12700">
                      <a:solidFill>
                        <a:srgbClr val="D1350F"/>
                      </a:solidFill>
                      <a:prstDash val="solid"/>
                    </a:lnB>
                  </a:tcPr>
                </a:tc>
                <a:tc>
                  <a:txBody>
                    <a:bodyPr/>
                    <a:lstStyle/>
                    <a:p>
                      <a:pPr marL="71755">
                        <a:lnSpc>
                          <a:spcPct val="100000"/>
                        </a:lnSpc>
                        <a:spcBef>
                          <a:spcPts val="300"/>
                        </a:spcBef>
                      </a:pPr>
                      <a:r>
                        <a:rPr dirty="0" sz="1200" spc="-50">
                          <a:solidFill>
                            <a:srgbClr val="4E3629"/>
                          </a:solidFill>
                          <a:latin typeface="Calibri"/>
                          <a:cs typeface="Calibri"/>
                        </a:rPr>
                        <a:t>-</a:t>
                      </a:r>
                      <a:endParaRPr sz="1200">
                        <a:latin typeface="Calibri"/>
                        <a:cs typeface="Calibri"/>
                      </a:endParaRPr>
                    </a:p>
                  </a:txBody>
                  <a:tcPr marL="0" marR="0" marB="0" marT="38100">
                    <a:lnL w="12700">
                      <a:solidFill>
                        <a:srgbClr val="D1350F"/>
                      </a:solidFill>
                      <a:prstDash val="solid"/>
                    </a:lnL>
                    <a:lnR w="12700">
                      <a:solidFill>
                        <a:srgbClr val="D1350F"/>
                      </a:solidFill>
                      <a:prstDash val="solid"/>
                    </a:lnR>
                    <a:lnT w="28575">
                      <a:solidFill>
                        <a:srgbClr val="D1350F"/>
                      </a:solidFill>
                      <a:prstDash val="solid"/>
                    </a:lnT>
                    <a:lnB w="12700">
                      <a:solidFill>
                        <a:srgbClr val="D1350F"/>
                      </a:solidFill>
                      <a:prstDash val="solid"/>
                    </a:lnB>
                  </a:tcPr>
                </a:tc>
              </a:tr>
            </a:tbl>
          </a:graphicData>
        </a:graphic>
      </p:graphicFrame>
      <p:sp>
        <p:nvSpPr>
          <p:cNvPr id="6" name="object 6" descr=""/>
          <p:cNvSpPr txBox="1"/>
          <p:nvPr/>
        </p:nvSpPr>
        <p:spPr>
          <a:xfrm>
            <a:off x="405384" y="2906267"/>
            <a:ext cx="8345805" cy="1606550"/>
          </a:xfrm>
          <a:prstGeom prst="rect">
            <a:avLst/>
          </a:prstGeom>
          <a:solidFill>
            <a:srgbClr val="9DBEC4">
              <a:alpha val="50199"/>
            </a:srgbClr>
          </a:solidFill>
        </p:spPr>
        <p:txBody>
          <a:bodyPr wrap="square" lIns="0" tIns="0" rIns="0" bIns="0" rtlCol="0" vert="horz">
            <a:spAutoFit/>
          </a:bodyPr>
          <a:lstStyle/>
          <a:p>
            <a:pPr>
              <a:lnSpc>
                <a:spcPts val="1789"/>
              </a:lnSpc>
            </a:pPr>
            <a:r>
              <a:rPr dirty="0" sz="1800" b="1">
                <a:solidFill>
                  <a:srgbClr val="4E3629"/>
                </a:solidFill>
                <a:latin typeface="Courier New"/>
                <a:cs typeface="Courier New"/>
              </a:rPr>
              <a:t>INSERT</a:t>
            </a:r>
            <a:r>
              <a:rPr dirty="0" sz="1800" spc="-45" b="1">
                <a:solidFill>
                  <a:srgbClr val="4E3629"/>
                </a:solidFill>
                <a:latin typeface="Courier New"/>
                <a:cs typeface="Courier New"/>
              </a:rPr>
              <a:t> </a:t>
            </a:r>
            <a:r>
              <a:rPr dirty="0" sz="1800" b="1">
                <a:solidFill>
                  <a:srgbClr val="4E3629"/>
                </a:solidFill>
                <a:latin typeface="Courier New"/>
                <a:cs typeface="Courier New"/>
              </a:rPr>
              <a:t>INTO</a:t>
            </a:r>
            <a:r>
              <a:rPr dirty="0" sz="1800" spc="-50" b="1">
                <a:solidFill>
                  <a:srgbClr val="4E3629"/>
                </a:solidFill>
                <a:latin typeface="Courier New"/>
                <a:cs typeface="Courier New"/>
              </a:rPr>
              <a:t> </a:t>
            </a:r>
            <a:r>
              <a:rPr dirty="0" sz="1800" spc="-10" b="1">
                <a:solidFill>
                  <a:srgbClr val="4E3629"/>
                </a:solidFill>
                <a:latin typeface="Courier New"/>
                <a:cs typeface="Courier New"/>
              </a:rPr>
              <a:t>copy_employees</a:t>
            </a:r>
            <a:endParaRPr sz="1800">
              <a:latin typeface="Courier New"/>
              <a:cs typeface="Courier New"/>
            </a:endParaRPr>
          </a:p>
          <a:p>
            <a:pPr marL="408940" marR="285115" indent="-135890">
              <a:lnSpc>
                <a:spcPct val="100000"/>
              </a:lnSpc>
            </a:pPr>
            <a:r>
              <a:rPr dirty="0" sz="1800" b="1">
                <a:solidFill>
                  <a:srgbClr val="4E3629"/>
                </a:solidFill>
                <a:latin typeface="Courier New"/>
                <a:cs typeface="Courier New"/>
              </a:rPr>
              <a:t>(employee_id,</a:t>
            </a:r>
            <a:r>
              <a:rPr dirty="0" sz="1800" spc="-110" b="1">
                <a:solidFill>
                  <a:srgbClr val="4E3629"/>
                </a:solidFill>
                <a:latin typeface="Courier New"/>
                <a:cs typeface="Courier New"/>
              </a:rPr>
              <a:t> </a:t>
            </a:r>
            <a:r>
              <a:rPr dirty="0" sz="1800" b="1">
                <a:solidFill>
                  <a:srgbClr val="4E3629"/>
                </a:solidFill>
                <a:latin typeface="Courier New"/>
                <a:cs typeface="Courier New"/>
              </a:rPr>
              <a:t>first_name,</a:t>
            </a:r>
            <a:r>
              <a:rPr dirty="0" sz="1800" spc="-100" b="1">
                <a:solidFill>
                  <a:srgbClr val="4E3629"/>
                </a:solidFill>
                <a:latin typeface="Courier New"/>
                <a:cs typeface="Courier New"/>
              </a:rPr>
              <a:t> </a:t>
            </a:r>
            <a:r>
              <a:rPr dirty="0" sz="1800" b="1">
                <a:solidFill>
                  <a:srgbClr val="4E3629"/>
                </a:solidFill>
                <a:latin typeface="Courier New"/>
                <a:cs typeface="Courier New"/>
              </a:rPr>
              <a:t>last_name,</a:t>
            </a:r>
            <a:r>
              <a:rPr dirty="0" sz="1800" spc="-100" b="1">
                <a:solidFill>
                  <a:srgbClr val="4E3629"/>
                </a:solidFill>
                <a:latin typeface="Courier New"/>
                <a:cs typeface="Courier New"/>
              </a:rPr>
              <a:t> </a:t>
            </a:r>
            <a:r>
              <a:rPr dirty="0" sz="1800" b="1">
                <a:solidFill>
                  <a:srgbClr val="4E3629"/>
                </a:solidFill>
                <a:latin typeface="Courier New"/>
                <a:cs typeface="Courier New"/>
              </a:rPr>
              <a:t>email,</a:t>
            </a:r>
            <a:r>
              <a:rPr dirty="0" sz="1800" spc="-90" b="1">
                <a:solidFill>
                  <a:srgbClr val="4E3629"/>
                </a:solidFill>
                <a:latin typeface="Courier New"/>
                <a:cs typeface="Courier New"/>
              </a:rPr>
              <a:t> </a:t>
            </a:r>
            <a:r>
              <a:rPr dirty="0" sz="1800" spc="-10" b="1">
                <a:solidFill>
                  <a:srgbClr val="4E3629"/>
                </a:solidFill>
                <a:latin typeface="Courier New"/>
                <a:cs typeface="Courier New"/>
              </a:rPr>
              <a:t>phone_number, </a:t>
            </a:r>
            <a:r>
              <a:rPr dirty="0" sz="1800" b="1">
                <a:solidFill>
                  <a:srgbClr val="4E3629"/>
                </a:solidFill>
                <a:latin typeface="Courier New"/>
                <a:cs typeface="Courier New"/>
              </a:rPr>
              <a:t>hire_date,</a:t>
            </a:r>
            <a:r>
              <a:rPr dirty="0" sz="1800" spc="-95" b="1">
                <a:solidFill>
                  <a:srgbClr val="4E3629"/>
                </a:solidFill>
                <a:latin typeface="Courier New"/>
                <a:cs typeface="Courier New"/>
              </a:rPr>
              <a:t> </a:t>
            </a:r>
            <a:r>
              <a:rPr dirty="0" sz="1800" b="1">
                <a:solidFill>
                  <a:srgbClr val="4E3629"/>
                </a:solidFill>
                <a:latin typeface="Courier New"/>
                <a:cs typeface="Courier New"/>
              </a:rPr>
              <a:t>job_id,</a:t>
            </a:r>
            <a:r>
              <a:rPr dirty="0" sz="1800" spc="-85" b="1">
                <a:solidFill>
                  <a:srgbClr val="4E3629"/>
                </a:solidFill>
                <a:latin typeface="Courier New"/>
                <a:cs typeface="Courier New"/>
              </a:rPr>
              <a:t> </a:t>
            </a:r>
            <a:r>
              <a:rPr dirty="0" sz="1800" spc="-10" b="1">
                <a:solidFill>
                  <a:srgbClr val="4E3629"/>
                </a:solidFill>
                <a:latin typeface="Courier New"/>
                <a:cs typeface="Courier New"/>
              </a:rPr>
              <a:t>salary)</a:t>
            </a:r>
            <a:endParaRPr sz="1800">
              <a:latin typeface="Courier New"/>
              <a:cs typeface="Courier New"/>
            </a:endParaRPr>
          </a:p>
          <a:p>
            <a:pPr>
              <a:lnSpc>
                <a:spcPct val="100000"/>
              </a:lnSpc>
            </a:pPr>
            <a:r>
              <a:rPr dirty="0" sz="1800" spc="-10" b="1">
                <a:solidFill>
                  <a:srgbClr val="4E3629"/>
                </a:solidFill>
                <a:latin typeface="Courier New"/>
                <a:cs typeface="Courier New"/>
              </a:rPr>
              <a:t>VALUES</a:t>
            </a:r>
            <a:endParaRPr sz="1800">
              <a:latin typeface="Courier New"/>
              <a:cs typeface="Courier New"/>
            </a:endParaRPr>
          </a:p>
          <a:p>
            <a:pPr marL="408305" marR="148590" indent="-135890">
              <a:lnSpc>
                <a:spcPct val="100000"/>
              </a:lnSpc>
            </a:pPr>
            <a:r>
              <a:rPr dirty="0" sz="1800" b="1">
                <a:solidFill>
                  <a:srgbClr val="4E3629"/>
                </a:solidFill>
                <a:latin typeface="Courier New"/>
                <a:cs typeface="Courier New"/>
              </a:rPr>
              <a:t>(302,'Grigorz','Polanski',</a:t>
            </a:r>
            <a:r>
              <a:rPr dirty="0" sz="1800" spc="-140" b="1">
                <a:solidFill>
                  <a:srgbClr val="4E3629"/>
                </a:solidFill>
                <a:latin typeface="Courier New"/>
                <a:cs typeface="Courier New"/>
              </a:rPr>
              <a:t> </a:t>
            </a:r>
            <a:r>
              <a:rPr dirty="0" sz="1800" b="1">
                <a:solidFill>
                  <a:srgbClr val="4E3629"/>
                </a:solidFill>
                <a:latin typeface="Courier New"/>
                <a:cs typeface="Courier New"/>
              </a:rPr>
              <a:t>'gpolanski',</a:t>
            </a:r>
            <a:r>
              <a:rPr dirty="0" sz="1800" spc="-140" b="1">
                <a:solidFill>
                  <a:srgbClr val="4E3629"/>
                </a:solidFill>
                <a:latin typeface="Courier New"/>
                <a:cs typeface="Courier New"/>
              </a:rPr>
              <a:t> </a:t>
            </a:r>
            <a:r>
              <a:rPr dirty="0" sz="1800" b="1">
                <a:solidFill>
                  <a:srgbClr val="4E3629"/>
                </a:solidFill>
                <a:latin typeface="Courier New"/>
                <a:cs typeface="Courier New"/>
              </a:rPr>
              <a:t>'',</a:t>
            </a:r>
            <a:r>
              <a:rPr dirty="0" sz="1800" spc="-125" b="1">
                <a:solidFill>
                  <a:srgbClr val="4E3629"/>
                </a:solidFill>
                <a:latin typeface="Courier New"/>
                <a:cs typeface="Courier New"/>
              </a:rPr>
              <a:t> </a:t>
            </a:r>
            <a:r>
              <a:rPr dirty="0" sz="1800" spc="-10" b="1">
                <a:solidFill>
                  <a:srgbClr val="4E3629"/>
                </a:solidFill>
                <a:latin typeface="Courier New"/>
                <a:cs typeface="Courier New"/>
              </a:rPr>
              <a:t>'15-Jun-2017', 'IT_PROG',4200);</a:t>
            </a:r>
            <a:endParaRPr sz="1800">
              <a:latin typeface="Courier New"/>
              <a:cs typeface="Courier New"/>
            </a:endParaRPr>
          </a:p>
        </p:txBody>
      </p:sp>
      <p:sp>
        <p:nvSpPr>
          <p:cNvPr id="7" name="object 7" descr=""/>
          <p:cNvSpPr txBox="1"/>
          <p:nvPr/>
        </p:nvSpPr>
        <p:spPr>
          <a:xfrm>
            <a:off x="5727541" y="5942990"/>
            <a:ext cx="389255" cy="391160"/>
          </a:xfrm>
          <a:prstGeom prst="rect">
            <a:avLst/>
          </a:prstGeom>
        </p:spPr>
        <p:txBody>
          <a:bodyPr wrap="square" lIns="0" tIns="12700" rIns="0" bIns="0" rtlCol="0" vert="horz">
            <a:spAutoFit/>
          </a:bodyPr>
          <a:lstStyle/>
          <a:p>
            <a:pPr marL="12700">
              <a:lnSpc>
                <a:spcPct val="100000"/>
              </a:lnSpc>
              <a:spcBef>
                <a:spcPts val="100"/>
              </a:spcBef>
            </a:pPr>
            <a:r>
              <a:rPr dirty="0" sz="2400" spc="-25">
                <a:solidFill>
                  <a:srgbClr val="4E3629"/>
                </a:solidFill>
                <a:latin typeface="Calibri"/>
                <a:cs typeface="Calibri"/>
              </a:rPr>
              <a:t>…..</a:t>
            </a:r>
            <a:endParaRPr sz="2400">
              <a:latin typeface="Calibri"/>
              <a:cs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p:spPr>
        <p:txBody>
          <a:bodyPr wrap="square" lIns="0" tIns="12700" rIns="0" bIns="0" rtlCol="0" vert="horz">
            <a:spAutoFit/>
          </a:bodyPr>
          <a:lstStyle/>
          <a:p>
            <a:pPr marL="12700">
              <a:lnSpc>
                <a:spcPct val="100000"/>
              </a:lnSpc>
              <a:spcBef>
                <a:spcPts val="100"/>
              </a:spcBef>
            </a:pPr>
            <a:r>
              <a:rPr dirty="0"/>
              <a:t>Inserción</a:t>
            </a:r>
            <a:r>
              <a:rPr dirty="0" spc="-90"/>
              <a:t> </a:t>
            </a:r>
            <a:r>
              <a:rPr dirty="0"/>
              <a:t>de</a:t>
            </a:r>
            <a:r>
              <a:rPr dirty="0" spc="-90"/>
              <a:t> </a:t>
            </a:r>
            <a:r>
              <a:rPr dirty="0" spc="-20"/>
              <a:t>Valores</a:t>
            </a:r>
            <a:r>
              <a:rPr dirty="0" spc="-105"/>
              <a:t> </a:t>
            </a:r>
            <a:r>
              <a:rPr dirty="0" spc="-10"/>
              <a:t>Especiales</a:t>
            </a:r>
          </a:p>
        </p:txBody>
      </p:sp>
      <p:sp>
        <p:nvSpPr>
          <p:cNvPr id="3" name="object 3" descr=""/>
          <p:cNvSpPr txBox="1"/>
          <p:nvPr/>
        </p:nvSpPr>
        <p:spPr>
          <a:xfrm>
            <a:off x="483552" y="1415417"/>
            <a:ext cx="7942580" cy="3344545"/>
          </a:xfrm>
          <a:prstGeom prst="rect">
            <a:avLst/>
          </a:prstGeom>
        </p:spPr>
        <p:txBody>
          <a:bodyPr wrap="square" lIns="0" tIns="59690" rIns="0" bIns="0" rtlCol="0" vert="horz">
            <a:spAutoFit/>
          </a:bodyPr>
          <a:lstStyle/>
          <a:p>
            <a:pPr marL="182880" marR="5080" indent="-170815">
              <a:lnSpc>
                <a:spcPts val="3030"/>
              </a:lnSpc>
              <a:spcBef>
                <a:spcPts val="470"/>
              </a:spcBef>
              <a:buClr>
                <a:srgbClr val="D1350F"/>
              </a:buClr>
              <a:buFont typeface="Arial MT"/>
              <a:buChar char="•"/>
              <a:tabLst>
                <a:tab pos="184785" algn="l"/>
              </a:tabLst>
            </a:pPr>
            <a:r>
              <a:rPr dirty="0" sz="2800">
                <a:solidFill>
                  <a:srgbClr val="4E3629"/>
                </a:solidFill>
                <a:latin typeface="Calibri"/>
                <a:cs typeface="Calibri"/>
              </a:rPr>
              <a:t>Los</a:t>
            </a:r>
            <a:r>
              <a:rPr dirty="0" sz="2800" spc="-75">
                <a:solidFill>
                  <a:srgbClr val="4E3629"/>
                </a:solidFill>
                <a:latin typeface="Calibri"/>
                <a:cs typeface="Calibri"/>
              </a:rPr>
              <a:t> </a:t>
            </a:r>
            <a:r>
              <a:rPr dirty="0" sz="2800">
                <a:solidFill>
                  <a:srgbClr val="4E3629"/>
                </a:solidFill>
                <a:latin typeface="Calibri"/>
                <a:cs typeface="Calibri"/>
              </a:rPr>
              <a:t>valores</a:t>
            </a:r>
            <a:r>
              <a:rPr dirty="0" sz="2800" spc="-80">
                <a:solidFill>
                  <a:srgbClr val="4E3629"/>
                </a:solidFill>
                <a:latin typeface="Calibri"/>
                <a:cs typeface="Calibri"/>
              </a:rPr>
              <a:t> </a:t>
            </a:r>
            <a:r>
              <a:rPr dirty="0" sz="2800">
                <a:solidFill>
                  <a:srgbClr val="4E3629"/>
                </a:solidFill>
                <a:latin typeface="Calibri"/>
                <a:cs typeface="Calibri"/>
              </a:rPr>
              <a:t>especiales</a:t>
            </a:r>
            <a:r>
              <a:rPr dirty="0" sz="2800" spc="-80">
                <a:solidFill>
                  <a:srgbClr val="4E3629"/>
                </a:solidFill>
                <a:latin typeface="Calibri"/>
                <a:cs typeface="Calibri"/>
              </a:rPr>
              <a:t> </a:t>
            </a:r>
            <a:r>
              <a:rPr dirty="0" sz="2800">
                <a:solidFill>
                  <a:srgbClr val="4E3629"/>
                </a:solidFill>
                <a:latin typeface="Calibri"/>
                <a:cs typeface="Calibri"/>
              </a:rPr>
              <a:t>como</a:t>
            </a:r>
            <a:r>
              <a:rPr dirty="0" sz="2800" spc="-65">
                <a:solidFill>
                  <a:srgbClr val="4E3629"/>
                </a:solidFill>
                <a:latin typeface="Calibri"/>
                <a:cs typeface="Calibri"/>
              </a:rPr>
              <a:t> </a:t>
            </a:r>
            <a:r>
              <a:rPr dirty="0" sz="2800" spc="-35">
                <a:solidFill>
                  <a:srgbClr val="4E3629"/>
                </a:solidFill>
                <a:latin typeface="Calibri"/>
                <a:cs typeface="Calibri"/>
              </a:rPr>
              <a:t>SYSDATE</a:t>
            </a:r>
            <a:r>
              <a:rPr dirty="0" sz="2800" spc="-80">
                <a:solidFill>
                  <a:srgbClr val="4E3629"/>
                </a:solidFill>
                <a:latin typeface="Calibri"/>
                <a:cs typeface="Calibri"/>
              </a:rPr>
              <a:t> </a:t>
            </a:r>
            <a:r>
              <a:rPr dirty="0" sz="2800">
                <a:solidFill>
                  <a:srgbClr val="4E3629"/>
                </a:solidFill>
                <a:latin typeface="Calibri"/>
                <a:cs typeface="Calibri"/>
              </a:rPr>
              <a:t>y</a:t>
            </a:r>
            <a:r>
              <a:rPr dirty="0" sz="2800" spc="-85">
                <a:solidFill>
                  <a:srgbClr val="4E3629"/>
                </a:solidFill>
                <a:latin typeface="Calibri"/>
                <a:cs typeface="Calibri"/>
              </a:rPr>
              <a:t> </a:t>
            </a:r>
            <a:r>
              <a:rPr dirty="0" sz="2800">
                <a:solidFill>
                  <a:srgbClr val="4E3629"/>
                </a:solidFill>
                <a:latin typeface="Calibri"/>
                <a:cs typeface="Calibri"/>
              </a:rPr>
              <a:t>USER</a:t>
            </a:r>
            <a:r>
              <a:rPr dirty="0" sz="2800" spc="-75">
                <a:solidFill>
                  <a:srgbClr val="4E3629"/>
                </a:solidFill>
                <a:latin typeface="Calibri"/>
                <a:cs typeface="Calibri"/>
              </a:rPr>
              <a:t> </a:t>
            </a:r>
            <a:r>
              <a:rPr dirty="0" sz="2800" spc="-25">
                <a:solidFill>
                  <a:srgbClr val="4E3629"/>
                </a:solidFill>
                <a:latin typeface="Calibri"/>
                <a:cs typeface="Calibri"/>
              </a:rPr>
              <a:t>se </a:t>
            </a:r>
            <a:r>
              <a:rPr dirty="0" sz="2800" spc="-25">
                <a:solidFill>
                  <a:srgbClr val="4E3629"/>
                </a:solidFill>
                <a:latin typeface="Calibri"/>
                <a:cs typeface="Calibri"/>
              </a:rPr>
              <a:t>	</a:t>
            </a:r>
            <a:r>
              <a:rPr dirty="0" sz="2800">
                <a:solidFill>
                  <a:srgbClr val="4E3629"/>
                </a:solidFill>
                <a:latin typeface="Calibri"/>
                <a:cs typeface="Calibri"/>
              </a:rPr>
              <a:t>pueden</a:t>
            </a:r>
            <a:r>
              <a:rPr dirty="0" sz="2800" spc="-50">
                <a:solidFill>
                  <a:srgbClr val="4E3629"/>
                </a:solidFill>
                <a:latin typeface="Calibri"/>
                <a:cs typeface="Calibri"/>
              </a:rPr>
              <a:t> </a:t>
            </a:r>
            <a:r>
              <a:rPr dirty="0" sz="2800" spc="-10">
                <a:solidFill>
                  <a:srgbClr val="4E3629"/>
                </a:solidFill>
                <a:latin typeface="Calibri"/>
                <a:cs typeface="Calibri"/>
              </a:rPr>
              <a:t>introducir</a:t>
            </a:r>
            <a:r>
              <a:rPr dirty="0" sz="2800" spc="-30">
                <a:solidFill>
                  <a:srgbClr val="4E3629"/>
                </a:solidFill>
                <a:latin typeface="Calibri"/>
                <a:cs typeface="Calibri"/>
              </a:rPr>
              <a:t> </a:t>
            </a:r>
            <a:r>
              <a:rPr dirty="0" sz="2800">
                <a:solidFill>
                  <a:srgbClr val="4E3629"/>
                </a:solidFill>
                <a:latin typeface="Calibri"/>
                <a:cs typeface="Calibri"/>
              </a:rPr>
              <a:t>en</a:t>
            </a:r>
            <a:r>
              <a:rPr dirty="0" sz="2800" spc="-75">
                <a:solidFill>
                  <a:srgbClr val="4E3629"/>
                </a:solidFill>
                <a:latin typeface="Calibri"/>
                <a:cs typeface="Calibri"/>
              </a:rPr>
              <a:t> </a:t>
            </a:r>
            <a:r>
              <a:rPr dirty="0" sz="2800">
                <a:solidFill>
                  <a:srgbClr val="4E3629"/>
                </a:solidFill>
                <a:latin typeface="Calibri"/>
                <a:cs typeface="Calibri"/>
              </a:rPr>
              <a:t>la</a:t>
            </a:r>
            <a:r>
              <a:rPr dirty="0" sz="2800" spc="-70">
                <a:solidFill>
                  <a:srgbClr val="4E3629"/>
                </a:solidFill>
                <a:latin typeface="Calibri"/>
                <a:cs typeface="Calibri"/>
              </a:rPr>
              <a:t> </a:t>
            </a:r>
            <a:r>
              <a:rPr dirty="0" sz="2800">
                <a:solidFill>
                  <a:srgbClr val="4E3629"/>
                </a:solidFill>
                <a:latin typeface="Calibri"/>
                <a:cs typeface="Calibri"/>
              </a:rPr>
              <a:t>lista</a:t>
            </a:r>
            <a:r>
              <a:rPr dirty="0" sz="2800" spc="-60">
                <a:solidFill>
                  <a:srgbClr val="4E3629"/>
                </a:solidFill>
                <a:latin typeface="Calibri"/>
                <a:cs typeface="Calibri"/>
              </a:rPr>
              <a:t> </a:t>
            </a:r>
            <a:r>
              <a:rPr dirty="0" sz="2800" spc="-25">
                <a:solidFill>
                  <a:srgbClr val="4E3629"/>
                </a:solidFill>
                <a:latin typeface="Calibri"/>
                <a:cs typeface="Calibri"/>
              </a:rPr>
              <a:t>VALUES</a:t>
            </a:r>
            <a:r>
              <a:rPr dirty="0" sz="2800" spc="-60">
                <a:solidFill>
                  <a:srgbClr val="4E3629"/>
                </a:solidFill>
                <a:latin typeface="Calibri"/>
                <a:cs typeface="Calibri"/>
              </a:rPr>
              <a:t> </a:t>
            </a:r>
            <a:r>
              <a:rPr dirty="0" sz="2800">
                <a:solidFill>
                  <a:srgbClr val="4E3629"/>
                </a:solidFill>
                <a:latin typeface="Calibri"/>
                <a:cs typeface="Calibri"/>
              </a:rPr>
              <a:t>de</a:t>
            </a:r>
            <a:r>
              <a:rPr dirty="0" sz="2800" spc="-75">
                <a:solidFill>
                  <a:srgbClr val="4E3629"/>
                </a:solidFill>
                <a:latin typeface="Calibri"/>
                <a:cs typeface="Calibri"/>
              </a:rPr>
              <a:t> </a:t>
            </a:r>
            <a:r>
              <a:rPr dirty="0" sz="2800">
                <a:solidFill>
                  <a:srgbClr val="4E3629"/>
                </a:solidFill>
                <a:latin typeface="Calibri"/>
                <a:cs typeface="Calibri"/>
              </a:rPr>
              <a:t>una</a:t>
            </a:r>
            <a:r>
              <a:rPr dirty="0" sz="2800" spc="-45">
                <a:solidFill>
                  <a:srgbClr val="4E3629"/>
                </a:solidFill>
                <a:latin typeface="Calibri"/>
                <a:cs typeface="Calibri"/>
              </a:rPr>
              <a:t> </a:t>
            </a:r>
            <a:r>
              <a:rPr dirty="0" sz="2800" spc="-10">
                <a:solidFill>
                  <a:srgbClr val="4E3629"/>
                </a:solidFill>
                <a:latin typeface="Calibri"/>
                <a:cs typeface="Calibri"/>
              </a:rPr>
              <a:t>sentencia 	INSERT</a:t>
            </a:r>
            <a:endParaRPr sz="2800">
              <a:latin typeface="Calibri"/>
              <a:cs typeface="Calibri"/>
            </a:endParaRPr>
          </a:p>
          <a:p>
            <a:pPr marL="182880" marR="709930" indent="-170815">
              <a:lnSpc>
                <a:spcPts val="3030"/>
              </a:lnSpc>
              <a:spcBef>
                <a:spcPts val="785"/>
              </a:spcBef>
              <a:buClr>
                <a:srgbClr val="D1350F"/>
              </a:buClr>
              <a:buFont typeface="Arial MT"/>
              <a:buChar char="•"/>
              <a:tabLst>
                <a:tab pos="184785" algn="l"/>
              </a:tabLst>
            </a:pPr>
            <a:r>
              <a:rPr dirty="0" sz="2800" spc="-40">
                <a:solidFill>
                  <a:srgbClr val="4E3629"/>
                </a:solidFill>
                <a:latin typeface="Calibri"/>
                <a:cs typeface="Calibri"/>
              </a:rPr>
              <a:t>SYSDATE</a:t>
            </a:r>
            <a:r>
              <a:rPr dirty="0" sz="2800" spc="-65">
                <a:solidFill>
                  <a:srgbClr val="4E3629"/>
                </a:solidFill>
                <a:latin typeface="Calibri"/>
                <a:cs typeface="Calibri"/>
              </a:rPr>
              <a:t> </a:t>
            </a:r>
            <a:r>
              <a:rPr dirty="0" sz="2800" spc="-10">
                <a:solidFill>
                  <a:srgbClr val="4E3629"/>
                </a:solidFill>
                <a:latin typeface="Calibri"/>
                <a:cs typeface="Calibri"/>
              </a:rPr>
              <a:t>colocará</a:t>
            </a:r>
            <a:r>
              <a:rPr dirty="0" sz="2800" spc="-65">
                <a:solidFill>
                  <a:srgbClr val="4E3629"/>
                </a:solidFill>
                <a:latin typeface="Calibri"/>
                <a:cs typeface="Calibri"/>
              </a:rPr>
              <a:t> </a:t>
            </a:r>
            <a:r>
              <a:rPr dirty="0" sz="2800">
                <a:solidFill>
                  <a:srgbClr val="4E3629"/>
                </a:solidFill>
                <a:latin typeface="Calibri"/>
                <a:cs typeface="Calibri"/>
              </a:rPr>
              <a:t>la</a:t>
            </a:r>
            <a:r>
              <a:rPr dirty="0" sz="2800" spc="-60">
                <a:solidFill>
                  <a:srgbClr val="4E3629"/>
                </a:solidFill>
                <a:latin typeface="Calibri"/>
                <a:cs typeface="Calibri"/>
              </a:rPr>
              <a:t> </a:t>
            </a:r>
            <a:r>
              <a:rPr dirty="0" sz="2800">
                <a:solidFill>
                  <a:srgbClr val="4E3629"/>
                </a:solidFill>
                <a:latin typeface="Calibri"/>
                <a:cs typeface="Calibri"/>
              </a:rPr>
              <a:t>fecha</a:t>
            </a:r>
            <a:r>
              <a:rPr dirty="0" sz="2800" spc="-60">
                <a:solidFill>
                  <a:srgbClr val="4E3629"/>
                </a:solidFill>
                <a:latin typeface="Calibri"/>
                <a:cs typeface="Calibri"/>
              </a:rPr>
              <a:t> </a:t>
            </a:r>
            <a:r>
              <a:rPr dirty="0" sz="2800">
                <a:solidFill>
                  <a:srgbClr val="4E3629"/>
                </a:solidFill>
                <a:latin typeface="Calibri"/>
                <a:cs typeface="Calibri"/>
              </a:rPr>
              <a:t>y</a:t>
            </a:r>
            <a:r>
              <a:rPr dirty="0" sz="2800" spc="-70">
                <a:solidFill>
                  <a:srgbClr val="4E3629"/>
                </a:solidFill>
                <a:latin typeface="Calibri"/>
                <a:cs typeface="Calibri"/>
              </a:rPr>
              <a:t> </a:t>
            </a:r>
            <a:r>
              <a:rPr dirty="0" sz="2800">
                <a:solidFill>
                  <a:srgbClr val="4E3629"/>
                </a:solidFill>
                <a:latin typeface="Calibri"/>
                <a:cs typeface="Calibri"/>
              </a:rPr>
              <a:t>hora</a:t>
            </a:r>
            <a:r>
              <a:rPr dirty="0" sz="2800" spc="-50">
                <a:solidFill>
                  <a:srgbClr val="4E3629"/>
                </a:solidFill>
                <a:latin typeface="Calibri"/>
                <a:cs typeface="Calibri"/>
              </a:rPr>
              <a:t> </a:t>
            </a:r>
            <a:r>
              <a:rPr dirty="0" sz="2800">
                <a:solidFill>
                  <a:srgbClr val="4E3629"/>
                </a:solidFill>
                <a:latin typeface="Calibri"/>
                <a:cs typeface="Calibri"/>
              </a:rPr>
              <a:t>actuales</a:t>
            </a:r>
            <a:r>
              <a:rPr dirty="0" sz="2800" spc="-55">
                <a:solidFill>
                  <a:srgbClr val="4E3629"/>
                </a:solidFill>
                <a:latin typeface="Calibri"/>
                <a:cs typeface="Calibri"/>
              </a:rPr>
              <a:t> </a:t>
            </a:r>
            <a:r>
              <a:rPr dirty="0" sz="2800">
                <a:solidFill>
                  <a:srgbClr val="4E3629"/>
                </a:solidFill>
                <a:latin typeface="Calibri"/>
                <a:cs typeface="Calibri"/>
              </a:rPr>
              <a:t>en</a:t>
            </a:r>
            <a:r>
              <a:rPr dirty="0" sz="2800" spc="-65">
                <a:solidFill>
                  <a:srgbClr val="4E3629"/>
                </a:solidFill>
                <a:latin typeface="Calibri"/>
                <a:cs typeface="Calibri"/>
              </a:rPr>
              <a:t> </a:t>
            </a:r>
            <a:r>
              <a:rPr dirty="0" sz="2800" spc="-25">
                <a:solidFill>
                  <a:srgbClr val="4E3629"/>
                </a:solidFill>
                <a:latin typeface="Calibri"/>
                <a:cs typeface="Calibri"/>
              </a:rPr>
              <a:t>una </a:t>
            </a:r>
            <a:r>
              <a:rPr dirty="0" sz="2800" spc="-25">
                <a:solidFill>
                  <a:srgbClr val="4E3629"/>
                </a:solidFill>
                <a:latin typeface="Calibri"/>
                <a:cs typeface="Calibri"/>
              </a:rPr>
              <a:t>	</a:t>
            </a:r>
            <a:r>
              <a:rPr dirty="0" sz="2800" spc="-10">
                <a:solidFill>
                  <a:srgbClr val="4E3629"/>
                </a:solidFill>
                <a:latin typeface="Calibri"/>
                <a:cs typeface="Calibri"/>
              </a:rPr>
              <a:t>columna</a:t>
            </a:r>
            <a:endParaRPr sz="2800">
              <a:latin typeface="Calibri"/>
              <a:cs typeface="Calibri"/>
            </a:endParaRPr>
          </a:p>
          <a:p>
            <a:pPr marL="182880" marR="704215" indent="-170815">
              <a:lnSpc>
                <a:spcPts val="3030"/>
              </a:lnSpc>
              <a:spcBef>
                <a:spcPts val="795"/>
              </a:spcBef>
              <a:buClr>
                <a:srgbClr val="D1350F"/>
              </a:buClr>
              <a:buFont typeface="Arial MT"/>
              <a:buChar char="•"/>
              <a:tabLst>
                <a:tab pos="184785" algn="l"/>
              </a:tabLst>
            </a:pPr>
            <a:r>
              <a:rPr dirty="0" sz="2800">
                <a:solidFill>
                  <a:srgbClr val="4E3629"/>
                </a:solidFill>
                <a:latin typeface="Calibri"/>
                <a:cs typeface="Calibri"/>
              </a:rPr>
              <a:t>USER</a:t>
            </a:r>
            <a:r>
              <a:rPr dirty="0" sz="2800" spc="-55">
                <a:solidFill>
                  <a:srgbClr val="4E3629"/>
                </a:solidFill>
                <a:latin typeface="Calibri"/>
                <a:cs typeface="Calibri"/>
              </a:rPr>
              <a:t> </a:t>
            </a:r>
            <a:r>
              <a:rPr dirty="0" sz="2800">
                <a:solidFill>
                  <a:srgbClr val="4E3629"/>
                </a:solidFill>
                <a:latin typeface="Calibri"/>
                <a:cs typeface="Calibri"/>
              </a:rPr>
              <a:t>insertará</a:t>
            </a:r>
            <a:r>
              <a:rPr dirty="0" sz="2800" spc="-45">
                <a:solidFill>
                  <a:srgbClr val="4E3629"/>
                </a:solidFill>
                <a:latin typeface="Calibri"/>
                <a:cs typeface="Calibri"/>
              </a:rPr>
              <a:t> </a:t>
            </a:r>
            <a:r>
              <a:rPr dirty="0" sz="2800">
                <a:solidFill>
                  <a:srgbClr val="4E3629"/>
                </a:solidFill>
                <a:latin typeface="Calibri"/>
                <a:cs typeface="Calibri"/>
              </a:rPr>
              <a:t>el</a:t>
            </a:r>
            <a:r>
              <a:rPr dirty="0" sz="2800" spc="-65">
                <a:solidFill>
                  <a:srgbClr val="4E3629"/>
                </a:solidFill>
                <a:latin typeface="Calibri"/>
                <a:cs typeface="Calibri"/>
              </a:rPr>
              <a:t> </a:t>
            </a:r>
            <a:r>
              <a:rPr dirty="0" sz="2800">
                <a:solidFill>
                  <a:srgbClr val="4E3629"/>
                </a:solidFill>
                <a:latin typeface="Calibri"/>
                <a:cs typeface="Calibri"/>
              </a:rPr>
              <a:t>nombre</a:t>
            </a:r>
            <a:r>
              <a:rPr dirty="0" sz="2800" spc="-40">
                <a:solidFill>
                  <a:srgbClr val="4E3629"/>
                </a:solidFill>
                <a:latin typeface="Calibri"/>
                <a:cs typeface="Calibri"/>
              </a:rPr>
              <a:t> </a:t>
            </a:r>
            <a:r>
              <a:rPr dirty="0" sz="2800">
                <a:solidFill>
                  <a:srgbClr val="4E3629"/>
                </a:solidFill>
                <a:latin typeface="Calibri"/>
                <a:cs typeface="Calibri"/>
              </a:rPr>
              <a:t>de</a:t>
            </a:r>
            <a:r>
              <a:rPr dirty="0" sz="2800" spc="-45">
                <a:solidFill>
                  <a:srgbClr val="4E3629"/>
                </a:solidFill>
                <a:latin typeface="Calibri"/>
                <a:cs typeface="Calibri"/>
              </a:rPr>
              <a:t> </a:t>
            </a:r>
            <a:r>
              <a:rPr dirty="0" sz="2800">
                <a:solidFill>
                  <a:srgbClr val="4E3629"/>
                </a:solidFill>
                <a:latin typeface="Calibri"/>
                <a:cs typeface="Calibri"/>
              </a:rPr>
              <a:t>usuario</a:t>
            </a:r>
            <a:r>
              <a:rPr dirty="0" sz="2800" spc="-35">
                <a:solidFill>
                  <a:srgbClr val="4E3629"/>
                </a:solidFill>
                <a:latin typeface="Calibri"/>
                <a:cs typeface="Calibri"/>
              </a:rPr>
              <a:t> </a:t>
            </a:r>
            <a:r>
              <a:rPr dirty="0" sz="2800">
                <a:solidFill>
                  <a:srgbClr val="4E3629"/>
                </a:solidFill>
                <a:latin typeface="Calibri"/>
                <a:cs typeface="Calibri"/>
              </a:rPr>
              <a:t>de</a:t>
            </a:r>
            <a:r>
              <a:rPr dirty="0" sz="2800" spc="-45">
                <a:solidFill>
                  <a:srgbClr val="4E3629"/>
                </a:solidFill>
                <a:latin typeface="Calibri"/>
                <a:cs typeface="Calibri"/>
              </a:rPr>
              <a:t> </a:t>
            </a:r>
            <a:r>
              <a:rPr dirty="0" sz="2800">
                <a:solidFill>
                  <a:srgbClr val="4E3629"/>
                </a:solidFill>
                <a:latin typeface="Calibri"/>
                <a:cs typeface="Calibri"/>
              </a:rPr>
              <a:t>la</a:t>
            </a:r>
            <a:r>
              <a:rPr dirty="0" sz="2800" spc="-55">
                <a:solidFill>
                  <a:srgbClr val="4E3629"/>
                </a:solidFill>
                <a:latin typeface="Calibri"/>
                <a:cs typeface="Calibri"/>
              </a:rPr>
              <a:t> </a:t>
            </a:r>
            <a:r>
              <a:rPr dirty="0" sz="2800" spc="-10">
                <a:solidFill>
                  <a:srgbClr val="4E3629"/>
                </a:solidFill>
                <a:latin typeface="Calibri"/>
                <a:cs typeface="Calibri"/>
              </a:rPr>
              <a:t>sesión </a:t>
            </a:r>
            <a:r>
              <a:rPr dirty="0" sz="2800" spc="-10">
                <a:solidFill>
                  <a:srgbClr val="4E3629"/>
                </a:solidFill>
                <a:latin typeface="Calibri"/>
                <a:cs typeface="Calibri"/>
              </a:rPr>
              <a:t>	</a:t>
            </a:r>
            <a:r>
              <a:rPr dirty="0" sz="2800">
                <a:solidFill>
                  <a:srgbClr val="4E3629"/>
                </a:solidFill>
                <a:latin typeface="Calibri"/>
                <a:cs typeface="Calibri"/>
              </a:rPr>
              <a:t>actual,</a:t>
            </a:r>
            <a:r>
              <a:rPr dirty="0" sz="2800" spc="-45">
                <a:solidFill>
                  <a:srgbClr val="4E3629"/>
                </a:solidFill>
                <a:latin typeface="Calibri"/>
                <a:cs typeface="Calibri"/>
              </a:rPr>
              <a:t> </a:t>
            </a:r>
            <a:r>
              <a:rPr dirty="0" sz="2800">
                <a:solidFill>
                  <a:srgbClr val="4E3629"/>
                </a:solidFill>
                <a:latin typeface="Calibri"/>
                <a:cs typeface="Calibri"/>
              </a:rPr>
              <a:t>que</a:t>
            </a:r>
            <a:r>
              <a:rPr dirty="0" sz="2800" spc="-25">
                <a:solidFill>
                  <a:srgbClr val="4E3629"/>
                </a:solidFill>
                <a:latin typeface="Calibri"/>
                <a:cs typeface="Calibri"/>
              </a:rPr>
              <a:t> </a:t>
            </a:r>
            <a:r>
              <a:rPr dirty="0" sz="2800">
                <a:solidFill>
                  <a:srgbClr val="4E3629"/>
                </a:solidFill>
                <a:latin typeface="Calibri"/>
                <a:cs typeface="Calibri"/>
              </a:rPr>
              <a:t>es</a:t>
            </a:r>
            <a:r>
              <a:rPr dirty="0" sz="2800" spc="-35">
                <a:solidFill>
                  <a:srgbClr val="4E3629"/>
                </a:solidFill>
                <a:latin typeface="Calibri"/>
                <a:cs typeface="Calibri"/>
              </a:rPr>
              <a:t> </a:t>
            </a:r>
            <a:r>
              <a:rPr dirty="0" sz="2800" spc="-10">
                <a:solidFill>
                  <a:srgbClr val="4E3629"/>
                </a:solidFill>
                <a:latin typeface="Calibri"/>
                <a:cs typeface="Calibri"/>
              </a:rPr>
              <a:t>OAE_PUBLIC_USER</a:t>
            </a:r>
            <a:r>
              <a:rPr dirty="0" sz="2800" spc="-15">
                <a:solidFill>
                  <a:srgbClr val="4E3629"/>
                </a:solidFill>
                <a:latin typeface="Calibri"/>
                <a:cs typeface="Calibri"/>
              </a:rPr>
              <a:t> </a:t>
            </a:r>
            <a:r>
              <a:rPr dirty="0" sz="2800">
                <a:solidFill>
                  <a:srgbClr val="4E3629"/>
                </a:solidFill>
                <a:latin typeface="Calibri"/>
                <a:cs typeface="Calibri"/>
              </a:rPr>
              <a:t>en</a:t>
            </a:r>
            <a:r>
              <a:rPr dirty="0" sz="2800" spc="-50">
                <a:solidFill>
                  <a:srgbClr val="4E3629"/>
                </a:solidFill>
                <a:latin typeface="Calibri"/>
                <a:cs typeface="Calibri"/>
              </a:rPr>
              <a:t> </a:t>
            </a:r>
            <a:r>
              <a:rPr dirty="0" sz="2800" spc="-10">
                <a:solidFill>
                  <a:srgbClr val="4E3629"/>
                </a:solidFill>
                <a:latin typeface="Calibri"/>
                <a:cs typeface="Calibri"/>
              </a:rPr>
              <a:t>Oracle </a:t>
            </a:r>
            <a:r>
              <a:rPr dirty="0" sz="2800" spc="-10">
                <a:solidFill>
                  <a:srgbClr val="4E3629"/>
                </a:solidFill>
                <a:latin typeface="Calibri"/>
                <a:cs typeface="Calibri"/>
              </a:rPr>
              <a:t>	</a:t>
            </a:r>
            <a:r>
              <a:rPr dirty="0" sz="2800">
                <a:solidFill>
                  <a:srgbClr val="4E3629"/>
                </a:solidFill>
                <a:latin typeface="Calibri"/>
                <a:cs typeface="Calibri"/>
              </a:rPr>
              <a:t>Application</a:t>
            </a:r>
            <a:r>
              <a:rPr dirty="0" sz="2800" spc="-160">
                <a:solidFill>
                  <a:srgbClr val="4E3629"/>
                </a:solidFill>
                <a:latin typeface="Calibri"/>
                <a:cs typeface="Calibri"/>
              </a:rPr>
              <a:t> </a:t>
            </a:r>
            <a:r>
              <a:rPr dirty="0" sz="2800" spc="-10">
                <a:solidFill>
                  <a:srgbClr val="4E3629"/>
                </a:solidFill>
                <a:latin typeface="Calibri"/>
                <a:cs typeface="Calibri"/>
              </a:rPr>
              <a:t>Express</a:t>
            </a:r>
            <a:endParaRPr sz="2800">
              <a:latin typeface="Calibri"/>
              <a:cs typeface="Calibri"/>
            </a:endParaRPr>
          </a:p>
        </p:txBody>
      </p:sp>
      <p:pic>
        <p:nvPicPr>
          <p:cNvPr id="4" name="object 4" descr=""/>
          <p:cNvPicPr/>
          <p:nvPr/>
        </p:nvPicPr>
        <p:blipFill>
          <a:blip r:embed="rId2" cstate="print"/>
          <a:stretch>
            <a:fillRect/>
          </a:stretch>
        </p:blipFill>
        <p:spPr>
          <a:xfrm>
            <a:off x="6810756" y="4416552"/>
            <a:ext cx="2031492" cy="2022347"/>
          </a:xfrm>
          <a:prstGeom prst="rect">
            <a:avLst/>
          </a:prstGeom>
        </p:spPr>
      </p:pic>
      <p:sp>
        <p:nvSpPr>
          <p:cNvPr id="5" name="object 5" descr=""/>
          <p:cNvSpPr txBox="1">
            <a:spLocks noGrp="1"/>
          </p:cNvSpPr>
          <p:nvPr>
            <p:ph type="dt" idx="6" sz="half"/>
          </p:nvPr>
        </p:nvSpPr>
        <p:spPr>
          <a:prstGeom prst="rect"/>
        </p:spPr>
        <p:txBody>
          <a:bodyPr wrap="square" lIns="0" tIns="0" rIns="0" bIns="0" rtlCol="0" vert="horz">
            <a:spAutoFit/>
          </a:bodyPr>
          <a:lstStyle/>
          <a:p>
            <a:pPr marL="12700">
              <a:lnSpc>
                <a:spcPts val="855"/>
              </a:lnSpc>
            </a:pPr>
            <a:r>
              <a:rPr dirty="0"/>
              <a:t>DP</a:t>
            </a:r>
            <a:r>
              <a:rPr dirty="0" spc="-10"/>
              <a:t> </a:t>
            </a:r>
            <a:r>
              <a:rPr dirty="0"/>
              <a:t>12-</a:t>
            </a:r>
            <a:r>
              <a:rPr dirty="0" spc="-50"/>
              <a:t>1</a:t>
            </a:r>
          </a:p>
          <a:p>
            <a:pPr marL="12700">
              <a:lnSpc>
                <a:spcPts val="965"/>
              </a:lnSpc>
            </a:pPr>
            <a:r>
              <a:rPr dirty="0"/>
              <a:t>Sentencias</a:t>
            </a:r>
            <a:r>
              <a:rPr dirty="0" spc="-45"/>
              <a:t> </a:t>
            </a:r>
            <a:r>
              <a:rPr dirty="0" spc="-10"/>
              <a:t>INSERT</a:t>
            </a:r>
          </a:p>
        </p:txBody>
      </p:sp>
      <p:sp>
        <p:nvSpPr>
          <p:cNvPr id="6" name="object 6" descr=""/>
          <p:cNvSpPr txBox="1">
            <a:spLocks noGrp="1"/>
          </p:cNvSpPr>
          <p:nvPr>
            <p:ph type="sldNum" idx="7" sz="quarter"/>
          </p:nvPr>
        </p:nvSpPr>
        <p:spPr>
          <a:prstGeom prst="rect"/>
        </p:spPr>
        <p:txBody>
          <a:bodyPr wrap="square" lIns="0" tIns="0" rIns="0" bIns="0" rtlCol="0" vert="horz">
            <a:spAutoFit/>
          </a:bodyPr>
          <a:lstStyle/>
          <a:p>
            <a:pPr marL="38100">
              <a:lnSpc>
                <a:spcPts val="1045"/>
              </a:lnSpc>
            </a:pPr>
            <a:r>
              <a:rPr dirty="0" spc="-25"/>
              <a:t>24</a:t>
            </a:r>
          </a:p>
        </p:txBody>
      </p:sp>
      <p:sp>
        <p:nvSpPr>
          <p:cNvPr id="7" name="object 7" descr=""/>
          <p:cNvSpPr txBox="1">
            <a:spLocks noGrp="1"/>
          </p:cNvSpPr>
          <p:nvPr>
            <p:ph type="ftr" idx="5" sz="quarter"/>
          </p:nvPr>
        </p:nvSpPr>
        <p:spPr>
          <a:prstGeom prst="rect"/>
        </p:spPr>
        <p:txBody>
          <a:bodyPr wrap="square" lIns="0" tIns="0" rIns="0" bIns="0" rtlCol="0" vert="horz">
            <a:spAutoFit/>
          </a:body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92112" y="748031"/>
            <a:ext cx="6999605" cy="528320"/>
          </a:xfrm>
          <a:prstGeom prst="rect"/>
        </p:spPr>
        <p:txBody>
          <a:bodyPr wrap="square" lIns="0" tIns="12700" rIns="0" bIns="0" rtlCol="0" vert="horz">
            <a:spAutoFit/>
          </a:bodyPr>
          <a:lstStyle/>
          <a:p>
            <a:pPr marL="12700">
              <a:lnSpc>
                <a:spcPct val="100000"/>
              </a:lnSpc>
              <a:spcBef>
                <a:spcPts val="100"/>
              </a:spcBef>
            </a:pPr>
            <a:r>
              <a:rPr dirty="0"/>
              <a:t>Uso</a:t>
            </a:r>
            <a:r>
              <a:rPr dirty="0" spc="-85"/>
              <a:t> </a:t>
            </a:r>
            <a:r>
              <a:rPr dirty="0"/>
              <a:t>de</a:t>
            </a:r>
            <a:r>
              <a:rPr dirty="0" spc="-80"/>
              <a:t> </a:t>
            </a:r>
            <a:r>
              <a:rPr dirty="0"/>
              <a:t>una</a:t>
            </a:r>
            <a:r>
              <a:rPr dirty="0" spc="-55"/>
              <a:t> </a:t>
            </a:r>
            <a:r>
              <a:rPr dirty="0"/>
              <a:t>Subconsulta</a:t>
            </a:r>
            <a:r>
              <a:rPr dirty="0" spc="-50"/>
              <a:t> </a:t>
            </a:r>
            <a:r>
              <a:rPr dirty="0"/>
              <a:t>para</a:t>
            </a:r>
            <a:r>
              <a:rPr dirty="0" spc="-85"/>
              <a:t> </a:t>
            </a:r>
            <a:r>
              <a:rPr dirty="0"/>
              <a:t>Copiar</a:t>
            </a:r>
            <a:r>
              <a:rPr dirty="0" spc="-65"/>
              <a:t> </a:t>
            </a:r>
            <a:r>
              <a:rPr dirty="0" spc="-10"/>
              <a:t>Filas</a:t>
            </a:r>
          </a:p>
        </p:txBody>
      </p:sp>
      <p:sp>
        <p:nvSpPr>
          <p:cNvPr id="4" name="object 4" descr=""/>
          <p:cNvSpPr txBox="1">
            <a:spLocks noGrp="1"/>
          </p:cNvSpPr>
          <p:nvPr>
            <p:ph type="dt" idx="6" sz="half"/>
          </p:nvPr>
        </p:nvSpPr>
        <p:spPr>
          <a:prstGeom prst="rect"/>
        </p:spPr>
        <p:txBody>
          <a:bodyPr wrap="square" lIns="0" tIns="0" rIns="0" bIns="0" rtlCol="0" vert="horz">
            <a:spAutoFit/>
          </a:bodyPr>
          <a:lstStyle/>
          <a:p>
            <a:pPr marL="12700">
              <a:lnSpc>
                <a:spcPts val="855"/>
              </a:lnSpc>
            </a:pPr>
            <a:r>
              <a:rPr dirty="0"/>
              <a:t>DP</a:t>
            </a:r>
            <a:r>
              <a:rPr dirty="0" spc="-10"/>
              <a:t> </a:t>
            </a:r>
            <a:r>
              <a:rPr dirty="0"/>
              <a:t>12-</a:t>
            </a:r>
            <a:r>
              <a:rPr dirty="0" spc="-50"/>
              <a:t>1</a:t>
            </a:r>
          </a:p>
          <a:p>
            <a:pPr marL="12700">
              <a:lnSpc>
                <a:spcPts val="965"/>
              </a:lnSpc>
            </a:pPr>
            <a:r>
              <a:rPr dirty="0"/>
              <a:t>Sentencias</a:t>
            </a:r>
            <a:r>
              <a:rPr dirty="0" spc="-45"/>
              <a:t> </a:t>
            </a:r>
            <a:r>
              <a:rPr dirty="0" spc="-10"/>
              <a:t>INSERT</a:t>
            </a:r>
          </a:p>
        </p:txBody>
      </p:sp>
      <p:sp>
        <p:nvSpPr>
          <p:cNvPr id="5" name="object 5" descr=""/>
          <p:cNvSpPr txBox="1">
            <a:spLocks noGrp="1"/>
          </p:cNvSpPr>
          <p:nvPr>
            <p:ph type="sldNum" idx="7" sz="quarter"/>
          </p:nvPr>
        </p:nvSpPr>
        <p:spPr>
          <a:prstGeom prst="rect"/>
        </p:spPr>
        <p:txBody>
          <a:bodyPr wrap="square" lIns="0" tIns="0" rIns="0" bIns="0" rtlCol="0" vert="horz">
            <a:spAutoFit/>
          </a:bodyPr>
          <a:lstStyle/>
          <a:p>
            <a:pPr marL="38100">
              <a:lnSpc>
                <a:spcPts val="1045"/>
              </a:lnSpc>
            </a:pPr>
            <a:r>
              <a:rPr dirty="0" spc="-25"/>
              <a:t>30</a:t>
            </a:r>
          </a:p>
        </p:txBody>
      </p:sp>
      <p:sp>
        <p:nvSpPr>
          <p:cNvPr id="6" name="object 6" descr=""/>
          <p:cNvSpPr txBox="1">
            <a:spLocks noGrp="1"/>
          </p:cNvSpPr>
          <p:nvPr>
            <p:ph type="ftr" idx="5" sz="quarter"/>
          </p:nvPr>
        </p:nvSpPr>
        <p:spPr>
          <a:prstGeom prst="rect"/>
        </p:spPr>
        <p:txBody>
          <a:bodyPr wrap="square" lIns="0" tIns="0" rIns="0" bIns="0" rtlCol="0" vert="horz">
            <a:spAutoFit/>
          </a:body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
        <p:nvSpPr>
          <p:cNvPr id="3" name="object 3" descr=""/>
          <p:cNvSpPr txBox="1">
            <a:spLocks noGrp="1"/>
          </p:cNvSpPr>
          <p:nvPr>
            <p:ph type="body" idx="1"/>
          </p:nvPr>
        </p:nvSpPr>
        <p:spPr>
          <a:prstGeom prst="rect"/>
        </p:spPr>
        <p:txBody>
          <a:bodyPr wrap="square" lIns="0" tIns="59690" rIns="0" bIns="0" rtlCol="0" vert="horz">
            <a:spAutoFit/>
          </a:bodyPr>
          <a:lstStyle/>
          <a:p>
            <a:pPr marL="182880" marR="699135" indent="-170815">
              <a:lnSpc>
                <a:spcPts val="3030"/>
              </a:lnSpc>
              <a:spcBef>
                <a:spcPts val="470"/>
              </a:spcBef>
              <a:buClr>
                <a:srgbClr val="D1350F"/>
              </a:buClr>
              <a:buFont typeface="Arial MT"/>
              <a:buChar char="•"/>
              <a:tabLst>
                <a:tab pos="184785" algn="l"/>
              </a:tabLst>
            </a:pPr>
            <a:r>
              <a:rPr dirty="0"/>
              <a:t>Cada</a:t>
            </a:r>
            <a:r>
              <a:rPr dirty="0" spc="-85"/>
              <a:t> </a:t>
            </a:r>
            <a:r>
              <a:rPr dirty="0"/>
              <a:t>sentencia</a:t>
            </a:r>
            <a:r>
              <a:rPr dirty="0" spc="-70"/>
              <a:t> </a:t>
            </a:r>
            <a:r>
              <a:rPr dirty="0"/>
              <a:t>INSERT</a:t>
            </a:r>
            <a:r>
              <a:rPr dirty="0" spc="-90"/>
              <a:t> </a:t>
            </a:r>
            <a:r>
              <a:rPr dirty="0"/>
              <a:t>que</a:t>
            </a:r>
            <a:r>
              <a:rPr dirty="0" spc="-65"/>
              <a:t> </a:t>
            </a:r>
            <a:r>
              <a:rPr dirty="0"/>
              <a:t>hemos</a:t>
            </a:r>
            <a:r>
              <a:rPr dirty="0" spc="-70"/>
              <a:t> </a:t>
            </a:r>
            <a:r>
              <a:rPr dirty="0"/>
              <a:t>visto</a:t>
            </a:r>
            <a:r>
              <a:rPr dirty="0" spc="-75"/>
              <a:t> </a:t>
            </a:r>
            <a:r>
              <a:rPr dirty="0"/>
              <a:t>hasta</a:t>
            </a:r>
            <a:r>
              <a:rPr dirty="0" spc="-65"/>
              <a:t> </a:t>
            </a:r>
            <a:r>
              <a:rPr dirty="0" spc="-25"/>
              <a:t>el </a:t>
            </a:r>
            <a:r>
              <a:rPr dirty="0" spc="-25"/>
              <a:t>	</a:t>
            </a:r>
            <a:r>
              <a:rPr dirty="0" spc="-10"/>
              <a:t>momento</a:t>
            </a:r>
            <a:r>
              <a:rPr dirty="0" spc="-40"/>
              <a:t> </a:t>
            </a:r>
            <a:r>
              <a:rPr dirty="0"/>
              <a:t>solo</a:t>
            </a:r>
            <a:r>
              <a:rPr dirty="0" spc="-35"/>
              <a:t> </a:t>
            </a:r>
            <a:r>
              <a:rPr dirty="0"/>
              <a:t>agrega</a:t>
            </a:r>
            <a:r>
              <a:rPr dirty="0" spc="-80"/>
              <a:t> </a:t>
            </a:r>
            <a:r>
              <a:rPr dirty="0"/>
              <a:t>una</a:t>
            </a:r>
            <a:r>
              <a:rPr dirty="0" spc="-25"/>
              <a:t> </a:t>
            </a:r>
            <a:r>
              <a:rPr dirty="0"/>
              <a:t>fila</a:t>
            </a:r>
            <a:r>
              <a:rPr dirty="0" spc="-55"/>
              <a:t> </a:t>
            </a:r>
            <a:r>
              <a:rPr dirty="0"/>
              <a:t>a</a:t>
            </a:r>
            <a:r>
              <a:rPr dirty="0" spc="-45"/>
              <a:t> </a:t>
            </a:r>
            <a:r>
              <a:rPr dirty="0"/>
              <a:t>la</a:t>
            </a:r>
            <a:r>
              <a:rPr dirty="0" spc="-55"/>
              <a:t> </a:t>
            </a:r>
            <a:r>
              <a:rPr dirty="0" spc="-10"/>
              <a:t>tabla</a:t>
            </a:r>
          </a:p>
          <a:p>
            <a:pPr marL="182880" marR="5080" indent="-170815">
              <a:lnSpc>
                <a:spcPts val="3030"/>
              </a:lnSpc>
              <a:spcBef>
                <a:spcPts val="795"/>
              </a:spcBef>
              <a:buClr>
                <a:srgbClr val="D1350F"/>
              </a:buClr>
              <a:buFont typeface="Arial MT"/>
              <a:buChar char="•"/>
              <a:tabLst>
                <a:tab pos="184785" algn="l"/>
              </a:tabLst>
            </a:pPr>
            <a:r>
              <a:rPr dirty="0"/>
              <a:t>Sin</a:t>
            </a:r>
            <a:r>
              <a:rPr dirty="0" spc="-70"/>
              <a:t> </a:t>
            </a:r>
            <a:r>
              <a:rPr dirty="0" spc="-10"/>
              <a:t>embargo,</a:t>
            </a:r>
            <a:r>
              <a:rPr dirty="0" spc="-70"/>
              <a:t> </a:t>
            </a:r>
            <a:r>
              <a:rPr dirty="0"/>
              <a:t>suponga</a:t>
            </a:r>
            <a:r>
              <a:rPr dirty="0" spc="-50"/>
              <a:t> </a:t>
            </a:r>
            <a:r>
              <a:rPr dirty="0"/>
              <a:t>que</a:t>
            </a:r>
            <a:r>
              <a:rPr dirty="0" spc="-65"/>
              <a:t> </a:t>
            </a:r>
            <a:r>
              <a:rPr dirty="0"/>
              <a:t>deseamos</a:t>
            </a:r>
            <a:r>
              <a:rPr dirty="0" spc="-65"/>
              <a:t> </a:t>
            </a:r>
            <a:r>
              <a:rPr dirty="0"/>
              <a:t>copiar</a:t>
            </a:r>
            <a:r>
              <a:rPr dirty="0" spc="-70"/>
              <a:t> </a:t>
            </a:r>
            <a:r>
              <a:rPr dirty="0"/>
              <a:t>100</a:t>
            </a:r>
            <a:r>
              <a:rPr dirty="0" spc="-55"/>
              <a:t> </a:t>
            </a:r>
            <a:r>
              <a:rPr dirty="0" spc="-10"/>
              <a:t>filas </a:t>
            </a:r>
            <a:r>
              <a:rPr dirty="0" spc="-10"/>
              <a:t>	</a:t>
            </a:r>
            <a:r>
              <a:rPr dirty="0"/>
              <a:t>de</a:t>
            </a:r>
            <a:r>
              <a:rPr dirty="0" spc="-35"/>
              <a:t> </a:t>
            </a:r>
            <a:r>
              <a:rPr dirty="0"/>
              <a:t>una</a:t>
            </a:r>
            <a:r>
              <a:rPr dirty="0" spc="-30"/>
              <a:t> </a:t>
            </a:r>
            <a:r>
              <a:rPr dirty="0"/>
              <a:t>tabla</a:t>
            </a:r>
            <a:r>
              <a:rPr dirty="0" spc="-40"/>
              <a:t> </a:t>
            </a:r>
            <a:r>
              <a:rPr dirty="0"/>
              <a:t>a</a:t>
            </a:r>
            <a:r>
              <a:rPr dirty="0" spc="-40"/>
              <a:t> </a:t>
            </a:r>
            <a:r>
              <a:rPr dirty="0" spc="-20"/>
              <a:t>otra</a:t>
            </a:r>
          </a:p>
          <a:p>
            <a:pPr marL="182880" marR="668655" indent="-170815">
              <a:lnSpc>
                <a:spcPts val="3030"/>
              </a:lnSpc>
              <a:spcBef>
                <a:spcPts val="790"/>
              </a:spcBef>
              <a:buClr>
                <a:srgbClr val="D1350F"/>
              </a:buClr>
              <a:buFont typeface="Arial MT"/>
              <a:buChar char="•"/>
              <a:tabLst>
                <a:tab pos="184785" algn="l"/>
              </a:tabLst>
            </a:pPr>
            <a:r>
              <a:rPr dirty="0"/>
              <a:t>No</a:t>
            </a:r>
            <a:r>
              <a:rPr dirty="0" spc="-65"/>
              <a:t> </a:t>
            </a:r>
            <a:r>
              <a:rPr dirty="0"/>
              <a:t>queremos</a:t>
            </a:r>
            <a:r>
              <a:rPr dirty="0" spc="-40"/>
              <a:t> </a:t>
            </a:r>
            <a:r>
              <a:rPr dirty="0"/>
              <a:t>tener</a:t>
            </a:r>
            <a:r>
              <a:rPr dirty="0" spc="-75"/>
              <a:t> </a:t>
            </a:r>
            <a:r>
              <a:rPr dirty="0"/>
              <a:t>que</a:t>
            </a:r>
            <a:r>
              <a:rPr dirty="0" spc="-60"/>
              <a:t> </a:t>
            </a:r>
            <a:r>
              <a:rPr dirty="0"/>
              <a:t>escribir</a:t>
            </a:r>
            <a:r>
              <a:rPr dirty="0" spc="-55"/>
              <a:t> </a:t>
            </a:r>
            <a:r>
              <a:rPr dirty="0"/>
              <a:t>y</a:t>
            </a:r>
            <a:r>
              <a:rPr dirty="0" spc="-65"/>
              <a:t> </a:t>
            </a:r>
            <a:r>
              <a:rPr dirty="0"/>
              <a:t>ejecutar</a:t>
            </a:r>
            <a:r>
              <a:rPr dirty="0" spc="-75"/>
              <a:t> </a:t>
            </a:r>
            <a:r>
              <a:rPr dirty="0" spc="-25"/>
              <a:t>100 </a:t>
            </a:r>
            <a:r>
              <a:rPr dirty="0" spc="-25"/>
              <a:t>	</a:t>
            </a:r>
            <a:r>
              <a:rPr dirty="0" spc="-10"/>
              <a:t>sentencias</a:t>
            </a:r>
            <a:r>
              <a:rPr dirty="0" spc="-70"/>
              <a:t> </a:t>
            </a:r>
            <a:r>
              <a:rPr dirty="0"/>
              <a:t>INSERT</a:t>
            </a:r>
            <a:r>
              <a:rPr dirty="0" spc="-95"/>
              <a:t> </a:t>
            </a:r>
            <a:r>
              <a:rPr dirty="0" spc="-10"/>
              <a:t>independientes,</a:t>
            </a:r>
            <a:r>
              <a:rPr dirty="0" spc="-40"/>
              <a:t> </a:t>
            </a:r>
            <a:r>
              <a:rPr dirty="0"/>
              <a:t>una</a:t>
            </a:r>
            <a:r>
              <a:rPr dirty="0" spc="-70"/>
              <a:t> </a:t>
            </a:r>
            <a:r>
              <a:rPr dirty="0"/>
              <a:t>tras</a:t>
            </a:r>
            <a:r>
              <a:rPr dirty="0" spc="-80"/>
              <a:t> </a:t>
            </a:r>
            <a:r>
              <a:rPr dirty="0" spc="-20"/>
              <a:t>otra</a:t>
            </a:r>
          </a:p>
          <a:p>
            <a:pPr marL="183515" indent="-170815">
              <a:lnSpc>
                <a:spcPct val="100000"/>
              </a:lnSpc>
              <a:spcBef>
                <a:spcPts val="405"/>
              </a:spcBef>
              <a:buClr>
                <a:srgbClr val="D1350F"/>
              </a:buClr>
              <a:buFont typeface="Arial MT"/>
              <a:buChar char="•"/>
              <a:tabLst>
                <a:tab pos="183515" algn="l"/>
              </a:tabLst>
            </a:pPr>
            <a:r>
              <a:rPr dirty="0"/>
              <a:t>Eso</a:t>
            </a:r>
            <a:r>
              <a:rPr dirty="0" spc="-75"/>
              <a:t> </a:t>
            </a:r>
            <a:r>
              <a:rPr dirty="0"/>
              <a:t>llevaría</a:t>
            </a:r>
            <a:r>
              <a:rPr dirty="0" spc="-85"/>
              <a:t> </a:t>
            </a:r>
            <a:r>
              <a:rPr dirty="0"/>
              <a:t>mucho</a:t>
            </a:r>
            <a:r>
              <a:rPr dirty="0" spc="-40"/>
              <a:t> </a:t>
            </a:r>
            <a:r>
              <a:rPr dirty="0" spc="-10"/>
              <a:t>tiempo</a:t>
            </a:r>
          </a:p>
          <a:p>
            <a:pPr marL="182880" marR="825500" indent="-170815">
              <a:lnSpc>
                <a:spcPts val="3030"/>
              </a:lnSpc>
              <a:spcBef>
                <a:spcPts val="845"/>
              </a:spcBef>
              <a:buClr>
                <a:srgbClr val="D1350F"/>
              </a:buClr>
              <a:buFont typeface="Arial MT"/>
              <a:buChar char="•"/>
              <a:tabLst>
                <a:tab pos="184785" algn="l"/>
              </a:tabLst>
            </a:pPr>
            <a:r>
              <a:rPr dirty="0" spc="-10"/>
              <a:t>Afortunadamente,</a:t>
            </a:r>
            <a:r>
              <a:rPr dirty="0" spc="-70"/>
              <a:t> </a:t>
            </a:r>
            <a:r>
              <a:rPr dirty="0" u="heavy">
                <a:uFill>
                  <a:solidFill>
                    <a:srgbClr val="EC2814"/>
                  </a:solidFill>
                </a:uFill>
              </a:rPr>
              <a:t>SQL</a:t>
            </a:r>
            <a:r>
              <a:rPr dirty="0" u="heavy" spc="-95">
                <a:uFill>
                  <a:solidFill>
                    <a:srgbClr val="EC2814"/>
                  </a:solidFill>
                </a:uFill>
              </a:rPr>
              <a:t> </a:t>
            </a:r>
            <a:r>
              <a:rPr dirty="0" u="heavy">
                <a:uFill>
                  <a:solidFill>
                    <a:srgbClr val="EC2814"/>
                  </a:solidFill>
                </a:uFill>
              </a:rPr>
              <a:t>nos</a:t>
            </a:r>
            <a:r>
              <a:rPr dirty="0" u="heavy" spc="-80">
                <a:uFill>
                  <a:solidFill>
                    <a:srgbClr val="EC2814"/>
                  </a:solidFill>
                </a:uFill>
              </a:rPr>
              <a:t> </a:t>
            </a:r>
            <a:r>
              <a:rPr dirty="0" u="heavy">
                <a:uFill>
                  <a:solidFill>
                    <a:srgbClr val="EC2814"/>
                  </a:solidFill>
                </a:uFill>
              </a:rPr>
              <a:t>permite</a:t>
            </a:r>
            <a:r>
              <a:rPr dirty="0" u="heavy" spc="-85">
                <a:uFill>
                  <a:solidFill>
                    <a:srgbClr val="EC2814"/>
                  </a:solidFill>
                </a:uFill>
              </a:rPr>
              <a:t> </a:t>
            </a:r>
            <a:r>
              <a:rPr dirty="0" u="heavy">
                <a:uFill>
                  <a:solidFill>
                    <a:srgbClr val="EC2814"/>
                  </a:solidFill>
                </a:uFill>
              </a:rPr>
              <a:t>utilizar</a:t>
            </a:r>
            <a:r>
              <a:rPr dirty="0" u="heavy" spc="-85">
                <a:uFill>
                  <a:solidFill>
                    <a:srgbClr val="EC2814"/>
                  </a:solidFill>
                </a:uFill>
              </a:rPr>
              <a:t> </a:t>
            </a:r>
            <a:r>
              <a:rPr dirty="0" u="heavy" spc="-25">
                <a:uFill>
                  <a:solidFill>
                    <a:srgbClr val="EC2814"/>
                  </a:solidFill>
                </a:uFill>
              </a:rPr>
              <a:t>una</a:t>
            </a:r>
            <a:r>
              <a:rPr dirty="0" spc="-25"/>
              <a:t> </a:t>
            </a:r>
            <a:r>
              <a:rPr dirty="0" spc="-25"/>
              <a:t>	</a:t>
            </a:r>
            <a:r>
              <a:rPr dirty="0" u="heavy">
                <a:uFill>
                  <a:solidFill>
                    <a:srgbClr val="EC2814"/>
                  </a:solidFill>
                </a:uFill>
              </a:rPr>
              <a:t>subconsulta</a:t>
            </a:r>
            <a:r>
              <a:rPr dirty="0" u="heavy" spc="-55">
                <a:uFill>
                  <a:solidFill>
                    <a:srgbClr val="EC2814"/>
                  </a:solidFill>
                </a:uFill>
              </a:rPr>
              <a:t> </a:t>
            </a:r>
            <a:r>
              <a:rPr dirty="0" u="heavy">
                <a:uFill>
                  <a:solidFill>
                    <a:srgbClr val="EC2814"/>
                  </a:solidFill>
                </a:uFill>
              </a:rPr>
              <a:t>dentro</a:t>
            </a:r>
            <a:r>
              <a:rPr dirty="0" u="heavy" spc="-85">
                <a:uFill>
                  <a:solidFill>
                    <a:srgbClr val="EC2814"/>
                  </a:solidFill>
                </a:uFill>
              </a:rPr>
              <a:t> </a:t>
            </a:r>
            <a:r>
              <a:rPr dirty="0" u="heavy">
                <a:uFill>
                  <a:solidFill>
                    <a:srgbClr val="EC2814"/>
                  </a:solidFill>
                </a:uFill>
              </a:rPr>
              <a:t>de</a:t>
            </a:r>
            <a:r>
              <a:rPr dirty="0" u="heavy" spc="-100">
                <a:uFill>
                  <a:solidFill>
                    <a:srgbClr val="EC2814"/>
                  </a:solidFill>
                </a:uFill>
              </a:rPr>
              <a:t> </a:t>
            </a:r>
            <a:r>
              <a:rPr dirty="0" u="heavy">
                <a:uFill>
                  <a:solidFill>
                    <a:srgbClr val="EC2814"/>
                  </a:solidFill>
                </a:uFill>
              </a:rPr>
              <a:t>una</a:t>
            </a:r>
            <a:r>
              <a:rPr dirty="0" u="heavy" spc="-90">
                <a:uFill>
                  <a:solidFill>
                    <a:srgbClr val="EC2814"/>
                  </a:solidFill>
                </a:uFill>
              </a:rPr>
              <a:t> </a:t>
            </a:r>
            <a:r>
              <a:rPr dirty="0" u="heavy" spc="-10">
                <a:uFill>
                  <a:solidFill>
                    <a:srgbClr val="EC2814"/>
                  </a:solidFill>
                </a:uFill>
              </a:rPr>
              <a:t>sentencia</a:t>
            </a:r>
            <a:r>
              <a:rPr dirty="0" u="heavy" spc="-95">
                <a:uFill>
                  <a:solidFill>
                    <a:srgbClr val="EC2814"/>
                  </a:solidFill>
                </a:uFill>
              </a:rPr>
              <a:t> </a:t>
            </a:r>
            <a:r>
              <a:rPr dirty="0" u="heavy" spc="-10">
                <a:uFill>
                  <a:solidFill>
                    <a:srgbClr val="EC2814"/>
                  </a:solidFill>
                </a:uFill>
              </a:rPr>
              <a:t>INSERT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p:spPr>
        <p:txBody>
          <a:bodyPr wrap="square" lIns="0" tIns="12700" rIns="0" bIns="0" rtlCol="0" vert="horz">
            <a:spAutoFit/>
          </a:bodyPr>
          <a:lstStyle/>
          <a:p>
            <a:pPr marL="12700">
              <a:lnSpc>
                <a:spcPct val="100000"/>
              </a:lnSpc>
              <a:spcBef>
                <a:spcPts val="100"/>
              </a:spcBef>
            </a:pPr>
            <a:r>
              <a:rPr dirty="0"/>
              <a:t>Uso</a:t>
            </a:r>
            <a:r>
              <a:rPr dirty="0" spc="-85"/>
              <a:t> </a:t>
            </a:r>
            <a:r>
              <a:rPr dirty="0"/>
              <a:t>de</a:t>
            </a:r>
            <a:r>
              <a:rPr dirty="0" spc="-80"/>
              <a:t> </a:t>
            </a:r>
            <a:r>
              <a:rPr dirty="0"/>
              <a:t>una</a:t>
            </a:r>
            <a:r>
              <a:rPr dirty="0" spc="-55"/>
              <a:t> </a:t>
            </a:r>
            <a:r>
              <a:rPr dirty="0"/>
              <a:t>Subconsulta</a:t>
            </a:r>
            <a:r>
              <a:rPr dirty="0" spc="-50"/>
              <a:t> </a:t>
            </a:r>
            <a:r>
              <a:rPr dirty="0"/>
              <a:t>para</a:t>
            </a:r>
            <a:r>
              <a:rPr dirty="0" spc="-85"/>
              <a:t> </a:t>
            </a:r>
            <a:r>
              <a:rPr dirty="0"/>
              <a:t>Copiar</a:t>
            </a:r>
            <a:r>
              <a:rPr dirty="0" spc="-65"/>
              <a:t> </a:t>
            </a:r>
            <a:r>
              <a:rPr dirty="0" spc="-10"/>
              <a:t>Filas</a:t>
            </a:r>
          </a:p>
        </p:txBody>
      </p:sp>
      <p:sp>
        <p:nvSpPr>
          <p:cNvPr id="4" name="object 4" descr=""/>
          <p:cNvSpPr txBox="1">
            <a:spLocks noGrp="1"/>
          </p:cNvSpPr>
          <p:nvPr>
            <p:ph type="dt" idx="6" sz="half"/>
          </p:nvPr>
        </p:nvSpPr>
        <p:spPr>
          <a:prstGeom prst="rect"/>
        </p:spPr>
        <p:txBody>
          <a:bodyPr wrap="square" lIns="0" tIns="0" rIns="0" bIns="0" rtlCol="0" vert="horz">
            <a:spAutoFit/>
          </a:bodyPr>
          <a:lstStyle/>
          <a:p>
            <a:pPr marL="12700">
              <a:lnSpc>
                <a:spcPts val="855"/>
              </a:lnSpc>
            </a:pPr>
            <a:r>
              <a:rPr dirty="0"/>
              <a:t>DP</a:t>
            </a:r>
            <a:r>
              <a:rPr dirty="0" spc="-10"/>
              <a:t> </a:t>
            </a:r>
            <a:r>
              <a:rPr dirty="0"/>
              <a:t>12-</a:t>
            </a:r>
            <a:r>
              <a:rPr dirty="0" spc="-50"/>
              <a:t>1</a:t>
            </a:r>
          </a:p>
          <a:p>
            <a:pPr marL="12700">
              <a:lnSpc>
                <a:spcPts val="965"/>
              </a:lnSpc>
            </a:pPr>
            <a:r>
              <a:rPr dirty="0"/>
              <a:t>Sentencias</a:t>
            </a:r>
            <a:r>
              <a:rPr dirty="0" spc="-45"/>
              <a:t> </a:t>
            </a:r>
            <a:r>
              <a:rPr dirty="0" spc="-10"/>
              <a:t>INSERT</a:t>
            </a:r>
          </a:p>
        </p:txBody>
      </p:sp>
      <p:sp>
        <p:nvSpPr>
          <p:cNvPr id="5" name="object 5" descr=""/>
          <p:cNvSpPr txBox="1">
            <a:spLocks noGrp="1"/>
          </p:cNvSpPr>
          <p:nvPr>
            <p:ph type="sldNum" idx="7" sz="quarter"/>
          </p:nvPr>
        </p:nvSpPr>
        <p:spPr>
          <a:prstGeom prst="rect"/>
        </p:spPr>
        <p:txBody>
          <a:bodyPr wrap="square" lIns="0" tIns="0" rIns="0" bIns="0" rtlCol="0" vert="horz">
            <a:spAutoFit/>
          </a:bodyPr>
          <a:lstStyle/>
          <a:p>
            <a:pPr marL="38100">
              <a:lnSpc>
                <a:spcPts val="1045"/>
              </a:lnSpc>
            </a:pPr>
            <a:r>
              <a:rPr dirty="0" spc="-25"/>
              <a:t>31</a:t>
            </a:r>
          </a:p>
        </p:txBody>
      </p:sp>
      <p:sp>
        <p:nvSpPr>
          <p:cNvPr id="6" name="object 6" descr=""/>
          <p:cNvSpPr txBox="1">
            <a:spLocks noGrp="1"/>
          </p:cNvSpPr>
          <p:nvPr>
            <p:ph type="ftr" idx="5" sz="quarter"/>
          </p:nvPr>
        </p:nvSpPr>
        <p:spPr>
          <a:prstGeom prst="rect"/>
        </p:spPr>
        <p:txBody>
          <a:bodyPr wrap="square" lIns="0" tIns="0" rIns="0" bIns="0" rtlCol="0" vert="horz">
            <a:spAutoFit/>
          </a:body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
        <p:nvSpPr>
          <p:cNvPr id="3" name="object 3" descr=""/>
          <p:cNvSpPr txBox="1"/>
          <p:nvPr/>
        </p:nvSpPr>
        <p:spPr>
          <a:xfrm>
            <a:off x="483552" y="1415417"/>
            <a:ext cx="8138159" cy="3344545"/>
          </a:xfrm>
          <a:prstGeom prst="rect">
            <a:avLst/>
          </a:prstGeom>
        </p:spPr>
        <p:txBody>
          <a:bodyPr wrap="square" lIns="0" tIns="59690" rIns="0" bIns="0" rtlCol="0" vert="horz">
            <a:spAutoFit/>
          </a:bodyPr>
          <a:lstStyle/>
          <a:p>
            <a:pPr marL="159385" marR="5080" indent="-147320">
              <a:lnSpc>
                <a:spcPts val="3030"/>
              </a:lnSpc>
              <a:spcBef>
                <a:spcPts val="470"/>
              </a:spcBef>
              <a:buClr>
                <a:srgbClr val="D1350F"/>
              </a:buClr>
              <a:buFont typeface="Arial MT"/>
              <a:buChar char="•"/>
              <a:tabLst>
                <a:tab pos="184785" algn="l"/>
              </a:tabLst>
            </a:pPr>
            <a:r>
              <a:rPr dirty="0" u="heavy" sz="2800" spc="-515">
                <a:solidFill>
                  <a:srgbClr val="4E3629"/>
                </a:solidFill>
                <a:uFill>
                  <a:solidFill>
                    <a:srgbClr val="EC2814"/>
                  </a:solidFill>
                </a:uFill>
                <a:latin typeface="Calibri"/>
                <a:cs typeface="Calibri"/>
              </a:rPr>
              <a:t> </a:t>
            </a:r>
            <a:r>
              <a:rPr dirty="0" u="heavy" sz="2800" spc="-40">
                <a:solidFill>
                  <a:srgbClr val="4E3629"/>
                </a:solidFill>
                <a:uFill>
                  <a:solidFill>
                    <a:srgbClr val="EC2814"/>
                  </a:solidFill>
                </a:uFill>
                <a:latin typeface="Calibri"/>
                <a:cs typeface="Calibri"/>
              </a:rPr>
              <a:t>Todos</a:t>
            </a:r>
            <a:r>
              <a:rPr dirty="0" u="heavy" sz="2800" spc="-7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los</a:t>
            </a:r>
            <a:r>
              <a:rPr dirty="0" u="heavy" sz="2800" spc="-6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resultados</a:t>
            </a:r>
            <a:r>
              <a:rPr dirty="0" u="heavy" sz="2800" spc="-4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de</a:t>
            </a:r>
            <a:r>
              <a:rPr dirty="0" u="heavy" sz="2800" spc="-6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la</a:t>
            </a:r>
            <a:r>
              <a:rPr dirty="0" u="heavy" sz="2800" spc="-7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subconsulta</a:t>
            </a:r>
            <a:r>
              <a:rPr dirty="0" u="heavy" sz="2800" spc="-2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se</a:t>
            </a:r>
            <a:r>
              <a:rPr dirty="0" u="heavy" sz="2800" spc="-6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insertan</a:t>
            </a:r>
            <a:r>
              <a:rPr dirty="0" u="heavy" sz="2800" spc="-5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en</a:t>
            </a:r>
            <a:r>
              <a:rPr dirty="0" u="heavy" sz="2800" spc="-65">
                <a:solidFill>
                  <a:srgbClr val="4E3629"/>
                </a:solidFill>
                <a:uFill>
                  <a:solidFill>
                    <a:srgbClr val="EC2814"/>
                  </a:solidFill>
                </a:uFill>
                <a:latin typeface="Calibri"/>
                <a:cs typeface="Calibri"/>
              </a:rPr>
              <a:t> </a:t>
            </a:r>
            <a:r>
              <a:rPr dirty="0" u="heavy" sz="2800" spc="-25">
                <a:solidFill>
                  <a:srgbClr val="4E3629"/>
                </a:solidFill>
                <a:uFill>
                  <a:solidFill>
                    <a:srgbClr val="EC2814"/>
                  </a:solidFill>
                </a:uFill>
                <a:latin typeface="Calibri"/>
                <a:cs typeface="Calibri"/>
              </a:rPr>
              <a:t>la</a:t>
            </a:r>
            <a:r>
              <a:rPr dirty="0" sz="2800" spc="-25">
                <a:solidFill>
                  <a:srgbClr val="4E3629"/>
                </a:solidFill>
                <a:latin typeface="Calibri"/>
                <a:cs typeface="Calibri"/>
              </a:rPr>
              <a:t> </a:t>
            </a:r>
            <a:r>
              <a:rPr dirty="0" sz="2800" spc="-25">
                <a:solidFill>
                  <a:srgbClr val="4E3629"/>
                </a:solidFill>
                <a:latin typeface="Calibri"/>
                <a:cs typeface="Calibri"/>
              </a:rPr>
              <a:t>	</a:t>
            </a:r>
            <a:r>
              <a:rPr dirty="0" u="heavy" sz="2800" spc="-10">
                <a:solidFill>
                  <a:srgbClr val="4E3629"/>
                </a:solidFill>
                <a:uFill>
                  <a:solidFill>
                    <a:srgbClr val="EC2814"/>
                  </a:solidFill>
                </a:uFill>
                <a:latin typeface="Calibri"/>
                <a:cs typeface="Calibri"/>
              </a:rPr>
              <a:t>tabla</a:t>
            </a:r>
            <a:endParaRPr sz="2800">
              <a:latin typeface="Calibri"/>
              <a:cs typeface="Calibri"/>
            </a:endParaRPr>
          </a:p>
          <a:p>
            <a:pPr marL="182880" marR="20320" indent="-170815">
              <a:lnSpc>
                <a:spcPts val="3030"/>
              </a:lnSpc>
              <a:spcBef>
                <a:spcPts val="795"/>
              </a:spcBef>
              <a:buClr>
                <a:srgbClr val="D1350F"/>
              </a:buClr>
              <a:buFont typeface="Arial MT"/>
              <a:buChar char="•"/>
              <a:tabLst>
                <a:tab pos="184785" algn="l"/>
              </a:tabLst>
            </a:pPr>
            <a:r>
              <a:rPr dirty="0" sz="2800">
                <a:solidFill>
                  <a:srgbClr val="4E3629"/>
                </a:solidFill>
                <a:latin typeface="Calibri"/>
                <a:cs typeface="Calibri"/>
              </a:rPr>
              <a:t>Por</a:t>
            </a:r>
            <a:r>
              <a:rPr dirty="0" sz="2800" spc="-65">
                <a:solidFill>
                  <a:srgbClr val="4E3629"/>
                </a:solidFill>
                <a:latin typeface="Calibri"/>
                <a:cs typeface="Calibri"/>
              </a:rPr>
              <a:t> </a:t>
            </a:r>
            <a:r>
              <a:rPr dirty="0" sz="2800">
                <a:solidFill>
                  <a:srgbClr val="4E3629"/>
                </a:solidFill>
                <a:latin typeface="Calibri"/>
                <a:cs typeface="Calibri"/>
              </a:rPr>
              <a:t>lo</a:t>
            </a:r>
            <a:r>
              <a:rPr dirty="0" sz="2800" spc="-55">
                <a:solidFill>
                  <a:srgbClr val="4E3629"/>
                </a:solidFill>
                <a:latin typeface="Calibri"/>
                <a:cs typeface="Calibri"/>
              </a:rPr>
              <a:t> </a:t>
            </a:r>
            <a:r>
              <a:rPr dirty="0" sz="2800">
                <a:solidFill>
                  <a:srgbClr val="4E3629"/>
                </a:solidFill>
                <a:latin typeface="Calibri"/>
                <a:cs typeface="Calibri"/>
              </a:rPr>
              <a:t>tanto</a:t>
            </a:r>
            <a:r>
              <a:rPr dirty="0" sz="2800" spc="-70">
                <a:solidFill>
                  <a:srgbClr val="4E3629"/>
                </a:solidFill>
                <a:latin typeface="Calibri"/>
                <a:cs typeface="Calibri"/>
              </a:rPr>
              <a:t> </a:t>
            </a:r>
            <a:r>
              <a:rPr dirty="0" sz="2800">
                <a:solidFill>
                  <a:srgbClr val="4E3629"/>
                </a:solidFill>
                <a:latin typeface="Calibri"/>
                <a:cs typeface="Calibri"/>
              </a:rPr>
              <a:t>podamos</a:t>
            </a:r>
            <a:r>
              <a:rPr dirty="0" sz="2800" spc="-50">
                <a:solidFill>
                  <a:srgbClr val="4E3629"/>
                </a:solidFill>
                <a:latin typeface="Calibri"/>
                <a:cs typeface="Calibri"/>
              </a:rPr>
              <a:t> </a:t>
            </a:r>
            <a:r>
              <a:rPr dirty="0" sz="2800">
                <a:solidFill>
                  <a:srgbClr val="4E3629"/>
                </a:solidFill>
                <a:latin typeface="Calibri"/>
                <a:cs typeface="Calibri"/>
              </a:rPr>
              <a:t>copiar</a:t>
            </a:r>
            <a:r>
              <a:rPr dirty="0" sz="2800" spc="-60">
                <a:solidFill>
                  <a:srgbClr val="4E3629"/>
                </a:solidFill>
                <a:latin typeface="Calibri"/>
                <a:cs typeface="Calibri"/>
              </a:rPr>
              <a:t> </a:t>
            </a:r>
            <a:r>
              <a:rPr dirty="0" sz="2800">
                <a:solidFill>
                  <a:srgbClr val="4E3629"/>
                </a:solidFill>
                <a:latin typeface="Calibri"/>
                <a:cs typeface="Calibri"/>
              </a:rPr>
              <a:t>100</a:t>
            </a:r>
            <a:r>
              <a:rPr dirty="0" sz="2800" spc="-40">
                <a:solidFill>
                  <a:srgbClr val="4E3629"/>
                </a:solidFill>
                <a:latin typeface="Calibri"/>
                <a:cs typeface="Calibri"/>
              </a:rPr>
              <a:t> </a:t>
            </a:r>
            <a:r>
              <a:rPr dirty="0" sz="2800">
                <a:solidFill>
                  <a:srgbClr val="4E3629"/>
                </a:solidFill>
                <a:latin typeface="Calibri"/>
                <a:cs typeface="Calibri"/>
              </a:rPr>
              <a:t>filas</a:t>
            </a:r>
            <a:r>
              <a:rPr dirty="0" sz="2800" spc="-75">
                <a:solidFill>
                  <a:srgbClr val="4E3629"/>
                </a:solidFill>
                <a:latin typeface="Calibri"/>
                <a:cs typeface="Calibri"/>
              </a:rPr>
              <a:t> </a:t>
            </a:r>
            <a:r>
              <a:rPr dirty="0" sz="2800">
                <a:solidFill>
                  <a:srgbClr val="4E3629"/>
                </a:solidFill>
                <a:latin typeface="Calibri"/>
                <a:cs typeface="Calibri"/>
              </a:rPr>
              <a:t>(o</a:t>
            </a:r>
            <a:r>
              <a:rPr dirty="0" sz="2800" spc="-70">
                <a:solidFill>
                  <a:srgbClr val="4E3629"/>
                </a:solidFill>
                <a:latin typeface="Calibri"/>
                <a:cs typeface="Calibri"/>
              </a:rPr>
              <a:t> </a:t>
            </a:r>
            <a:r>
              <a:rPr dirty="0" sz="2800">
                <a:solidFill>
                  <a:srgbClr val="4E3629"/>
                </a:solidFill>
                <a:latin typeface="Calibri"/>
                <a:cs typeface="Calibri"/>
              </a:rPr>
              <a:t>1000</a:t>
            </a:r>
            <a:r>
              <a:rPr dirty="0" sz="2800" spc="-35">
                <a:solidFill>
                  <a:srgbClr val="4E3629"/>
                </a:solidFill>
                <a:latin typeface="Calibri"/>
                <a:cs typeface="Calibri"/>
              </a:rPr>
              <a:t> </a:t>
            </a:r>
            <a:r>
              <a:rPr dirty="0" sz="2800">
                <a:solidFill>
                  <a:srgbClr val="4E3629"/>
                </a:solidFill>
                <a:latin typeface="Calibri"/>
                <a:cs typeface="Calibri"/>
              </a:rPr>
              <a:t>filas)</a:t>
            </a:r>
            <a:r>
              <a:rPr dirty="0" sz="2800" spc="-70">
                <a:solidFill>
                  <a:srgbClr val="4E3629"/>
                </a:solidFill>
                <a:latin typeface="Calibri"/>
                <a:cs typeface="Calibri"/>
              </a:rPr>
              <a:t> </a:t>
            </a:r>
            <a:r>
              <a:rPr dirty="0" sz="2800" spc="-25">
                <a:solidFill>
                  <a:srgbClr val="4E3629"/>
                </a:solidFill>
                <a:latin typeface="Calibri"/>
                <a:cs typeface="Calibri"/>
              </a:rPr>
              <a:t>con </a:t>
            </a:r>
            <a:r>
              <a:rPr dirty="0" sz="2800" spc="-25">
                <a:solidFill>
                  <a:srgbClr val="4E3629"/>
                </a:solidFill>
                <a:latin typeface="Calibri"/>
                <a:cs typeface="Calibri"/>
              </a:rPr>
              <a:t>	</a:t>
            </a:r>
            <a:r>
              <a:rPr dirty="0" sz="2800">
                <a:solidFill>
                  <a:srgbClr val="4E3629"/>
                </a:solidFill>
                <a:latin typeface="Calibri"/>
                <a:cs typeface="Calibri"/>
              </a:rPr>
              <a:t>una</a:t>
            </a:r>
            <a:r>
              <a:rPr dirty="0" sz="2800" spc="-55">
                <a:solidFill>
                  <a:srgbClr val="4E3629"/>
                </a:solidFill>
                <a:latin typeface="Calibri"/>
                <a:cs typeface="Calibri"/>
              </a:rPr>
              <a:t> </a:t>
            </a:r>
            <a:r>
              <a:rPr dirty="0" sz="2800">
                <a:solidFill>
                  <a:srgbClr val="4E3629"/>
                </a:solidFill>
                <a:latin typeface="Calibri"/>
                <a:cs typeface="Calibri"/>
              </a:rPr>
              <a:t>subconsulta</a:t>
            </a:r>
            <a:r>
              <a:rPr dirty="0" sz="2800" spc="-20">
                <a:solidFill>
                  <a:srgbClr val="4E3629"/>
                </a:solidFill>
                <a:latin typeface="Calibri"/>
                <a:cs typeface="Calibri"/>
              </a:rPr>
              <a:t> </a:t>
            </a:r>
            <a:r>
              <a:rPr dirty="0" sz="2800">
                <a:solidFill>
                  <a:srgbClr val="4E3629"/>
                </a:solidFill>
                <a:latin typeface="Calibri"/>
                <a:cs typeface="Calibri"/>
              </a:rPr>
              <a:t>de</a:t>
            </a:r>
            <a:r>
              <a:rPr dirty="0" sz="2800" spc="-60">
                <a:solidFill>
                  <a:srgbClr val="4E3629"/>
                </a:solidFill>
                <a:latin typeface="Calibri"/>
                <a:cs typeface="Calibri"/>
              </a:rPr>
              <a:t> </a:t>
            </a:r>
            <a:r>
              <a:rPr dirty="0" sz="2800">
                <a:solidFill>
                  <a:srgbClr val="4E3629"/>
                </a:solidFill>
                <a:latin typeface="Calibri"/>
                <a:cs typeface="Calibri"/>
              </a:rPr>
              <a:t>varias</a:t>
            </a:r>
            <a:r>
              <a:rPr dirty="0" sz="2800" spc="-65">
                <a:solidFill>
                  <a:srgbClr val="4E3629"/>
                </a:solidFill>
                <a:latin typeface="Calibri"/>
                <a:cs typeface="Calibri"/>
              </a:rPr>
              <a:t> </a:t>
            </a:r>
            <a:r>
              <a:rPr dirty="0" sz="2800">
                <a:solidFill>
                  <a:srgbClr val="4E3629"/>
                </a:solidFill>
                <a:latin typeface="Calibri"/>
                <a:cs typeface="Calibri"/>
              </a:rPr>
              <a:t>filas</a:t>
            </a:r>
            <a:r>
              <a:rPr dirty="0" sz="2800" spc="-70">
                <a:solidFill>
                  <a:srgbClr val="4E3629"/>
                </a:solidFill>
                <a:latin typeface="Calibri"/>
                <a:cs typeface="Calibri"/>
              </a:rPr>
              <a:t> </a:t>
            </a:r>
            <a:r>
              <a:rPr dirty="0" sz="2800">
                <a:solidFill>
                  <a:srgbClr val="4E3629"/>
                </a:solidFill>
                <a:latin typeface="Calibri"/>
                <a:cs typeface="Calibri"/>
              </a:rPr>
              <a:t>en</a:t>
            </a:r>
            <a:r>
              <a:rPr dirty="0" sz="2800" spc="-65">
                <a:solidFill>
                  <a:srgbClr val="4E3629"/>
                </a:solidFill>
                <a:latin typeface="Calibri"/>
                <a:cs typeface="Calibri"/>
              </a:rPr>
              <a:t> </a:t>
            </a:r>
            <a:r>
              <a:rPr dirty="0" sz="2800" spc="-10">
                <a:solidFill>
                  <a:srgbClr val="4E3629"/>
                </a:solidFill>
                <a:latin typeface="Calibri"/>
                <a:cs typeface="Calibri"/>
              </a:rPr>
              <a:t>INSERT</a:t>
            </a:r>
            <a:endParaRPr sz="2800">
              <a:latin typeface="Calibri"/>
              <a:cs typeface="Calibri"/>
            </a:endParaRPr>
          </a:p>
          <a:p>
            <a:pPr marL="182880" marR="98425" indent="-170815">
              <a:lnSpc>
                <a:spcPts val="3030"/>
              </a:lnSpc>
              <a:spcBef>
                <a:spcPts val="790"/>
              </a:spcBef>
              <a:buClr>
                <a:srgbClr val="D1350F"/>
              </a:buClr>
              <a:buFont typeface="Arial MT"/>
              <a:buChar char="•"/>
              <a:tabLst>
                <a:tab pos="184785" algn="l"/>
              </a:tabLst>
            </a:pPr>
            <a:r>
              <a:rPr dirty="0" sz="2800">
                <a:solidFill>
                  <a:srgbClr val="4E3629"/>
                </a:solidFill>
                <a:latin typeface="Calibri"/>
                <a:cs typeface="Calibri"/>
              </a:rPr>
              <a:t>Como</a:t>
            </a:r>
            <a:r>
              <a:rPr dirty="0" sz="2800" spc="-70">
                <a:solidFill>
                  <a:srgbClr val="4E3629"/>
                </a:solidFill>
                <a:latin typeface="Calibri"/>
                <a:cs typeface="Calibri"/>
              </a:rPr>
              <a:t> </a:t>
            </a:r>
            <a:r>
              <a:rPr dirty="0" sz="2800">
                <a:solidFill>
                  <a:srgbClr val="4E3629"/>
                </a:solidFill>
                <a:latin typeface="Calibri"/>
                <a:cs typeface="Calibri"/>
              </a:rPr>
              <a:t>era</a:t>
            </a:r>
            <a:r>
              <a:rPr dirty="0" sz="2800" spc="-65">
                <a:solidFill>
                  <a:srgbClr val="4E3629"/>
                </a:solidFill>
                <a:latin typeface="Calibri"/>
                <a:cs typeface="Calibri"/>
              </a:rPr>
              <a:t> </a:t>
            </a:r>
            <a:r>
              <a:rPr dirty="0" sz="2800">
                <a:solidFill>
                  <a:srgbClr val="4E3629"/>
                </a:solidFill>
                <a:latin typeface="Calibri"/>
                <a:cs typeface="Calibri"/>
              </a:rPr>
              <a:t>de</a:t>
            </a:r>
            <a:r>
              <a:rPr dirty="0" sz="2800" spc="-60">
                <a:solidFill>
                  <a:srgbClr val="4E3629"/>
                </a:solidFill>
                <a:latin typeface="Calibri"/>
                <a:cs typeface="Calibri"/>
              </a:rPr>
              <a:t> </a:t>
            </a:r>
            <a:r>
              <a:rPr dirty="0" sz="2800" spc="-30">
                <a:solidFill>
                  <a:srgbClr val="4E3629"/>
                </a:solidFill>
                <a:latin typeface="Calibri"/>
                <a:cs typeface="Calibri"/>
              </a:rPr>
              <a:t>esperar,</a:t>
            </a:r>
            <a:r>
              <a:rPr dirty="0" sz="2800" spc="-55">
                <a:solidFill>
                  <a:srgbClr val="4E3629"/>
                </a:solidFill>
                <a:latin typeface="Calibri"/>
                <a:cs typeface="Calibri"/>
              </a:rPr>
              <a:t> </a:t>
            </a:r>
            <a:r>
              <a:rPr dirty="0" sz="2800">
                <a:solidFill>
                  <a:srgbClr val="4E3629"/>
                </a:solidFill>
                <a:latin typeface="Calibri"/>
                <a:cs typeface="Calibri"/>
              </a:rPr>
              <a:t>no</a:t>
            </a:r>
            <a:r>
              <a:rPr dirty="0" sz="2800" spc="-55">
                <a:solidFill>
                  <a:srgbClr val="4E3629"/>
                </a:solidFill>
                <a:latin typeface="Calibri"/>
                <a:cs typeface="Calibri"/>
              </a:rPr>
              <a:t> </a:t>
            </a:r>
            <a:r>
              <a:rPr dirty="0" sz="2800">
                <a:solidFill>
                  <a:srgbClr val="4E3629"/>
                </a:solidFill>
                <a:latin typeface="Calibri"/>
                <a:cs typeface="Calibri"/>
              </a:rPr>
              <a:t>necesita</a:t>
            </a:r>
            <a:r>
              <a:rPr dirty="0" sz="2800" spc="-50">
                <a:solidFill>
                  <a:srgbClr val="4E3629"/>
                </a:solidFill>
                <a:latin typeface="Calibri"/>
                <a:cs typeface="Calibri"/>
              </a:rPr>
              <a:t> </a:t>
            </a:r>
            <a:r>
              <a:rPr dirty="0" sz="2800">
                <a:solidFill>
                  <a:srgbClr val="4E3629"/>
                </a:solidFill>
                <a:latin typeface="Calibri"/>
                <a:cs typeface="Calibri"/>
              </a:rPr>
              <a:t>una</a:t>
            </a:r>
            <a:r>
              <a:rPr dirty="0" sz="2800" spc="-55">
                <a:solidFill>
                  <a:srgbClr val="4E3629"/>
                </a:solidFill>
                <a:latin typeface="Calibri"/>
                <a:cs typeface="Calibri"/>
              </a:rPr>
              <a:t> </a:t>
            </a:r>
            <a:r>
              <a:rPr dirty="0" sz="2800">
                <a:solidFill>
                  <a:srgbClr val="4E3629"/>
                </a:solidFill>
                <a:latin typeface="Calibri"/>
                <a:cs typeface="Calibri"/>
              </a:rPr>
              <a:t>cláusula</a:t>
            </a:r>
            <a:r>
              <a:rPr dirty="0" sz="2800" spc="-40">
                <a:solidFill>
                  <a:srgbClr val="4E3629"/>
                </a:solidFill>
                <a:latin typeface="Calibri"/>
                <a:cs typeface="Calibri"/>
              </a:rPr>
              <a:t> </a:t>
            </a:r>
            <a:r>
              <a:rPr dirty="0" sz="2800" spc="-10">
                <a:solidFill>
                  <a:srgbClr val="4E3629"/>
                </a:solidFill>
                <a:latin typeface="Calibri"/>
                <a:cs typeface="Calibri"/>
              </a:rPr>
              <a:t>VALUES </a:t>
            </a:r>
            <a:r>
              <a:rPr dirty="0" sz="2800" spc="-10">
                <a:solidFill>
                  <a:srgbClr val="4E3629"/>
                </a:solidFill>
                <a:latin typeface="Calibri"/>
                <a:cs typeface="Calibri"/>
              </a:rPr>
              <a:t>	</a:t>
            </a:r>
            <a:r>
              <a:rPr dirty="0" sz="2800">
                <a:solidFill>
                  <a:srgbClr val="4E3629"/>
                </a:solidFill>
                <a:latin typeface="Calibri"/>
                <a:cs typeface="Calibri"/>
              </a:rPr>
              <a:t>al</a:t>
            </a:r>
            <a:r>
              <a:rPr dirty="0" sz="2800" spc="-90">
                <a:solidFill>
                  <a:srgbClr val="4E3629"/>
                </a:solidFill>
                <a:latin typeface="Calibri"/>
                <a:cs typeface="Calibri"/>
              </a:rPr>
              <a:t> </a:t>
            </a:r>
            <a:r>
              <a:rPr dirty="0" sz="2800">
                <a:solidFill>
                  <a:srgbClr val="4E3629"/>
                </a:solidFill>
                <a:latin typeface="Calibri"/>
                <a:cs typeface="Calibri"/>
              </a:rPr>
              <a:t>utilizar</a:t>
            </a:r>
            <a:r>
              <a:rPr dirty="0" sz="2800" spc="-75">
                <a:solidFill>
                  <a:srgbClr val="4E3629"/>
                </a:solidFill>
                <a:latin typeface="Calibri"/>
                <a:cs typeface="Calibri"/>
              </a:rPr>
              <a:t> </a:t>
            </a:r>
            <a:r>
              <a:rPr dirty="0" sz="2800">
                <a:solidFill>
                  <a:srgbClr val="4E3629"/>
                </a:solidFill>
                <a:latin typeface="Calibri"/>
                <a:cs typeface="Calibri"/>
              </a:rPr>
              <a:t>una</a:t>
            </a:r>
            <a:r>
              <a:rPr dirty="0" sz="2800" spc="-65">
                <a:solidFill>
                  <a:srgbClr val="4E3629"/>
                </a:solidFill>
                <a:latin typeface="Calibri"/>
                <a:cs typeface="Calibri"/>
              </a:rPr>
              <a:t> </a:t>
            </a:r>
            <a:r>
              <a:rPr dirty="0" sz="2800">
                <a:solidFill>
                  <a:srgbClr val="4E3629"/>
                </a:solidFill>
                <a:latin typeface="Calibri"/>
                <a:cs typeface="Calibri"/>
              </a:rPr>
              <a:t>subconsulta</a:t>
            </a:r>
            <a:r>
              <a:rPr dirty="0" sz="2800" spc="-35">
                <a:solidFill>
                  <a:srgbClr val="4E3629"/>
                </a:solidFill>
                <a:latin typeface="Calibri"/>
                <a:cs typeface="Calibri"/>
              </a:rPr>
              <a:t> </a:t>
            </a:r>
            <a:r>
              <a:rPr dirty="0" sz="2800">
                <a:solidFill>
                  <a:srgbClr val="4E3629"/>
                </a:solidFill>
                <a:latin typeface="Calibri"/>
                <a:cs typeface="Calibri"/>
              </a:rPr>
              <a:t>para</a:t>
            </a:r>
            <a:r>
              <a:rPr dirty="0" sz="2800" spc="-70">
                <a:solidFill>
                  <a:srgbClr val="4E3629"/>
                </a:solidFill>
                <a:latin typeface="Calibri"/>
                <a:cs typeface="Calibri"/>
              </a:rPr>
              <a:t> </a:t>
            </a:r>
            <a:r>
              <a:rPr dirty="0" sz="2800">
                <a:solidFill>
                  <a:srgbClr val="4E3629"/>
                </a:solidFill>
                <a:latin typeface="Calibri"/>
                <a:cs typeface="Calibri"/>
              </a:rPr>
              <a:t>copiar</a:t>
            </a:r>
            <a:r>
              <a:rPr dirty="0" sz="2800" spc="-85">
                <a:solidFill>
                  <a:srgbClr val="4E3629"/>
                </a:solidFill>
                <a:latin typeface="Calibri"/>
                <a:cs typeface="Calibri"/>
              </a:rPr>
              <a:t> </a:t>
            </a:r>
            <a:r>
              <a:rPr dirty="0" sz="2800">
                <a:solidFill>
                  <a:srgbClr val="4E3629"/>
                </a:solidFill>
                <a:latin typeface="Calibri"/>
                <a:cs typeface="Calibri"/>
              </a:rPr>
              <a:t>filas</a:t>
            </a:r>
            <a:r>
              <a:rPr dirty="0" sz="2800" spc="-70">
                <a:solidFill>
                  <a:srgbClr val="4E3629"/>
                </a:solidFill>
                <a:latin typeface="Calibri"/>
                <a:cs typeface="Calibri"/>
              </a:rPr>
              <a:t> </a:t>
            </a:r>
            <a:r>
              <a:rPr dirty="0" sz="2800">
                <a:solidFill>
                  <a:srgbClr val="4E3629"/>
                </a:solidFill>
                <a:latin typeface="Calibri"/>
                <a:cs typeface="Calibri"/>
              </a:rPr>
              <a:t>porque</a:t>
            </a:r>
            <a:r>
              <a:rPr dirty="0" sz="2800" spc="-60">
                <a:solidFill>
                  <a:srgbClr val="4E3629"/>
                </a:solidFill>
                <a:latin typeface="Calibri"/>
                <a:cs typeface="Calibri"/>
              </a:rPr>
              <a:t> </a:t>
            </a:r>
            <a:r>
              <a:rPr dirty="0" sz="2800" spc="-25">
                <a:solidFill>
                  <a:srgbClr val="4E3629"/>
                </a:solidFill>
                <a:latin typeface="Calibri"/>
                <a:cs typeface="Calibri"/>
              </a:rPr>
              <a:t>los </a:t>
            </a:r>
            <a:r>
              <a:rPr dirty="0" sz="2800" spc="-25">
                <a:solidFill>
                  <a:srgbClr val="4E3629"/>
                </a:solidFill>
                <a:latin typeface="Calibri"/>
                <a:cs typeface="Calibri"/>
              </a:rPr>
              <a:t>	</a:t>
            </a:r>
            <a:r>
              <a:rPr dirty="0" sz="2800">
                <a:solidFill>
                  <a:srgbClr val="4E3629"/>
                </a:solidFill>
                <a:latin typeface="Calibri"/>
                <a:cs typeface="Calibri"/>
              </a:rPr>
              <a:t>valores</a:t>
            </a:r>
            <a:r>
              <a:rPr dirty="0" sz="2800" spc="-90">
                <a:solidFill>
                  <a:srgbClr val="4E3629"/>
                </a:solidFill>
                <a:latin typeface="Calibri"/>
                <a:cs typeface="Calibri"/>
              </a:rPr>
              <a:t> </a:t>
            </a:r>
            <a:r>
              <a:rPr dirty="0" sz="2800">
                <a:solidFill>
                  <a:srgbClr val="4E3629"/>
                </a:solidFill>
                <a:latin typeface="Calibri"/>
                <a:cs typeface="Calibri"/>
              </a:rPr>
              <a:t>insertados</a:t>
            </a:r>
            <a:r>
              <a:rPr dirty="0" sz="2800" spc="-60">
                <a:solidFill>
                  <a:srgbClr val="4E3629"/>
                </a:solidFill>
                <a:latin typeface="Calibri"/>
                <a:cs typeface="Calibri"/>
              </a:rPr>
              <a:t> </a:t>
            </a:r>
            <a:r>
              <a:rPr dirty="0" sz="2800">
                <a:solidFill>
                  <a:srgbClr val="4E3629"/>
                </a:solidFill>
                <a:latin typeface="Calibri"/>
                <a:cs typeface="Calibri"/>
              </a:rPr>
              <a:t>serán</a:t>
            </a:r>
            <a:r>
              <a:rPr dirty="0" sz="2800" spc="-80">
                <a:solidFill>
                  <a:srgbClr val="4E3629"/>
                </a:solidFill>
                <a:latin typeface="Calibri"/>
                <a:cs typeface="Calibri"/>
              </a:rPr>
              <a:t> </a:t>
            </a:r>
            <a:r>
              <a:rPr dirty="0" sz="2800" spc="-20">
                <a:solidFill>
                  <a:srgbClr val="4E3629"/>
                </a:solidFill>
                <a:latin typeface="Calibri"/>
                <a:cs typeface="Calibri"/>
              </a:rPr>
              <a:t>exactamente</a:t>
            </a:r>
            <a:r>
              <a:rPr dirty="0" sz="2800" spc="-95">
                <a:solidFill>
                  <a:srgbClr val="4E3629"/>
                </a:solidFill>
                <a:latin typeface="Calibri"/>
                <a:cs typeface="Calibri"/>
              </a:rPr>
              <a:t> </a:t>
            </a:r>
            <a:r>
              <a:rPr dirty="0" sz="2800">
                <a:solidFill>
                  <a:srgbClr val="4E3629"/>
                </a:solidFill>
                <a:latin typeface="Calibri"/>
                <a:cs typeface="Calibri"/>
              </a:rPr>
              <a:t>los</a:t>
            </a:r>
            <a:r>
              <a:rPr dirty="0" sz="2800" spc="-80">
                <a:solidFill>
                  <a:srgbClr val="4E3629"/>
                </a:solidFill>
                <a:latin typeface="Calibri"/>
                <a:cs typeface="Calibri"/>
              </a:rPr>
              <a:t> </a:t>
            </a:r>
            <a:r>
              <a:rPr dirty="0" sz="2800" spc="-10">
                <a:solidFill>
                  <a:srgbClr val="4E3629"/>
                </a:solidFill>
                <a:latin typeface="Calibri"/>
                <a:cs typeface="Calibri"/>
              </a:rPr>
              <a:t>valores </a:t>
            </a:r>
            <a:r>
              <a:rPr dirty="0" sz="2800" spc="-10">
                <a:solidFill>
                  <a:srgbClr val="4E3629"/>
                </a:solidFill>
                <a:latin typeface="Calibri"/>
                <a:cs typeface="Calibri"/>
              </a:rPr>
              <a:t>	</a:t>
            </a:r>
            <a:r>
              <a:rPr dirty="0" sz="2800">
                <a:solidFill>
                  <a:srgbClr val="4E3629"/>
                </a:solidFill>
                <a:latin typeface="Calibri"/>
                <a:cs typeface="Calibri"/>
              </a:rPr>
              <a:t>devueltos</a:t>
            </a:r>
            <a:r>
              <a:rPr dirty="0" sz="2800" spc="-60">
                <a:solidFill>
                  <a:srgbClr val="4E3629"/>
                </a:solidFill>
                <a:latin typeface="Calibri"/>
                <a:cs typeface="Calibri"/>
              </a:rPr>
              <a:t> </a:t>
            </a:r>
            <a:r>
              <a:rPr dirty="0" sz="2800">
                <a:solidFill>
                  <a:srgbClr val="4E3629"/>
                </a:solidFill>
                <a:latin typeface="Calibri"/>
                <a:cs typeface="Calibri"/>
              </a:rPr>
              <a:t>por</a:t>
            </a:r>
            <a:r>
              <a:rPr dirty="0" sz="2800" spc="-65">
                <a:solidFill>
                  <a:srgbClr val="4E3629"/>
                </a:solidFill>
                <a:latin typeface="Calibri"/>
                <a:cs typeface="Calibri"/>
              </a:rPr>
              <a:t> </a:t>
            </a:r>
            <a:r>
              <a:rPr dirty="0" sz="2800">
                <a:solidFill>
                  <a:srgbClr val="4E3629"/>
                </a:solidFill>
                <a:latin typeface="Calibri"/>
                <a:cs typeface="Calibri"/>
              </a:rPr>
              <a:t>la</a:t>
            </a:r>
            <a:r>
              <a:rPr dirty="0" sz="2800" spc="-65">
                <a:solidFill>
                  <a:srgbClr val="4E3629"/>
                </a:solidFill>
                <a:latin typeface="Calibri"/>
                <a:cs typeface="Calibri"/>
              </a:rPr>
              <a:t> </a:t>
            </a:r>
            <a:r>
              <a:rPr dirty="0" sz="2800" spc="-10">
                <a:solidFill>
                  <a:srgbClr val="4E3629"/>
                </a:solidFill>
                <a:latin typeface="Calibri"/>
                <a:cs typeface="Calibri"/>
              </a:rPr>
              <a:t>subconsulta</a:t>
            </a:r>
            <a:endParaRPr sz="2800">
              <a:latin typeface="Calibri"/>
              <a:cs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92112" y="748031"/>
            <a:ext cx="6999605" cy="528320"/>
          </a:xfrm>
          <a:prstGeom prst="rect"/>
        </p:spPr>
        <p:txBody>
          <a:bodyPr wrap="square" lIns="0" tIns="12700" rIns="0" bIns="0" rtlCol="0" vert="horz">
            <a:spAutoFit/>
          </a:bodyPr>
          <a:lstStyle/>
          <a:p>
            <a:pPr marL="12700">
              <a:lnSpc>
                <a:spcPct val="100000"/>
              </a:lnSpc>
              <a:spcBef>
                <a:spcPts val="100"/>
              </a:spcBef>
            </a:pPr>
            <a:r>
              <a:rPr dirty="0"/>
              <a:t>Uso</a:t>
            </a:r>
            <a:r>
              <a:rPr dirty="0" spc="-85"/>
              <a:t> </a:t>
            </a:r>
            <a:r>
              <a:rPr dirty="0"/>
              <a:t>de</a:t>
            </a:r>
            <a:r>
              <a:rPr dirty="0" spc="-80"/>
              <a:t> </a:t>
            </a:r>
            <a:r>
              <a:rPr dirty="0"/>
              <a:t>una</a:t>
            </a:r>
            <a:r>
              <a:rPr dirty="0" spc="-55"/>
              <a:t> </a:t>
            </a:r>
            <a:r>
              <a:rPr dirty="0"/>
              <a:t>Subconsulta</a:t>
            </a:r>
            <a:r>
              <a:rPr dirty="0" spc="-50"/>
              <a:t> </a:t>
            </a:r>
            <a:r>
              <a:rPr dirty="0"/>
              <a:t>para</a:t>
            </a:r>
            <a:r>
              <a:rPr dirty="0" spc="-85"/>
              <a:t> </a:t>
            </a:r>
            <a:r>
              <a:rPr dirty="0"/>
              <a:t>Copiar</a:t>
            </a:r>
            <a:r>
              <a:rPr dirty="0" spc="-65"/>
              <a:t> </a:t>
            </a:r>
            <a:r>
              <a:rPr dirty="0" spc="-10"/>
              <a:t>Filas</a:t>
            </a:r>
          </a:p>
        </p:txBody>
      </p:sp>
      <p:sp>
        <p:nvSpPr>
          <p:cNvPr id="5" name="object 5" descr=""/>
          <p:cNvSpPr txBox="1">
            <a:spLocks noGrp="1"/>
          </p:cNvSpPr>
          <p:nvPr>
            <p:ph type="dt" idx="6" sz="half"/>
          </p:nvPr>
        </p:nvSpPr>
        <p:spPr>
          <a:prstGeom prst="rect"/>
        </p:spPr>
        <p:txBody>
          <a:bodyPr wrap="square" lIns="0" tIns="0" rIns="0" bIns="0" rtlCol="0" vert="horz">
            <a:spAutoFit/>
          </a:bodyPr>
          <a:lstStyle/>
          <a:p>
            <a:pPr marL="12700">
              <a:lnSpc>
                <a:spcPts val="855"/>
              </a:lnSpc>
            </a:pPr>
            <a:r>
              <a:rPr dirty="0"/>
              <a:t>DP</a:t>
            </a:r>
            <a:r>
              <a:rPr dirty="0" spc="-10"/>
              <a:t> </a:t>
            </a:r>
            <a:r>
              <a:rPr dirty="0"/>
              <a:t>12-</a:t>
            </a:r>
            <a:r>
              <a:rPr dirty="0" spc="-50"/>
              <a:t>1</a:t>
            </a:r>
          </a:p>
          <a:p>
            <a:pPr marL="12700">
              <a:lnSpc>
                <a:spcPts val="965"/>
              </a:lnSpc>
            </a:pPr>
            <a:r>
              <a:rPr dirty="0"/>
              <a:t>Sentencias</a:t>
            </a:r>
            <a:r>
              <a:rPr dirty="0" spc="-45"/>
              <a:t> </a:t>
            </a:r>
            <a:r>
              <a:rPr dirty="0" spc="-10"/>
              <a:t>INSERT</a:t>
            </a:r>
          </a:p>
        </p:txBody>
      </p:sp>
      <p:sp>
        <p:nvSpPr>
          <p:cNvPr id="6" name="object 6" descr=""/>
          <p:cNvSpPr txBox="1">
            <a:spLocks noGrp="1"/>
          </p:cNvSpPr>
          <p:nvPr>
            <p:ph type="sldNum" idx="7" sz="quarter"/>
          </p:nvPr>
        </p:nvSpPr>
        <p:spPr>
          <a:prstGeom prst="rect"/>
        </p:spPr>
        <p:txBody>
          <a:bodyPr wrap="square" lIns="0" tIns="0" rIns="0" bIns="0" rtlCol="0" vert="horz">
            <a:spAutoFit/>
          </a:bodyPr>
          <a:lstStyle/>
          <a:p>
            <a:pPr marL="38100">
              <a:lnSpc>
                <a:spcPts val="1045"/>
              </a:lnSpc>
            </a:pPr>
            <a:r>
              <a:rPr dirty="0" spc="-25"/>
              <a:t>32</a:t>
            </a:r>
          </a:p>
        </p:txBody>
      </p:sp>
      <p:sp>
        <p:nvSpPr>
          <p:cNvPr id="7" name="object 7" descr=""/>
          <p:cNvSpPr txBox="1">
            <a:spLocks noGrp="1"/>
          </p:cNvSpPr>
          <p:nvPr>
            <p:ph type="ftr" idx="5" sz="quarter"/>
          </p:nvPr>
        </p:nvSpPr>
        <p:spPr>
          <a:prstGeom prst="rect"/>
        </p:spPr>
        <p:txBody>
          <a:bodyPr wrap="square" lIns="0" tIns="0" rIns="0" bIns="0" rtlCol="0" vert="horz">
            <a:spAutoFit/>
          </a:body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
        <p:nvSpPr>
          <p:cNvPr id="3" name="object 3" descr=""/>
          <p:cNvSpPr txBox="1"/>
          <p:nvPr/>
        </p:nvSpPr>
        <p:spPr>
          <a:xfrm>
            <a:off x="483552" y="1415417"/>
            <a:ext cx="8141970" cy="2474595"/>
          </a:xfrm>
          <a:prstGeom prst="rect">
            <a:avLst/>
          </a:prstGeom>
        </p:spPr>
        <p:txBody>
          <a:bodyPr wrap="square" lIns="0" tIns="59690" rIns="0" bIns="0" rtlCol="0" vert="horz">
            <a:spAutoFit/>
          </a:bodyPr>
          <a:lstStyle/>
          <a:p>
            <a:pPr marL="182880" marR="5080" indent="-170815">
              <a:lnSpc>
                <a:spcPts val="3030"/>
              </a:lnSpc>
              <a:spcBef>
                <a:spcPts val="470"/>
              </a:spcBef>
              <a:buClr>
                <a:srgbClr val="D1350F"/>
              </a:buClr>
              <a:buFont typeface="Arial MT"/>
              <a:buChar char="•"/>
              <a:tabLst>
                <a:tab pos="184785" algn="l"/>
              </a:tabLst>
            </a:pPr>
            <a:r>
              <a:rPr dirty="0" sz="2800">
                <a:solidFill>
                  <a:srgbClr val="4E3629"/>
                </a:solidFill>
                <a:latin typeface="Calibri"/>
                <a:cs typeface="Calibri"/>
              </a:rPr>
              <a:t>En</a:t>
            </a:r>
            <a:r>
              <a:rPr dirty="0" sz="2800" spc="-50">
                <a:solidFill>
                  <a:srgbClr val="4E3629"/>
                </a:solidFill>
                <a:latin typeface="Calibri"/>
                <a:cs typeface="Calibri"/>
              </a:rPr>
              <a:t> </a:t>
            </a:r>
            <a:r>
              <a:rPr dirty="0" sz="2800">
                <a:solidFill>
                  <a:srgbClr val="4E3629"/>
                </a:solidFill>
                <a:latin typeface="Calibri"/>
                <a:cs typeface="Calibri"/>
              </a:rPr>
              <a:t>el</a:t>
            </a:r>
            <a:r>
              <a:rPr dirty="0" sz="2800" spc="-75">
                <a:solidFill>
                  <a:srgbClr val="4E3629"/>
                </a:solidFill>
                <a:latin typeface="Calibri"/>
                <a:cs typeface="Calibri"/>
              </a:rPr>
              <a:t> </a:t>
            </a:r>
            <a:r>
              <a:rPr dirty="0" sz="2800">
                <a:solidFill>
                  <a:srgbClr val="4E3629"/>
                </a:solidFill>
                <a:latin typeface="Calibri"/>
                <a:cs typeface="Calibri"/>
              </a:rPr>
              <a:t>ejemplo</a:t>
            </a:r>
            <a:r>
              <a:rPr dirty="0" sz="2800" spc="-30">
                <a:solidFill>
                  <a:srgbClr val="4E3629"/>
                </a:solidFill>
                <a:latin typeface="Calibri"/>
                <a:cs typeface="Calibri"/>
              </a:rPr>
              <a:t> </a:t>
            </a:r>
            <a:r>
              <a:rPr dirty="0" sz="2800">
                <a:solidFill>
                  <a:srgbClr val="4E3629"/>
                </a:solidFill>
                <a:latin typeface="Calibri"/>
                <a:cs typeface="Calibri"/>
              </a:rPr>
              <a:t>que</a:t>
            </a:r>
            <a:r>
              <a:rPr dirty="0" sz="2800" spc="-45">
                <a:solidFill>
                  <a:srgbClr val="4E3629"/>
                </a:solidFill>
                <a:latin typeface="Calibri"/>
                <a:cs typeface="Calibri"/>
              </a:rPr>
              <a:t> </a:t>
            </a:r>
            <a:r>
              <a:rPr dirty="0" sz="2800">
                <a:solidFill>
                  <a:srgbClr val="4E3629"/>
                </a:solidFill>
                <a:latin typeface="Calibri"/>
                <a:cs typeface="Calibri"/>
              </a:rPr>
              <a:t>se</a:t>
            </a:r>
            <a:r>
              <a:rPr dirty="0" sz="2800" spc="-45">
                <a:solidFill>
                  <a:srgbClr val="4E3629"/>
                </a:solidFill>
                <a:latin typeface="Calibri"/>
                <a:cs typeface="Calibri"/>
              </a:rPr>
              <a:t> </a:t>
            </a:r>
            <a:r>
              <a:rPr dirty="0" sz="2800" spc="-10">
                <a:solidFill>
                  <a:srgbClr val="4E3629"/>
                </a:solidFill>
                <a:latin typeface="Calibri"/>
                <a:cs typeface="Calibri"/>
              </a:rPr>
              <a:t>muestra,</a:t>
            </a:r>
            <a:r>
              <a:rPr dirty="0" sz="2800" spc="-40">
                <a:solidFill>
                  <a:srgbClr val="4E3629"/>
                </a:solidFill>
                <a:latin typeface="Calibri"/>
                <a:cs typeface="Calibri"/>
              </a:rPr>
              <a:t> </a:t>
            </a:r>
            <a:r>
              <a:rPr dirty="0" sz="2800">
                <a:solidFill>
                  <a:srgbClr val="4E3629"/>
                </a:solidFill>
                <a:latin typeface="Calibri"/>
                <a:cs typeface="Calibri"/>
              </a:rPr>
              <a:t>una</a:t>
            </a:r>
            <a:r>
              <a:rPr dirty="0" sz="2800" spc="-40">
                <a:solidFill>
                  <a:srgbClr val="4E3629"/>
                </a:solidFill>
                <a:latin typeface="Calibri"/>
                <a:cs typeface="Calibri"/>
              </a:rPr>
              <a:t> </a:t>
            </a:r>
            <a:r>
              <a:rPr dirty="0" sz="2800">
                <a:solidFill>
                  <a:srgbClr val="4E3629"/>
                </a:solidFill>
                <a:latin typeface="Calibri"/>
                <a:cs typeface="Calibri"/>
              </a:rPr>
              <a:t>nueva</a:t>
            </a:r>
            <a:r>
              <a:rPr dirty="0" sz="2800" spc="-40">
                <a:solidFill>
                  <a:srgbClr val="4E3629"/>
                </a:solidFill>
                <a:latin typeface="Calibri"/>
                <a:cs typeface="Calibri"/>
              </a:rPr>
              <a:t> </a:t>
            </a:r>
            <a:r>
              <a:rPr dirty="0" sz="2800" spc="-10">
                <a:solidFill>
                  <a:srgbClr val="4E3629"/>
                </a:solidFill>
                <a:latin typeface="Calibri"/>
                <a:cs typeface="Calibri"/>
              </a:rPr>
              <a:t>tabla </a:t>
            </a:r>
            <a:r>
              <a:rPr dirty="0" sz="2800" spc="-10">
                <a:solidFill>
                  <a:srgbClr val="4E3629"/>
                </a:solidFill>
                <a:latin typeface="Calibri"/>
                <a:cs typeface="Calibri"/>
              </a:rPr>
              <a:t>	</a:t>
            </a:r>
            <a:r>
              <a:rPr dirty="0" sz="2800">
                <a:solidFill>
                  <a:srgbClr val="4E3629"/>
                </a:solidFill>
                <a:latin typeface="Calibri"/>
                <a:cs typeface="Calibri"/>
              </a:rPr>
              <a:t>denominada</a:t>
            </a:r>
            <a:r>
              <a:rPr dirty="0" sz="2800" spc="-75">
                <a:solidFill>
                  <a:srgbClr val="4E3629"/>
                </a:solidFill>
                <a:latin typeface="Calibri"/>
                <a:cs typeface="Calibri"/>
              </a:rPr>
              <a:t> </a:t>
            </a:r>
            <a:r>
              <a:rPr dirty="0" sz="2800">
                <a:solidFill>
                  <a:srgbClr val="4E3629"/>
                </a:solidFill>
                <a:latin typeface="Calibri"/>
                <a:cs typeface="Calibri"/>
              </a:rPr>
              <a:t>SALES_REPS</a:t>
            </a:r>
            <a:r>
              <a:rPr dirty="0" sz="2800" spc="-90">
                <a:solidFill>
                  <a:srgbClr val="4E3629"/>
                </a:solidFill>
                <a:latin typeface="Calibri"/>
                <a:cs typeface="Calibri"/>
              </a:rPr>
              <a:t> </a:t>
            </a:r>
            <a:r>
              <a:rPr dirty="0" sz="2800">
                <a:solidFill>
                  <a:srgbClr val="4E3629"/>
                </a:solidFill>
                <a:latin typeface="Calibri"/>
                <a:cs typeface="Calibri"/>
              </a:rPr>
              <a:t>se</a:t>
            </a:r>
            <a:r>
              <a:rPr dirty="0" sz="2800" spc="-105">
                <a:solidFill>
                  <a:srgbClr val="4E3629"/>
                </a:solidFill>
                <a:latin typeface="Calibri"/>
                <a:cs typeface="Calibri"/>
              </a:rPr>
              <a:t> </a:t>
            </a:r>
            <a:r>
              <a:rPr dirty="0" sz="2800">
                <a:solidFill>
                  <a:srgbClr val="4E3629"/>
                </a:solidFill>
                <a:latin typeface="Calibri"/>
                <a:cs typeface="Calibri"/>
              </a:rPr>
              <a:t>está</a:t>
            </a:r>
            <a:r>
              <a:rPr dirty="0" sz="2800" spc="-95">
                <a:solidFill>
                  <a:srgbClr val="4E3629"/>
                </a:solidFill>
                <a:latin typeface="Calibri"/>
                <a:cs typeface="Calibri"/>
              </a:rPr>
              <a:t> </a:t>
            </a:r>
            <a:r>
              <a:rPr dirty="0" sz="2800">
                <a:solidFill>
                  <a:srgbClr val="4E3629"/>
                </a:solidFill>
                <a:latin typeface="Calibri"/>
                <a:cs typeface="Calibri"/>
              </a:rPr>
              <a:t>rellenando</a:t>
            </a:r>
            <a:r>
              <a:rPr dirty="0" sz="2800" spc="-90">
                <a:solidFill>
                  <a:srgbClr val="4E3629"/>
                </a:solidFill>
                <a:latin typeface="Calibri"/>
                <a:cs typeface="Calibri"/>
              </a:rPr>
              <a:t> </a:t>
            </a:r>
            <a:r>
              <a:rPr dirty="0" sz="2800">
                <a:solidFill>
                  <a:srgbClr val="4E3629"/>
                </a:solidFill>
                <a:latin typeface="Calibri"/>
                <a:cs typeface="Calibri"/>
              </a:rPr>
              <a:t>con</a:t>
            </a:r>
            <a:r>
              <a:rPr dirty="0" sz="2800" spc="-105">
                <a:solidFill>
                  <a:srgbClr val="4E3629"/>
                </a:solidFill>
                <a:latin typeface="Calibri"/>
                <a:cs typeface="Calibri"/>
              </a:rPr>
              <a:t> </a:t>
            </a:r>
            <a:r>
              <a:rPr dirty="0" sz="2800" spc="-10">
                <a:solidFill>
                  <a:srgbClr val="4E3629"/>
                </a:solidFill>
                <a:latin typeface="Calibri"/>
                <a:cs typeface="Calibri"/>
              </a:rPr>
              <a:t>copias </a:t>
            </a:r>
            <a:r>
              <a:rPr dirty="0" sz="2800" spc="-10">
                <a:solidFill>
                  <a:srgbClr val="4E3629"/>
                </a:solidFill>
                <a:latin typeface="Calibri"/>
                <a:cs typeface="Calibri"/>
              </a:rPr>
              <a:t>	</a:t>
            </a:r>
            <a:r>
              <a:rPr dirty="0" sz="2800">
                <a:solidFill>
                  <a:srgbClr val="4E3629"/>
                </a:solidFill>
                <a:latin typeface="Calibri"/>
                <a:cs typeface="Calibri"/>
              </a:rPr>
              <a:t>de</a:t>
            </a:r>
            <a:r>
              <a:rPr dirty="0" sz="2800" spc="-35">
                <a:solidFill>
                  <a:srgbClr val="4E3629"/>
                </a:solidFill>
                <a:latin typeface="Calibri"/>
                <a:cs typeface="Calibri"/>
              </a:rPr>
              <a:t> </a:t>
            </a:r>
            <a:r>
              <a:rPr dirty="0" sz="2800">
                <a:solidFill>
                  <a:srgbClr val="4E3629"/>
                </a:solidFill>
                <a:latin typeface="Calibri"/>
                <a:cs typeface="Calibri"/>
              </a:rPr>
              <a:t>algunas</a:t>
            </a:r>
            <a:r>
              <a:rPr dirty="0" sz="2800" spc="-35">
                <a:solidFill>
                  <a:srgbClr val="4E3629"/>
                </a:solidFill>
                <a:latin typeface="Calibri"/>
                <a:cs typeface="Calibri"/>
              </a:rPr>
              <a:t> </a:t>
            </a:r>
            <a:r>
              <a:rPr dirty="0" sz="2800">
                <a:solidFill>
                  <a:srgbClr val="4E3629"/>
                </a:solidFill>
                <a:latin typeface="Calibri"/>
                <a:cs typeface="Calibri"/>
              </a:rPr>
              <a:t>de</a:t>
            </a:r>
            <a:r>
              <a:rPr dirty="0" sz="2800" spc="-40">
                <a:solidFill>
                  <a:srgbClr val="4E3629"/>
                </a:solidFill>
                <a:latin typeface="Calibri"/>
                <a:cs typeface="Calibri"/>
              </a:rPr>
              <a:t> </a:t>
            </a:r>
            <a:r>
              <a:rPr dirty="0" sz="2800">
                <a:solidFill>
                  <a:srgbClr val="4E3629"/>
                </a:solidFill>
                <a:latin typeface="Calibri"/>
                <a:cs typeface="Calibri"/>
              </a:rPr>
              <a:t>las</a:t>
            </a:r>
            <a:r>
              <a:rPr dirty="0" sz="2800" spc="-35">
                <a:solidFill>
                  <a:srgbClr val="4E3629"/>
                </a:solidFill>
                <a:latin typeface="Calibri"/>
                <a:cs typeface="Calibri"/>
              </a:rPr>
              <a:t> </a:t>
            </a:r>
            <a:r>
              <a:rPr dirty="0" sz="2800">
                <a:solidFill>
                  <a:srgbClr val="4E3629"/>
                </a:solidFill>
                <a:latin typeface="Calibri"/>
                <a:cs typeface="Calibri"/>
              </a:rPr>
              <a:t>filas</a:t>
            </a:r>
            <a:r>
              <a:rPr dirty="0" sz="2800" spc="-40">
                <a:solidFill>
                  <a:srgbClr val="4E3629"/>
                </a:solidFill>
                <a:latin typeface="Calibri"/>
                <a:cs typeface="Calibri"/>
              </a:rPr>
              <a:t> </a:t>
            </a:r>
            <a:r>
              <a:rPr dirty="0" sz="2800">
                <a:solidFill>
                  <a:srgbClr val="4E3629"/>
                </a:solidFill>
                <a:latin typeface="Calibri"/>
                <a:cs typeface="Calibri"/>
              </a:rPr>
              <a:t>y</a:t>
            </a:r>
            <a:r>
              <a:rPr dirty="0" sz="2800" spc="-50">
                <a:solidFill>
                  <a:srgbClr val="4E3629"/>
                </a:solidFill>
                <a:latin typeface="Calibri"/>
                <a:cs typeface="Calibri"/>
              </a:rPr>
              <a:t> </a:t>
            </a:r>
            <a:r>
              <a:rPr dirty="0" sz="2800">
                <a:solidFill>
                  <a:srgbClr val="4E3629"/>
                </a:solidFill>
                <a:latin typeface="Calibri"/>
                <a:cs typeface="Calibri"/>
              </a:rPr>
              <a:t>columnas</a:t>
            </a:r>
            <a:r>
              <a:rPr dirty="0" sz="2800" spc="-5">
                <a:solidFill>
                  <a:srgbClr val="4E3629"/>
                </a:solidFill>
                <a:latin typeface="Calibri"/>
                <a:cs typeface="Calibri"/>
              </a:rPr>
              <a:t> </a:t>
            </a:r>
            <a:r>
              <a:rPr dirty="0" sz="2800">
                <a:solidFill>
                  <a:srgbClr val="4E3629"/>
                </a:solidFill>
                <a:latin typeface="Calibri"/>
                <a:cs typeface="Calibri"/>
              </a:rPr>
              <a:t>de</a:t>
            </a:r>
            <a:r>
              <a:rPr dirty="0" sz="2800" spc="-35">
                <a:solidFill>
                  <a:srgbClr val="4E3629"/>
                </a:solidFill>
                <a:latin typeface="Calibri"/>
                <a:cs typeface="Calibri"/>
              </a:rPr>
              <a:t> </a:t>
            </a:r>
            <a:r>
              <a:rPr dirty="0" sz="2800">
                <a:solidFill>
                  <a:srgbClr val="4E3629"/>
                </a:solidFill>
                <a:latin typeface="Calibri"/>
                <a:cs typeface="Calibri"/>
              </a:rPr>
              <a:t>la</a:t>
            </a:r>
            <a:r>
              <a:rPr dirty="0" sz="2800" spc="-45">
                <a:solidFill>
                  <a:srgbClr val="4E3629"/>
                </a:solidFill>
                <a:latin typeface="Calibri"/>
                <a:cs typeface="Calibri"/>
              </a:rPr>
              <a:t> </a:t>
            </a:r>
            <a:r>
              <a:rPr dirty="0" sz="2800" spc="-10">
                <a:solidFill>
                  <a:srgbClr val="4E3629"/>
                </a:solidFill>
                <a:latin typeface="Calibri"/>
                <a:cs typeface="Calibri"/>
              </a:rPr>
              <a:t>tabla 	EMPLEADOS</a:t>
            </a:r>
            <a:endParaRPr sz="2800">
              <a:latin typeface="Calibri"/>
              <a:cs typeface="Calibri"/>
            </a:endParaRPr>
          </a:p>
          <a:p>
            <a:pPr marL="182880" marR="55244" indent="-170815">
              <a:lnSpc>
                <a:spcPts val="3030"/>
              </a:lnSpc>
              <a:spcBef>
                <a:spcPts val="780"/>
              </a:spcBef>
              <a:buClr>
                <a:srgbClr val="D1350F"/>
              </a:buClr>
              <a:buFont typeface="Arial MT"/>
              <a:buChar char="•"/>
              <a:tabLst>
                <a:tab pos="184785" algn="l"/>
              </a:tabLst>
            </a:pPr>
            <a:r>
              <a:rPr dirty="0" sz="2800">
                <a:solidFill>
                  <a:srgbClr val="4E3629"/>
                </a:solidFill>
                <a:latin typeface="Calibri"/>
                <a:cs typeface="Calibri"/>
              </a:rPr>
              <a:t>La</a:t>
            </a:r>
            <a:r>
              <a:rPr dirty="0" sz="2800" spc="-75">
                <a:solidFill>
                  <a:srgbClr val="4E3629"/>
                </a:solidFill>
                <a:latin typeface="Calibri"/>
                <a:cs typeface="Calibri"/>
              </a:rPr>
              <a:t> </a:t>
            </a:r>
            <a:r>
              <a:rPr dirty="0" sz="2800">
                <a:solidFill>
                  <a:srgbClr val="4E3629"/>
                </a:solidFill>
                <a:latin typeface="Calibri"/>
                <a:cs typeface="Calibri"/>
              </a:rPr>
              <a:t>cláusula</a:t>
            </a:r>
            <a:r>
              <a:rPr dirty="0" sz="2800" spc="-45">
                <a:solidFill>
                  <a:srgbClr val="4E3629"/>
                </a:solidFill>
                <a:latin typeface="Calibri"/>
                <a:cs typeface="Calibri"/>
              </a:rPr>
              <a:t> </a:t>
            </a:r>
            <a:r>
              <a:rPr dirty="0" sz="2800">
                <a:solidFill>
                  <a:srgbClr val="4E3629"/>
                </a:solidFill>
                <a:latin typeface="Calibri"/>
                <a:cs typeface="Calibri"/>
              </a:rPr>
              <a:t>WHERE</a:t>
            </a:r>
            <a:r>
              <a:rPr dirty="0" sz="2800" spc="-55">
                <a:solidFill>
                  <a:srgbClr val="4E3629"/>
                </a:solidFill>
                <a:latin typeface="Calibri"/>
                <a:cs typeface="Calibri"/>
              </a:rPr>
              <a:t> </a:t>
            </a:r>
            <a:r>
              <a:rPr dirty="0" sz="2800">
                <a:solidFill>
                  <a:srgbClr val="4E3629"/>
                </a:solidFill>
                <a:latin typeface="Calibri"/>
                <a:cs typeface="Calibri"/>
              </a:rPr>
              <a:t>selecciona</a:t>
            </a:r>
            <a:r>
              <a:rPr dirty="0" sz="2800" spc="-65">
                <a:solidFill>
                  <a:srgbClr val="4E3629"/>
                </a:solidFill>
                <a:latin typeface="Calibri"/>
                <a:cs typeface="Calibri"/>
              </a:rPr>
              <a:t> </a:t>
            </a:r>
            <a:r>
              <a:rPr dirty="0" sz="2800">
                <a:solidFill>
                  <a:srgbClr val="4E3629"/>
                </a:solidFill>
                <a:latin typeface="Calibri"/>
                <a:cs typeface="Calibri"/>
              </a:rPr>
              <a:t>aquellos</a:t>
            </a:r>
            <a:r>
              <a:rPr dirty="0" sz="2800" spc="-50">
                <a:solidFill>
                  <a:srgbClr val="4E3629"/>
                </a:solidFill>
                <a:latin typeface="Calibri"/>
                <a:cs typeface="Calibri"/>
              </a:rPr>
              <a:t> </a:t>
            </a:r>
            <a:r>
              <a:rPr dirty="0" sz="2800">
                <a:solidFill>
                  <a:srgbClr val="4E3629"/>
                </a:solidFill>
                <a:latin typeface="Calibri"/>
                <a:cs typeface="Calibri"/>
              </a:rPr>
              <a:t>empleados</a:t>
            </a:r>
            <a:r>
              <a:rPr dirty="0" sz="2800" spc="-50">
                <a:solidFill>
                  <a:srgbClr val="4E3629"/>
                </a:solidFill>
                <a:latin typeface="Calibri"/>
                <a:cs typeface="Calibri"/>
              </a:rPr>
              <a:t> </a:t>
            </a:r>
            <a:r>
              <a:rPr dirty="0" sz="2800" spc="-25">
                <a:solidFill>
                  <a:srgbClr val="4E3629"/>
                </a:solidFill>
                <a:latin typeface="Calibri"/>
                <a:cs typeface="Calibri"/>
              </a:rPr>
              <a:t>que </a:t>
            </a:r>
            <a:r>
              <a:rPr dirty="0" sz="2800" spc="-25">
                <a:solidFill>
                  <a:srgbClr val="4E3629"/>
                </a:solidFill>
                <a:latin typeface="Calibri"/>
                <a:cs typeface="Calibri"/>
              </a:rPr>
              <a:t>	</a:t>
            </a:r>
            <a:r>
              <a:rPr dirty="0" sz="2800">
                <a:solidFill>
                  <a:srgbClr val="4E3629"/>
                </a:solidFill>
                <a:latin typeface="Calibri"/>
                <a:cs typeface="Calibri"/>
              </a:rPr>
              <a:t>tengan</a:t>
            </a:r>
            <a:r>
              <a:rPr dirty="0" sz="2800" spc="-90">
                <a:solidFill>
                  <a:srgbClr val="4E3629"/>
                </a:solidFill>
                <a:latin typeface="Calibri"/>
                <a:cs typeface="Calibri"/>
              </a:rPr>
              <a:t> </a:t>
            </a:r>
            <a:r>
              <a:rPr dirty="0" sz="2800" spc="-10">
                <a:solidFill>
                  <a:srgbClr val="4E3629"/>
                </a:solidFill>
                <a:latin typeface="Calibri"/>
                <a:cs typeface="Calibri"/>
              </a:rPr>
              <a:t>identificadores</a:t>
            </a:r>
            <a:r>
              <a:rPr dirty="0" sz="2800" spc="-70">
                <a:solidFill>
                  <a:srgbClr val="4E3629"/>
                </a:solidFill>
                <a:latin typeface="Calibri"/>
                <a:cs typeface="Calibri"/>
              </a:rPr>
              <a:t> </a:t>
            </a:r>
            <a:r>
              <a:rPr dirty="0" sz="2800">
                <a:solidFill>
                  <a:srgbClr val="4E3629"/>
                </a:solidFill>
                <a:latin typeface="Calibri"/>
                <a:cs typeface="Calibri"/>
              </a:rPr>
              <a:t>de</a:t>
            </a:r>
            <a:r>
              <a:rPr dirty="0" sz="2800" spc="-75">
                <a:solidFill>
                  <a:srgbClr val="4E3629"/>
                </a:solidFill>
                <a:latin typeface="Calibri"/>
                <a:cs typeface="Calibri"/>
              </a:rPr>
              <a:t> </a:t>
            </a:r>
            <a:r>
              <a:rPr dirty="0" sz="2800">
                <a:solidFill>
                  <a:srgbClr val="4E3629"/>
                </a:solidFill>
                <a:latin typeface="Calibri"/>
                <a:cs typeface="Calibri"/>
              </a:rPr>
              <a:t>trabajo</a:t>
            </a:r>
            <a:r>
              <a:rPr dirty="0" sz="2800" spc="-70">
                <a:solidFill>
                  <a:srgbClr val="4E3629"/>
                </a:solidFill>
                <a:latin typeface="Calibri"/>
                <a:cs typeface="Calibri"/>
              </a:rPr>
              <a:t> </a:t>
            </a:r>
            <a:r>
              <a:rPr dirty="0" sz="2800">
                <a:solidFill>
                  <a:srgbClr val="4E3629"/>
                </a:solidFill>
                <a:latin typeface="Calibri"/>
                <a:cs typeface="Calibri"/>
              </a:rPr>
              <a:t>como</a:t>
            </a:r>
            <a:r>
              <a:rPr dirty="0" sz="2800" spc="-85">
                <a:solidFill>
                  <a:srgbClr val="4E3629"/>
                </a:solidFill>
                <a:latin typeface="Calibri"/>
                <a:cs typeface="Calibri"/>
              </a:rPr>
              <a:t> </a:t>
            </a:r>
            <a:r>
              <a:rPr dirty="0" sz="2800" spc="-10">
                <a:solidFill>
                  <a:srgbClr val="4E3629"/>
                </a:solidFill>
                <a:latin typeface="Calibri"/>
                <a:cs typeface="Calibri"/>
              </a:rPr>
              <a:t>"%REP%"</a:t>
            </a:r>
            <a:endParaRPr sz="2800">
              <a:latin typeface="Calibri"/>
              <a:cs typeface="Calibri"/>
            </a:endParaRPr>
          </a:p>
        </p:txBody>
      </p:sp>
      <p:sp>
        <p:nvSpPr>
          <p:cNvPr id="4" name="object 4" descr=""/>
          <p:cNvSpPr txBox="1"/>
          <p:nvPr/>
        </p:nvSpPr>
        <p:spPr>
          <a:xfrm>
            <a:off x="393191" y="4134611"/>
            <a:ext cx="8345805" cy="1275715"/>
          </a:xfrm>
          <a:prstGeom prst="rect">
            <a:avLst/>
          </a:prstGeom>
          <a:solidFill>
            <a:srgbClr val="9DBEC4">
              <a:alpha val="50199"/>
            </a:srgbClr>
          </a:solidFill>
        </p:spPr>
        <p:txBody>
          <a:bodyPr wrap="square" lIns="0" tIns="61594" rIns="0" bIns="0" rtlCol="0" vert="horz">
            <a:spAutoFit/>
          </a:bodyPr>
          <a:lstStyle/>
          <a:p>
            <a:pPr marL="546735" marR="557530" indent="-547370">
              <a:lnSpc>
                <a:spcPct val="100000"/>
              </a:lnSpc>
              <a:spcBef>
                <a:spcPts val="484"/>
              </a:spcBef>
              <a:tabLst>
                <a:tab pos="1500505" algn="l"/>
              </a:tabLst>
            </a:pPr>
            <a:r>
              <a:rPr dirty="0" sz="1800" b="1">
                <a:solidFill>
                  <a:srgbClr val="4E3629"/>
                </a:solidFill>
                <a:latin typeface="Courier New"/>
                <a:cs typeface="Courier New"/>
              </a:rPr>
              <a:t>INSERT</a:t>
            </a:r>
            <a:r>
              <a:rPr dirty="0" sz="1800" spc="-75" b="1">
                <a:solidFill>
                  <a:srgbClr val="4E3629"/>
                </a:solidFill>
                <a:latin typeface="Courier New"/>
                <a:cs typeface="Courier New"/>
              </a:rPr>
              <a:t> </a:t>
            </a:r>
            <a:r>
              <a:rPr dirty="0" sz="1800" b="1">
                <a:solidFill>
                  <a:srgbClr val="4E3629"/>
                </a:solidFill>
                <a:latin typeface="Courier New"/>
                <a:cs typeface="Courier New"/>
              </a:rPr>
              <a:t>INTO</a:t>
            </a:r>
            <a:r>
              <a:rPr dirty="0" sz="1800" spc="-70" b="1">
                <a:solidFill>
                  <a:srgbClr val="4E3629"/>
                </a:solidFill>
                <a:latin typeface="Courier New"/>
                <a:cs typeface="Courier New"/>
              </a:rPr>
              <a:t> </a:t>
            </a:r>
            <a:r>
              <a:rPr dirty="0" sz="1800" b="1">
                <a:solidFill>
                  <a:srgbClr val="4E3629"/>
                </a:solidFill>
                <a:latin typeface="Courier New"/>
                <a:cs typeface="Courier New"/>
              </a:rPr>
              <a:t>sales_reps(id,</a:t>
            </a:r>
            <a:r>
              <a:rPr dirty="0" sz="1800" spc="-70" b="1">
                <a:solidFill>
                  <a:srgbClr val="4E3629"/>
                </a:solidFill>
                <a:latin typeface="Courier New"/>
                <a:cs typeface="Courier New"/>
              </a:rPr>
              <a:t> </a:t>
            </a:r>
            <a:r>
              <a:rPr dirty="0" sz="1800" b="1">
                <a:solidFill>
                  <a:srgbClr val="4E3629"/>
                </a:solidFill>
                <a:latin typeface="Courier New"/>
                <a:cs typeface="Courier New"/>
              </a:rPr>
              <a:t>name,</a:t>
            </a:r>
            <a:r>
              <a:rPr dirty="0" sz="1800" spc="-75" b="1">
                <a:solidFill>
                  <a:srgbClr val="4E3629"/>
                </a:solidFill>
                <a:latin typeface="Courier New"/>
                <a:cs typeface="Courier New"/>
              </a:rPr>
              <a:t> </a:t>
            </a:r>
            <a:r>
              <a:rPr dirty="0" sz="1800" b="1">
                <a:solidFill>
                  <a:srgbClr val="4E3629"/>
                </a:solidFill>
                <a:latin typeface="Courier New"/>
                <a:cs typeface="Courier New"/>
              </a:rPr>
              <a:t>salary,</a:t>
            </a:r>
            <a:r>
              <a:rPr dirty="0" sz="1800" spc="-70" b="1">
                <a:solidFill>
                  <a:srgbClr val="4E3629"/>
                </a:solidFill>
                <a:latin typeface="Courier New"/>
                <a:cs typeface="Courier New"/>
              </a:rPr>
              <a:t> </a:t>
            </a:r>
            <a:r>
              <a:rPr dirty="0" sz="1800" spc="-10" b="1">
                <a:solidFill>
                  <a:srgbClr val="4E3629"/>
                </a:solidFill>
                <a:latin typeface="Courier New"/>
                <a:cs typeface="Courier New"/>
              </a:rPr>
              <a:t>commission_pct) </a:t>
            </a:r>
            <a:r>
              <a:rPr dirty="0" sz="1800" b="1">
                <a:solidFill>
                  <a:srgbClr val="4E3629"/>
                </a:solidFill>
                <a:latin typeface="Courier New"/>
                <a:cs typeface="Courier New"/>
              </a:rPr>
              <a:t>SELECT</a:t>
            </a:r>
            <a:r>
              <a:rPr dirty="0" sz="1800" spc="-110" b="1">
                <a:solidFill>
                  <a:srgbClr val="4E3629"/>
                </a:solidFill>
                <a:latin typeface="Courier New"/>
                <a:cs typeface="Courier New"/>
              </a:rPr>
              <a:t> </a:t>
            </a:r>
            <a:r>
              <a:rPr dirty="0" sz="1800" b="1">
                <a:solidFill>
                  <a:srgbClr val="4E3629"/>
                </a:solidFill>
                <a:latin typeface="Courier New"/>
                <a:cs typeface="Courier New"/>
              </a:rPr>
              <a:t>employee_id,</a:t>
            </a:r>
            <a:r>
              <a:rPr dirty="0" sz="1800" spc="-80" b="1">
                <a:solidFill>
                  <a:srgbClr val="4E3629"/>
                </a:solidFill>
                <a:latin typeface="Courier New"/>
                <a:cs typeface="Courier New"/>
              </a:rPr>
              <a:t> </a:t>
            </a:r>
            <a:r>
              <a:rPr dirty="0" sz="1800" b="1">
                <a:solidFill>
                  <a:srgbClr val="4E3629"/>
                </a:solidFill>
                <a:latin typeface="Courier New"/>
                <a:cs typeface="Courier New"/>
              </a:rPr>
              <a:t>last_name,</a:t>
            </a:r>
            <a:r>
              <a:rPr dirty="0" sz="1800" spc="-80" b="1">
                <a:solidFill>
                  <a:srgbClr val="4E3629"/>
                </a:solidFill>
                <a:latin typeface="Courier New"/>
                <a:cs typeface="Courier New"/>
              </a:rPr>
              <a:t> </a:t>
            </a:r>
            <a:r>
              <a:rPr dirty="0" sz="1800" b="1">
                <a:solidFill>
                  <a:srgbClr val="4E3629"/>
                </a:solidFill>
                <a:latin typeface="Courier New"/>
                <a:cs typeface="Courier New"/>
              </a:rPr>
              <a:t>salary,</a:t>
            </a:r>
            <a:r>
              <a:rPr dirty="0" sz="1800" spc="-80" b="1">
                <a:solidFill>
                  <a:srgbClr val="4E3629"/>
                </a:solidFill>
                <a:latin typeface="Courier New"/>
                <a:cs typeface="Courier New"/>
              </a:rPr>
              <a:t> </a:t>
            </a:r>
            <a:r>
              <a:rPr dirty="0" sz="1800" spc="-10" b="1">
                <a:solidFill>
                  <a:srgbClr val="4E3629"/>
                </a:solidFill>
                <a:latin typeface="Courier New"/>
                <a:cs typeface="Courier New"/>
              </a:rPr>
              <a:t>commission_pct </a:t>
            </a:r>
            <a:r>
              <a:rPr dirty="0" sz="1800" spc="-20" b="1">
                <a:solidFill>
                  <a:srgbClr val="4E3629"/>
                </a:solidFill>
                <a:latin typeface="Courier New"/>
                <a:cs typeface="Courier New"/>
              </a:rPr>
              <a:t>FROM</a:t>
            </a:r>
            <a:r>
              <a:rPr dirty="0" sz="1800" b="1">
                <a:solidFill>
                  <a:srgbClr val="4E3629"/>
                </a:solidFill>
                <a:latin typeface="Courier New"/>
                <a:cs typeface="Courier New"/>
              </a:rPr>
              <a:t>	</a:t>
            </a:r>
            <a:r>
              <a:rPr dirty="0" sz="1800" spc="-10" b="1">
                <a:solidFill>
                  <a:srgbClr val="4E3629"/>
                </a:solidFill>
                <a:latin typeface="Courier New"/>
                <a:cs typeface="Courier New"/>
              </a:rPr>
              <a:t>employees</a:t>
            </a:r>
            <a:endParaRPr sz="1800">
              <a:latin typeface="Courier New"/>
              <a:cs typeface="Courier New"/>
            </a:endParaRPr>
          </a:p>
          <a:p>
            <a:pPr marL="546735">
              <a:lnSpc>
                <a:spcPct val="100000"/>
              </a:lnSpc>
              <a:tabLst>
                <a:tab pos="1500505" algn="l"/>
              </a:tabLst>
            </a:pPr>
            <a:r>
              <a:rPr dirty="0" sz="1800" spc="-10" b="1">
                <a:solidFill>
                  <a:srgbClr val="4E3629"/>
                </a:solidFill>
                <a:latin typeface="Courier New"/>
                <a:cs typeface="Courier New"/>
              </a:rPr>
              <a:t>WHERE</a:t>
            </a:r>
            <a:r>
              <a:rPr dirty="0" sz="1800" b="1">
                <a:solidFill>
                  <a:srgbClr val="4E3629"/>
                </a:solidFill>
                <a:latin typeface="Courier New"/>
                <a:cs typeface="Courier New"/>
              </a:rPr>
              <a:t>	job_id</a:t>
            </a:r>
            <a:r>
              <a:rPr dirty="0" sz="1800" spc="-50" b="1">
                <a:solidFill>
                  <a:srgbClr val="4E3629"/>
                </a:solidFill>
                <a:latin typeface="Courier New"/>
                <a:cs typeface="Courier New"/>
              </a:rPr>
              <a:t> </a:t>
            </a:r>
            <a:r>
              <a:rPr dirty="0" sz="1800" b="1">
                <a:solidFill>
                  <a:srgbClr val="4E3629"/>
                </a:solidFill>
                <a:latin typeface="Courier New"/>
                <a:cs typeface="Courier New"/>
              </a:rPr>
              <a:t>LIKE</a:t>
            </a:r>
            <a:r>
              <a:rPr dirty="0" sz="1800" spc="-50" b="1">
                <a:solidFill>
                  <a:srgbClr val="4E3629"/>
                </a:solidFill>
                <a:latin typeface="Courier New"/>
                <a:cs typeface="Courier New"/>
              </a:rPr>
              <a:t> </a:t>
            </a:r>
            <a:r>
              <a:rPr dirty="0" sz="1800" spc="-10" b="1">
                <a:solidFill>
                  <a:srgbClr val="4E3629"/>
                </a:solidFill>
                <a:latin typeface="Courier New"/>
                <a:cs typeface="Courier New"/>
              </a:rPr>
              <a:t>'%REP%';</a:t>
            </a:r>
            <a:endParaRPr sz="1800">
              <a:latin typeface="Courier New"/>
              <a:cs typeface="Courier New"/>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p:spPr>
        <p:txBody>
          <a:bodyPr wrap="square" lIns="0" tIns="12700" rIns="0" bIns="0" rtlCol="0" vert="horz">
            <a:spAutoFit/>
          </a:bodyPr>
          <a:lstStyle/>
          <a:p>
            <a:pPr marL="12700">
              <a:lnSpc>
                <a:spcPct val="100000"/>
              </a:lnSpc>
              <a:spcBef>
                <a:spcPts val="100"/>
              </a:spcBef>
            </a:pPr>
            <a:r>
              <a:rPr dirty="0"/>
              <a:t>Uso</a:t>
            </a:r>
            <a:r>
              <a:rPr dirty="0" spc="-85"/>
              <a:t> </a:t>
            </a:r>
            <a:r>
              <a:rPr dirty="0"/>
              <a:t>de</a:t>
            </a:r>
            <a:r>
              <a:rPr dirty="0" spc="-80"/>
              <a:t> </a:t>
            </a:r>
            <a:r>
              <a:rPr dirty="0"/>
              <a:t>una</a:t>
            </a:r>
            <a:r>
              <a:rPr dirty="0" spc="-55"/>
              <a:t> </a:t>
            </a:r>
            <a:r>
              <a:rPr dirty="0"/>
              <a:t>Subconsulta</a:t>
            </a:r>
            <a:r>
              <a:rPr dirty="0" spc="-50"/>
              <a:t> </a:t>
            </a:r>
            <a:r>
              <a:rPr dirty="0"/>
              <a:t>para</a:t>
            </a:r>
            <a:r>
              <a:rPr dirty="0" spc="-85"/>
              <a:t> </a:t>
            </a:r>
            <a:r>
              <a:rPr dirty="0"/>
              <a:t>Copiar</a:t>
            </a:r>
            <a:r>
              <a:rPr dirty="0" spc="-65"/>
              <a:t> </a:t>
            </a:r>
            <a:r>
              <a:rPr dirty="0" spc="-10"/>
              <a:t>Filas</a:t>
            </a:r>
          </a:p>
        </p:txBody>
      </p:sp>
      <p:sp>
        <p:nvSpPr>
          <p:cNvPr id="4" name="object 4" descr=""/>
          <p:cNvSpPr txBox="1">
            <a:spLocks noGrp="1"/>
          </p:cNvSpPr>
          <p:nvPr>
            <p:ph type="dt" idx="6" sz="half"/>
          </p:nvPr>
        </p:nvSpPr>
        <p:spPr>
          <a:prstGeom prst="rect"/>
        </p:spPr>
        <p:txBody>
          <a:bodyPr wrap="square" lIns="0" tIns="0" rIns="0" bIns="0" rtlCol="0" vert="horz">
            <a:spAutoFit/>
          </a:bodyPr>
          <a:lstStyle/>
          <a:p>
            <a:pPr marL="12700">
              <a:lnSpc>
                <a:spcPts val="855"/>
              </a:lnSpc>
            </a:pPr>
            <a:r>
              <a:rPr dirty="0"/>
              <a:t>DP</a:t>
            </a:r>
            <a:r>
              <a:rPr dirty="0" spc="-10"/>
              <a:t> </a:t>
            </a:r>
            <a:r>
              <a:rPr dirty="0"/>
              <a:t>12-</a:t>
            </a:r>
            <a:r>
              <a:rPr dirty="0" spc="-50"/>
              <a:t>1</a:t>
            </a:r>
          </a:p>
          <a:p>
            <a:pPr marL="12700">
              <a:lnSpc>
                <a:spcPts val="965"/>
              </a:lnSpc>
            </a:pPr>
            <a:r>
              <a:rPr dirty="0"/>
              <a:t>Sentencias</a:t>
            </a:r>
            <a:r>
              <a:rPr dirty="0" spc="-45"/>
              <a:t> </a:t>
            </a:r>
            <a:r>
              <a:rPr dirty="0" spc="-10"/>
              <a:t>INSERT</a:t>
            </a:r>
          </a:p>
        </p:txBody>
      </p:sp>
      <p:sp>
        <p:nvSpPr>
          <p:cNvPr id="5" name="object 5" descr=""/>
          <p:cNvSpPr txBox="1">
            <a:spLocks noGrp="1"/>
          </p:cNvSpPr>
          <p:nvPr>
            <p:ph type="sldNum" idx="7" sz="quarter"/>
          </p:nvPr>
        </p:nvSpPr>
        <p:spPr>
          <a:prstGeom prst="rect"/>
        </p:spPr>
        <p:txBody>
          <a:bodyPr wrap="square" lIns="0" tIns="0" rIns="0" bIns="0" rtlCol="0" vert="horz">
            <a:spAutoFit/>
          </a:bodyPr>
          <a:lstStyle/>
          <a:p>
            <a:pPr marL="38100">
              <a:lnSpc>
                <a:spcPts val="1045"/>
              </a:lnSpc>
            </a:pPr>
            <a:r>
              <a:rPr dirty="0" spc="-25"/>
              <a:t>33</a:t>
            </a:r>
          </a:p>
        </p:txBody>
      </p:sp>
      <p:sp>
        <p:nvSpPr>
          <p:cNvPr id="6" name="object 6" descr=""/>
          <p:cNvSpPr txBox="1">
            <a:spLocks noGrp="1"/>
          </p:cNvSpPr>
          <p:nvPr>
            <p:ph type="ftr" idx="5" sz="quarter"/>
          </p:nvPr>
        </p:nvSpPr>
        <p:spPr>
          <a:prstGeom prst="rect"/>
        </p:spPr>
        <p:txBody>
          <a:bodyPr wrap="square" lIns="0" tIns="0" rIns="0" bIns="0" rtlCol="0" vert="horz">
            <a:spAutoFit/>
          </a:body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
        <p:nvSpPr>
          <p:cNvPr id="3" name="object 3" descr=""/>
          <p:cNvSpPr txBox="1"/>
          <p:nvPr/>
        </p:nvSpPr>
        <p:spPr>
          <a:xfrm>
            <a:off x="483552" y="1415417"/>
            <a:ext cx="8057515" cy="2858770"/>
          </a:xfrm>
          <a:prstGeom prst="rect">
            <a:avLst/>
          </a:prstGeom>
        </p:spPr>
        <p:txBody>
          <a:bodyPr wrap="square" lIns="0" tIns="59690" rIns="0" bIns="0" rtlCol="0" vert="horz">
            <a:spAutoFit/>
          </a:bodyPr>
          <a:lstStyle/>
          <a:p>
            <a:pPr marL="159385" marR="5080" indent="-147320">
              <a:lnSpc>
                <a:spcPts val="3030"/>
              </a:lnSpc>
              <a:spcBef>
                <a:spcPts val="470"/>
              </a:spcBef>
              <a:buClr>
                <a:srgbClr val="D1350F"/>
              </a:buClr>
              <a:buFont typeface="Arial MT"/>
              <a:buChar char="•"/>
              <a:tabLst>
                <a:tab pos="184785" algn="l"/>
              </a:tabLst>
            </a:pPr>
            <a:r>
              <a:rPr dirty="0" u="heavy" sz="2800" spc="-51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El</a:t>
            </a:r>
            <a:r>
              <a:rPr dirty="0" u="heavy" sz="2800" spc="-7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número</a:t>
            </a:r>
            <a:r>
              <a:rPr dirty="0" u="heavy" sz="2800" spc="-2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de</a:t>
            </a:r>
            <a:r>
              <a:rPr dirty="0" u="heavy" sz="2800" spc="-3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columnas</a:t>
            </a:r>
            <a:r>
              <a:rPr dirty="0" u="heavy" sz="2800" spc="-2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y</a:t>
            </a:r>
            <a:r>
              <a:rPr dirty="0" u="heavy" sz="2800" spc="-6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sus</a:t>
            </a:r>
            <a:r>
              <a:rPr dirty="0" u="heavy" sz="2800" spc="-3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tipos</a:t>
            </a:r>
            <a:r>
              <a:rPr dirty="0" u="heavy" sz="2800" spc="-2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de</a:t>
            </a:r>
            <a:r>
              <a:rPr dirty="0" u="heavy" sz="2800" spc="-4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dato</a:t>
            </a:r>
            <a:r>
              <a:rPr dirty="0" u="heavy" sz="2800" spc="-5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de</a:t>
            </a:r>
            <a:r>
              <a:rPr dirty="0" u="heavy" sz="2800" spc="-3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la</a:t>
            </a:r>
            <a:r>
              <a:rPr dirty="0" u="heavy" sz="2800" spc="-60">
                <a:solidFill>
                  <a:srgbClr val="4E3629"/>
                </a:solidFill>
                <a:uFill>
                  <a:solidFill>
                    <a:srgbClr val="EC2814"/>
                  </a:solidFill>
                </a:uFill>
                <a:latin typeface="Calibri"/>
                <a:cs typeface="Calibri"/>
              </a:rPr>
              <a:t> </a:t>
            </a:r>
            <a:r>
              <a:rPr dirty="0" u="heavy" sz="2800" spc="-10">
                <a:solidFill>
                  <a:srgbClr val="4E3629"/>
                </a:solidFill>
                <a:uFill>
                  <a:solidFill>
                    <a:srgbClr val="EC2814"/>
                  </a:solidFill>
                </a:uFill>
                <a:latin typeface="Calibri"/>
                <a:cs typeface="Calibri"/>
              </a:rPr>
              <a:t>lista</a:t>
            </a:r>
            <a:r>
              <a:rPr dirty="0" sz="2800" spc="-10">
                <a:solidFill>
                  <a:srgbClr val="4E3629"/>
                </a:solidFill>
                <a:latin typeface="Calibri"/>
                <a:cs typeface="Calibri"/>
              </a:rPr>
              <a:t> </a:t>
            </a:r>
            <a:r>
              <a:rPr dirty="0" sz="2800" spc="-10">
                <a:solidFill>
                  <a:srgbClr val="4E3629"/>
                </a:solidFill>
                <a:latin typeface="Calibri"/>
                <a:cs typeface="Calibri"/>
              </a:rPr>
              <a:t>	</a:t>
            </a:r>
            <a:r>
              <a:rPr dirty="0" u="heavy" sz="2800">
                <a:solidFill>
                  <a:srgbClr val="4E3629"/>
                </a:solidFill>
                <a:uFill>
                  <a:solidFill>
                    <a:srgbClr val="EC2814"/>
                  </a:solidFill>
                </a:uFill>
                <a:latin typeface="Calibri"/>
                <a:cs typeface="Calibri"/>
              </a:rPr>
              <a:t>de</a:t>
            </a:r>
            <a:r>
              <a:rPr dirty="0" u="heavy" sz="2800" spc="-6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columnas</a:t>
            </a:r>
            <a:r>
              <a:rPr dirty="0" u="heavy" sz="2800" spc="-5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de</a:t>
            </a:r>
            <a:r>
              <a:rPr dirty="0" u="heavy" sz="2800" spc="-6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la</a:t>
            </a:r>
            <a:r>
              <a:rPr dirty="0" u="heavy" sz="2800" spc="-7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cláusula</a:t>
            </a:r>
            <a:r>
              <a:rPr dirty="0" u="heavy" sz="2800" spc="-6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INSERT</a:t>
            </a:r>
            <a:r>
              <a:rPr dirty="0" u="heavy" sz="2800" spc="-6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deben</a:t>
            </a:r>
            <a:r>
              <a:rPr dirty="0" u="heavy" sz="2800" spc="-6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coincidir</a:t>
            </a:r>
            <a:r>
              <a:rPr dirty="0" u="heavy" sz="2800" spc="-40">
                <a:solidFill>
                  <a:srgbClr val="4E3629"/>
                </a:solidFill>
                <a:uFill>
                  <a:solidFill>
                    <a:srgbClr val="EC2814"/>
                  </a:solidFill>
                </a:uFill>
                <a:latin typeface="Calibri"/>
                <a:cs typeface="Calibri"/>
              </a:rPr>
              <a:t> </a:t>
            </a:r>
            <a:r>
              <a:rPr dirty="0" u="heavy" sz="2800" spc="-25">
                <a:solidFill>
                  <a:srgbClr val="4E3629"/>
                </a:solidFill>
                <a:uFill>
                  <a:solidFill>
                    <a:srgbClr val="EC2814"/>
                  </a:solidFill>
                </a:uFill>
                <a:latin typeface="Calibri"/>
                <a:cs typeface="Calibri"/>
              </a:rPr>
              <a:t>con</a:t>
            </a:r>
            <a:r>
              <a:rPr dirty="0" sz="2800" spc="-25">
                <a:solidFill>
                  <a:srgbClr val="4E3629"/>
                </a:solidFill>
                <a:latin typeface="Calibri"/>
                <a:cs typeface="Calibri"/>
              </a:rPr>
              <a:t> </a:t>
            </a:r>
            <a:r>
              <a:rPr dirty="0" sz="2800" spc="-25">
                <a:solidFill>
                  <a:srgbClr val="4E3629"/>
                </a:solidFill>
                <a:latin typeface="Calibri"/>
                <a:cs typeface="Calibri"/>
              </a:rPr>
              <a:t>	</a:t>
            </a:r>
            <a:r>
              <a:rPr dirty="0" u="heavy" sz="2800">
                <a:solidFill>
                  <a:srgbClr val="4E3629"/>
                </a:solidFill>
                <a:uFill>
                  <a:solidFill>
                    <a:srgbClr val="EC2814"/>
                  </a:solidFill>
                </a:uFill>
                <a:latin typeface="Calibri"/>
                <a:cs typeface="Calibri"/>
              </a:rPr>
              <a:t>el</a:t>
            </a:r>
            <a:r>
              <a:rPr dirty="0" u="heavy" sz="2800" spc="-6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número</a:t>
            </a:r>
            <a:r>
              <a:rPr dirty="0" u="heavy" sz="2800" spc="-2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de</a:t>
            </a:r>
            <a:r>
              <a:rPr dirty="0" u="heavy" sz="2800" spc="-4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columnas</a:t>
            </a:r>
            <a:r>
              <a:rPr dirty="0" u="heavy" sz="2800" spc="-1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y</a:t>
            </a:r>
            <a:r>
              <a:rPr dirty="0" u="heavy" sz="2800" spc="-5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sus</a:t>
            </a:r>
            <a:r>
              <a:rPr dirty="0" u="heavy" sz="2800" spc="-3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tipos</a:t>
            </a:r>
            <a:r>
              <a:rPr dirty="0" u="heavy" sz="2800" spc="-2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de</a:t>
            </a:r>
            <a:r>
              <a:rPr dirty="0" u="heavy" sz="2800" spc="-4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dato</a:t>
            </a:r>
            <a:r>
              <a:rPr dirty="0" u="heavy" sz="2800" spc="-5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de</a:t>
            </a:r>
            <a:r>
              <a:rPr dirty="0" u="heavy" sz="2800" spc="-40">
                <a:solidFill>
                  <a:srgbClr val="4E3629"/>
                </a:solidFill>
                <a:uFill>
                  <a:solidFill>
                    <a:srgbClr val="EC2814"/>
                  </a:solidFill>
                </a:uFill>
                <a:latin typeface="Calibri"/>
                <a:cs typeface="Calibri"/>
              </a:rPr>
              <a:t> </a:t>
            </a:r>
            <a:r>
              <a:rPr dirty="0" u="heavy" sz="2800" spc="-25">
                <a:solidFill>
                  <a:srgbClr val="4E3629"/>
                </a:solidFill>
                <a:uFill>
                  <a:solidFill>
                    <a:srgbClr val="EC2814"/>
                  </a:solidFill>
                </a:uFill>
                <a:latin typeface="Calibri"/>
                <a:cs typeface="Calibri"/>
              </a:rPr>
              <a:t>la</a:t>
            </a:r>
            <a:r>
              <a:rPr dirty="0" sz="2800" spc="-25">
                <a:solidFill>
                  <a:srgbClr val="4E3629"/>
                </a:solidFill>
                <a:latin typeface="Calibri"/>
                <a:cs typeface="Calibri"/>
              </a:rPr>
              <a:t> </a:t>
            </a:r>
            <a:r>
              <a:rPr dirty="0" sz="2800" spc="-25">
                <a:solidFill>
                  <a:srgbClr val="4E3629"/>
                </a:solidFill>
                <a:latin typeface="Calibri"/>
                <a:cs typeface="Calibri"/>
              </a:rPr>
              <a:t>	</a:t>
            </a:r>
            <a:r>
              <a:rPr dirty="0" u="heavy" sz="2800" spc="-10">
                <a:solidFill>
                  <a:srgbClr val="4E3629"/>
                </a:solidFill>
                <a:uFill>
                  <a:solidFill>
                    <a:srgbClr val="EC2814"/>
                  </a:solidFill>
                </a:uFill>
                <a:latin typeface="Calibri"/>
                <a:cs typeface="Calibri"/>
              </a:rPr>
              <a:t>subconsulta</a:t>
            </a:r>
            <a:endParaRPr sz="2800">
              <a:latin typeface="Calibri"/>
              <a:cs typeface="Calibri"/>
            </a:endParaRPr>
          </a:p>
          <a:p>
            <a:pPr algn="just" marL="182880" marR="85090" indent="-170815">
              <a:lnSpc>
                <a:spcPts val="3030"/>
              </a:lnSpc>
              <a:spcBef>
                <a:spcPts val="780"/>
              </a:spcBef>
              <a:buClr>
                <a:srgbClr val="D1350F"/>
              </a:buClr>
              <a:buFont typeface="Arial MT"/>
              <a:buChar char="•"/>
              <a:tabLst>
                <a:tab pos="184785" algn="l"/>
              </a:tabLst>
            </a:pPr>
            <a:r>
              <a:rPr dirty="0" sz="2800">
                <a:solidFill>
                  <a:srgbClr val="4E3629"/>
                </a:solidFill>
                <a:latin typeface="Calibri"/>
                <a:cs typeface="Calibri"/>
              </a:rPr>
              <a:t>La</a:t>
            </a:r>
            <a:r>
              <a:rPr dirty="0" sz="2800" spc="-95">
                <a:solidFill>
                  <a:srgbClr val="4E3629"/>
                </a:solidFill>
                <a:latin typeface="Calibri"/>
                <a:cs typeface="Calibri"/>
              </a:rPr>
              <a:t> </a:t>
            </a:r>
            <a:r>
              <a:rPr dirty="0" sz="2800">
                <a:solidFill>
                  <a:srgbClr val="4E3629"/>
                </a:solidFill>
                <a:latin typeface="Calibri"/>
                <a:cs typeface="Calibri"/>
              </a:rPr>
              <a:t>subconsulta</a:t>
            </a:r>
            <a:r>
              <a:rPr dirty="0" sz="2800" spc="-45">
                <a:solidFill>
                  <a:srgbClr val="4E3629"/>
                </a:solidFill>
                <a:latin typeface="Calibri"/>
                <a:cs typeface="Calibri"/>
              </a:rPr>
              <a:t> </a:t>
            </a:r>
            <a:r>
              <a:rPr dirty="0" sz="2800">
                <a:solidFill>
                  <a:srgbClr val="4E3629"/>
                </a:solidFill>
                <a:latin typeface="Calibri"/>
                <a:cs typeface="Calibri"/>
              </a:rPr>
              <a:t>no</a:t>
            </a:r>
            <a:r>
              <a:rPr dirty="0" sz="2800" spc="-75">
                <a:solidFill>
                  <a:srgbClr val="4E3629"/>
                </a:solidFill>
                <a:latin typeface="Calibri"/>
                <a:cs typeface="Calibri"/>
              </a:rPr>
              <a:t> </a:t>
            </a:r>
            <a:r>
              <a:rPr dirty="0" sz="2800">
                <a:solidFill>
                  <a:srgbClr val="4E3629"/>
                </a:solidFill>
                <a:latin typeface="Calibri"/>
                <a:cs typeface="Calibri"/>
              </a:rPr>
              <a:t>está</a:t>
            </a:r>
            <a:r>
              <a:rPr dirty="0" sz="2800" spc="-75">
                <a:solidFill>
                  <a:srgbClr val="4E3629"/>
                </a:solidFill>
                <a:latin typeface="Calibri"/>
                <a:cs typeface="Calibri"/>
              </a:rPr>
              <a:t> </a:t>
            </a:r>
            <a:r>
              <a:rPr dirty="0" sz="2800">
                <a:solidFill>
                  <a:srgbClr val="4E3629"/>
                </a:solidFill>
                <a:latin typeface="Calibri"/>
                <a:cs typeface="Calibri"/>
              </a:rPr>
              <a:t>incluida</a:t>
            </a:r>
            <a:r>
              <a:rPr dirty="0" sz="2800" spc="-55">
                <a:solidFill>
                  <a:srgbClr val="4E3629"/>
                </a:solidFill>
                <a:latin typeface="Calibri"/>
                <a:cs typeface="Calibri"/>
              </a:rPr>
              <a:t> </a:t>
            </a:r>
            <a:r>
              <a:rPr dirty="0" sz="2800">
                <a:solidFill>
                  <a:srgbClr val="4E3629"/>
                </a:solidFill>
                <a:latin typeface="Calibri"/>
                <a:cs typeface="Calibri"/>
              </a:rPr>
              <a:t>entre</a:t>
            </a:r>
            <a:r>
              <a:rPr dirty="0" sz="2800" spc="-90">
                <a:solidFill>
                  <a:srgbClr val="4E3629"/>
                </a:solidFill>
                <a:latin typeface="Calibri"/>
                <a:cs typeface="Calibri"/>
              </a:rPr>
              <a:t> </a:t>
            </a:r>
            <a:r>
              <a:rPr dirty="0" sz="2800" spc="-10">
                <a:solidFill>
                  <a:srgbClr val="4E3629"/>
                </a:solidFill>
                <a:latin typeface="Calibri"/>
                <a:cs typeface="Calibri"/>
              </a:rPr>
              <a:t>paréntesis</a:t>
            </a:r>
            <a:r>
              <a:rPr dirty="0" sz="2800" spc="-70">
                <a:solidFill>
                  <a:srgbClr val="4E3629"/>
                </a:solidFill>
                <a:latin typeface="Calibri"/>
                <a:cs typeface="Calibri"/>
              </a:rPr>
              <a:t> </a:t>
            </a:r>
            <a:r>
              <a:rPr dirty="0" sz="2800" spc="-20">
                <a:solidFill>
                  <a:srgbClr val="4E3629"/>
                </a:solidFill>
                <a:latin typeface="Calibri"/>
                <a:cs typeface="Calibri"/>
              </a:rPr>
              <a:t>como </a:t>
            </a:r>
            <a:r>
              <a:rPr dirty="0" sz="2800" spc="-20">
                <a:solidFill>
                  <a:srgbClr val="4E3629"/>
                </a:solidFill>
                <a:latin typeface="Calibri"/>
                <a:cs typeface="Calibri"/>
              </a:rPr>
              <a:t>	</a:t>
            </a:r>
            <a:r>
              <a:rPr dirty="0" sz="2800">
                <a:solidFill>
                  <a:srgbClr val="4E3629"/>
                </a:solidFill>
                <a:latin typeface="Calibri"/>
                <a:cs typeface="Calibri"/>
              </a:rPr>
              <a:t>se</a:t>
            </a:r>
            <a:r>
              <a:rPr dirty="0" sz="2800" spc="-65">
                <a:solidFill>
                  <a:srgbClr val="4E3629"/>
                </a:solidFill>
                <a:latin typeface="Calibri"/>
                <a:cs typeface="Calibri"/>
              </a:rPr>
              <a:t> </a:t>
            </a:r>
            <a:r>
              <a:rPr dirty="0" sz="2800">
                <a:solidFill>
                  <a:srgbClr val="4E3629"/>
                </a:solidFill>
                <a:latin typeface="Calibri"/>
                <a:cs typeface="Calibri"/>
              </a:rPr>
              <a:t>hace</a:t>
            </a:r>
            <a:r>
              <a:rPr dirty="0" sz="2800" spc="-60">
                <a:solidFill>
                  <a:srgbClr val="4E3629"/>
                </a:solidFill>
                <a:latin typeface="Calibri"/>
                <a:cs typeface="Calibri"/>
              </a:rPr>
              <a:t> </a:t>
            </a:r>
            <a:r>
              <a:rPr dirty="0" sz="2800">
                <a:solidFill>
                  <a:srgbClr val="4E3629"/>
                </a:solidFill>
                <a:latin typeface="Calibri"/>
                <a:cs typeface="Calibri"/>
              </a:rPr>
              <a:t>con</a:t>
            </a:r>
            <a:r>
              <a:rPr dirty="0" sz="2800" spc="-40">
                <a:solidFill>
                  <a:srgbClr val="4E3629"/>
                </a:solidFill>
                <a:latin typeface="Calibri"/>
                <a:cs typeface="Calibri"/>
              </a:rPr>
              <a:t> </a:t>
            </a:r>
            <a:r>
              <a:rPr dirty="0" sz="2800">
                <a:solidFill>
                  <a:srgbClr val="4E3629"/>
                </a:solidFill>
                <a:latin typeface="Calibri"/>
                <a:cs typeface="Calibri"/>
              </a:rPr>
              <a:t>las</a:t>
            </a:r>
            <a:r>
              <a:rPr dirty="0" sz="2800" spc="-70">
                <a:solidFill>
                  <a:srgbClr val="4E3629"/>
                </a:solidFill>
                <a:latin typeface="Calibri"/>
                <a:cs typeface="Calibri"/>
              </a:rPr>
              <a:t> </a:t>
            </a:r>
            <a:r>
              <a:rPr dirty="0" sz="2800">
                <a:solidFill>
                  <a:srgbClr val="4E3629"/>
                </a:solidFill>
                <a:latin typeface="Calibri"/>
                <a:cs typeface="Calibri"/>
              </a:rPr>
              <a:t>subconsultas</a:t>
            </a:r>
            <a:r>
              <a:rPr dirty="0" sz="2800" spc="5">
                <a:solidFill>
                  <a:srgbClr val="4E3629"/>
                </a:solidFill>
                <a:latin typeface="Calibri"/>
                <a:cs typeface="Calibri"/>
              </a:rPr>
              <a:t> </a:t>
            </a:r>
            <a:r>
              <a:rPr dirty="0" sz="2800">
                <a:solidFill>
                  <a:srgbClr val="4E3629"/>
                </a:solidFill>
                <a:latin typeface="Calibri"/>
                <a:cs typeface="Calibri"/>
              </a:rPr>
              <a:t>en</a:t>
            </a:r>
            <a:r>
              <a:rPr dirty="0" sz="2800" spc="-65">
                <a:solidFill>
                  <a:srgbClr val="4E3629"/>
                </a:solidFill>
                <a:latin typeface="Calibri"/>
                <a:cs typeface="Calibri"/>
              </a:rPr>
              <a:t> </a:t>
            </a:r>
            <a:r>
              <a:rPr dirty="0" sz="2800">
                <a:solidFill>
                  <a:srgbClr val="4E3629"/>
                </a:solidFill>
                <a:latin typeface="Calibri"/>
                <a:cs typeface="Calibri"/>
              </a:rPr>
              <a:t>la</a:t>
            </a:r>
            <a:r>
              <a:rPr dirty="0" sz="2800" spc="-55">
                <a:solidFill>
                  <a:srgbClr val="4E3629"/>
                </a:solidFill>
                <a:latin typeface="Calibri"/>
                <a:cs typeface="Calibri"/>
              </a:rPr>
              <a:t> </a:t>
            </a:r>
            <a:r>
              <a:rPr dirty="0" sz="2800">
                <a:solidFill>
                  <a:srgbClr val="4E3629"/>
                </a:solidFill>
                <a:latin typeface="Calibri"/>
                <a:cs typeface="Calibri"/>
              </a:rPr>
              <a:t>cláusula</a:t>
            </a:r>
            <a:r>
              <a:rPr dirty="0" sz="2800" spc="-35">
                <a:solidFill>
                  <a:srgbClr val="4E3629"/>
                </a:solidFill>
                <a:latin typeface="Calibri"/>
                <a:cs typeface="Calibri"/>
              </a:rPr>
              <a:t> </a:t>
            </a:r>
            <a:r>
              <a:rPr dirty="0" sz="2800">
                <a:solidFill>
                  <a:srgbClr val="4E3629"/>
                </a:solidFill>
                <a:latin typeface="Calibri"/>
                <a:cs typeface="Calibri"/>
              </a:rPr>
              <a:t>WHERE</a:t>
            </a:r>
            <a:r>
              <a:rPr dirty="0" sz="2800" spc="-60">
                <a:solidFill>
                  <a:srgbClr val="4E3629"/>
                </a:solidFill>
                <a:latin typeface="Calibri"/>
                <a:cs typeface="Calibri"/>
              </a:rPr>
              <a:t> </a:t>
            </a:r>
            <a:r>
              <a:rPr dirty="0" sz="2800" spc="-25">
                <a:solidFill>
                  <a:srgbClr val="4E3629"/>
                </a:solidFill>
                <a:latin typeface="Calibri"/>
                <a:cs typeface="Calibri"/>
              </a:rPr>
              <a:t>de </a:t>
            </a:r>
            <a:r>
              <a:rPr dirty="0" sz="2800" spc="-25">
                <a:solidFill>
                  <a:srgbClr val="4E3629"/>
                </a:solidFill>
                <a:latin typeface="Calibri"/>
                <a:cs typeface="Calibri"/>
              </a:rPr>
              <a:t>	</a:t>
            </a:r>
            <a:r>
              <a:rPr dirty="0" sz="2800">
                <a:solidFill>
                  <a:srgbClr val="4E3629"/>
                </a:solidFill>
                <a:latin typeface="Calibri"/>
                <a:cs typeface="Calibri"/>
              </a:rPr>
              <a:t>una</a:t>
            </a:r>
            <a:r>
              <a:rPr dirty="0" sz="2800" spc="-85">
                <a:solidFill>
                  <a:srgbClr val="4E3629"/>
                </a:solidFill>
                <a:latin typeface="Calibri"/>
                <a:cs typeface="Calibri"/>
              </a:rPr>
              <a:t> </a:t>
            </a:r>
            <a:r>
              <a:rPr dirty="0" sz="2800">
                <a:solidFill>
                  <a:srgbClr val="4E3629"/>
                </a:solidFill>
                <a:latin typeface="Calibri"/>
                <a:cs typeface="Calibri"/>
              </a:rPr>
              <a:t>sentencia</a:t>
            </a:r>
            <a:r>
              <a:rPr dirty="0" sz="2800" spc="-80">
                <a:solidFill>
                  <a:srgbClr val="4E3629"/>
                </a:solidFill>
                <a:latin typeface="Calibri"/>
                <a:cs typeface="Calibri"/>
              </a:rPr>
              <a:t> </a:t>
            </a:r>
            <a:r>
              <a:rPr dirty="0" sz="2800" spc="-10">
                <a:solidFill>
                  <a:srgbClr val="4E3629"/>
                </a:solidFill>
                <a:latin typeface="Calibri"/>
                <a:cs typeface="Calibri"/>
              </a:rPr>
              <a:t>SELECT</a:t>
            </a:r>
            <a:endParaRPr sz="2800">
              <a:latin typeface="Calibri"/>
              <a:cs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p:spPr>
        <p:txBody>
          <a:bodyPr wrap="square" lIns="0" tIns="12700" rIns="0" bIns="0" rtlCol="0" vert="horz">
            <a:spAutoFit/>
          </a:bodyPr>
          <a:lstStyle/>
          <a:p>
            <a:pPr marL="12700">
              <a:lnSpc>
                <a:spcPct val="100000"/>
              </a:lnSpc>
              <a:spcBef>
                <a:spcPts val="100"/>
              </a:spcBef>
            </a:pPr>
            <a:r>
              <a:rPr dirty="0"/>
              <a:t>Uso</a:t>
            </a:r>
            <a:r>
              <a:rPr dirty="0" spc="-85"/>
              <a:t> </a:t>
            </a:r>
            <a:r>
              <a:rPr dirty="0"/>
              <a:t>de</a:t>
            </a:r>
            <a:r>
              <a:rPr dirty="0" spc="-80"/>
              <a:t> </a:t>
            </a:r>
            <a:r>
              <a:rPr dirty="0"/>
              <a:t>una</a:t>
            </a:r>
            <a:r>
              <a:rPr dirty="0" spc="-55"/>
              <a:t> </a:t>
            </a:r>
            <a:r>
              <a:rPr dirty="0"/>
              <a:t>Subconsulta</a:t>
            </a:r>
            <a:r>
              <a:rPr dirty="0" spc="-50"/>
              <a:t> </a:t>
            </a:r>
            <a:r>
              <a:rPr dirty="0"/>
              <a:t>para</a:t>
            </a:r>
            <a:r>
              <a:rPr dirty="0" spc="-85"/>
              <a:t> </a:t>
            </a:r>
            <a:r>
              <a:rPr dirty="0"/>
              <a:t>Copiar</a:t>
            </a:r>
            <a:r>
              <a:rPr dirty="0" spc="-65"/>
              <a:t> </a:t>
            </a:r>
            <a:r>
              <a:rPr dirty="0" spc="-10"/>
              <a:t>Filas</a:t>
            </a:r>
          </a:p>
        </p:txBody>
      </p:sp>
      <p:sp>
        <p:nvSpPr>
          <p:cNvPr id="6" name="object 6" descr=""/>
          <p:cNvSpPr txBox="1">
            <a:spLocks noGrp="1"/>
          </p:cNvSpPr>
          <p:nvPr>
            <p:ph type="dt" idx="6" sz="half"/>
          </p:nvPr>
        </p:nvSpPr>
        <p:spPr>
          <a:prstGeom prst="rect"/>
        </p:spPr>
        <p:txBody>
          <a:bodyPr wrap="square" lIns="0" tIns="0" rIns="0" bIns="0" rtlCol="0" vert="horz">
            <a:spAutoFit/>
          </a:bodyPr>
          <a:lstStyle/>
          <a:p>
            <a:pPr marL="12700">
              <a:lnSpc>
                <a:spcPts val="855"/>
              </a:lnSpc>
            </a:pPr>
            <a:r>
              <a:rPr dirty="0"/>
              <a:t>DP</a:t>
            </a:r>
            <a:r>
              <a:rPr dirty="0" spc="-10"/>
              <a:t> </a:t>
            </a:r>
            <a:r>
              <a:rPr dirty="0"/>
              <a:t>12-</a:t>
            </a:r>
            <a:r>
              <a:rPr dirty="0" spc="-50"/>
              <a:t>1</a:t>
            </a:r>
          </a:p>
          <a:p>
            <a:pPr marL="12700">
              <a:lnSpc>
                <a:spcPts val="965"/>
              </a:lnSpc>
            </a:pPr>
            <a:r>
              <a:rPr dirty="0"/>
              <a:t>Sentencias</a:t>
            </a:r>
            <a:r>
              <a:rPr dirty="0" spc="-45"/>
              <a:t> </a:t>
            </a:r>
            <a:r>
              <a:rPr dirty="0" spc="-10"/>
              <a:t>INSERT</a:t>
            </a:r>
          </a:p>
        </p:txBody>
      </p:sp>
      <p:sp>
        <p:nvSpPr>
          <p:cNvPr id="7" name="object 7" descr=""/>
          <p:cNvSpPr txBox="1">
            <a:spLocks noGrp="1"/>
          </p:cNvSpPr>
          <p:nvPr>
            <p:ph type="sldNum" idx="7" sz="quarter"/>
          </p:nvPr>
        </p:nvSpPr>
        <p:spPr>
          <a:prstGeom prst="rect"/>
        </p:spPr>
        <p:txBody>
          <a:bodyPr wrap="square" lIns="0" tIns="0" rIns="0" bIns="0" rtlCol="0" vert="horz">
            <a:spAutoFit/>
          </a:bodyPr>
          <a:lstStyle/>
          <a:p>
            <a:pPr marL="38100">
              <a:lnSpc>
                <a:spcPts val="1045"/>
              </a:lnSpc>
            </a:pPr>
            <a:r>
              <a:rPr dirty="0" spc="-25"/>
              <a:t>34</a:t>
            </a:r>
          </a:p>
        </p:txBody>
      </p:sp>
      <p:sp>
        <p:nvSpPr>
          <p:cNvPr id="8" name="object 8" descr=""/>
          <p:cNvSpPr txBox="1">
            <a:spLocks noGrp="1"/>
          </p:cNvSpPr>
          <p:nvPr>
            <p:ph type="ftr" idx="5" sz="quarter"/>
          </p:nvPr>
        </p:nvSpPr>
        <p:spPr>
          <a:prstGeom prst="rect"/>
        </p:spPr>
        <p:txBody>
          <a:bodyPr wrap="square" lIns="0" tIns="0" rIns="0" bIns="0" rtlCol="0" vert="horz">
            <a:spAutoFit/>
          </a:body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
        <p:nvSpPr>
          <p:cNvPr id="3" name="object 3" descr=""/>
          <p:cNvSpPr txBox="1"/>
          <p:nvPr/>
        </p:nvSpPr>
        <p:spPr>
          <a:xfrm>
            <a:off x="483552" y="1415417"/>
            <a:ext cx="8005445" cy="2090420"/>
          </a:xfrm>
          <a:prstGeom prst="rect">
            <a:avLst/>
          </a:prstGeom>
        </p:spPr>
        <p:txBody>
          <a:bodyPr wrap="square" lIns="0" tIns="59690" rIns="0" bIns="0" rtlCol="0" vert="horz">
            <a:spAutoFit/>
          </a:bodyPr>
          <a:lstStyle/>
          <a:p>
            <a:pPr marL="182880" marR="434975" indent="-170815">
              <a:lnSpc>
                <a:spcPts val="3030"/>
              </a:lnSpc>
              <a:spcBef>
                <a:spcPts val="470"/>
              </a:spcBef>
              <a:buClr>
                <a:srgbClr val="D1350F"/>
              </a:buClr>
              <a:buFont typeface="Arial MT"/>
              <a:buChar char="•"/>
              <a:tabLst>
                <a:tab pos="184785" algn="l"/>
              </a:tabLst>
            </a:pPr>
            <a:r>
              <a:rPr dirty="0" sz="2800">
                <a:solidFill>
                  <a:srgbClr val="4E3629"/>
                </a:solidFill>
                <a:latin typeface="Calibri"/>
                <a:cs typeface="Calibri"/>
              </a:rPr>
              <a:t>Si</a:t>
            </a:r>
            <a:r>
              <a:rPr dirty="0" sz="2800" spc="-60">
                <a:solidFill>
                  <a:srgbClr val="4E3629"/>
                </a:solidFill>
                <a:latin typeface="Calibri"/>
                <a:cs typeface="Calibri"/>
              </a:rPr>
              <a:t> </a:t>
            </a:r>
            <a:r>
              <a:rPr dirty="0" sz="2800">
                <a:solidFill>
                  <a:srgbClr val="4E3629"/>
                </a:solidFill>
                <a:latin typeface="Calibri"/>
                <a:cs typeface="Calibri"/>
              </a:rPr>
              <a:t>deseamos</a:t>
            </a:r>
            <a:r>
              <a:rPr dirty="0" sz="2800" spc="-55">
                <a:solidFill>
                  <a:srgbClr val="4E3629"/>
                </a:solidFill>
                <a:latin typeface="Calibri"/>
                <a:cs typeface="Calibri"/>
              </a:rPr>
              <a:t> </a:t>
            </a:r>
            <a:r>
              <a:rPr dirty="0" sz="2800">
                <a:solidFill>
                  <a:srgbClr val="4E3629"/>
                </a:solidFill>
                <a:latin typeface="Calibri"/>
                <a:cs typeface="Calibri"/>
              </a:rPr>
              <a:t>copiar</a:t>
            </a:r>
            <a:r>
              <a:rPr dirty="0" sz="2800" spc="-55">
                <a:solidFill>
                  <a:srgbClr val="4E3629"/>
                </a:solidFill>
                <a:latin typeface="Calibri"/>
                <a:cs typeface="Calibri"/>
              </a:rPr>
              <a:t> </a:t>
            </a:r>
            <a:r>
              <a:rPr dirty="0" sz="2800">
                <a:solidFill>
                  <a:srgbClr val="4E3629"/>
                </a:solidFill>
                <a:latin typeface="Calibri"/>
                <a:cs typeface="Calibri"/>
              </a:rPr>
              <a:t>todos</a:t>
            </a:r>
            <a:r>
              <a:rPr dirty="0" sz="2800" spc="-55">
                <a:solidFill>
                  <a:srgbClr val="4E3629"/>
                </a:solidFill>
                <a:latin typeface="Calibri"/>
                <a:cs typeface="Calibri"/>
              </a:rPr>
              <a:t> </a:t>
            </a:r>
            <a:r>
              <a:rPr dirty="0" sz="2800">
                <a:solidFill>
                  <a:srgbClr val="4E3629"/>
                </a:solidFill>
                <a:latin typeface="Calibri"/>
                <a:cs typeface="Calibri"/>
              </a:rPr>
              <a:t>los</a:t>
            </a:r>
            <a:r>
              <a:rPr dirty="0" sz="2800" spc="-55">
                <a:solidFill>
                  <a:srgbClr val="4E3629"/>
                </a:solidFill>
                <a:latin typeface="Calibri"/>
                <a:cs typeface="Calibri"/>
              </a:rPr>
              <a:t> </a:t>
            </a:r>
            <a:r>
              <a:rPr dirty="0" sz="2800">
                <a:solidFill>
                  <a:srgbClr val="4E3629"/>
                </a:solidFill>
                <a:latin typeface="Calibri"/>
                <a:cs typeface="Calibri"/>
              </a:rPr>
              <a:t>datos:</a:t>
            </a:r>
            <a:r>
              <a:rPr dirty="0" sz="2800" spc="-55">
                <a:solidFill>
                  <a:srgbClr val="4E3629"/>
                </a:solidFill>
                <a:latin typeface="Calibri"/>
                <a:cs typeface="Calibri"/>
              </a:rPr>
              <a:t> </a:t>
            </a:r>
            <a:r>
              <a:rPr dirty="0" sz="2800">
                <a:solidFill>
                  <a:srgbClr val="4E3629"/>
                </a:solidFill>
                <a:latin typeface="Calibri"/>
                <a:cs typeface="Calibri"/>
              </a:rPr>
              <a:t>todas</a:t>
            </a:r>
            <a:r>
              <a:rPr dirty="0" sz="2800" spc="-55">
                <a:solidFill>
                  <a:srgbClr val="4E3629"/>
                </a:solidFill>
                <a:latin typeface="Calibri"/>
                <a:cs typeface="Calibri"/>
              </a:rPr>
              <a:t> </a:t>
            </a:r>
            <a:r>
              <a:rPr dirty="0" sz="2800">
                <a:solidFill>
                  <a:srgbClr val="4E3629"/>
                </a:solidFill>
                <a:latin typeface="Calibri"/>
                <a:cs typeface="Calibri"/>
              </a:rPr>
              <a:t>las</a:t>
            </a:r>
            <a:r>
              <a:rPr dirty="0" sz="2800" spc="-55">
                <a:solidFill>
                  <a:srgbClr val="4E3629"/>
                </a:solidFill>
                <a:latin typeface="Calibri"/>
                <a:cs typeface="Calibri"/>
              </a:rPr>
              <a:t> </a:t>
            </a:r>
            <a:r>
              <a:rPr dirty="0" sz="2800">
                <a:solidFill>
                  <a:srgbClr val="4E3629"/>
                </a:solidFill>
                <a:latin typeface="Calibri"/>
                <a:cs typeface="Calibri"/>
              </a:rPr>
              <a:t>filas</a:t>
            </a:r>
            <a:r>
              <a:rPr dirty="0" sz="2800" spc="-65">
                <a:solidFill>
                  <a:srgbClr val="4E3629"/>
                </a:solidFill>
                <a:latin typeface="Calibri"/>
                <a:cs typeface="Calibri"/>
              </a:rPr>
              <a:t> </a:t>
            </a:r>
            <a:r>
              <a:rPr dirty="0" sz="2800" spc="-50">
                <a:solidFill>
                  <a:srgbClr val="4E3629"/>
                </a:solidFill>
                <a:latin typeface="Calibri"/>
                <a:cs typeface="Calibri"/>
              </a:rPr>
              <a:t>y </a:t>
            </a:r>
            <a:r>
              <a:rPr dirty="0" sz="2800" spc="-50">
                <a:solidFill>
                  <a:srgbClr val="4E3629"/>
                </a:solidFill>
                <a:latin typeface="Calibri"/>
                <a:cs typeface="Calibri"/>
              </a:rPr>
              <a:t>	</a:t>
            </a:r>
            <a:r>
              <a:rPr dirty="0" sz="2800">
                <a:solidFill>
                  <a:srgbClr val="4E3629"/>
                </a:solidFill>
                <a:latin typeface="Calibri"/>
                <a:cs typeface="Calibri"/>
              </a:rPr>
              <a:t>todas</a:t>
            </a:r>
            <a:r>
              <a:rPr dirty="0" sz="2800" spc="-55">
                <a:solidFill>
                  <a:srgbClr val="4E3629"/>
                </a:solidFill>
                <a:latin typeface="Calibri"/>
                <a:cs typeface="Calibri"/>
              </a:rPr>
              <a:t> </a:t>
            </a:r>
            <a:r>
              <a:rPr dirty="0" sz="2800">
                <a:solidFill>
                  <a:srgbClr val="4E3629"/>
                </a:solidFill>
                <a:latin typeface="Calibri"/>
                <a:cs typeface="Calibri"/>
              </a:rPr>
              <a:t>las</a:t>
            </a:r>
            <a:r>
              <a:rPr dirty="0" sz="2800" spc="-70">
                <a:solidFill>
                  <a:srgbClr val="4E3629"/>
                </a:solidFill>
                <a:latin typeface="Calibri"/>
                <a:cs typeface="Calibri"/>
              </a:rPr>
              <a:t> </a:t>
            </a:r>
            <a:r>
              <a:rPr dirty="0" sz="2800">
                <a:solidFill>
                  <a:srgbClr val="4E3629"/>
                </a:solidFill>
                <a:latin typeface="Calibri"/>
                <a:cs typeface="Calibri"/>
              </a:rPr>
              <a:t>columnas:</a:t>
            </a:r>
            <a:r>
              <a:rPr dirty="0" sz="2800" spc="-35">
                <a:solidFill>
                  <a:srgbClr val="4E3629"/>
                </a:solidFill>
                <a:latin typeface="Calibri"/>
                <a:cs typeface="Calibri"/>
              </a:rPr>
              <a:t> </a:t>
            </a:r>
            <a:r>
              <a:rPr dirty="0" sz="2800">
                <a:solidFill>
                  <a:srgbClr val="4E3629"/>
                </a:solidFill>
                <a:latin typeface="Calibri"/>
                <a:cs typeface="Calibri"/>
              </a:rPr>
              <a:t>la</a:t>
            </a:r>
            <a:r>
              <a:rPr dirty="0" sz="2800" spc="-60">
                <a:solidFill>
                  <a:srgbClr val="4E3629"/>
                </a:solidFill>
                <a:latin typeface="Calibri"/>
                <a:cs typeface="Calibri"/>
              </a:rPr>
              <a:t> </a:t>
            </a:r>
            <a:r>
              <a:rPr dirty="0" sz="2800">
                <a:solidFill>
                  <a:srgbClr val="4E3629"/>
                </a:solidFill>
                <a:latin typeface="Calibri"/>
                <a:cs typeface="Calibri"/>
              </a:rPr>
              <a:t>sintaxis</a:t>
            </a:r>
            <a:r>
              <a:rPr dirty="0" sz="2800" spc="-45">
                <a:solidFill>
                  <a:srgbClr val="4E3629"/>
                </a:solidFill>
                <a:latin typeface="Calibri"/>
                <a:cs typeface="Calibri"/>
              </a:rPr>
              <a:t> </a:t>
            </a:r>
            <a:r>
              <a:rPr dirty="0" sz="2800">
                <a:solidFill>
                  <a:srgbClr val="4E3629"/>
                </a:solidFill>
                <a:latin typeface="Calibri"/>
                <a:cs typeface="Calibri"/>
              </a:rPr>
              <a:t>es</a:t>
            </a:r>
            <a:r>
              <a:rPr dirty="0" sz="2800" spc="-55">
                <a:solidFill>
                  <a:srgbClr val="4E3629"/>
                </a:solidFill>
                <a:latin typeface="Calibri"/>
                <a:cs typeface="Calibri"/>
              </a:rPr>
              <a:t> </a:t>
            </a:r>
            <a:r>
              <a:rPr dirty="0" sz="2800">
                <a:solidFill>
                  <a:srgbClr val="4E3629"/>
                </a:solidFill>
                <a:latin typeface="Calibri"/>
                <a:cs typeface="Calibri"/>
              </a:rPr>
              <a:t>aún</a:t>
            </a:r>
            <a:r>
              <a:rPr dirty="0" sz="2800" spc="-55">
                <a:solidFill>
                  <a:srgbClr val="4E3629"/>
                </a:solidFill>
                <a:latin typeface="Calibri"/>
                <a:cs typeface="Calibri"/>
              </a:rPr>
              <a:t> </a:t>
            </a:r>
            <a:r>
              <a:rPr dirty="0" sz="2800">
                <a:solidFill>
                  <a:srgbClr val="4E3629"/>
                </a:solidFill>
                <a:latin typeface="Calibri"/>
                <a:cs typeface="Calibri"/>
              </a:rPr>
              <a:t>más</a:t>
            </a:r>
            <a:r>
              <a:rPr dirty="0" sz="2800" spc="-50">
                <a:solidFill>
                  <a:srgbClr val="4E3629"/>
                </a:solidFill>
                <a:latin typeface="Calibri"/>
                <a:cs typeface="Calibri"/>
              </a:rPr>
              <a:t> </a:t>
            </a:r>
            <a:r>
              <a:rPr dirty="0" sz="2800" spc="-10">
                <a:solidFill>
                  <a:srgbClr val="4E3629"/>
                </a:solidFill>
                <a:latin typeface="Calibri"/>
                <a:cs typeface="Calibri"/>
              </a:rPr>
              <a:t>sencilla</a:t>
            </a:r>
            <a:endParaRPr sz="2800">
              <a:latin typeface="Calibri"/>
              <a:cs typeface="Calibri"/>
            </a:endParaRPr>
          </a:p>
          <a:p>
            <a:pPr marL="182880" marR="5080" indent="-170815">
              <a:lnSpc>
                <a:spcPts val="3030"/>
              </a:lnSpc>
              <a:spcBef>
                <a:spcPts val="795"/>
              </a:spcBef>
              <a:buClr>
                <a:srgbClr val="D1350F"/>
              </a:buClr>
              <a:buFont typeface="Arial MT"/>
              <a:buChar char="•"/>
              <a:tabLst>
                <a:tab pos="184785" algn="l"/>
              </a:tabLst>
            </a:pPr>
            <a:r>
              <a:rPr dirty="0" sz="2800" spc="-10">
                <a:solidFill>
                  <a:srgbClr val="4E3629"/>
                </a:solidFill>
                <a:latin typeface="Calibri"/>
                <a:cs typeface="Calibri"/>
              </a:rPr>
              <a:t>Para</a:t>
            </a:r>
            <a:r>
              <a:rPr dirty="0" sz="2800" spc="-60">
                <a:solidFill>
                  <a:srgbClr val="4E3629"/>
                </a:solidFill>
                <a:latin typeface="Calibri"/>
                <a:cs typeface="Calibri"/>
              </a:rPr>
              <a:t> </a:t>
            </a:r>
            <a:r>
              <a:rPr dirty="0" sz="2800">
                <a:solidFill>
                  <a:srgbClr val="4E3629"/>
                </a:solidFill>
                <a:latin typeface="Calibri"/>
                <a:cs typeface="Calibri"/>
              </a:rPr>
              <a:t>seleccionar</a:t>
            </a:r>
            <a:r>
              <a:rPr dirty="0" sz="2800" spc="-50">
                <a:solidFill>
                  <a:srgbClr val="4E3629"/>
                </a:solidFill>
                <a:latin typeface="Calibri"/>
                <a:cs typeface="Calibri"/>
              </a:rPr>
              <a:t> </a:t>
            </a:r>
            <a:r>
              <a:rPr dirty="0" sz="2800">
                <a:solidFill>
                  <a:srgbClr val="4E3629"/>
                </a:solidFill>
                <a:latin typeface="Calibri"/>
                <a:cs typeface="Calibri"/>
              </a:rPr>
              <a:t>todas</a:t>
            </a:r>
            <a:r>
              <a:rPr dirty="0" sz="2800" spc="-50">
                <a:solidFill>
                  <a:srgbClr val="4E3629"/>
                </a:solidFill>
                <a:latin typeface="Calibri"/>
                <a:cs typeface="Calibri"/>
              </a:rPr>
              <a:t> </a:t>
            </a:r>
            <a:r>
              <a:rPr dirty="0" sz="2800">
                <a:solidFill>
                  <a:srgbClr val="4E3629"/>
                </a:solidFill>
                <a:latin typeface="Calibri"/>
                <a:cs typeface="Calibri"/>
              </a:rPr>
              <a:t>las</a:t>
            </a:r>
            <a:r>
              <a:rPr dirty="0" sz="2800" spc="-65">
                <a:solidFill>
                  <a:srgbClr val="4E3629"/>
                </a:solidFill>
                <a:latin typeface="Calibri"/>
                <a:cs typeface="Calibri"/>
              </a:rPr>
              <a:t> </a:t>
            </a:r>
            <a:r>
              <a:rPr dirty="0" sz="2800">
                <a:solidFill>
                  <a:srgbClr val="4E3629"/>
                </a:solidFill>
                <a:latin typeface="Calibri"/>
                <a:cs typeface="Calibri"/>
              </a:rPr>
              <a:t>filas</a:t>
            </a:r>
            <a:r>
              <a:rPr dirty="0" sz="2800" spc="-50">
                <a:solidFill>
                  <a:srgbClr val="4E3629"/>
                </a:solidFill>
                <a:latin typeface="Calibri"/>
                <a:cs typeface="Calibri"/>
              </a:rPr>
              <a:t> </a:t>
            </a:r>
            <a:r>
              <a:rPr dirty="0" sz="2800">
                <a:solidFill>
                  <a:srgbClr val="4E3629"/>
                </a:solidFill>
                <a:latin typeface="Calibri"/>
                <a:cs typeface="Calibri"/>
              </a:rPr>
              <a:t>de</a:t>
            </a:r>
            <a:r>
              <a:rPr dirty="0" sz="2800" spc="-60">
                <a:solidFill>
                  <a:srgbClr val="4E3629"/>
                </a:solidFill>
                <a:latin typeface="Calibri"/>
                <a:cs typeface="Calibri"/>
              </a:rPr>
              <a:t> </a:t>
            </a:r>
            <a:r>
              <a:rPr dirty="0" sz="2800">
                <a:solidFill>
                  <a:srgbClr val="4E3629"/>
                </a:solidFill>
                <a:latin typeface="Calibri"/>
                <a:cs typeface="Calibri"/>
              </a:rPr>
              <a:t>la</a:t>
            </a:r>
            <a:r>
              <a:rPr dirty="0" sz="2800" spc="-55">
                <a:solidFill>
                  <a:srgbClr val="4E3629"/>
                </a:solidFill>
                <a:latin typeface="Calibri"/>
                <a:cs typeface="Calibri"/>
              </a:rPr>
              <a:t> </a:t>
            </a:r>
            <a:r>
              <a:rPr dirty="0" sz="2800">
                <a:solidFill>
                  <a:srgbClr val="4E3629"/>
                </a:solidFill>
                <a:latin typeface="Calibri"/>
                <a:cs typeface="Calibri"/>
              </a:rPr>
              <a:t>tabla</a:t>
            </a:r>
            <a:r>
              <a:rPr dirty="0" sz="2800" spc="-55">
                <a:solidFill>
                  <a:srgbClr val="4E3629"/>
                </a:solidFill>
                <a:latin typeface="Calibri"/>
                <a:cs typeface="Calibri"/>
              </a:rPr>
              <a:t> </a:t>
            </a:r>
            <a:r>
              <a:rPr dirty="0" sz="2800" spc="-10">
                <a:solidFill>
                  <a:srgbClr val="4E3629"/>
                </a:solidFill>
                <a:latin typeface="Calibri"/>
                <a:cs typeface="Calibri"/>
              </a:rPr>
              <a:t>EMPLEADOS </a:t>
            </a:r>
            <a:r>
              <a:rPr dirty="0" sz="2800" spc="-10">
                <a:solidFill>
                  <a:srgbClr val="4E3629"/>
                </a:solidFill>
                <a:latin typeface="Calibri"/>
                <a:cs typeface="Calibri"/>
              </a:rPr>
              <a:t>	</a:t>
            </a:r>
            <a:r>
              <a:rPr dirty="0" sz="2800">
                <a:solidFill>
                  <a:srgbClr val="4E3629"/>
                </a:solidFill>
                <a:latin typeface="Calibri"/>
                <a:cs typeface="Calibri"/>
              </a:rPr>
              <a:t>e</a:t>
            </a:r>
            <a:r>
              <a:rPr dirty="0" sz="2800" spc="-80">
                <a:solidFill>
                  <a:srgbClr val="4E3629"/>
                </a:solidFill>
                <a:latin typeface="Calibri"/>
                <a:cs typeface="Calibri"/>
              </a:rPr>
              <a:t> </a:t>
            </a:r>
            <a:r>
              <a:rPr dirty="0" sz="2800">
                <a:solidFill>
                  <a:srgbClr val="4E3629"/>
                </a:solidFill>
                <a:latin typeface="Calibri"/>
                <a:cs typeface="Calibri"/>
              </a:rPr>
              <a:t>insertarlos</a:t>
            </a:r>
            <a:r>
              <a:rPr dirty="0" sz="2800" spc="-55">
                <a:solidFill>
                  <a:srgbClr val="4E3629"/>
                </a:solidFill>
                <a:latin typeface="Calibri"/>
                <a:cs typeface="Calibri"/>
              </a:rPr>
              <a:t> </a:t>
            </a:r>
            <a:r>
              <a:rPr dirty="0" sz="2800">
                <a:solidFill>
                  <a:srgbClr val="4E3629"/>
                </a:solidFill>
                <a:latin typeface="Calibri"/>
                <a:cs typeface="Calibri"/>
              </a:rPr>
              <a:t>en</a:t>
            </a:r>
            <a:r>
              <a:rPr dirty="0" sz="2800" spc="-70">
                <a:solidFill>
                  <a:srgbClr val="4E3629"/>
                </a:solidFill>
                <a:latin typeface="Calibri"/>
                <a:cs typeface="Calibri"/>
              </a:rPr>
              <a:t> </a:t>
            </a:r>
            <a:r>
              <a:rPr dirty="0" sz="2800">
                <a:solidFill>
                  <a:srgbClr val="4E3629"/>
                </a:solidFill>
                <a:latin typeface="Calibri"/>
                <a:cs typeface="Calibri"/>
              </a:rPr>
              <a:t>la</a:t>
            </a:r>
            <a:r>
              <a:rPr dirty="0" sz="2800" spc="-75">
                <a:solidFill>
                  <a:srgbClr val="4E3629"/>
                </a:solidFill>
                <a:latin typeface="Calibri"/>
                <a:cs typeface="Calibri"/>
              </a:rPr>
              <a:t> </a:t>
            </a:r>
            <a:r>
              <a:rPr dirty="0" sz="2800">
                <a:solidFill>
                  <a:srgbClr val="4E3629"/>
                </a:solidFill>
                <a:latin typeface="Calibri"/>
                <a:cs typeface="Calibri"/>
              </a:rPr>
              <a:t>tabla</a:t>
            </a:r>
            <a:r>
              <a:rPr dirty="0" sz="2800" spc="-70">
                <a:solidFill>
                  <a:srgbClr val="4E3629"/>
                </a:solidFill>
                <a:latin typeface="Calibri"/>
                <a:cs typeface="Calibri"/>
              </a:rPr>
              <a:t> </a:t>
            </a:r>
            <a:r>
              <a:rPr dirty="0" sz="2800">
                <a:solidFill>
                  <a:srgbClr val="4E3629"/>
                </a:solidFill>
                <a:latin typeface="Calibri"/>
                <a:cs typeface="Calibri"/>
              </a:rPr>
              <a:t>SALES_REPS,</a:t>
            </a:r>
            <a:r>
              <a:rPr dirty="0" sz="2800" spc="-60">
                <a:solidFill>
                  <a:srgbClr val="4E3629"/>
                </a:solidFill>
                <a:latin typeface="Calibri"/>
                <a:cs typeface="Calibri"/>
              </a:rPr>
              <a:t> </a:t>
            </a:r>
            <a:r>
              <a:rPr dirty="0" sz="2800">
                <a:solidFill>
                  <a:srgbClr val="4E3629"/>
                </a:solidFill>
                <a:latin typeface="Calibri"/>
                <a:cs typeface="Calibri"/>
              </a:rPr>
              <a:t>la</a:t>
            </a:r>
            <a:r>
              <a:rPr dirty="0" sz="2800" spc="-75">
                <a:solidFill>
                  <a:srgbClr val="4E3629"/>
                </a:solidFill>
                <a:latin typeface="Calibri"/>
                <a:cs typeface="Calibri"/>
              </a:rPr>
              <a:t> </a:t>
            </a:r>
            <a:r>
              <a:rPr dirty="0" sz="2800">
                <a:solidFill>
                  <a:srgbClr val="4E3629"/>
                </a:solidFill>
                <a:latin typeface="Calibri"/>
                <a:cs typeface="Calibri"/>
              </a:rPr>
              <a:t>sentencia</a:t>
            </a:r>
            <a:r>
              <a:rPr dirty="0" sz="2800" spc="-60">
                <a:solidFill>
                  <a:srgbClr val="4E3629"/>
                </a:solidFill>
                <a:latin typeface="Calibri"/>
                <a:cs typeface="Calibri"/>
              </a:rPr>
              <a:t> </a:t>
            </a:r>
            <a:r>
              <a:rPr dirty="0" sz="2800" spc="-25">
                <a:solidFill>
                  <a:srgbClr val="4E3629"/>
                </a:solidFill>
                <a:latin typeface="Calibri"/>
                <a:cs typeface="Calibri"/>
              </a:rPr>
              <a:t>se </a:t>
            </a:r>
            <a:r>
              <a:rPr dirty="0" sz="2800" spc="-25">
                <a:solidFill>
                  <a:srgbClr val="4E3629"/>
                </a:solidFill>
                <a:latin typeface="Calibri"/>
                <a:cs typeface="Calibri"/>
              </a:rPr>
              <a:t>	</a:t>
            </a:r>
            <a:r>
              <a:rPr dirty="0" sz="2800">
                <a:solidFill>
                  <a:srgbClr val="4E3629"/>
                </a:solidFill>
                <a:latin typeface="Calibri"/>
                <a:cs typeface="Calibri"/>
              </a:rPr>
              <a:t>escribe</a:t>
            </a:r>
            <a:r>
              <a:rPr dirty="0" sz="2800" spc="-55">
                <a:solidFill>
                  <a:srgbClr val="4E3629"/>
                </a:solidFill>
                <a:latin typeface="Calibri"/>
                <a:cs typeface="Calibri"/>
              </a:rPr>
              <a:t> </a:t>
            </a:r>
            <a:r>
              <a:rPr dirty="0" sz="2800">
                <a:solidFill>
                  <a:srgbClr val="4E3629"/>
                </a:solidFill>
                <a:latin typeface="Calibri"/>
                <a:cs typeface="Calibri"/>
              </a:rPr>
              <a:t>de</a:t>
            </a:r>
            <a:r>
              <a:rPr dirty="0" sz="2800" spc="-55">
                <a:solidFill>
                  <a:srgbClr val="4E3629"/>
                </a:solidFill>
                <a:latin typeface="Calibri"/>
                <a:cs typeface="Calibri"/>
              </a:rPr>
              <a:t> </a:t>
            </a:r>
            <a:r>
              <a:rPr dirty="0" sz="2800">
                <a:solidFill>
                  <a:srgbClr val="4E3629"/>
                </a:solidFill>
                <a:latin typeface="Calibri"/>
                <a:cs typeface="Calibri"/>
              </a:rPr>
              <a:t>la</a:t>
            </a:r>
            <a:r>
              <a:rPr dirty="0" sz="2800" spc="-60">
                <a:solidFill>
                  <a:srgbClr val="4E3629"/>
                </a:solidFill>
                <a:latin typeface="Calibri"/>
                <a:cs typeface="Calibri"/>
              </a:rPr>
              <a:t> </a:t>
            </a:r>
            <a:r>
              <a:rPr dirty="0" sz="2800">
                <a:solidFill>
                  <a:srgbClr val="4E3629"/>
                </a:solidFill>
                <a:latin typeface="Calibri"/>
                <a:cs typeface="Calibri"/>
              </a:rPr>
              <a:t>siguiente</a:t>
            </a:r>
            <a:r>
              <a:rPr dirty="0" sz="2800" spc="-55">
                <a:solidFill>
                  <a:srgbClr val="4E3629"/>
                </a:solidFill>
                <a:latin typeface="Calibri"/>
                <a:cs typeface="Calibri"/>
              </a:rPr>
              <a:t> </a:t>
            </a:r>
            <a:r>
              <a:rPr dirty="0" sz="2800" spc="-10">
                <a:solidFill>
                  <a:srgbClr val="4E3629"/>
                </a:solidFill>
                <a:latin typeface="Calibri"/>
                <a:cs typeface="Calibri"/>
              </a:rPr>
              <a:t>forma:</a:t>
            </a:r>
            <a:endParaRPr sz="2800">
              <a:latin typeface="Calibri"/>
              <a:cs typeface="Calibri"/>
            </a:endParaRPr>
          </a:p>
        </p:txBody>
      </p:sp>
      <p:sp>
        <p:nvSpPr>
          <p:cNvPr id="4" name="object 4" descr=""/>
          <p:cNvSpPr txBox="1"/>
          <p:nvPr/>
        </p:nvSpPr>
        <p:spPr>
          <a:xfrm>
            <a:off x="483552" y="4510661"/>
            <a:ext cx="7931150" cy="1220470"/>
          </a:xfrm>
          <a:prstGeom prst="rect">
            <a:avLst/>
          </a:prstGeom>
        </p:spPr>
        <p:txBody>
          <a:bodyPr wrap="square" lIns="0" tIns="59690" rIns="0" bIns="0" rtlCol="0" vert="horz">
            <a:spAutoFit/>
          </a:bodyPr>
          <a:lstStyle/>
          <a:p>
            <a:pPr marL="182880" marR="5080" indent="-170815">
              <a:lnSpc>
                <a:spcPts val="3030"/>
              </a:lnSpc>
              <a:spcBef>
                <a:spcPts val="470"/>
              </a:spcBef>
              <a:buClr>
                <a:srgbClr val="D1350F"/>
              </a:buClr>
              <a:buFont typeface="Arial MT"/>
              <a:buChar char="•"/>
              <a:tabLst>
                <a:tab pos="184785" algn="l"/>
              </a:tabLst>
            </a:pPr>
            <a:r>
              <a:rPr dirty="0" sz="2800">
                <a:solidFill>
                  <a:srgbClr val="4E3629"/>
                </a:solidFill>
                <a:latin typeface="Calibri"/>
                <a:cs typeface="Calibri"/>
              </a:rPr>
              <a:t>De</a:t>
            </a:r>
            <a:r>
              <a:rPr dirty="0" sz="2800" spc="-95">
                <a:solidFill>
                  <a:srgbClr val="4E3629"/>
                </a:solidFill>
                <a:latin typeface="Calibri"/>
                <a:cs typeface="Calibri"/>
              </a:rPr>
              <a:t> </a:t>
            </a:r>
            <a:r>
              <a:rPr dirty="0" sz="2800">
                <a:solidFill>
                  <a:srgbClr val="4E3629"/>
                </a:solidFill>
                <a:latin typeface="Calibri"/>
                <a:cs typeface="Calibri"/>
              </a:rPr>
              <a:t>nuevo,</a:t>
            </a:r>
            <a:r>
              <a:rPr dirty="0" sz="2800" spc="-70">
                <a:solidFill>
                  <a:srgbClr val="4E3629"/>
                </a:solidFill>
                <a:latin typeface="Calibri"/>
                <a:cs typeface="Calibri"/>
              </a:rPr>
              <a:t> </a:t>
            </a:r>
            <a:r>
              <a:rPr dirty="0" sz="2800">
                <a:solidFill>
                  <a:srgbClr val="4E3629"/>
                </a:solidFill>
                <a:latin typeface="Calibri"/>
                <a:cs typeface="Calibri"/>
              </a:rPr>
              <a:t>esto</a:t>
            </a:r>
            <a:r>
              <a:rPr dirty="0" sz="2800" spc="-80">
                <a:solidFill>
                  <a:srgbClr val="4E3629"/>
                </a:solidFill>
                <a:latin typeface="Calibri"/>
                <a:cs typeface="Calibri"/>
              </a:rPr>
              <a:t> </a:t>
            </a:r>
            <a:r>
              <a:rPr dirty="0" sz="2800">
                <a:solidFill>
                  <a:srgbClr val="4E3629"/>
                </a:solidFill>
                <a:latin typeface="Calibri"/>
                <a:cs typeface="Calibri"/>
              </a:rPr>
              <a:t>solo</a:t>
            </a:r>
            <a:r>
              <a:rPr dirty="0" sz="2800" spc="-90">
                <a:solidFill>
                  <a:srgbClr val="4E3629"/>
                </a:solidFill>
                <a:latin typeface="Calibri"/>
                <a:cs typeface="Calibri"/>
              </a:rPr>
              <a:t> </a:t>
            </a:r>
            <a:r>
              <a:rPr dirty="0" sz="2800">
                <a:solidFill>
                  <a:srgbClr val="4E3629"/>
                </a:solidFill>
                <a:latin typeface="Calibri"/>
                <a:cs typeface="Calibri"/>
              </a:rPr>
              <a:t>funcionará</a:t>
            </a:r>
            <a:r>
              <a:rPr dirty="0" sz="2800" spc="-65">
                <a:solidFill>
                  <a:srgbClr val="4E3629"/>
                </a:solidFill>
                <a:latin typeface="Calibri"/>
                <a:cs typeface="Calibri"/>
              </a:rPr>
              <a:t> </a:t>
            </a:r>
            <a:r>
              <a:rPr dirty="0" sz="2800">
                <a:solidFill>
                  <a:srgbClr val="4E3629"/>
                </a:solidFill>
                <a:latin typeface="Calibri"/>
                <a:cs typeface="Calibri"/>
              </a:rPr>
              <a:t>si</a:t>
            </a:r>
            <a:r>
              <a:rPr dirty="0" sz="2800" spc="-85">
                <a:solidFill>
                  <a:srgbClr val="4E3629"/>
                </a:solidFill>
                <a:latin typeface="Calibri"/>
                <a:cs typeface="Calibri"/>
              </a:rPr>
              <a:t> </a:t>
            </a:r>
            <a:r>
              <a:rPr dirty="0" sz="2800">
                <a:solidFill>
                  <a:srgbClr val="4E3629"/>
                </a:solidFill>
                <a:latin typeface="Calibri"/>
                <a:cs typeface="Calibri"/>
              </a:rPr>
              <a:t>ambas</a:t>
            </a:r>
            <a:r>
              <a:rPr dirty="0" sz="2800" spc="-80">
                <a:solidFill>
                  <a:srgbClr val="4E3629"/>
                </a:solidFill>
                <a:latin typeface="Calibri"/>
                <a:cs typeface="Calibri"/>
              </a:rPr>
              <a:t> </a:t>
            </a:r>
            <a:r>
              <a:rPr dirty="0" sz="2800">
                <a:solidFill>
                  <a:srgbClr val="4E3629"/>
                </a:solidFill>
                <a:latin typeface="Calibri"/>
                <a:cs typeface="Calibri"/>
              </a:rPr>
              <a:t>tablas</a:t>
            </a:r>
            <a:r>
              <a:rPr dirty="0" sz="2800" spc="-80">
                <a:solidFill>
                  <a:srgbClr val="4E3629"/>
                </a:solidFill>
                <a:latin typeface="Calibri"/>
                <a:cs typeface="Calibri"/>
              </a:rPr>
              <a:t> </a:t>
            </a:r>
            <a:r>
              <a:rPr dirty="0" sz="2800" spc="-10">
                <a:solidFill>
                  <a:srgbClr val="4E3629"/>
                </a:solidFill>
                <a:latin typeface="Calibri"/>
                <a:cs typeface="Calibri"/>
              </a:rPr>
              <a:t>tienen </a:t>
            </a:r>
            <a:r>
              <a:rPr dirty="0" sz="2800" spc="-10">
                <a:solidFill>
                  <a:srgbClr val="4E3629"/>
                </a:solidFill>
                <a:latin typeface="Calibri"/>
                <a:cs typeface="Calibri"/>
              </a:rPr>
              <a:t>	</a:t>
            </a:r>
            <a:r>
              <a:rPr dirty="0" sz="2800">
                <a:solidFill>
                  <a:srgbClr val="4E3629"/>
                </a:solidFill>
                <a:latin typeface="Calibri"/>
                <a:cs typeface="Calibri"/>
              </a:rPr>
              <a:t>el</a:t>
            </a:r>
            <a:r>
              <a:rPr dirty="0" sz="2800" spc="-80">
                <a:solidFill>
                  <a:srgbClr val="4E3629"/>
                </a:solidFill>
                <a:latin typeface="Calibri"/>
                <a:cs typeface="Calibri"/>
              </a:rPr>
              <a:t> </a:t>
            </a:r>
            <a:r>
              <a:rPr dirty="0" sz="2800">
                <a:solidFill>
                  <a:srgbClr val="4E3629"/>
                </a:solidFill>
                <a:latin typeface="Calibri"/>
                <a:cs typeface="Calibri"/>
              </a:rPr>
              <a:t>mismo</a:t>
            </a:r>
            <a:r>
              <a:rPr dirty="0" sz="2800" spc="-50">
                <a:solidFill>
                  <a:srgbClr val="4E3629"/>
                </a:solidFill>
                <a:latin typeface="Calibri"/>
                <a:cs typeface="Calibri"/>
              </a:rPr>
              <a:t> </a:t>
            </a:r>
            <a:r>
              <a:rPr dirty="0" sz="2800">
                <a:solidFill>
                  <a:srgbClr val="4E3629"/>
                </a:solidFill>
                <a:latin typeface="Calibri"/>
                <a:cs typeface="Calibri"/>
              </a:rPr>
              <a:t>número</a:t>
            </a:r>
            <a:r>
              <a:rPr dirty="0" sz="2800" spc="-50">
                <a:solidFill>
                  <a:srgbClr val="4E3629"/>
                </a:solidFill>
                <a:latin typeface="Calibri"/>
                <a:cs typeface="Calibri"/>
              </a:rPr>
              <a:t> </a:t>
            </a:r>
            <a:r>
              <a:rPr dirty="0" sz="2800">
                <a:solidFill>
                  <a:srgbClr val="4E3629"/>
                </a:solidFill>
                <a:latin typeface="Calibri"/>
                <a:cs typeface="Calibri"/>
              </a:rPr>
              <a:t>de</a:t>
            </a:r>
            <a:r>
              <a:rPr dirty="0" sz="2800" spc="-55">
                <a:solidFill>
                  <a:srgbClr val="4E3629"/>
                </a:solidFill>
                <a:latin typeface="Calibri"/>
                <a:cs typeface="Calibri"/>
              </a:rPr>
              <a:t> </a:t>
            </a:r>
            <a:r>
              <a:rPr dirty="0" sz="2800">
                <a:solidFill>
                  <a:srgbClr val="4E3629"/>
                </a:solidFill>
                <a:latin typeface="Calibri"/>
                <a:cs typeface="Calibri"/>
              </a:rPr>
              <a:t>columnas</a:t>
            </a:r>
            <a:r>
              <a:rPr dirty="0" sz="2800" spc="-50">
                <a:solidFill>
                  <a:srgbClr val="4E3629"/>
                </a:solidFill>
                <a:latin typeface="Calibri"/>
                <a:cs typeface="Calibri"/>
              </a:rPr>
              <a:t> </a:t>
            </a:r>
            <a:r>
              <a:rPr dirty="0" sz="2800">
                <a:solidFill>
                  <a:srgbClr val="4E3629"/>
                </a:solidFill>
                <a:latin typeface="Calibri"/>
                <a:cs typeface="Calibri"/>
              </a:rPr>
              <a:t>que</a:t>
            </a:r>
            <a:r>
              <a:rPr dirty="0" sz="2800" spc="-50">
                <a:solidFill>
                  <a:srgbClr val="4E3629"/>
                </a:solidFill>
                <a:latin typeface="Calibri"/>
                <a:cs typeface="Calibri"/>
              </a:rPr>
              <a:t> </a:t>
            </a:r>
            <a:r>
              <a:rPr dirty="0" sz="2800">
                <a:solidFill>
                  <a:srgbClr val="4E3629"/>
                </a:solidFill>
                <a:latin typeface="Calibri"/>
                <a:cs typeface="Calibri"/>
              </a:rPr>
              <a:t>coincida</a:t>
            </a:r>
            <a:r>
              <a:rPr dirty="0" sz="2800" spc="-45">
                <a:solidFill>
                  <a:srgbClr val="4E3629"/>
                </a:solidFill>
                <a:latin typeface="Calibri"/>
                <a:cs typeface="Calibri"/>
              </a:rPr>
              <a:t> </a:t>
            </a:r>
            <a:r>
              <a:rPr dirty="0" sz="2800">
                <a:solidFill>
                  <a:srgbClr val="4E3629"/>
                </a:solidFill>
                <a:latin typeface="Calibri"/>
                <a:cs typeface="Calibri"/>
              </a:rPr>
              <a:t>con</a:t>
            </a:r>
            <a:r>
              <a:rPr dirty="0" sz="2800" spc="-65">
                <a:solidFill>
                  <a:srgbClr val="4E3629"/>
                </a:solidFill>
                <a:latin typeface="Calibri"/>
                <a:cs typeface="Calibri"/>
              </a:rPr>
              <a:t> </a:t>
            </a:r>
            <a:r>
              <a:rPr dirty="0" sz="2800" spc="-25">
                <a:solidFill>
                  <a:srgbClr val="4E3629"/>
                </a:solidFill>
                <a:latin typeface="Calibri"/>
                <a:cs typeface="Calibri"/>
              </a:rPr>
              <a:t>los </a:t>
            </a:r>
            <a:r>
              <a:rPr dirty="0" sz="2800" spc="-25">
                <a:solidFill>
                  <a:srgbClr val="4E3629"/>
                </a:solidFill>
                <a:latin typeface="Calibri"/>
                <a:cs typeface="Calibri"/>
              </a:rPr>
              <a:t>	</a:t>
            </a:r>
            <a:r>
              <a:rPr dirty="0" sz="2800">
                <a:solidFill>
                  <a:srgbClr val="4E3629"/>
                </a:solidFill>
                <a:latin typeface="Calibri"/>
                <a:cs typeface="Calibri"/>
              </a:rPr>
              <a:t>tipos</a:t>
            </a:r>
            <a:r>
              <a:rPr dirty="0" sz="2800" spc="-30">
                <a:solidFill>
                  <a:srgbClr val="4E3629"/>
                </a:solidFill>
                <a:latin typeface="Calibri"/>
                <a:cs typeface="Calibri"/>
              </a:rPr>
              <a:t> </a:t>
            </a:r>
            <a:r>
              <a:rPr dirty="0" sz="2800">
                <a:solidFill>
                  <a:srgbClr val="4E3629"/>
                </a:solidFill>
                <a:latin typeface="Calibri"/>
                <a:cs typeface="Calibri"/>
              </a:rPr>
              <a:t>de</a:t>
            </a:r>
            <a:r>
              <a:rPr dirty="0" sz="2800" spc="-40">
                <a:solidFill>
                  <a:srgbClr val="4E3629"/>
                </a:solidFill>
                <a:latin typeface="Calibri"/>
                <a:cs typeface="Calibri"/>
              </a:rPr>
              <a:t> </a:t>
            </a:r>
            <a:r>
              <a:rPr dirty="0" sz="2800">
                <a:solidFill>
                  <a:srgbClr val="4E3629"/>
                </a:solidFill>
                <a:latin typeface="Calibri"/>
                <a:cs typeface="Calibri"/>
              </a:rPr>
              <a:t>dato</a:t>
            </a:r>
            <a:r>
              <a:rPr dirty="0" sz="2800" spc="-50">
                <a:solidFill>
                  <a:srgbClr val="4E3629"/>
                </a:solidFill>
                <a:latin typeface="Calibri"/>
                <a:cs typeface="Calibri"/>
              </a:rPr>
              <a:t> </a:t>
            </a:r>
            <a:r>
              <a:rPr dirty="0" sz="2800">
                <a:solidFill>
                  <a:srgbClr val="4E3629"/>
                </a:solidFill>
                <a:latin typeface="Calibri"/>
                <a:cs typeface="Calibri"/>
              </a:rPr>
              <a:t>y</a:t>
            </a:r>
            <a:r>
              <a:rPr dirty="0" sz="2800" spc="-60">
                <a:solidFill>
                  <a:srgbClr val="4E3629"/>
                </a:solidFill>
                <a:latin typeface="Calibri"/>
                <a:cs typeface="Calibri"/>
              </a:rPr>
              <a:t> </a:t>
            </a:r>
            <a:r>
              <a:rPr dirty="0" sz="2800">
                <a:solidFill>
                  <a:srgbClr val="4E3629"/>
                </a:solidFill>
                <a:latin typeface="Calibri"/>
                <a:cs typeface="Calibri"/>
              </a:rPr>
              <a:t>que</a:t>
            </a:r>
            <a:r>
              <a:rPr dirty="0" sz="2800" spc="-25">
                <a:solidFill>
                  <a:srgbClr val="4E3629"/>
                </a:solidFill>
                <a:latin typeface="Calibri"/>
                <a:cs typeface="Calibri"/>
              </a:rPr>
              <a:t> </a:t>
            </a:r>
            <a:r>
              <a:rPr dirty="0" sz="2800">
                <a:solidFill>
                  <a:srgbClr val="4E3629"/>
                </a:solidFill>
                <a:latin typeface="Calibri"/>
                <a:cs typeface="Calibri"/>
              </a:rPr>
              <a:t>estén</a:t>
            </a:r>
            <a:r>
              <a:rPr dirty="0" sz="2800" spc="-45">
                <a:solidFill>
                  <a:srgbClr val="4E3629"/>
                </a:solidFill>
                <a:latin typeface="Calibri"/>
                <a:cs typeface="Calibri"/>
              </a:rPr>
              <a:t> </a:t>
            </a:r>
            <a:r>
              <a:rPr dirty="0" sz="2800">
                <a:solidFill>
                  <a:srgbClr val="4E3629"/>
                </a:solidFill>
                <a:latin typeface="Calibri"/>
                <a:cs typeface="Calibri"/>
              </a:rPr>
              <a:t>en</a:t>
            </a:r>
            <a:r>
              <a:rPr dirty="0" sz="2800" spc="-55">
                <a:solidFill>
                  <a:srgbClr val="4E3629"/>
                </a:solidFill>
                <a:latin typeface="Calibri"/>
                <a:cs typeface="Calibri"/>
              </a:rPr>
              <a:t> </a:t>
            </a:r>
            <a:r>
              <a:rPr dirty="0" sz="2800">
                <a:solidFill>
                  <a:srgbClr val="4E3629"/>
                </a:solidFill>
                <a:latin typeface="Calibri"/>
                <a:cs typeface="Calibri"/>
              </a:rPr>
              <a:t>el</a:t>
            </a:r>
            <a:r>
              <a:rPr dirty="0" sz="2800" spc="-60">
                <a:solidFill>
                  <a:srgbClr val="4E3629"/>
                </a:solidFill>
                <a:latin typeface="Calibri"/>
                <a:cs typeface="Calibri"/>
              </a:rPr>
              <a:t> </a:t>
            </a:r>
            <a:r>
              <a:rPr dirty="0" sz="2800">
                <a:solidFill>
                  <a:srgbClr val="4E3629"/>
                </a:solidFill>
                <a:latin typeface="Calibri"/>
                <a:cs typeface="Calibri"/>
              </a:rPr>
              <a:t>mismo</a:t>
            </a:r>
            <a:r>
              <a:rPr dirty="0" sz="2800" spc="-30">
                <a:solidFill>
                  <a:srgbClr val="4E3629"/>
                </a:solidFill>
                <a:latin typeface="Calibri"/>
                <a:cs typeface="Calibri"/>
              </a:rPr>
              <a:t> </a:t>
            </a:r>
            <a:r>
              <a:rPr dirty="0" sz="2800" spc="-10">
                <a:solidFill>
                  <a:srgbClr val="4E3629"/>
                </a:solidFill>
                <a:latin typeface="Calibri"/>
                <a:cs typeface="Calibri"/>
              </a:rPr>
              <a:t>orden</a:t>
            </a:r>
            <a:endParaRPr sz="2800">
              <a:latin typeface="Calibri"/>
              <a:cs typeface="Calibri"/>
            </a:endParaRPr>
          </a:p>
        </p:txBody>
      </p:sp>
      <p:sp>
        <p:nvSpPr>
          <p:cNvPr id="5" name="object 5" descr=""/>
          <p:cNvSpPr txBox="1"/>
          <p:nvPr/>
        </p:nvSpPr>
        <p:spPr>
          <a:xfrm>
            <a:off x="405384" y="3604259"/>
            <a:ext cx="8345805" cy="830580"/>
          </a:xfrm>
          <a:prstGeom prst="rect">
            <a:avLst/>
          </a:prstGeom>
          <a:solidFill>
            <a:srgbClr val="9DBEC4">
              <a:alpha val="50199"/>
            </a:srgbClr>
          </a:solidFill>
        </p:spPr>
        <p:txBody>
          <a:bodyPr wrap="square" lIns="0" tIns="0" rIns="0" bIns="0" rtlCol="0" vert="horz">
            <a:spAutoFit/>
          </a:bodyPr>
          <a:lstStyle/>
          <a:p>
            <a:pPr>
              <a:lnSpc>
                <a:spcPts val="1975"/>
              </a:lnSpc>
            </a:pPr>
            <a:r>
              <a:rPr dirty="0" sz="1800" b="1">
                <a:solidFill>
                  <a:srgbClr val="4E3629"/>
                </a:solidFill>
                <a:latin typeface="Courier New"/>
                <a:cs typeface="Courier New"/>
              </a:rPr>
              <a:t>INSERT</a:t>
            </a:r>
            <a:r>
              <a:rPr dirty="0" sz="1800" spc="-55" b="1">
                <a:solidFill>
                  <a:srgbClr val="4E3629"/>
                </a:solidFill>
                <a:latin typeface="Courier New"/>
                <a:cs typeface="Courier New"/>
              </a:rPr>
              <a:t> </a:t>
            </a:r>
            <a:r>
              <a:rPr dirty="0" sz="1800" b="1">
                <a:solidFill>
                  <a:srgbClr val="4E3629"/>
                </a:solidFill>
                <a:latin typeface="Courier New"/>
                <a:cs typeface="Courier New"/>
              </a:rPr>
              <a:t>INTO</a:t>
            </a:r>
            <a:r>
              <a:rPr dirty="0" sz="1800" spc="-50" b="1">
                <a:solidFill>
                  <a:srgbClr val="4E3629"/>
                </a:solidFill>
                <a:latin typeface="Courier New"/>
                <a:cs typeface="Courier New"/>
              </a:rPr>
              <a:t> </a:t>
            </a:r>
            <a:r>
              <a:rPr dirty="0" sz="1800" spc="-10" b="1">
                <a:solidFill>
                  <a:srgbClr val="4E3629"/>
                </a:solidFill>
                <a:latin typeface="Courier New"/>
                <a:cs typeface="Courier New"/>
              </a:rPr>
              <a:t>sales_reps</a:t>
            </a:r>
            <a:endParaRPr sz="1800">
              <a:latin typeface="Courier New"/>
              <a:cs typeface="Courier New"/>
            </a:endParaRPr>
          </a:p>
          <a:p>
            <a:pPr marL="408940">
              <a:lnSpc>
                <a:spcPct val="100000"/>
              </a:lnSpc>
            </a:pPr>
            <a:r>
              <a:rPr dirty="0" sz="1800" b="1">
                <a:solidFill>
                  <a:srgbClr val="4E3629"/>
                </a:solidFill>
                <a:latin typeface="Courier New"/>
                <a:cs typeface="Courier New"/>
              </a:rPr>
              <a:t>SELECT</a:t>
            </a:r>
            <a:r>
              <a:rPr dirty="0" sz="1800" spc="-70" b="1">
                <a:solidFill>
                  <a:srgbClr val="4E3629"/>
                </a:solidFill>
                <a:latin typeface="Courier New"/>
                <a:cs typeface="Courier New"/>
              </a:rPr>
              <a:t> </a:t>
            </a:r>
            <a:r>
              <a:rPr dirty="0" sz="1800" spc="-50" b="1">
                <a:solidFill>
                  <a:srgbClr val="4E3629"/>
                </a:solidFill>
                <a:latin typeface="Courier New"/>
                <a:cs typeface="Courier New"/>
              </a:rPr>
              <a:t>*</a:t>
            </a:r>
            <a:endParaRPr sz="1800">
              <a:latin typeface="Courier New"/>
              <a:cs typeface="Courier New"/>
            </a:endParaRPr>
          </a:p>
          <a:p>
            <a:pPr marL="408940">
              <a:lnSpc>
                <a:spcPct val="100000"/>
              </a:lnSpc>
              <a:tabLst>
                <a:tab pos="1364615" algn="l"/>
              </a:tabLst>
            </a:pPr>
            <a:r>
              <a:rPr dirty="0" sz="1800" spc="-20" b="1">
                <a:solidFill>
                  <a:srgbClr val="4E3629"/>
                </a:solidFill>
                <a:latin typeface="Courier New"/>
                <a:cs typeface="Courier New"/>
              </a:rPr>
              <a:t>FROM</a:t>
            </a:r>
            <a:r>
              <a:rPr dirty="0" sz="1800" b="1">
                <a:solidFill>
                  <a:srgbClr val="4E3629"/>
                </a:solidFill>
                <a:latin typeface="Courier New"/>
                <a:cs typeface="Courier New"/>
              </a:rPr>
              <a:t>	</a:t>
            </a:r>
            <a:r>
              <a:rPr dirty="0" sz="1800" spc="-10" b="1">
                <a:solidFill>
                  <a:srgbClr val="4E3629"/>
                </a:solidFill>
                <a:latin typeface="Courier New"/>
                <a:cs typeface="Courier New"/>
              </a:rPr>
              <a:t>employees;</a:t>
            </a:r>
            <a:endParaRPr sz="1800">
              <a:latin typeface="Courier New"/>
              <a:cs typeface="Courier New"/>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0</TotalTime>
  <Application>Microsoft Office PowerPoint</Application>
  <PresentationFormat>On-screen Show (4:3)</PresentationFormat>
  <ScaleCrop>false</ScaleCrop>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Oracle Academy</dc:creator>
  <dc:title>PowerPoint Presentation</dc:title>
  <dcterms:created xsi:type="dcterms:W3CDTF">2025-06-01T18:11:16Z</dcterms:created>
  <dcterms:modified xsi:type="dcterms:W3CDTF">2025-06-01T18:11:16Z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2025-03-03T00:00:00Z</vt:filetime>
  </property>
  <property fmtid="{D5CDD505-2E9C-101B-9397-08002B2CF9AE}" pid="3" name="Creator">
    <vt:lpwstr>Acrobat PDFMaker 20 for PowerPoint</vt:lpwstr>
  </property>
  <property fmtid="{D5CDD505-2E9C-101B-9397-08002B2CF9AE}" pid="4" name="LastSaved">
    <vt:filetime>2025-06-01T00:00:00Z</vt:filetime>
  </property>
  <property fmtid="{D5CDD505-2E9C-101B-9397-08002B2CF9AE}" pid="5" name="Producer">
    <vt:lpwstr>macOS Version 15.2 (Build 24C101) Quartz PDFContext</vt:lpwstr>
  </property>
</Properties>
</file>