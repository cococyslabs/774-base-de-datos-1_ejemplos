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Default Extension="jpg" ContentType="image/jpg"/>
  <Default Extension="png" ContentType="image/png"/>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9144000" cy="6858000"/>
  <p:notesSz cx="9144000" cy="68580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viewProps" Target="viewProps.xml"/><Relationship Id="rId4" Type="http://schemas.openxmlformats.org/officeDocument/2006/relationships/presProps" Target="presProps.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s>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15:10:42</a:t>
            </a:r>
          </a:p>
          <a:p>
            <a:r>
              <a:t>--------------------------------------------</a:t>
            </a:r>
          </a:p>
          <a:p>
            <a:r>
              <a:t>Si utiliza NULLS FIRST o NULLS LAST, deben estar al final de la cláusula ORDER BY, después de los nombres de columna. Por ejemplo: SELECT last_name, hire_date, department_id</a:t>
            </a:r>
          </a:p>
          <a:p>
            <a:r>
              <a:t>FROM employees</a:t>
            </a:r>
          </a:p>
          <a:p>
            <a:r>
              <a:t>ORDER BY department_id NULLS LAST;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15:10:43</a:t>
            </a:r>
          </a:p>
          <a:p>
            <a:r>
              <a:t>--------------------------------------------</a:t>
            </a:r>
          </a:p>
          <a:p>
            <a:r>
              <a:t>Si utiliza ASC o DESC en la cláusula ORDER BY influirá la colocación de los valores nulos: los valores nulos se muestran los últimos en orden ascendente y los primeros en orden descendente.</a:t>
            </a:r>
          </a:p>
          <a:p>
            <a:r>
              <a:t>Además, puede utilizar NULLS FIRST para especificar que los valores nulos se deben devolver antes de los valores no nulos. NULLS LAST especifica que los valores nulos se deben devolver después los valores no nulos.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15:10:44</a:t>
            </a:r>
          </a:p>
          <a:p>
            <a:r>
              <a:t>--------------------------------------------</a:t>
            </a:r>
          </a:p>
          <a:p>
            <a:r>
              <a:t>Es difícil verificar los resultados cuando se ordenan según una columna que no está seleccionada. En el mundo real, debería ejecutar la consulta seleccionando la columna last_name hasta que estuviera seguro de que obtenía los datos correctos. Después, podría eliminar dicha columna en la sentencia SELECT.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2" name=""/>
        <p:cNvGrpSpPr/>
        <p:nvPr/>
      </p:nvGrpSpPr>
      <p:grpSpPr>
        <a:xfrm>
          <a:off x="0" y="0"/>
          <a:ext cx="0" cy="0"/>
          <a:chOff x="0" y="0"/>
          <a:chExt cx="0" cy="0"/>
        </a:xfrm>
      </p:grpSpPr>
      <p:sp>
        <p:nvSpPr>
          <p:cNvPr id="1" name="Notes Placeholder"/>
          <p:cNvSpPr>
            <a:spLocks noGrp="1"/>
          </p:cNvSpPr>
          <p:nvPr>
            <p:ph type="body" idx="1"/>
          </p:nvPr>
        </p:nvSpPr>
        <p:spPr/>
        <p:txBody>
          <a:bodyPr>
            <a:normAutofit/>
          </a:bodyPr>
          <a:lstStyle/>
          <a:p>
            <a:r>
              <a:t>Presenter</a:t>
            </a:r>
          </a:p>
          <a:p>
            <a:r>
              <a:t>2021-05-06 15:10:45</a:t>
            </a:r>
          </a:p>
          <a:p>
            <a:r>
              <a:t>--------------------------------------------</a:t>
            </a:r>
          </a:p>
          <a:p>
            <a:r>
              <a:t>Se ha invertido el orden para el valor de department_id (de la diapositiva anterior) con DESC, por lo que ahora se muestran del más alto al más bajo, el orden del apellido sigue siendo alfabético, de la A a la Z.</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obj">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6" name="Holder 6"/>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idx="2" sz="half"/>
          </p:nvPr>
        </p:nvSpPr>
        <p:spPr>
          <a:xfrm>
            <a:off x="457200" y="1577340"/>
            <a:ext cx="3977640" cy="4526280"/>
          </a:xfrm>
          <a:prstGeom prst="rect">
            <a:avLst/>
          </a:prstGeom>
        </p:spPr>
        <p:txBody>
          <a:bodyPr wrap="square" lIns="0" tIns="0" rIns="0" bIns="0">
            <a:spAutoFit/>
          </a:bodyPr>
          <a:lstStyle>
            <a:lvl1pPr>
              <a:defRPr/>
            </a:lvl1pPr>
          </a:lstStyle>
          <a:p/>
        </p:txBody>
      </p:sp>
      <p:sp>
        <p:nvSpPr>
          <p:cNvPr id="4" name="Holder 4"/>
          <p:cNvSpPr>
            <a:spLocks noGrp="1"/>
          </p:cNvSpPr>
          <p:nvPr>
            <p:ph idx="3" sz="half"/>
          </p:nvPr>
        </p:nvSpPr>
        <p:spPr>
          <a:xfrm>
            <a:off x="4709160" y="1577340"/>
            <a:ext cx="3977640" cy="4526280"/>
          </a:xfrm>
          <a:prstGeom prst="rect">
            <a:avLst/>
          </a:prstGeom>
        </p:spPr>
        <p:txBody>
          <a:bodyPr wrap="square" lIns="0" tIns="0" rIns="0" bIns="0">
            <a:spAutoFit/>
          </a:bodyPr>
          <a:lstStyle>
            <a:lvl1pPr>
              <a:defRPr/>
            </a:lvl1pPr>
          </a:lstStyle>
          <a:p/>
        </p:txBody>
      </p:sp>
      <p:sp>
        <p:nvSpPr>
          <p:cNvPr id="5" name="Holder 5"/>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Holder 6"/>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Holder 7"/>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00" b="0" i="0">
                <a:solidFill>
                  <a:srgbClr val="4E3629"/>
                </a:solidFill>
                <a:latin typeface="Calibri"/>
                <a:cs typeface="Calibri"/>
              </a:defRPr>
            </a:lvl1pPr>
          </a:lstStyle>
          <a:p/>
        </p:txBody>
      </p:sp>
      <p:sp>
        <p:nvSpPr>
          <p:cNvPr id="3" name="Holder 3"/>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4" name="Holder 4"/>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5" name="Holder 5"/>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obj">
  <p:cSld name="Blank">
    <p:spTree>
      <p:nvGrpSpPr>
        <p:cNvPr id="1" name=""/>
        <p:cNvGrpSpPr/>
        <p:nvPr/>
      </p:nvGrpSpPr>
      <p:grpSpPr>
        <a:xfrm>
          <a:off x="0" y="0"/>
          <a:ext cx="0" cy="0"/>
          <a:chOff x="0" y="0"/>
          <a:chExt cx="0" cy="0"/>
        </a:xfrm>
      </p:grpSpPr>
      <p:sp>
        <p:nvSpPr>
          <p:cNvPr id="2" name="Holder 2"/>
          <p:cNvSpPr>
            <a:spLocks noGrp="1"/>
          </p:cNvSpPr>
          <p:nvPr>
            <p:ph type="ftr" idx="5" sz="quarter"/>
          </p:nvPr>
        </p:nvSpPr>
        <p:spPr/>
        <p:txBody>
          <a:bodyPr lIns="0" tIns="0" rIns="0" bIns="0"/>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3" name="Holder 3"/>
          <p:cNvSpPr>
            <a:spLocks noGrp="1"/>
          </p:cNvSpPr>
          <p:nvPr>
            <p:ph type="dt" idx="6" sz="half"/>
          </p:nvPr>
        </p:nvSpPr>
        <p:spPr/>
        <p:txBody>
          <a:bodyPr lIns="0" tIns="0" rIns="0" bIns="0"/>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4" name="Holder 4"/>
          <p:cNvSpPr>
            <a:spLocks noGrp="1"/>
          </p:cNvSpPr>
          <p:nvPr>
            <p:ph type="sldNum" idx="7" sz="quarter"/>
          </p:nvPr>
        </p:nvSpPr>
        <p:spPr/>
        <p:txBody>
          <a:bodyPr lIns="0" tIns="0" rIns="0" bIns="0"/>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jpg"/><Relationship Id="rId8"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4000" y="0"/>
                </a:moveTo>
                <a:lnTo>
                  <a:pt x="0" y="0"/>
                </a:lnTo>
                <a:lnTo>
                  <a:pt x="0" y="6858000"/>
                </a:lnTo>
                <a:lnTo>
                  <a:pt x="9144000" y="6858000"/>
                </a:lnTo>
                <a:lnTo>
                  <a:pt x="9144000" y="0"/>
                </a:lnTo>
                <a:close/>
              </a:path>
            </a:pathLst>
          </a:custGeom>
          <a:solidFill>
            <a:srgbClr val="E0E2E1"/>
          </a:solidFill>
        </p:spPr>
        <p:txBody>
          <a:bodyPr wrap="square" lIns="0" tIns="0" rIns="0" bIns="0" rtlCol="0"/>
          <a:lstStyle/>
          <a:p/>
        </p:txBody>
      </p:sp>
      <p:pic>
        <p:nvPicPr>
          <p:cNvPr id="17" name="bg object 17"/>
          <p:cNvPicPr/>
          <p:nvPr/>
        </p:nvPicPr>
        <p:blipFill>
          <a:blip r:embed="rId7" cstate="print"/>
          <a:stretch>
            <a:fillRect/>
          </a:stretch>
        </p:blipFill>
        <p:spPr>
          <a:xfrm>
            <a:off x="0" y="0"/>
            <a:ext cx="9144000" cy="254507"/>
          </a:xfrm>
          <a:prstGeom prst="rect">
            <a:avLst/>
          </a:prstGeom>
        </p:spPr>
      </p:pic>
      <p:pic>
        <p:nvPicPr>
          <p:cNvPr id="18" name="bg object 18"/>
          <p:cNvPicPr/>
          <p:nvPr/>
        </p:nvPicPr>
        <p:blipFill>
          <a:blip r:embed="rId8" cstate="print"/>
          <a:stretch>
            <a:fillRect/>
          </a:stretch>
        </p:blipFill>
        <p:spPr>
          <a:xfrm>
            <a:off x="405384" y="6178295"/>
            <a:ext cx="1258824" cy="420624"/>
          </a:xfrm>
          <a:prstGeom prst="rect">
            <a:avLst/>
          </a:prstGeom>
        </p:spPr>
      </p:pic>
      <p:sp>
        <p:nvSpPr>
          <p:cNvPr id="2" name="Holder 2"/>
          <p:cNvSpPr>
            <a:spLocks noGrp="1"/>
          </p:cNvSpPr>
          <p:nvPr>
            <p:ph type="title"/>
          </p:nvPr>
        </p:nvSpPr>
        <p:spPr>
          <a:xfrm>
            <a:off x="392112" y="748031"/>
            <a:ext cx="6013450" cy="528319"/>
          </a:xfrm>
          <a:prstGeom prst="rect">
            <a:avLst/>
          </a:prstGeom>
        </p:spPr>
        <p:txBody>
          <a:bodyPr wrap="square" lIns="0" tIns="0" rIns="0" bIns="0">
            <a:spAutoFit/>
          </a:bodyPr>
          <a:lstStyle>
            <a:lvl1pPr>
              <a:defRPr sz="3300" b="0" i="0">
                <a:solidFill>
                  <a:srgbClr val="4E3629"/>
                </a:solidFill>
                <a:latin typeface="Calibri"/>
                <a:cs typeface="Calibri"/>
              </a:defRPr>
            </a:lvl1pPr>
          </a:lstStyle>
          <a:p/>
        </p:txBody>
      </p:sp>
      <p:sp>
        <p:nvSpPr>
          <p:cNvPr id="3" name="Holder 3"/>
          <p:cNvSpPr>
            <a:spLocks noGrp="1"/>
          </p:cNvSpPr>
          <p:nvPr>
            <p:ph type="body" idx="1"/>
          </p:nvPr>
        </p:nvSpPr>
        <p:spPr>
          <a:xfrm>
            <a:off x="4639684" y="3110364"/>
            <a:ext cx="4156075" cy="3031489"/>
          </a:xfrm>
          <a:prstGeom prst="rect">
            <a:avLst/>
          </a:prstGeom>
        </p:spPr>
        <p:txBody>
          <a:bodyPr wrap="square" lIns="0" tIns="0" rIns="0" bIns="0">
            <a:spAutoFit/>
          </a:bodyPr>
          <a:lstStyle>
            <a:lvl1pPr>
              <a:defRPr b="0" i="0">
                <a:solidFill>
                  <a:schemeClr val="tx1"/>
                </a:solidFill>
              </a:defRPr>
            </a:lvl1pPr>
          </a:lstStyle>
          <a:p/>
        </p:txBody>
      </p:sp>
      <p:sp>
        <p:nvSpPr>
          <p:cNvPr id="4" name="Holder 4"/>
          <p:cNvSpPr>
            <a:spLocks noGrp="1"/>
          </p:cNvSpPr>
          <p:nvPr>
            <p:ph type="ftr" idx="5" sz="quarter"/>
          </p:nvPr>
        </p:nvSpPr>
        <p:spPr>
          <a:xfrm>
            <a:off x="5172119" y="6589648"/>
            <a:ext cx="3222625"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5" name="Holder 5"/>
          <p:cNvSpPr>
            <a:spLocks noGrp="1"/>
          </p:cNvSpPr>
          <p:nvPr>
            <p:ph type="dt" idx="6" sz="half"/>
          </p:nvPr>
        </p:nvSpPr>
        <p:spPr>
          <a:xfrm>
            <a:off x="2855904" y="6510552"/>
            <a:ext cx="894079" cy="24955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6" name="Holder 6"/>
          <p:cNvSpPr>
            <a:spLocks noGrp="1"/>
          </p:cNvSpPr>
          <p:nvPr>
            <p:ph type="sldNum" idx="7" sz="quarter"/>
          </p:nvPr>
        </p:nvSpPr>
        <p:spPr>
          <a:xfrm>
            <a:off x="8626856" y="6589648"/>
            <a:ext cx="173354" cy="133984"/>
          </a:xfrm>
          <a:prstGeom prst="rect">
            <a:avLst/>
          </a:prstGeom>
        </p:spPr>
        <p:txBody>
          <a:bodyPr wrap="square" lIns="0" tIns="0" rIns="0" bIns="0">
            <a:spAutoFit/>
          </a:bodyPr>
          <a:lstStyle>
            <a:lvl1pPr>
              <a:defRPr sz="850" b="0" i="0">
                <a:solidFill>
                  <a:srgbClr val="4E3629"/>
                </a:solidFill>
                <a:latin typeface="Calibri"/>
                <a:cs typeface="Calibri"/>
              </a:defRPr>
            </a:lvl1pPr>
          </a:lstStyle>
          <a:p>
            <a:pPr marL="12700">
              <a:lnSpc>
                <a:spcPts val="910"/>
              </a:lnSpc>
            </a:pPr>
            <a:fld id="{81D60167-4931-47E6-BA6A-407CBD079E47}" type="slidenum">
              <a:rPr dirty="0" spc="-25"/>
              <a:t>#</a:t>
            </a:fld>
          </a:p>
        </p:txBody>
      </p:sp>
    </p:spTree>
  </p:cSld>
  <p:clrMap folHlink="folHlink" hlink="hlink" accent1="accent1" accent2="accent2" accent3="accent3" accent4="accent4" accent5="accent5" accent6="accent6" tx2="dk2" bg2="lt2" tx1="dk1" bg1="lt1"/>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1.xml"/><Relationship Id="rId6" Type="http://schemas.openxmlformats.org/officeDocument/2006/relationships/slide" Target="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slide" Target="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slide" Target="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slide" Target="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8.xml"/><Relationship Id="rId4" Type="http://schemas.openxmlformats.org/officeDocument/2006/relationships/slide" Target="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9.xml"/><Relationship Id="rId4" Type="http://schemas.openxmlformats.org/officeDocument/2006/relationships/slide" Target="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slide" Target="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slide" Target="slide1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descr=""/>
          <p:cNvGrpSpPr/>
          <p:nvPr/>
        </p:nvGrpSpPr>
        <p:grpSpPr>
          <a:xfrm>
            <a:off x="0" y="0"/>
            <a:ext cx="9144000" cy="6858000"/>
            <a:chOff x="0" y="0"/>
            <a:chExt cx="9144000" cy="6858000"/>
          </a:xfrm>
        </p:grpSpPr>
        <p:pic>
          <p:nvPicPr>
            <p:cNvPr id="3" name="object 3" descr=""/>
            <p:cNvPicPr/>
            <p:nvPr/>
          </p:nvPicPr>
          <p:blipFill>
            <a:blip r:embed="rId2" cstate="print"/>
            <a:stretch>
              <a:fillRect/>
            </a:stretch>
          </p:blipFill>
          <p:spPr>
            <a:xfrm>
              <a:off x="0" y="0"/>
              <a:ext cx="9144000" cy="6858000"/>
            </a:xfrm>
            <a:prstGeom prst="rect">
              <a:avLst/>
            </a:prstGeom>
          </p:spPr>
        </p:pic>
        <p:sp>
          <p:nvSpPr>
            <p:cNvPr id="4" name="object 4" descr=""/>
            <p:cNvSpPr/>
            <p:nvPr/>
          </p:nvSpPr>
          <p:spPr>
            <a:xfrm>
              <a:off x="560831" y="702563"/>
              <a:ext cx="8022590" cy="5453380"/>
            </a:xfrm>
            <a:custGeom>
              <a:avLst/>
              <a:gdLst/>
              <a:ahLst/>
              <a:cxnLst/>
              <a:rect l="l" t="t" r="r" b="b"/>
              <a:pathLst>
                <a:path w="8022590" h="5453380">
                  <a:moveTo>
                    <a:pt x="8022335" y="0"/>
                  </a:moveTo>
                  <a:lnTo>
                    <a:pt x="0" y="0"/>
                  </a:lnTo>
                  <a:lnTo>
                    <a:pt x="0" y="5452872"/>
                  </a:lnTo>
                  <a:lnTo>
                    <a:pt x="8022335" y="5452872"/>
                  </a:lnTo>
                  <a:lnTo>
                    <a:pt x="8022335" y="0"/>
                  </a:lnTo>
                  <a:close/>
                </a:path>
              </a:pathLst>
            </a:custGeom>
            <a:solidFill>
              <a:srgbClr val="E0E2E1"/>
            </a:solidFill>
          </p:spPr>
          <p:txBody>
            <a:bodyPr wrap="square" lIns="0" tIns="0" rIns="0" bIns="0" rtlCol="0"/>
            <a:lstStyle/>
            <a:p/>
          </p:txBody>
        </p:sp>
        <p:pic>
          <p:nvPicPr>
            <p:cNvPr id="5" name="object 5" descr=""/>
            <p:cNvPicPr/>
            <p:nvPr/>
          </p:nvPicPr>
          <p:blipFill>
            <a:blip r:embed="rId3" cstate="print"/>
            <a:stretch>
              <a:fillRect/>
            </a:stretch>
          </p:blipFill>
          <p:spPr>
            <a:xfrm>
              <a:off x="970787" y="5570219"/>
              <a:ext cx="1258824" cy="420623"/>
            </a:xfrm>
            <a:prstGeom prst="rect">
              <a:avLst/>
            </a:prstGeom>
          </p:spPr>
        </p:pic>
      </p:grpSp>
      <p:sp>
        <p:nvSpPr>
          <p:cNvPr id="6" name="object 6" descr=""/>
          <p:cNvSpPr txBox="1"/>
          <p:nvPr/>
        </p:nvSpPr>
        <p:spPr>
          <a:xfrm>
            <a:off x="5057819" y="6562597"/>
            <a:ext cx="3222625" cy="155575"/>
          </a:xfrm>
          <a:prstGeom prst="rect">
            <a:avLst/>
          </a:prstGeom>
        </p:spPr>
        <p:txBody>
          <a:bodyPr wrap="square" lIns="0" tIns="12700" rIns="0" bIns="0" rtlCol="0" vert="horz">
            <a:spAutoFit/>
          </a:bodyPr>
          <a:lstStyle/>
          <a:p>
            <a:pPr marL="12700">
              <a:lnSpc>
                <a:spcPct val="100000"/>
              </a:lnSpc>
              <a:spcBef>
                <a:spcPts val="100"/>
              </a:spcBef>
            </a:pPr>
            <a:r>
              <a:rPr dirty="0" sz="850">
                <a:solidFill>
                  <a:srgbClr val="FDF0D9"/>
                </a:solidFill>
                <a:latin typeface="Calibri"/>
                <a:cs typeface="Calibri"/>
              </a:rPr>
              <a:t>Copyright</a:t>
            </a:r>
            <a:r>
              <a:rPr dirty="0" sz="850" spc="-35">
                <a:solidFill>
                  <a:srgbClr val="FDF0D9"/>
                </a:solidFill>
                <a:latin typeface="Calibri"/>
                <a:cs typeface="Calibri"/>
              </a:rPr>
              <a:t> </a:t>
            </a:r>
            <a:r>
              <a:rPr dirty="0" sz="850">
                <a:solidFill>
                  <a:srgbClr val="FDF0D9"/>
                </a:solidFill>
                <a:latin typeface="Calibri"/>
                <a:cs typeface="Calibri"/>
              </a:rPr>
              <a:t>©</a:t>
            </a:r>
            <a:r>
              <a:rPr dirty="0" sz="850" spc="-40">
                <a:solidFill>
                  <a:srgbClr val="FDF0D9"/>
                </a:solidFill>
                <a:latin typeface="Calibri"/>
                <a:cs typeface="Calibri"/>
              </a:rPr>
              <a:t> </a:t>
            </a:r>
            <a:r>
              <a:rPr dirty="0" sz="850">
                <a:solidFill>
                  <a:srgbClr val="FDF0D9"/>
                </a:solidFill>
                <a:latin typeface="Calibri"/>
                <a:cs typeface="Calibri"/>
              </a:rPr>
              <a:t>2020,</a:t>
            </a:r>
            <a:r>
              <a:rPr dirty="0" sz="850" spc="-45">
                <a:solidFill>
                  <a:srgbClr val="FDF0D9"/>
                </a:solidFill>
                <a:latin typeface="Calibri"/>
                <a:cs typeface="Calibri"/>
              </a:rPr>
              <a:t> </a:t>
            </a:r>
            <a:r>
              <a:rPr dirty="0" sz="850">
                <a:solidFill>
                  <a:srgbClr val="FDF0D9"/>
                </a:solidFill>
                <a:latin typeface="Calibri"/>
                <a:cs typeface="Calibri"/>
              </a:rPr>
              <a:t>Oracle</a:t>
            </a:r>
            <a:r>
              <a:rPr dirty="0" sz="850" spc="-30">
                <a:solidFill>
                  <a:srgbClr val="FDF0D9"/>
                </a:solidFill>
                <a:latin typeface="Calibri"/>
                <a:cs typeface="Calibri"/>
              </a:rPr>
              <a:t> </a:t>
            </a:r>
            <a:r>
              <a:rPr dirty="0" sz="850">
                <a:solidFill>
                  <a:srgbClr val="FDF0D9"/>
                </a:solidFill>
                <a:latin typeface="Calibri"/>
                <a:cs typeface="Calibri"/>
              </a:rPr>
              <a:t>y/o</a:t>
            </a:r>
            <a:r>
              <a:rPr dirty="0" sz="850" spc="-30">
                <a:solidFill>
                  <a:srgbClr val="FDF0D9"/>
                </a:solidFill>
                <a:latin typeface="Calibri"/>
                <a:cs typeface="Calibri"/>
              </a:rPr>
              <a:t> </a:t>
            </a:r>
            <a:r>
              <a:rPr dirty="0" sz="850">
                <a:solidFill>
                  <a:srgbClr val="FDF0D9"/>
                </a:solidFill>
                <a:latin typeface="Calibri"/>
                <a:cs typeface="Calibri"/>
              </a:rPr>
              <a:t>sus</a:t>
            </a:r>
            <a:r>
              <a:rPr dirty="0" sz="850" spc="-35">
                <a:solidFill>
                  <a:srgbClr val="FDF0D9"/>
                </a:solidFill>
                <a:latin typeface="Calibri"/>
                <a:cs typeface="Calibri"/>
              </a:rPr>
              <a:t> </a:t>
            </a:r>
            <a:r>
              <a:rPr dirty="0" sz="850">
                <a:solidFill>
                  <a:srgbClr val="FDF0D9"/>
                </a:solidFill>
                <a:latin typeface="Calibri"/>
                <a:cs typeface="Calibri"/>
              </a:rPr>
              <a:t>filiales.</a:t>
            </a:r>
            <a:r>
              <a:rPr dirty="0" sz="850" spc="-10">
                <a:solidFill>
                  <a:srgbClr val="FDF0D9"/>
                </a:solidFill>
                <a:latin typeface="Calibri"/>
                <a:cs typeface="Calibri"/>
              </a:rPr>
              <a:t> </a:t>
            </a:r>
            <a:r>
              <a:rPr dirty="0" sz="850">
                <a:solidFill>
                  <a:srgbClr val="FDF0D9"/>
                </a:solidFill>
                <a:latin typeface="Calibri"/>
                <a:cs typeface="Calibri"/>
              </a:rPr>
              <a:t>Todos</a:t>
            </a:r>
            <a:r>
              <a:rPr dirty="0" sz="850" spc="-35">
                <a:solidFill>
                  <a:srgbClr val="FDF0D9"/>
                </a:solidFill>
                <a:latin typeface="Calibri"/>
                <a:cs typeface="Calibri"/>
              </a:rPr>
              <a:t> </a:t>
            </a:r>
            <a:r>
              <a:rPr dirty="0" sz="850">
                <a:solidFill>
                  <a:srgbClr val="FDF0D9"/>
                </a:solidFill>
                <a:latin typeface="Calibri"/>
                <a:cs typeface="Calibri"/>
              </a:rPr>
              <a:t>los</a:t>
            </a:r>
            <a:r>
              <a:rPr dirty="0" sz="850" spc="-25">
                <a:solidFill>
                  <a:srgbClr val="FDF0D9"/>
                </a:solidFill>
                <a:latin typeface="Calibri"/>
                <a:cs typeface="Calibri"/>
              </a:rPr>
              <a:t> </a:t>
            </a:r>
            <a:r>
              <a:rPr dirty="0" sz="850">
                <a:solidFill>
                  <a:srgbClr val="FDF0D9"/>
                </a:solidFill>
                <a:latin typeface="Calibri"/>
                <a:cs typeface="Calibri"/>
              </a:rPr>
              <a:t>derechos</a:t>
            </a:r>
            <a:r>
              <a:rPr dirty="0" sz="850" spc="-5">
                <a:solidFill>
                  <a:srgbClr val="FDF0D9"/>
                </a:solidFill>
                <a:latin typeface="Calibri"/>
                <a:cs typeface="Calibri"/>
              </a:rPr>
              <a:t> </a:t>
            </a:r>
            <a:r>
              <a:rPr dirty="0" sz="850" spc="-10">
                <a:solidFill>
                  <a:srgbClr val="FDF0D9"/>
                </a:solidFill>
                <a:latin typeface="Calibri"/>
                <a:cs typeface="Calibri"/>
              </a:rPr>
              <a:t>reservados.</a:t>
            </a:r>
            <a:endParaRPr sz="850">
              <a:latin typeface="Calibri"/>
              <a:cs typeface="Calibri"/>
            </a:endParaRPr>
          </a:p>
        </p:txBody>
      </p:sp>
      <p:sp>
        <p:nvSpPr>
          <p:cNvPr id="7" name="object 7"/>
          <p:cNvSpPr txBox="1">
            <a:spLocks noGrp="1"/>
          </p:cNvSpPr>
          <p:nvPr>
            <p:ph type="title"/>
          </p:nvPr>
        </p:nvSpPr>
        <p:spPr>
          <a:xfrm>
            <a:off x="958315" y="862895"/>
            <a:ext cx="7047865" cy="1342390"/>
          </a:xfrm>
          <a:prstGeom prst="rect"/>
        </p:spPr>
        <p:txBody>
          <a:bodyPr wrap="square" lIns="0" tIns="153670" rIns="0" bIns="0" rtlCol="0" vert="horz">
            <a:spAutoFit/>
          </a:bodyPr>
          <a:lstStyle/>
          <a:p>
            <a:pPr marL="12700" marR="5080">
              <a:lnSpc>
                <a:spcPts val="4610"/>
              </a:lnSpc>
              <a:spcBef>
                <a:spcPts val="1210"/>
              </a:spcBef>
            </a:pPr>
            <a:r>
              <a:rPr dirty="0" sz="4800"/>
              <a:t>Database</a:t>
            </a:r>
            <a:r>
              <a:rPr dirty="0" sz="4800" spc="-190"/>
              <a:t> </a:t>
            </a:r>
            <a:r>
              <a:rPr dirty="0" sz="4800" spc="-20"/>
              <a:t>Programming</a:t>
            </a:r>
            <a:r>
              <a:rPr dirty="0" sz="4800" spc="-185"/>
              <a:t> </a:t>
            </a:r>
            <a:r>
              <a:rPr dirty="0" sz="4800" spc="-20"/>
              <a:t>with </a:t>
            </a:r>
            <a:r>
              <a:rPr dirty="0" sz="4800" spc="-25"/>
              <a:t>SQL</a:t>
            </a:r>
            <a:endParaRPr sz="4800"/>
          </a:p>
        </p:txBody>
      </p:sp>
      <p:sp>
        <p:nvSpPr>
          <p:cNvPr id="8" name="object 8" descr=""/>
          <p:cNvSpPr txBox="1"/>
          <p:nvPr/>
        </p:nvSpPr>
        <p:spPr>
          <a:xfrm>
            <a:off x="962879" y="2400950"/>
            <a:ext cx="2512695" cy="888365"/>
          </a:xfrm>
          <a:prstGeom prst="rect">
            <a:avLst/>
          </a:prstGeom>
        </p:spPr>
        <p:txBody>
          <a:bodyPr wrap="square" lIns="0" tIns="78105" rIns="0" bIns="0" rtlCol="0" vert="horz">
            <a:spAutoFit/>
          </a:bodyPr>
          <a:lstStyle/>
          <a:p>
            <a:pPr marL="12700">
              <a:lnSpc>
                <a:spcPct val="100000"/>
              </a:lnSpc>
              <a:spcBef>
                <a:spcPts val="615"/>
              </a:spcBef>
            </a:pPr>
            <a:r>
              <a:rPr dirty="0" sz="2400" spc="-10" b="1">
                <a:solidFill>
                  <a:srgbClr val="4E3629"/>
                </a:solidFill>
                <a:latin typeface="Calibri"/>
                <a:cs typeface="Calibri"/>
              </a:rPr>
              <a:t>3-</a:t>
            </a:r>
            <a:r>
              <a:rPr dirty="0" sz="2400" spc="-50" b="1">
                <a:solidFill>
                  <a:srgbClr val="4E3629"/>
                </a:solidFill>
                <a:latin typeface="Calibri"/>
                <a:cs typeface="Calibri"/>
              </a:rPr>
              <a:t>2</a:t>
            </a:r>
            <a:endParaRPr sz="2400">
              <a:latin typeface="Calibri"/>
              <a:cs typeface="Calibri"/>
            </a:endParaRPr>
          </a:p>
          <a:p>
            <a:pPr marL="12700">
              <a:lnSpc>
                <a:spcPct val="100000"/>
              </a:lnSpc>
              <a:spcBef>
                <a:spcPts val="515"/>
              </a:spcBef>
            </a:pPr>
            <a:r>
              <a:rPr dirty="0" sz="2400" b="1">
                <a:solidFill>
                  <a:srgbClr val="4E3629"/>
                </a:solidFill>
                <a:latin typeface="Calibri"/>
                <a:cs typeface="Calibri"/>
              </a:rPr>
              <a:t>Ordenación</a:t>
            </a:r>
            <a:r>
              <a:rPr dirty="0" sz="2400" spc="-65" b="1">
                <a:solidFill>
                  <a:srgbClr val="4E3629"/>
                </a:solidFill>
                <a:latin typeface="Calibri"/>
                <a:cs typeface="Calibri"/>
              </a:rPr>
              <a:t> </a:t>
            </a:r>
            <a:r>
              <a:rPr dirty="0" sz="2400" b="1">
                <a:solidFill>
                  <a:srgbClr val="4E3629"/>
                </a:solidFill>
                <a:latin typeface="Calibri"/>
                <a:cs typeface="Calibri"/>
              </a:rPr>
              <a:t>de</a:t>
            </a:r>
            <a:r>
              <a:rPr dirty="0" sz="2400" spc="-45" b="1">
                <a:solidFill>
                  <a:srgbClr val="4E3629"/>
                </a:solidFill>
                <a:latin typeface="Calibri"/>
                <a:cs typeface="Calibri"/>
              </a:rPr>
              <a:t> </a:t>
            </a:r>
            <a:r>
              <a:rPr dirty="0" sz="2400" spc="-20" b="1">
                <a:solidFill>
                  <a:srgbClr val="4E3629"/>
                </a:solidFill>
                <a:latin typeface="Calibri"/>
                <a:cs typeface="Calibri"/>
              </a:rPr>
              <a:t>Filas</a:t>
            </a:r>
            <a:endParaRPr sz="2400">
              <a:latin typeface="Calibri"/>
              <a:cs typeface="Calibri"/>
            </a:endParaRPr>
          </a:p>
        </p:txBody>
      </p:sp>
      <p:pic>
        <p:nvPicPr>
          <p:cNvPr id="9" name="object 9"/>
          <p:cNvPicPr/>
          <p:nvPr/>
        </p:nvPicPr>
        <p:blipFill>
          <a:blip r:embed="rId4" cstate="print"/>
          <a:stretch>
            <a:fillRect/>
          </a:stretch>
        </p:blipFill>
        <p:spPr>
          <a:xfrm>
            <a:off x="3698747" y="3485388"/>
            <a:ext cx="5058156" cy="29657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Cláusula</a:t>
            </a:r>
            <a:r>
              <a:rPr dirty="0" spc="-55"/>
              <a:t> </a:t>
            </a:r>
            <a:r>
              <a:rPr dirty="0"/>
              <a:t>ORDER</a:t>
            </a:r>
            <a:r>
              <a:rPr dirty="0" spc="-60"/>
              <a:t> </a:t>
            </a:r>
            <a:r>
              <a:rPr dirty="0" spc="-25"/>
              <a:t>BY</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6</a:t>
            </a:r>
          </a:p>
        </p:txBody>
      </p:sp>
      <p:sp>
        <p:nvSpPr>
          <p:cNvPr id="3" name="object 3" descr=""/>
          <p:cNvSpPr txBox="1"/>
          <p:nvPr/>
        </p:nvSpPr>
        <p:spPr>
          <a:xfrm>
            <a:off x="483552" y="1415417"/>
            <a:ext cx="7920990" cy="3829050"/>
          </a:xfrm>
          <a:prstGeom prst="rect">
            <a:avLst/>
          </a:prstGeom>
        </p:spPr>
        <p:txBody>
          <a:bodyPr wrap="square" lIns="0" tIns="59690" rIns="0" bIns="0" rtlCol="0" vert="horz">
            <a:spAutoFit/>
          </a:bodyPr>
          <a:lstStyle/>
          <a:p>
            <a:pPr marL="159385" marR="405765" indent="-147320">
              <a:lnSpc>
                <a:spcPts val="3030"/>
              </a:lnSpc>
              <a:spcBef>
                <a:spcPts val="470"/>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10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información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ordenada</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8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ascendente</a:t>
            </a:r>
            <a:r>
              <a:rPr dirty="0" u="heavy" sz="2800" spc="-70">
                <a:solidFill>
                  <a:srgbClr val="4E3629"/>
                </a:solidFill>
                <a:uFill>
                  <a:solidFill>
                    <a:srgbClr val="EC2814"/>
                  </a:solidFill>
                </a:uFill>
                <a:latin typeface="Calibri"/>
                <a:cs typeface="Calibri"/>
              </a:rPr>
              <a:t> </a:t>
            </a:r>
            <a:r>
              <a:rPr dirty="0" u="heavy" sz="2800" spc="-25">
                <a:solidFill>
                  <a:srgbClr val="4E3629"/>
                </a:solidFill>
                <a:uFill>
                  <a:solidFill>
                    <a:srgbClr val="EC2814"/>
                  </a:solidFill>
                </a:uFill>
                <a:latin typeface="Calibri"/>
                <a:cs typeface="Calibri"/>
              </a:rPr>
              <a:t>nos</a:t>
            </a:r>
            <a:r>
              <a:rPr dirty="0" sz="2800" spc="-25">
                <a:solidFill>
                  <a:srgbClr val="4E3629"/>
                </a:solidFill>
                <a:latin typeface="Calibri"/>
                <a:cs typeface="Calibri"/>
              </a:rPr>
              <a:t> </a:t>
            </a:r>
            <a:r>
              <a:rPr dirty="0" sz="2800" spc="-25">
                <a:solidFill>
                  <a:srgbClr val="4E3629"/>
                </a:solidFill>
                <a:latin typeface="Calibri"/>
                <a:cs typeface="Calibri"/>
              </a:rPr>
              <a:t>	</a:t>
            </a:r>
            <a:r>
              <a:rPr dirty="0" u="heavy" sz="2800">
                <a:solidFill>
                  <a:srgbClr val="4E3629"/>
                </a:solidFill>
                <a:uFill>
                  <a:solidFill>
                    <a:srgbClr val="EC2814"/>
                  </a:solidFill>
                </a:uFill>
                <a:latin typeface="Calibri"/>
                <a:cs typeface="Calibri"/>
              </a:rPr>
              <a:t>es</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conocida</a:t>
            </a:r>
            <a:endParaRPr sz="2800">
              <a:latin typeface="Calibri"/>
              <a:cs typeface="Calibri"/>
            </a:endParaRPr>
          </a:p>
          <a:p>
            <a:pPr marL="182880" marR="17399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lo</a:t>
            </a:r>
            <a:r>
              <a:rPr dirty="0" sz="2800" spc="-6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hace</a:t>
            </a:r>
            <a:r>
              <a:rPr dirty="0" sz="2800" spc="-6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consultar</a:t>
            </a:r>
            <a:r>
              <a:rPr dirty="0" sz="2800" spc="-45">
                <a:solidFill>
                  <a:srgbClr val="4E3629"/>
                </a:solidFill>
                <a:latin typeface="Calibri"/>
                <a:cs typeface="Calibri"/>
              </a:rPr>
              <a:t> </a:t>
            </a:r>
            <a:r>
              <a:rPr dirty="0" sz="2800">
                <a:solidFill>
                  <a:srgbClr val="4E3629"/>
                </a:solidFill>
                <a:latin typeface="Calibri"/>
                <a:cs typeface="Calibri"/>
              </a:rPr>
              <a:t>un</a:t>
            </a:r>
            <a:r>
              <a:rPr dirty="0" sz="2800" spc="-45">
                <a:solidFill>
                  <a:srgbClr val="4E3629"/>
                </a:solidFill>
                <a:latin typeface="Calibri"/>
                <a:cs typeface="Calibri"/>
              </a:rPr>
              <a:t> </a:t>
            </a:r>
            <a:r>
              <a:rPr dirty="0" sz="2800">
                <a:solidFill>
                  <a:srgbClr val="4E3629"/>
                </a:solidFill>
                <a:latin typeface="Calibri"/>
                <a:cs typeface="Calibri"/>
              </a:rPr>
              <a:t>número</a:t>
            </a:r>
            <a:r>
              <a:rPr dirty="0" sz="2800" spc="-3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agenda,</a:t>
            </a:r>
            <a:r>
              <a:rPr dirty="0" sz="2800" spc="-60">
                <a:solidFill>
                  <a:srgbClr val="4E3629"/>
                </a:solidFill>
                <a:latin typeface="Calibri"/>
                <a:cs typeface="Calibri"/>
              </a:rPr>
              <a:t> </a:t>
            </a:r>
            <a:r>
              <a:rPr dirty="0" sz="2800">
                <a:solidFill>
                  <a:srgbClr val="4E3629"/>
                </a:solidFill>
                <a:latin typeface="Calibri"/>
                <a:cs typeface="Calibri"/>
              </a:rPr>
              <a:t>buscar</a:t>
            </a:r>
            <a:r>
              <a:rPr dirty="0" sz="2800" spc="-25">
                <a:solidFill>
                  <a:srgbClr val="4E3629"/>
                </a:solidFill>
                <a:latin typeface="Calibri"/>
                <a:cs typeface="Calibri"/>
              </a:rPr>
              <a:t> </a:t>
            </a:r>
            <a:r>
              <a:rPr dirty="0" sz="2800">
                <a:solidFill>
                  <a:srgbClr val="4E3629"/>
                </a:solidFill>
                <a:latin typeface="Calibri"/>
                <a:cs typeface="Calibri"/>
              </a:rPr>
              <a:t>una</a:t>
            </a:r>
            <a:r>
              <a:rPr dirty="0" sz="2800" spc="-45">
                <a:solidFill>
                  <a:srgbClr val="4E3629"/>
                </a:solidFill>
                <a:latin typeface="Calibri"/>
                <a:cs typeface="Calibri"/>
              </a:rPr>
              <a:t> </a:t>
            </a:r>
            <a:r>
              <a:rPr dirty="0" sz="2800">
                <a:solidFill>
                  <a:srgbClr val="4E3629"/>
                </a:solidFill>
                <a:latin typeface="Calibri"/>
                <a:cs typeface="Calibri"/>
              </a:rPr>
              <a:t>palabra</a:t>
            </a:r>
            <a:r>
              <a:rPr dirty="0" sz="2800" spc="-4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el</a:t>
            </a:r>
            <a:r>
              <a:rPr dirty="0" sz="2800" spc="-65">
                <a:solidFill>
                  <a:srgbClr val="4E3629"/>
                </a:solidFill>
                <a:latin typeface="Calibri"/>
                <a:cs typeface="Calibri"/>
              </a:rPr>
              <a:t> </a:t>
            </a:r>
            <a:r>
              <a:rPr dirty="0" sz="2800" spc="-10">
                <a:solidFill>
                  <a:srgbClr val="4E3629"/>
                </a:solidFill>
                <a:latin typeface="Calibri"/>
                <a:cs typeface="Calibri"/>
              </a:rPr>
              <a:t>diccionario,</a:t>
            </a:r>
            <a:r>
              <a:rPr dirty="0" sz="2800" spc="-50">
                <a:solidFill>
                  <a:srgbClr val="4E3629"/>
                </a:solidFill>
                <a:latin typeface="Calibri"/>
                <a:cs typeface="Calibri"/>
              </a:rPr>
              <a:t> o </a:t>
            </a:r>
            <a:r>
              <a:rPr dirty="0" sz="2800" spc="-50">
                <a:solidFill>
                  <a:srgbClr val="4E3629"/>
                </a:solidFill>
                <a:latin typeface="Calibri"/>
                <a:cs typeface="Calibri"/>
              </a:rPr>
              <a:t>	</a:t>
            </a:r>
            <a:r>
              <a:rPr dirty="0" sz="2800">
                <a:solidFill>
                  <a:srgbClr val="4E3629"/>
                </a:solidFill>
                <a:latin typeface="Calibri"/>
                <a:cs typeface="Calibri"/>
              </a:rPr>
              <a:t>localizar</a:t>
            </a:r>
            <a:r>
              <a:rPr dirty="0" sz="2800" spc="-70">
                <a:solidFill>
                  <a:srgbClr val="4E3629"/>
                </a:solidFill>
                <a:latin typeface="Calibri"/>
                <a:cs typeface="Calibri"/>
              </a:rPr>
              <a:t> </a:t>
            </a:r>
            <a:r>
              <a:rPr dirty="0" sz="2800">
                <a:solidFill>
                  <a:srgbClr val="4E3629"/>
                </a:solidFill>
                <a:latin typeface="Calibri"/>
                <a:cs typeface="Calibri"/>
              </a:rPr>
              <a:t>una</a:t>
            </a:r>
            <a:r>
              <a:rPr dirty="0" sz="2800" spc="-30">
                <a:solidFill>
                  <a:srgbClr val="4E3629"/>
                </a:solidFill>
                <a:latin typeface="Calibri"/>
                <a:cs typeface="Calibri"/>
              </a:rPr>
              <a:t> </a:t>
            </a:r>
            <a:r>
              <a:rPr dirty="0" sz="2800">
                <a:solidFill>
                  <a:srgbClr val="4E3629"/>
                </a:solidFill>
                <a:latin typeface="Calibri"/>
                <a:cs typeface="Calibri"/>
              </a:rPr>
              <a:t>casa</a:t>
            </a:r>
            <a:r>
              <a:rPr dirty="0" sz="2800" spc="-50">
                <a:solidFill>
                  <a:srgbClr val="4E3629"/>
                </a:solidFill>
                <a:latin typeface="Calibri"/>
                <a:cs typeface="Calibri"/>
              </a:rPr>
              <a:t> </a:t>
            </a:r>
            <a:r>
              <a:rPr dirty="0" sz="2800">
                <a:solidFill>
                  <a:srgbClr val="4E3629"/>
                </a:solidFill>
                <a:latin typeface="Calibri"/>
                <a:cs typeface="Calibri"/>
              </a:rPr>
              <a:t>por</a:t>
            </a:r>
            <a:r>
              <a:rPr dirty="0" sz="2800" spc="-45">
                <a:solidFill>
                  <a:srgbClr val="4E3629"/>
                </a:solidFill>
                <a:latin typeface="Calibri"/>
                <a:cs typeface="Calibri"/>
              </a:rPr>
              <a:t> </a:t>
            </a:r>
            <a:r>
              <a:rPr dirty="0" sz="2800">
                <a:solidFill>
                  <a:srgbClr val="4E3629"/>
                </a:solidFill>
                <a:latin typeface="Calibri"/>
                <a:cs typeface="Calibri"/>
              </a:rPr>
              <a:t>su</a:t>
            </a:r>
            <a:r>
              <a:rPr dirty="0" sz="2800" spc="-35">
                <a:solidFill>
                  <a:srgbClr val="4E3629"/>
                </a:solidFill>
                <a:latin typeface="Calibri"/>
                <a:cs typeface="Calibri"/>
              </a:rPr>
              <a:t> </a:t>
            </a:r>
            <a:r>
              <a:rPr dirty="0" sz="2800">
                <a:solidFill>
                  <a:srgbClr val="4E3629"/>
                </a:solidFill>
                <a:latin typeface="Calibri"/>
                <a:cs typeface="Calibri"/>
              </a:rPr>
              <a:t>dirección</a:t>
            </a:r>
            <a:r>
              <a:rPr dirty="0" sz="2800" spc="-45">
                <a:solidFill>
                  <a:srgbClr val="4E3629"/>
                </a:solidFill>
                <a:latin typeface="Calibri"/>
                <a:cs typeface="Calibri"/>
              </a:rPr>
              <a:t> </a:t>
            </a:r>
            <a:r>
              <a:rPr dirty="0" sz="2800">
                <a:solidFill>
                  <a:srgbClr val="4E3629"/>
                </a:solidFill>
                <a:latin typeface="Calibri"/>
                <a:cs typeface="Calibri"/>
              </a:rPr>
              <a:t>sea</a:t>
            </a:r>
            <a:r>
              <a:rPr dirty="0" sz="2800" spc="-50">
                <a:solidFill>
                  <a:srgbClr val="4E3629"/>
                </a:solidFill>
                <a:latin typeface="Calibri"/>
                <a:cs typeface="Calibri"/>
              </a:rPr>
              <a:t> </a:t>
            </a:r>
            <a:r>
              <a:rPr dirty="0" sz="2800" spc="-10">
                <a:solidFill>
                  <a:srgbClr val="4E3629"/>
                </a:solidFill>
                <a:latin typeface="Calibri"/>
                <a:cs typeface="Calibri"/>
              </a:rPr>
              <a:t>relativamente 	fácil</a:t>
            </a:r>
            <a:endParaRPr sz="2800">
              <a:latin typeface="Calibri"/>
              <a:cs typeface="Calibri"/>
            </a:endParaRPr>
          </a:p>
          <a:p>
            <a:pPr marL="183515" indent="-170815">
              <a:lnSpc>
                <a:spcPct val="100000"/>
              </a:lnSpc>
              <a:spcBef>
                <a:spcPts val="400"/>
              </a:spcBef>
              <a:buClr>
                <a:srgbClr val="D1350F"/>
              </a:buClr>
              <a:buFont typeface="Arial MT"/>
              <a:buChar char="•"/>
              <a:tabLst>
                <a:tab pos="183515" algn="l"/>
              </a:tabLst>
            </a:pPr>
            <a:r>
              <a:rPr dirty="0" sz="2800">
                <a:solidFill>
                  <a:srgbClr val="4E3629"/>
                </a:solidFill>
                <a:latin typeface="Calibri"/>
                <a:cs typeface="Calibri"/>
              </a:rPr>
              <a:t>SQL</a:t>
            </a:r>
            <a:r>
              <a:rPr dirty="0" sz="2800" spc="-65">
                <a:solidFill>
                  <a:srgbClr val="4E3629"/>
                </a:solidFill>
                <a:latin typeface="Calibri"/>
                <a:cs typeface="Calibri"/>
              </a:rPr>
              <a:t> </a:t>
            </a:r>
            <a:r>
              <a:rPr dirty="0" u="heavy" sz="2800">
                <a:solidFill>
                  <a:srgbClr val="4E3629"/>
                </a:solidFill>
                <a:uFill>
                  <a:solidFill>
                    <a:srgbClr val="EC2814"/>
                  </a:solidFill>
                </a:uFill>
                <a:latin typeface="Calibri"/>
                <a:cs typeface="Calibri"/>
              </a:rPr>
              <a:t>utiliza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cláusula</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BY</a:t>
            </a:r>
            <a:r>
              <a:rPr dirty="0" u="heavy" sz="2800" spc="-8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para</a:t>
            </a:r>
            <a:r>
              <a:rPr dirty="0" u="heavy" sz="2800" spc="-7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ordenar</a:t>
            </a:r>
            <a:r>
              <a:rPr dirty="0" u="heavy" sz="2800" spc="-5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datos</a:t>
            </a:r>
            <a:r>
              <a:rPr dirty="0" sz="2800" spc="-10">
                <a:solidFill>
                  <a:srgbClr val="4E3629"/>
                </a:solidFill>
                <a:latin typeface="Calibri"/>
                <a:cs typeface="Calibri"/>
              </a:rPr>
              <a:t>.</a:t>
            </a:r>
            <a:endParaRPr sz="2800">
              <a:latin typeface="Calibri"/>
              <a:cs typeface="Calibri"/>
            </a:endParaRPr>
          </a:p>
          <a:p>
            <a:pPr marL="159385" marR="5080" indent="-147320">
              <a:lnSpc>
                <a:spcPts val="3030"/>
              </a:lnSpc>
              <a:spcBef>
                <a:spcPts val="835"/>
              </a:spcBef>
              <a:buClr>
                <a:srgbClr val="D1350F"/>
              </a:buClr>
              <a:buFont typeface="Arial MT"/>
              <a:buChar char="•"/>
              <a:tabLst>
                <a:tab pos="184785" algn="l"/>
              </a:tabLst>
            </a:pPr>
            <a:r>
              <a:rPr dirty="0" u="heavy" sz="2800" spc="-51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a:t>
            </a:r>
            <a:r>
              <a:rPr dirty="0" u="heavy" sz="2800" spc="-9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cláusula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ORDER</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BY</a:t>
            </a:r>
            <a:r>
              <a:rPr dirty="0" u="heavy" sz="2800" spc="-7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especificar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varias</a:t>
            </a:r>
            <a:r>
              <a:rPr dirty="0" u="heavy" sz="2800" spc="-6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formas</a:t>
            </a:r>
            <a:r>
              <a:rPr dirty="0" sz="2800" spc="-10">
                <a:solidFill>
                  <a:srgbClr val="4E3629"/>
                </a:solidFill>
                <a:latin typeface="Calibri"/>
                <a:cs typeface="Calibri"/>
              </a:rPr>
              <a:t> </a:t>
            </a:r>
            <a:r>
              <a:rPr dirty="0" sz="2800" spc="-10">
                <a:solidFill>
                  <a:srgbClr val="4E3629"/>
                </a:solidFill>
                <a:latin typeface="Calibri"/>
                <a:cs typeface="Calibri"/>
              </a:rPr>
              <a:t>	</a:t>
            </a:r>
            <a:r>
              <a:rPr dirty="0" u="heavy" sz="2800">
                <a:solidFill>
                  <a:srgbClr val="4E3629"/>
                </a:solidFill>
                <a:uFill>
                  <a:solidFill>
                    <a:srgbClr val="EC2814"/>
                  </a:solidFill>
                </a:uFill>
                <a:latin typeface="Calibri"/>
                <a:cs typeface="Calibri"/>
              </a:rPr>
              <a:t>en</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que</a:t>
            </a:r>
            <a:r>
              <a:rPr dirty="0" u="heavy" sz="2800" spc="-2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ordenar</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las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filas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devueltas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en</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2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consulta</a:t>
            </a:r>
            <a:endParaRPr sz="28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Cláusula</a:t>
            </a:r>
            <a:r>
              <a:rPr dirty="0" spc="-55"/>
              <a:t> </a:t>
            </a:r>
            <a:r>
              <a:rPr dirty="0"/>
              <a:t>ORDER</a:t>
            </a:r>
            <a:r>
              <a:rPr dirty="0" spc="-60"/>
              <a:t> </a:t>
            </a:r>
            <a:r>
              <a:rPr dirty="0" spc="-25"/>
              <a:t>BY</a:t>
            </a:r>
          </a:p>
        </p:txBody>
      </p:sp>
      <p:sp>
        <p:nvSpPr>
          <p:cNvPr id="4" name="object 4"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5" name="object 5"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6" name="object 6"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7</a:t>
            </a:r>
          </a:p>
        </p:txBody>
      </p:sp>
      <p:sp>
        <p:nvSpPr>
          <p:cNvPr id="3" name="object 3" descr=""/>
          <p:cNvSpPr txBox="1"/>
          <p:nvPr/>
        </p:nvSpPr>
        <p:spPr>
          <a:xfrm>
            <a:off x="483552" y="1365735"/>
            <a:ext cx="8131175" cy="4541520"/>
          </a:xfrm>
          <a:prstGeom prst="rect">
            <a:avLst/>
          </a:prstGeom>
        </p:spPr>
        <p:txBody>
          <a:bodyPr wrap="square" lIns="0" tIns="35560" rIns="0" bIns="0" rtlCol="0" vert="horz">
            <a:spAutoFit/>
          </a:bodyPr>
          <a:lstStyle/>
          <a:p>
            <a:pPr marL="184785" indent="-172085">
              <a:lnSpc>
                <a:spcPct val="100000"/>
              </a:lnSpc>
              <a:spcBef>
                <a:spcPts val="280"/>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El</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orden</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por</a:t>
            </a:r>
            <a:r>
              <a:rPr dirty="0" u="heavy" sz="2600" spc="-3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defecto</a:t>
            </a:r>
            <a:r>
              <a:rPr dirty="0" u="heavy" sz="2600" spc="-7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es</a:t>
            </a:r>
            <a:r>
              <a:rPr dirty="0" u="heavy" sz="2600" spc="-6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el</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orden</a:t>
            </a:r>
            <a:r>
              <a:rPr dirty="0" u="heavy" sz="2600" spc="-5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ascendente</a:t>
            </a:r>
            <a:endParaRPr sz="2600">
              <a:latin typeface="Calibri"/>
              <a:cs typeface="Calibri"/>
            </a:endParaRPr>
          </a:p>
          <a:p>
            <a:pPr marL="184785" indent="-172085">
              <a:lnSpc>
                <a:spcPct val="100000"/>
              </a:lnSpc>
              <a:spcBef>
                <a:spcPts val="180"/>
              </a:spcBef>
              <a:buClr>
                <a:srgbClr val="D1350F"/>
              </a:buClr>
              <a:buFont typeface="Arial MT"/>
              <a:buChar char="•"/>
              <a:tabLst>
                <a:tab pos="184785" algn="l"/>
              </a:tabLst>
            </a:pPr>
            <a:r>
              <a:rPr dirty="0" sz="2600">
                <a:solidFill>
                  <a:srgbClr val="4E3629"/>
                </a:solidFill>
                <a:latin typeface="Calibri"/>
                <a:cs typeface="Calibri"/>
              </a:rPr>
              <a:t>Se</a:t>
            </a:r>
            <a:r>
              <a:rPr dirty="0" sz="2600" spc="-45">
                <a:solidFill>
                  <a:srgbClr val="4E3629"/>
                </a:solidFill>
                <a:latin typeface="Calibri"/>
                <a:cs typeface="Calibri"/>
              </a:rPr>
              <a:t> </a:t>
            </a:r>
            <a:r>
              <a:rPr dirty="0" sz="2600" spc="-10">
                <a:solidFill>
                  <a:srgbClr val="4E3629"/>
                </a:solidFill>
                <a:latin typeface="Calibri"/>
                <a:cs typeface="Calibri"/>
              </a:rPr>
              <a:t>muestran</a:t>
            </a:r>
            <a:r>
              <a:rPr dirty="0" sz="2600" spc="-65">
                <a:solidFill>
                  <a:srgbClr val="4E3629"/>
                </a:solidFill>
                <a:latin typeface="Calibri"/>
                <a:cs typeface="Calibri"/>
              </a:rPr>
              <a:t> </a:t>
            </a:r>
            <a:r>
              <a:rPr dirty="0" sz="2600">
                <a:solidFill>
                  <a:srgbClr val="4E3629"/>
                </a:solidFill>
                <a:latin typeface="Calibri"/>
                <a:cs typeface="Calibri"/>
              </a:rPr>
              <a:t>los</a:t>
            </a:r>
            <a:r>
              <a:rPr dirty="0" sz="2600" spc="-30">
                <a:solidFill>
                  <a:srgbClr val="4E3629"/>
                </a:solidFill>
                <a:latin typeface="Calibri"/>
                <a:cs typeface="Calibri"/>
              </a:rPr>
              <a:t> </a:t>
            </a:r>
            <a:r>
              <a:rPr dirty="0" sz="2600" spc="-10">
                <a:solidFill>
                  <a:srgbClr val="4E3629"/>
                </a:solidFill>
                <a:latin typeface="Calibri"/>
                <a:cs typeface="Calibri"/>
              </a:rPr>
              <a:t>valores</a:t>
            </a:r>
            <a:r>
              <a:rPr dirty="0" sz="2600" spc="-40">
                <a:solidFill>
                  <a:srgbClr val="4E3629"/>
                </a:solidFill>
                <a:latin typeface="Calibri"/>
                <a:cs typeface="Calibri"/>
              </a:rPr>
              <a:t> </a:t>
            </a:r>
            <a:r>
              <a:rPr dirty="0" sz="2600">
                <a:solidFill>
                  <a:srgbClr val="4E3629"/>
                </a:solidFill>
                <a:latin typeface="Calibri"/>
                <a:cs typeface="Calibri"/>
              </a:rPr>
              <a:t>numéricos</a:t>
            </a:r>
            <a:r>
              <a:rPr dirty="0" sz="2600" spc="-50">
                <a:solidFill>
                  <a:srgbClr val="4E3629"/>
                </a:solidFill>
                <a:latin typeface="Calibri"/>
                <a:cs typeface="Calibri"/>
              </a:rPr>
              <a:t> </a:t>
            </a:r>
            <a:r>
              <a:rPr dirty="0" sz="2600">
                <a:solidFill>
                  <a:srgbClr val="4E3629"/>
                </a:solidFill>
                <a:latin typeface="Calibri"/>
                <a:cs typeface="Calibri"/>
              </a:rPr>
              <a:t>del</a:t>
            </a:r>
            <a:r>
              <a:rPr dirty="0" sz="2600" spc="-40">
                <a:solidFill>
                  <a:srgbClr val="4E3629"/>
                </a:solidFill>
                <a:latin typeface="Calibri"/>
                <a:cs typeface="Calibri"/>
              </a:rPr>
              <a:t> </a:t>
            </a:r>
            <a:r>
              <a:rPr dirty="0" sz="2600">
                <a:solidFill>
                  <a:srgbClr val="4E3629"/>
                </a:solidFill>
                <a:latin typeface="Calibri"/>
                <a:cs typeface="Calibri"/>
              </a:rPr>
              <a:t>más</a:t>
            </a:r>
            <a:r>
              <a:rPr dirty="0" sz="2600" spc="-25">
                <a:solidFill>
                  <a:srgbClr val="4E3629"/>
                </a:solidFill>
                <a:latin typeface="Calibri"/>
                <a:cs typeface="Calibri"/>
              </a:rPr>
              <a:t> </a:t>
            </a:r>
            <a:r>
              <a:rPr dirty="0" sz="2600">
                <a:solidFill>
                  <a:srgbClr val="4E3629"/>
                </a:solidFill>
                <a:latin typeface="Calibri"/>
                <a:cs typeface="Calibri"/>
              </a:rPr>
              <a:t>bajo</a:t>
            </a:r>
            <a:r>
              <a:rPr dirty="0" sz="2600" spc="-35">
                <a:solidFill>
                  <a:srgbClr val="4E3629"/>
                </a:solidFill>
                <a:latin typeface="Calibri"/>
                <a:cs typeface="Calibri"/>
              </a:rPr>
              <a:t> </a:t>
            </a:r>
            <a:r>
              <a:rPr dirty="0" sz="2600">
                <a:solidFill>
                  <a:srgbClr val="4E3629"/>
                </a:solidFill>
                <a:latin typeface="Calibri"/>
                <a:cs typeface="Calibri"/>
              </a:rPr>
              <a:t>al</a:t>
            </a:r>
            <a:r>
              <a:rPr dirty="0" sz="2600" spc="-30">
                <a:solidFill>
                  <a:srgbClr val="4E3629"/>
                </a:solidFill>
                <a:latin typeface="Calibri"/>
                <a:cs typeface="Calibri"/>
              </a:rPr>
              <a:t> </a:t>
            </a:r>
            <a:r>
              <a:rPr dirty="0" sz="2600">
                <a:solidFill>
                  <a:srgbClr val="4E3629"/>
                </a:solidFill>
                <a:latin typeface="Calibri"/>
                <a:cs typeface="Calibri"/>
              </a:rPr>
              <a:t>más</a:t>
            </a:r>
            <a:r>
              <a:rPr dirty="0" sz="2600" spc="-25">
                <a:solidFill>
                  <a:srgbClr val="4E3629"/>
                </a:solidFill>
                <a:latin typeface="Calibri"/>
                <a:cs typeface="Calibri"/>
              </a:rPr>
              <a:t> </a:t>
            </a:r>
            <a:r>
              <a:rPr dirty="0" sz="2600" spc="-20">
                <a:solidFill>
                  <a:srgbClr val="4E3629"/>
                </a:solidFill>
                <a:latin typeface="Calibri"/>
                <a:cs typeface="Calibri"/>
              </a:rPr>
              <a:t>alto</a:t>
            </a:r>
            <a:endParaRPr sz="2600">
              <a:latin typeface="Calibri"/>
              <a:cs typeface="Calibri"/>
            </a:endParaRPr>
          </a:p>
          <a:p>
            <a:pPr marL="184785" marR="116839" indent="-172720">
              <a:lnSpc>
                <a:spcPts val="2500"/>
              </a:lnSpc>
              <a:spcBef>
                <a:spcPts val="765"/>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Los</a:t>
            </a:r>
            <a:r>
              <a:rPr dirty="0" u="heavy" sz="2600" spc="-4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valores</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fecha</a:t>
            </a:r>
            <a:r>
              <a:rPr dirty="0" u="heavy" sz="2600" spc="-6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se</a:t>
            </a:r>
            <a:r>
              <a:rPr dirty="0" u="heavy" sz="2600" spc="-60">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muestran</a:t>
            </a:r>
            <a:r>
              <a:rPr dirty="0" u="heavy" sz="2600" spc="-8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con</a:t>
            </a:r>
            <a:r>
              <a:rPr dirty="0" u="heavy" sz="2600" spc="-4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el</a:t>
            </a:r>
            <a:r>
              <a:rPr dirty="0" u="heavy" sz="2600" spc="-5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valor</a:t>
            </a:r>
            <a:r>
              <a:rPr dirty="0" u="heavy" sz="2600" spc="-2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más</a:t>
            </a:r>
            <a:r>
              <a:rPr dirty="0" u="heavy" sz="2600" spc="-5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reciente</a:t>
            </a:r>
            <a:r>
              <a:rPr dirty="0" sz="2600" spc="-10">
                <a:solidFill>
                  <a:srgbClr val="4E3629"/>
                </a:solidFill>
                <a:latin typeface="Calibri"/>
                <a:cs typeface="Calibri"/>
              </a:rPr>
              <a:t> </a:t>
            </a:r>
            <a:r>
              <a:rPr dirty="0" u="heavy" sz="2600">
                <a:solidFill>
                  <a:srgbClr val="4E3629"/>
                </a:solidFill>
                <a:uFill>
                  <a:solidFill>
                    <a:srgbClr val="EC2814"/>
                  </a:solidFill>
                </a:uFill>
                <a:latin typeface="Calibri"/>
                <a:cs typeface="Calibri"/>
              </a:rPr>
              <a:t>en</a:t>
            </a:r>
            <a:r>
              <a:rPr dirty="0" u="heavy" sz="2600" spc="-3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primer</a:t>
            </a:r>
            <a:r>
              <a:rPr dirty="0" u="heavy" sz="2600" spc="-25">
                <a:solidFill>
                  <a:srgbClr val="4E3629"/>
                </a:solidFill>
                <a:uFill>
                  <a:solidFill>
                    <a:srgbClr val="EC2814"/>
                  </a:solidFill>
                </a:uFill>
                <a:latin typeface="Calibri"/>
                <a:cs typeface="Calibri"/>
              </a:rPr>
              <a:t> </a:t>
            </a:r>
            <a:r>
              <a:rPr dirty="0" u="heavy" sz="2600" spc="-20">
                <a:solidFill>
                  <a:srgbClr val="4E3629"/>
                </a:solidFill>
                <a:uFill>
                  <a:solidFill>
                    <a:srgbClr val="EC2814"/>
                  </a:solidFill>
                </a:uFill>
                <a:latin typeface="Calibri"/>
                <a:cs typeface="Calibri"/>
              </a:rPr>
              <a:t>lugar</a:t>
            </a:r>
            <a:endParaRPr sz="2600">
              <a:latin typeface="Calibri"/>
              <a:cs typeface="Calibri"/>
            </a:endParaRPr>
          </a:p>
          <a:p>
            <a:pPr marL="184785" indent="-172085">
              <a:lnSpc>
                <a:spcPct val="100000"/>
              </a:lnSpc>
              <a:spcBef>
                <a:spcPts val="195"/>
              </a:spcBef>
              <a:buClr>
                <a:srgbClr val="D1350F"/>
              </a:buClr>
              <a:buFont typeface="Arial MT"/>
              <a:buChar char="•"/>
              <a:tabLst>
                <a:tab pos="184785" algn="l"/>
              </a:tabLst>
            </a:pPr>
            <a:r>
              <a:rPr dirty="0" u="heavy" sz="2600">
                <a:solidFill>
                  <a:srgbClr val="4E3629"/>
                </a:solidFill>
                <a:uFill>
                  <a:solidFill>
                    <a:srgbClr val="EC2814"/>
                  </a:solidFill>
                </a:uFill>
                <a:latin typeface="Calibri"/>
                <a:cs typeface="Calibri"/>
              </a:rPr>
              <a:t>Los</a:t>
            </a:r>
            <a:r>
              <a:rPr dirty="0" u="heavy" sz="2600" spc="-40">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valores</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de</a:t>
            </a:r>
            <a:r>
              <a:rPr dirty="0" u="heavy" sz="2600" spc="-5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caracteres</a:t>
            </a:r>
            <a:r>
              <a:rPr dirty="0" u="heavy" sz="2600" spc="-70">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se</a:t>
            </a:r>
            <a:r>
              <a:rPr dirty="0" u="heavy" sz="2600" spc="-6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muestran</a:t>
            </a:r>
            <a:r>
              <a:rPr dirty="0" u="heavy" sz="2600" spc="-7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en</a:t>
            </a:r>
            <a:r>
              <a:rPr dirty="0" u="heavy" sz="2600" spc="-55">
                <a:solidFill>
                  <a:srgbClr val="4E3629"/>
                </a:solidFill>
                <a:uFill>
                  <a:solidFill>
                    <a:srgbClr val="EC2814"/>
                  </a:solidFill>
                </a:uFill>
                <a:latin typeface="Calibri"/>
                <a:cs typeface="Calibri"/>
              </a:rPr>
              <a:t> </a:t>
            </a:r>
            <a:r>
              <a:rPr dirty="0" u="heavy" sz="2600">
                <a:solidFill>
                  <a:srgbClr val="4E3629"/>
                </a:solidFill>
                <a:uFill>
                  <a:solidFill>
                    <a:srgbClr val="EC2814"/>
                  </a:solidFill>
                </a:uFill>
                <a:latin typeface="Calibri"/>
                <a:cs typeface="Calibri"/>
              </a:rPr>
              <a:t>orden</a:t>
            </a:r>
            <a:r>
              <a:rPr dirty="0" u="heavy" sz="2600" spc="-55">
                <a:solidFill>
                  <a:srgbClr val="4E3629"/>
                </a:solidFill>
                <a:uFill>
                  <a:solidFill>
                    <a:srgbClr val="EC2814"/>
                  </a:solidFill>
                </a:uFill>
                <a:latin typeface="Calibri"/>
                <a:cs typeface="Calibri"/>
              </a:rPr>
              <a:t> </a:t>
            </a:r>
            <a:r>
              <a:rPr dirty="0" u="heavy" sz="2600" spc="-10">
                <a:solidFill>
                  <a:srgbClr val="4E3629"/>
                </a:solidFill>
                <a:uFill>
                  <a:solidFill>
                    <a:srgbClr val="EC2814"/>
                  </a:solidFill>
                </a:uFill>
                <a:latin typeface="Calibri"/>
                <a:cs typeface="Calibri"/>
              </a:rPr>
              <a:t>alfabético</a:t>
            </a:r>
            <a:endParaRPr sz="2600">
              <a:latin typeface="Calibri"/>
              <a:cs typeface="Calibri"/>
            </a:endParaRPr>
          </a:p>
          <a:p>
            <a:pPr marL="184785" marR="342900"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Los</a:t>
            </a:r>
            <a:r>
              <a:rPr dirty="0" sz="2600" spc="-45">
                <a:solidFill>
                  <a:srgbClr val="4E3629"/>
                </a:solidFill>
                <a:latin typeface="Calibri"/>
                <a:cs typeface="Calibri"/>
              </a:rPr>
              <a:t> </a:t>
            </a:r>
            <a:r>
              <a:rPr dirty="0" sz="2600" spc="-10">
                <a:solidFill>
                  <a:srgbClr val="4E3629"/>
                </a:solidFill>
                <a:latin typeface="Calibri"/>
                <a:cs typeface="Calibri"/>
              </a:rPr>
              <a:t>valores</a:t>
            </a:r>
            <a:r>
              <a:rPr dirty="0" sz="2600" spc="-50">
                <a:solidFill>
                  <a:srgbClr val="4E3629"/>
                </a:solidFill>
                <a:latin typeface="Calibri"/>
                <a:cs typeface="Calibri"/>
              </a:rPr>
              <a:t> </a:t>
            </a:r>
            <a:r>
              <a:rPr dirty="0" sz="2600">
                <a:solidFill>
                  <a:srgbClr val="4E3629"/>
                </a:solidFill>
                <a:latin typeface="Calibri"/>
                <a:cs typeface="Calibri"/>
              </a:rPr>
              <a:t>nulos</a:t>
            </a:r>
            <a:r>
              <a:rPr dirty="0" sz="2600" spc="-50">
                <a:solidFill>
                  <a:srgbClr val="4E3629"/>
                </a:solidFill>
                <a:latin typeface="Calibri"/>
                <a:cs typeface="Calibri"/>
              </a:rPr>
              <a:t> </a:t>
            </a:r>
            <a:r>
              <a:rPr dirty="0" sz="2600">
                <a:solidFill>
                  <a:srgbClr val="4E3629"/>
                </a:solidFill>
                <a:latin typeface="Calibri"/>
                <a:cs typeface="Calibri"/>
              </a:rPr>
              <a:t>se</a:t>
            </a:r>
            <a:r>
              <a:rPr dirty="0" sz="2600" spc="-60">
                <a:solidFill>
                  <a:srgbClr val="4E3629"/>
                </a:solidFill>
                <a:latin typeface="Calibri"/>
                <a:cs typeface="Calibri"/>
              </a:rPr>
              <a:t> </a:t>
            </a:r>
            <a:r>
              <a:rPr dirty="0" sz="2600" spc="-10">
                <a:solidFill>
                  <a:srgbClr val="4E3629"/>
                </a:solidFill>
                <a:latin typeface="Calibri"/>
                <a:cs typeface="Calibri"/>
              </a:rPr>
              <a:t>muestran</a:t>
            </a:r>
            <a:r>
              <a:rPr dirty="0" sz="2600" spc="-70">
                <a:solidFill>
                  <a:srgbClr val="4E3629"/>
                </a:solidFill>
                <a:latin typeface="Calibri"/>
                <a:cs typeface="Calibri"/>
              </a:rPr>
              <a:t> </a:t>
            </a:r>
            <a:r>
              <a:rPr dirty="0" sz="2600">
                <a:solidFill>
                  <a:srgbClr val="4E3629"/>
                </a:solidFill>
                <a:latin typeface="Calibri"/>
                <a:cs typeface="Calibri"/>
              </a:rPr>
              <a:t>al</a:t>
            </a:r>
            <a:r>
              <a:rPr dirty="0" sz="2600" spc="-35">
                <a:solidFill>
                  <a:srgbClr val="4E3629"/>
                </a:solidFill>
                <a:latin typeface="Calibri"/>
                <a:cs typeface="Calibri"/>
              </a:rPr>
              <a:t> </a:t>
            </a:r>
            <a:r>
              <a:rPr dirty="0" sz="2600">
                <a:solidFill>
                  <a:srgbClr val="4E3629"/>
                </a:solidFill>
                <a:latin typeface="Calibri"/>
                <a:cs typeface="Calibri"/>
              </a:rPr>
              <a:t>final</a:t>
            </a:r>
            <a:r>
              <a:rPr dirty="0" sz="2600" spc="-35">
                <a:solidFill>
                  <a:srgbClr val="4E3629"/>
                </a:solidFill>
                <a:latin typeface="Calibri"/>
                <a:cs typeface="Calibri"/>
              </a:rPr>
              <a:t> </a:t>
            </a:r>
            <a:r>
              <a:rPr dirty="0" sz="2600">
                <a:solidFill>
                  <a:srgbClr val="4E3629"/>
                </a:solidFill>
                <a:latin typeface="Calibri"/>
                <a:cs typeface="Calibri"/>
              </a:rPr>
              <a:t>para</a:t>
            </a:r>
            <a:r>
              <a:rPr dirty="0" sz="2600" spc="-50">
                <a:solidFill>
                  <a:srgbClr val="4E3629"/>
                </a:solidFill>
                <a:latin typeface="Calibri"/>
                <a:cs typeface="Calibri"/>
              </a:rPr>
              <a:t> </a:t>
            </a:r>
            <a:r>
              <a:rPr dirty="0" sz="2600">
                <a:solidFill>
                  <a:srgbClr val="4E3629"/>
                </a:solidFill>
                <a:latin typeface="Calibri"/>
                <a:cs typeface="Calibri"/>
              </a:rPr>
              <a:t>las</a:t>
            </a:r>
            <a:r>
              <a:rPr dirty="0" sz="2600" spc="-30">
                <a:solidFill>
                  <a:srgbClr val="4E3629"/>
                </a:solidFill>
                <a:latin typeface="Calibri"/>
                <a:cs typeface="Calibri"/>
              </a:rPr>
              <a:t> </a:t>
            </a:r>
            <a:r>
              <a:rPr dirty="0" sz="2600" spc="-10">
                <a:solidFill>
                  <a:srgbClr val="4E3629"/>
                </a:solidFill>
                <a:latin typeface="Calibri"/>
                <a:cs typeface="Calibri"/>
              </a:rPr>
              <a:t>secuencias ascendentes</a:t>
            </a:r>
            <a:r>
              <a:rPr dirty="0" sz="2600" spc="-65">
                <a:solidFill>
                  <a:srgbClr val="4E3629"/>
                </a:solidFill>
                <a:latin typeface="Calibri"/>
                <a:cs typeface="Calibri"/>
              </a:rPr>
              <a:t> </a:t>
            </a:r>
            <a:r>
              <a:rPr dirty="0" sz="2600">
                <a:solidFill>
                  <a:srgbClr val="4E3629"/>
                </a:solidFill>
                <a:latin typeface="Calibri"/>
                <a:cs typeface="Calibri"/>
              </a:rPr>
              <a:t>y</a:t>
            </a:r>
            <a:r>
              <a:rPr dirty="0" sz="2600" spc="-30">
                <a:solidFill>
                  <a:srgbClr val="4E3629"/>
                </a:solidFill>
                <a:latin typeface="Calibri"/>
                <a:cs typeface="Calibri"/>
              </a:rPr>
              <a:t> </a:t>
            </a:r>
            <a:r>
              <a:rPr dirty="0" sz="2600">
                <a:solidFill>
                  <a:srgbClr val="4E3629"/>
                </a:solidFill>
                <a:latin typeface="Calibri"/>
                <a:cs typeface="Calibri"/>
              </a:rPr>
              <a:t>al</a:t>
            </a:r>
            <a:r>
              <a:rPr dirty="0" sz="2600" spc="-30">
                <a:solidFill>
                  <a:srgbClr val="4E3629"/>
                </a:solidFill>
                <a:latin typeface="Calibri"/>
                <a:cs typeface="Calibri"/>
              </a:rPr>
              <a:t> </a:t>
            </a:r>
            <a:r>
              <a:rPr dirty="0" sz="2600">
                <a:solidFill>
                  <a:srgbClr val="4E3629"/>
                </a:solidFill>
                <a:latin typeface="Calibri"/>
                <a:cs typeface="Calibri"/>
              </a:rPr>
              <a:t>principio</a:t>
            </a:r>
            <a:r>
              <a:rPr dirty="0" sz="2600" spc="-45">
                <a:solidFill>
                  <a:srgbClr val="4E3629"/>
                </a:solidFill>
                <a:latin typeface="Calibri"/>
                <a:cs typeface="Calibri"/>
              </a:rPr>
              <a:t> </a:t>
            </a:r>
            <a:r>
              <a:rPr dirty="0" sz="2600">
                <a:solidFill>
                  <a:srgbClr val="4E3629"/>
                </a:solidFill>
                <a:latin typeface="Calibri"/>
                <a:cs typeface="Calibri"/>
              </a:rPr>
              <a:t>para</a:t>
            </a:r>
            <a:r>
              <a:rPr dirty="0" sz="2600" spc="-40">
                <a:solidFill>
                  <a:srgbClr val="4E3629"/>
                </a:solidFill>
                <a:latin typeface="Calibri"/>
                <a:cs typeface="Calibri"/>
              </a:rPr>
              <a:t> </a:t>
            </a:r>
            <a:r>
              <a:rPr dirty="0" sz="2600">
                <a:solidFill>
                  <a:srgbClr val="4E3629"/>
                </a:solidFill>
                <a:latin typeface="Calibri"/>
                <a:cs typeface="Calibri"/>
              </a:rPr>
              <a:t>las</a:t>
            </a:r>
            <a:r>
              <a:rPr dirty="0" sz="2600" spc="-45">
                <a:solidFill>
                  <a:srgbClr val="4E3629"/>
                </a:solidFill>
                <a:latin typeface="Calibri"/>
                <a:cs typeface="Calibri"/>
              </a:rPr>
              <a:t> </a:t>
            </a:r>
            <a:r>
              <a:rPr dirty="0" sz="2600" spc="-10">
                <a:solidFill>
                  <a:srgbClr val="4E3629"/>
                </a:solidFill>
                <a:latin typeface="Calibri"/>
                <a:cs typeface="Calibri"/>
              </a:rPr>
              <a:t>secuencias descendentes</a:t>
            </a:r>
            <a:endParaRPr sz="2600">
              <a:latin typeface="Calibri"/>
              <a:cs typeface="Calibri"/>
            </a:endParaRPr>
          </a:p>
          <a:p>
            <a:pPr marL="184785" marR="737235" indent="-172720">
              <a:lnSpc>
                <a:spcPts val="2500"/>
              </a:lnSpc>
              <a:spcBef>
                <a:spcPts val="780"/>
              </a:spcBef>
              <a:buClr>
                <a:srgbClr val="D1350F"/>
              </a:buClr>
              <a:buFont typeface="Arial MT"/>
              <a:buChar char="•"/>
              <a:tabLst>
                <a:tab pos="184785" algn="l"/>
              </a:tabLst>
            </a:pPr>
            <a:r>
              <a:rPr dirty="0" sz="2600">
                <a:solidFill>
                  <a:srgbClr val="4E3629"/>
                </a:solidFill>
                <a:latin typeface="Calibri"/>
                <a:cs typeface="Calibri"/>
              </a:rPr>
              <a:t>NULLS</a:t>
            </a:r>
            <a:r>
              <a:rPr dirty="0" sz="2600" spc="-60">
                <a:solidFill>
                  <a:srgbClr val="4E3629"/>
                </a:solidFill>
                <a:latin typeface="Calibri"/>
                <a:cs typeface="Calibri"/>
              </a:rPr>
              <a:t> </a:t>
            </a:r>
            <a:r>
              <a:rPr dirty="0" sz="2600">
                <a:solidFill>
                  <a:srgbClr val="4E3629"/>
                </a:solidFill>
                <a:latin typeface="Calibri"/>
                <a:cs typeface="Calibri"/>
              </a:rPr>
              <a:t>FIRST</a:t>
            </a:r>
            <a:r>
              <a:rPr dirty="0" sz="2600" spc="-55">
                <a:solidFill>
                  <a:srgbClr val="4E3629"/>
                </a:solidFill>
                <a:latin typeface="Calibri"/>
                <a:cs typeface="Calibri"/>
              </a:rPr>
              <a:t> </a:t>
            </a:r>
            <a:r>
              <a:rPr dirty="0" sz="2600">
                <a:solidFill>
                  <a:srgbClr val="4E3629"/>
                </a:solidFill>
                <a:latin typeface="Calibri"/>
                <a:cs typeface="Calibri"/>
              </a:rPr>
              <a:t>especifica</a:t>
            </a:r>
            <a:r>
              <a:rPr dirty="0" sz="2600" spc="-75">
                <a:solidFill>
                  <a:srgbClr val="4E3629"/>
                </a:solidFill>
                <a:latin typeface="Calibri"/>
                <a:cs typeface="Calibri"/>
              </a:rPr>
              <a:t> </a:t>
            </a:r>
            <a:r>
              <a:rPr dirty="0" sz="2600">
                <a:solidFill>
                  <a:srgbClr val="4E3629"/>
                </a:solidFill>
                <a:latin typeface="Calibri"/>
                <a:cs typeface="Calibri"/>
              </a:rPr>
              <a:t>que</a:t>
            </a:r>
            <a:r>
              <a:rPr dirty="0" sz="2600" spc="-60">
                <a:solidFill>
                  <a:srgbClr val="4E3629"/>
                </a:solidFill>
                <a:latin typeface="Calibri"/>
                <a:cs typeface="Calibri"/>
              </a:rPr>
              <a:t> </a:t>
            </a:r>
            <a:r>
              <a:rPr dirty="0" sz="2600">
                <a:solidFill>
                  <a:srgbClr val="4E3629"/>
                </a:solidFill>
                <a:latin typeface="Calibri"/>
                <a:cs typeface="Calibri"/>
              </a:rPr>
              <a:t>los</a:t>
            </a:r>
            <a:r>
              <a:rPr dirty="0" sz="2600" spc="-40">
                <a:solidFill>
                  <a:srgbClr val="4E3629"/>
                </a:solidFill>
                <a:latin typeface="Calibri"/>
                <a:cs typeface="Calibri"/>
              </a:rPr>
              <a:t> </a:t>
            </a:r>
            <a:r>
              <a:rPr dirty="0" sz="2600" spc="-10">
                <a:solidFill>
                  <a:srgbClr val="4E3629"/>
                </a:solidFill>
                <a:latin typeface="Calibri"/>
                <a:cs typeface="Calibri"/>
              </a:rPr>
              <a:t>valores</a:t>
            </a:r>
            <a:r>
              <a:rPr dirty="0" sz="2600" spc="-50">
                <a:solidFill>
                  <a:srgbClr val="4E3629"/>
                </a:solidFill>
                <a:latin typeface="Calibri"/>
                <a:cs typeface="Calibri"/>
              </a:rPr>
              <a:t> </a:t>
            </a:r>
            <a:r>
              <a:rPr dirty="0" sz="2600">
                <a:solidFill>
                  <a:srgbClr val="4E3629"/>
                </a:solidFill>
                <a:latin typeface="Calibri"/>
                <a:cs typeface="Calibri"/>
              </a:rPr>
              <a:t>nulos</a:t>
            </a:r>
            <a:r>
              <a:rPr dirty="0" sz="2600" spc="-50">
                <a:solidFill>
                  <a:srgbClr val="4E3629"/>
                </a:solidFill>
                <a:latin typeface="Calibri"/>
                <a:cs typeface="Calibri"/>
              </a:rPr>
              <a:t> </a:t>
            </a:r>
            <a:r>
              <a:rPr dirty="0" sz="2600">
                <a:solidFill>
                  <a:srgbClr val="4E3629"/>
                </a:solidFill>
                <a:latin typeface="Calibri"/>
                <a:cs typeface="Calibri"/>
              </a:rPr>
              <a:t>se</a:t>
            </a:r>
            <a:r>
              <a:rPr dirty="0" sz="2600" spc="-55">
                <a:solidFill>
                  <a:srgbClr val="4E3629"/>
                </a:solidFill>
                <a:latin typeface="Calibri"/>
                <a:cs typeface="Calibri"/>
              </a:rPr>
              <a:t> </a:t>
            </a:r>
            <a:r>
              <a:rPr dirty="0" sz="2600" spc="-10">
                <a:solidFill>
                  <a:srgbClr val="4E3629"/>
                </a:solidFill>
                <a:latin typeface="Calibri"/>
                <a:cs typeface="Calibri"/>
              </a:rPr>
              <a:t>deben </a:t>
            </a:r>
            <a:r>
              <a:rPr dirty="0" sz="2600">
                <a:solidFill>
                  <a:srgbClr val="4E3629"/>
                </a:solidFill>
                <a:latin typeface="Calibri"/>
                <a:cs typeface="Calibri"/>
              </a:rPr>
              <a:t>devolver</a:t>
            </a:r>
            <a:r>
              <a:rPr dirty="0" sz="2600" spc="-90">
                <a:solidFill>
                  <a:srgbClr val="4E3629"/>
                </a:solidFill>
                <a:latin typeface="Calibri"/>
                <a:cs typeface="Calibri"/>
              </a:rPr>
              <a:t> </a:t>
            </a:r>
            <a:r>
              <a:rPr dirty="0" sz="2600">
                <a:solidFill>
                  <a:srgbClr val="4E3629"/>
                </a:solidFill>
                <a:latin typeface="Calibri"/>
                <a:cs typeface="Calibri"/>
              </a:rPr>
              <a:t>antes</a:t>
            </a:r>
            <a:r>
              <a:rPr dirty="0" sz="2600" spc="-90">
                <a:solidFill>
                  <a:srgbClr val="4E3629"/>
                </a:solidFill>
                <a:latin typeface="Calibri"/>
                <a:cs typeface="Calibri"/>
              </a:rPr>
              <a:t> </a:t>
            </a:r>
            <a:r>
              <a:rPr dirty="0" sz="2600">
                <a:solidFill>
                  <a:srgbClr val="4E3629"/>
                </a:solidFill>
                <a:latin typeface="Calibri"/>
                <a:cs typeface="Calibri"/>
              </a:rPr>
              <a:t>los</a:t>
            </a:r>
            <a:r>
              <a:rPr dirty="0" sz="2600" spc="-65">
                <a:solidFill>
                  <a:srgbClr val="4E3629"/>
                </a:solidFill>
                <a:latin typeface="Calibri"/>
                <a:cs typeface="Calibri"/>
              </a:rPr>
              <a:t> </a:t>
            </a:r>
            <a:r>
              <a:rPr dirty="0" sz="2600">
                <a:solidFill>
                  <a:srgbClr val="4E3629"/>
                </a:solidFill>
                <a:latin typeface="Calibri"/>
                <a:cs typeface="Calibri"/>
              </a:rPr>
              <a:t>valores</a:t>
            </a:r>
            <a:r>
              <a:rPr dirty="0" sz="2600" spc="-70">
                <a:solidFill>
                  <a:srgbClr val="4E3629"/>
                </a:solidFill>
                <a:latin typeface="Calibri"/>
                <a:cs typeface="Calibri"/>
              </a:rPr>
              <a:t> </a:t>
            </a:r>
            <a:r>
              <a:rPr dirty="0" sz="2600">
                <a:solidFill>
                  <a:srgbClr val="4E3629"/>
                </a:solidFill>
                <a:latin typeface="Calibri"/>
                <a:cs typeface="Calibri"/>
              </a:rPr>
              <a:t>no</a:t>
            </a:r>
            <a:r>
              <a:rPr dirty="0" sz="2600" spc="-70">
                <a:solidFill>
                  <a:srgbClr val="4E3629"/>
                </a:solidFill>
                <a:latin typeface="Calibri"/>
                <a:cs typeface="Calibri"/>
              </a:rPr>
              <a:t> </a:t>
            </a:r>
            <a:r>
              <a:rPr dirty="0" sz="2600" spc="-10">
                <a:solidFill>
                  <a:srgbClr val="4E3629"/>
                </a:solidFill>
                <a:latin typeface="Calibri"/>
                <a:cs typeface="Calibri"/>
              </a:rPr>
              <a:t>nulos</a:t>
            </a:r>
            <a:endParaRPr sz="2600">
              <a:latin typeface="Calibri"/>
              <a:cs typeface="Calibri"/>
            </a:endParaRPr>
          </a:p>
          <a:p>
            <a:pPr marL="184785" marR="819150" indent="-172720">
              <a:lnSpc>
                <a:spcPts val="2500"/>
              </a:lnSpc>
              <a:spcBef>
                <a:spcPts val="800"/>
              </a:spcBef>
              <a:buClr>
                <a:srgbClr val="D1350F"/>
              </a:buClr>
              <a:buFont typeface="Arial MT"/>
              <a:buChar char="•"/>
              <a:tabLst>
                <a:tab pos="184785" algn="l"/>
              </a:tabLst>
            </a:pPr>
            <a:r>
              <a:rPr dirty="0" sz="2600">
                <a:solidFill>
                  <a:srgbClr val="4E3629"/>
                </a:solidFill>
                <a:latin typeface="Calibri"/>
                <a:cs typeface="Calibri"/>
              </a:rPr>
              <a:t>NULLS</a:t>
            </a:r>
            <a:r>
              <a:rPr dirty="0" sz="2600" spc="-60">
                <a:solidFill>
                  <a:srgbClr val="4E3629"/>
                </a:solidFill>
                <a:latin typeface="Calibri"/>
                <a:cs typeface="Calibri"/>
              </a:rPr>
              <a:t> </a:t>
            </a:r>
            <a:r>
              <a:rPr dirty="0" sz="2600">
                <a:solidFill>
                  <a:srgbClr val="4E3629"/>
                </a:solidFill>
                <a:latin typeface="Calibri"/>
                <a:cs typeface="Calibri"/>
              </a:rPr>
              <a:t>LAST</a:t>
            </a:r>
            <a:r>
              <a:rPr dirty="0" sz="2600" spc="-55">
                <a:solidFill>
                  <a:srgbClr val="4E3629"/>
                </a:solidFill>
                <a:latin typeface="Calibri"/>
                <a:cs typeface="Calibri"/>
              </a:rPr>
              <a:t> </a:t>
            </a:r>
            <a:r>
              <a:rPr dirty="0" sz="2600">
                <a:solidFill>
                  <a:srgbClr val="4E3629"/>
                </a:solidFill>
                <a:latin typeface="Calibri"/>
                <a:cs typeface="Calibri"/>
              </a:rPr>
              <a:t>especifica</a:t>
            </a:r>
            <a:r>
              <a:rPr dirty="0" sz="2600" spc="-70">
                <a:solidFill>
                  <a:srgbClr val="4E3629"/>
                </a:solidFill>
                <a:latin typeface="Calibri"/>
                <a:cs typeface="Calibri"/>
              </a:rPr>
              <a:t> </a:t>
            </a:r>
            <a:r>
              <a:rPr dirty="0" sz="2600">
                <a:solidFill>
                  <a:srgbClr val="4E3629"/>
                </a:solidFill>
                <a:latin typeface="Calibri"/>
                <a:cs typeface="Calibri"/>
              </a:rPr>
              <a:t>que</a:t>
            </a:r>
            <a:r>
              <a:rPr dirty="0" sz="2600" spc="-45">
                <a:solidFill>
                  <a:srgbClr val="4E3629"/>
                </a:solidFill>
                <a:latin typeface="Calibri"/>
                <a:cs typeface="Calibri"/>
              </a:rPr>
              <a:t> </a:t>
            </a:r>
            <a:r>
              <a:rPr dirty="0" sz="2600">
                <a:solidFill>
                  <a:srgbClr val="4E3629"/>
                </a:solidFill>
                <a:latin typeface="Calibri"/>
                <a:cs typeface="Calibri"/>
              </a:rPr>
              <a:t>los</a:t>
            </a:r>
            <a:r>
              <a:rPr dirty="0" sz="2600" spc="-35">
                <a:solidFill>
                  <a:srgbClr val="4E3629"/>
                </a:solidFill>
                <a:latin typeface="Calibri"/>
                <a:cs typeface="Calibri"/>
              </a:rPr>
              <a:t> </a:t>
            </a:r>
            <a:r>
              <a:rPr dirty="0" sz="2600" spc="-10">
                <a:solidFill>
                  <a:srgbClr val="4E3629"/>
                </a:solidFill>
                <a:latin typeface="Calibri"/>
                <a:cs typeface="Calibri"/>
              </a:rPr>
              <a:t>valores</a:t>
            </a:r>
            <a:r>
              <a:rPr dirty="0" sz="2600" spc="-45">
                <a:solidFill>
                  <a:srgbClr val="4E3629"/>
                </a:solidFill>
                <a:latin typeface="Calibri"/>
                <a:cs typeface="Calibri"/>
              </a:rPr>
              <a:t> </a:t>
            </a:r>
            <a:r>
              <a:rPr dirty="0" sz="2600">
                <a:solidFill>
                  <a:srgbClr val="4E3629"/>
                </a:solidFill>
                <a:latin typeface="Calibri"/>
                <a:cs typeface="Calibri"/>
              </a:rPr>
              <a:t>nulos</a:t>
            </a:r>
            <a:r>
              <a:rPr dirty="0" sz="2600" spc="-50">
                <a:solidFill>
                  <a:srgbClr val="4E3629"/>
                </a:solidFill>
                <a:latin typeface="Calibri"/>
                <a:cs typeface="Calibri"/>
              </a:rPr>
              <a:t> </a:t>
            </a:r>
            <a:r>
              <a:rPr dirty="0" sz="2600">
                <a:solidFill>
                  <a:srgbClr val="4E3629"/>
                </a:solidFill>
                <a:latin typeface="Calibri"/>
                <a:cs typeface="Calibri"/>
              </a:rPr>
              <a:t>se</a:t>
            </a:r>
            <a:r>
              <a:rPr dirty="0" sz="2600" spc="-45">
                <a:solidFill>
                  <a:srgbClr val="4E3629"/>
                </a:solidFill>
                <a:latin typeface="Calibri"/>
                <a:cs typeface="Calibri"/>
              </a:rPr>
              <a:t> </a:t>
            </a:r>
            <a:r>
              <a:rPr dirty="0" sz="2600" spc="-20">
                <a:solidFill>
                  <a:srgbClr val="4E3629"/>
                </a:solidFill>
                <a:latin typeface="Calibri"/>
                <a:cs typeface="Calibri"/>
              </a:rPr>
              <a:t>deben </a:t>
            </a:r>
            <a:r>
              <a:rPr dirty="0" sz="2600">
                <a:solidFill>
                  <a:srgbClr val="4E3629"/>
                </a:solidFill>
                <a:latin typeface="Calibri"/>
                <a:cs typeface="Calibri"/>
              </a:rPr>
              <a:t>devolver</a:t>
            </a:r>
            <a:r>
              <a:rPr dirty="0" sz="2600" spc="-80">
                <a:solidFill>
                  <a:srgbClr val="4E3629"/>
                </a:solidFill>
                <a:latin typeface="Calibri"/>
                <a:cs typeface="Calibri"/>
              </a:rPr>
              <a:t> </a:t>
            </a:r>
            <a:r>
              <a:rPr dirty="0" sz="2600">
                <a:solidFill>
                  <a:srgbClr val="4E3629"/>
                </a:solidFill>
                <a:latin typeface="Calibri"/>
                <a:cs typeface="Calibri"/>
              </a:rPr>
              <a:t>después</a:t>
            </a:r>
            <a:r>
              <a:rPr dirty="0" sz="2600" spc="-105">
                <a:solidFill>
                  <a:srgbClr val="4E3629"/>
                </a:solidFill>
                <a:latin typeface="Calibri"/>
                <a:cs typeface="Calibri"/>
              </a:rPr>
              <a:t> </a:t>
            </a:r>
            <a:r>
              <a:rPr dirty="0" sz="2600">
                <a:solidFill>
                  <a:srgbClr val="4E3629"/>
                </a:solidFill>
                <a:latin typeface="Calibri"/>
                <a:cs typeface="Calibri"/>
              </a:rPr>
              <a:t>los</a:t>
            </a:r>
            <a:r>
              <a:rPr dirty="0" sz="2600" spc="-60">
                <a:solidFill>
                  <a:srgbClr val="4E3629"/>
                </a:solidFill>
                <a:latin typeface="Calibri"/>
                <a:cs typeface="Calibri"/>
              </a:rPr>
              <a:t> </a:t>
            </a:r>
            <a:r>
              <a:rPr dirty="0" sz="2600">
                <a:solidFill>
                  <a:srgbClr val="4E3629"/>
                </a:solidFill>
                <a:latin typeface="Calibri"/>
                <a:cs typeface="Calibri"/>
              </a:rPr>
              <a:t>valores</a:t>
            </a:r>
            <a:r>
              <a:rPr dirty="0" sz="2600" spc="-60">
                <a:solidFill>
                  <a:srgbClr val="4E3629"/>
                </a:solidFill>
                <a:latin typeface="Calibri"/>
                <a:cs typeface="Calibri"/>
              </a:rPr>
              <a:t> </a:t>
            </a:r>
            <a:r>
              <a:rPr dirty="0" sz="2600">
                <a:solidFill>
                  <a:srgbClr val="4E3629"/>
                </a:solidFill>
                <a:latin typeface="Calibri"/>
                <a:cs typeface="Calibri"/>
              </a:rPr>
              <a:t>no</a:t>
            </a:r>
            <a:r>
              <a:rPr dirty="0" sz="2600" spc="-65">
                <a:solidFill>
                  <a:srgbClr val="4E3629"/>
                </a:solidFill>
                <a:latin typeface="Calibri"/>
                <a:cs typeface="Calibri"/>
              </a:rPr>
              <a:t> </a:t>
            </a:r>
            <a:r>
              <a:rPr dirty="0" sz="2600" spc="-10">
                <a:solidFill>
                  <a:srgbClr val="4E3629"/>
                </a:solidFill>
                <a:latin typeface="Calibri"/>
                <a:cs typeface="Calibri"/>
              </a:rPr>
              <a:t>nulos</a:t>
            </a:r>
            <a:endParaRPr sz="260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Cláusula</a:t>
            </a:r>
            <a:r>
              <a:rPr dirty="0" spc="-55"/>
              <a:t> </a:t>
            </a:r>
            <a:r>
              <a:rPr dirty="0"/>
              <a:t>ORDER</a:t>
            </a:r>
            <a:r>
              <a:rPr dirty="0" spc="-60"/>
              <a:t> </a:t>
            </a:r>
            <a:r>
              <a:rPr dirty="0" spc="-25"/>
              <a:t>BY</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8</a:t>
            </a:r>
          </a:p>
        </p:txBody>
      </p:sp>
      <p:sp>
        <p:nvSpPr>
          <p:cNvPr id="3" name="object 3" descr=""/>
          <p:cNvSpPr txBox="1"/>
          <p:nvPr/>
        </p:nvSpPr>
        <p:spPr>
          <a:xfrm>
            <a:off x="483552" y="1415417"/>
            <a:ext cx="8086725" cy="2090420"/>
          </a:xfrm>
          <a:prstGeom prst="rect">
            <a:avLst/>
          </a:prstGeom>
        </p:spPr>
        <p:txBody>
          <a:bodyPr wrap="square" lIns="0" tIns="59690" rIns="0" bIns="0" rtlCol="0" vert="horz">
            <a:spAutoFit/>
          </a:bodyPr>
          <a:lstStyle/>
          <a:p>
            <a:pPr marL="182880" marR="368935"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80">
                <a:solidFill>
                  <a:srgbClr val="4E3629"/>
                </a:solidFill>
                <a:latin typeface="Calibri"/>
                <a:cs typeface="Calibri"/>
              </a:rPr>
              <a:t> </a:t>
            </a:r>
            <a:r>
              <a:rPr dirty="0" sz="2800">
                <a:solidFill>
                  <a:srgbClr val="4E3629"/>
                </a:solidFill>
                <a:latin typeface="Calibri"/>
                <a:cs typeface="Calibri"/>
              </a:rPr>
              <a:t>siguiente</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6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empleados</a:t>
            </a:r>
            <a:r>
              <a:rPr dirty="0" sz="2800" spc="-55">
                <a:solidFill>
                  <a:srgbClr val="4E3629"/>
                </a:solidFill>
                <a:latin typeface="Calibri"/>
                <a:cs typeface="Calibri"/>
              </a:rPr>
              <a:t> </a:t>
            </a:r>
            <a:r>
              <a:rPr dirty="0" sz="2800">
                <a:solidFill>
                  <a:srgbClr val="4E3629"/>
                </a:solidFill>
                <a:latin typeface="Calibri"/>
                <a:cs typeface="Calibri"/>
              </a:rPr>
              <a:t>utiliza</a:t>
            </a:r>
            <a:r>
              <a:rPr dirty="0" sz="2800" spc="-55">
                <a:solidFill>
                  <a:srgbClr val="4E3629"/>
                </a:solidFill>
                <a:latin typeface="Calibri"/>
                <a:cs typeface="Calibri"/>
              </a:rPr>
              <a:t> </a:t>
            </a:r>
            <a:r>
              <a:rPr dirty="0" sz="2800">
                <a:solidFill>
                  <a:srgbClr val="4E3629"/>
                </a:solidFill>
                <a:latin typeface="Calibri"/>
                <a:cs typeface="Calibri"/>
              </a:rPr>
              <a:t>la</a:t>
            </a:r>
            <a:r>
              <a:rPr dirty="0" sz="2800" spc="-75">
                <a:solidFill>
                  <a:srgbClr val="4E3629"/>
                </a:solidFill>
                <a:latin typeface="Calibri"/>
                <a:cs typeface="Calibri"/>
              </a:rPr>
              <a:t> </a:t>
            </a:r>
            <a:r>
              <a:rPr dirty="0" sz="2800" spc="-10">
                <a:solidFill>
                  <a:srgbClr val="4E3629"/>
                </a:solidFill>
                <a:latin typeface="Calibri"/>
                <a:cs typeface="Calibri"/>
              </a:rPr>
              <a:t>cláusula </a:t>
            </a:r>
            <a:r>
              <a:rPr dirty="0" sz="2800" spc="-10">
                <a:solidFill>
                  <a:srgbClr val="4E3629"/>
                </a:solidFill>
                <a:latin typeface="Calibri"/>
                <a:cs typeface="Calibri"/>
              </a:rPr>
              <a:t>	</a:t>
            </a:r>
            <a:r>
              <a:rPr dirty="0" sz="2800">
                <a:solidFill>
                  <a:srgbClr val="4E3629"/>
                </a:solidFill>
                <a:latin typeface="Calibri"/>
                <a:cs typeface="Calibri"/>
              </a:rPr>
              <a:t>ORDER</a:t>
            </a:r>
            <a:r>
              <a:rPr dirty="0" sz="2800" spc="-85">
                <a:solidFill>
                  <a:srgbClr val="4E3629"/>
                </a:solidFill>
                <a:latin typeface="Calibri"/>
                <a:cs typeface="Calibri"/>
              </a:rPr>
              <a:t> </a:t>
            </a:r>
            <a:r>
              <a:rPr dirty="0" sz="2800">
                <a:solidFill>
                  <a:srgbClr val="4E3629"/>
                </a:solidFill>
                <a:latin typeface="Calibri"/>
                <a:cs typeface="Calibri"/>
              </a:rPr>
              <a:t>BY</a:t>
            </a:r>
            <a:r>
              <a:rPr dirty="0" sz="2800" spc="-100">
                <a:solidFill>
                  <a:srgbClr val="4E3629"/>
                </a:solidFill>
                <a:latin typeface="Calibri"/>
                <a:cs typeface="Calibri"/>
              </a:rPr>
              <a:t> </a:t>
            </a:r>
            <a:r>
              <a:rPr dirty="0" sz="2800">
                <a:solidFill>
                  <a:srgbClr val="4E3629"/>
                </a:solidFill>
                <a:latin typeface="Calibri"/>
                <a:cs typeface="Calibri"/>
              </a:rPr>
              <a:t>para</a:t>
            </a:r>
            <a:r>
              <a:rPr dirty="0" sz="2800" spc="-90">
                <a:solidFill>
                  <a:srgbClr val="4E3629"/>
                </a:solidFill>
                <a:latin typeface="Calibri"/>
                <a:cs typeface="Calibri"/>
              </a:rPr>
              <a:t> </a:t>
            </a:r>
            <a:r>
              <a:rPr dirty="0" sz="2800">
                <a:solidFill>
                  <a:srgbClr val="4E3629"/>
                </a:solidFill>
                <a:latin typeface="Calibri"/>
                <a:cs typeface="Calibri"/>
              </a:rPr>
              <a:t>ordenar</a:t>
            </a:r>
            <a:r>
              <a:rPr dirty="0" sz="2800" spc="-80">
                <a:solidFill>
                  <a:srgbClr val="4E3629"/>
                </a:solidFill>
                <a:latin typeface="Calibri"/>
                <a:cs typeface="Calibri"/>
              </a:rPr>
              <a:t> </a:t>
            </a:r>
            <a:r>
              <a:rPr dirty="0" sz="2800" spc="-10">
                <a:solidFill>
                  <a:srgbClr val="4E3629"/>
                </a:solidFill>
                <a:latin typeface="Calibri"/>
                <a:cs typeface="Calibri"/>
              </a:rPr>
              <a:t>hire_date</a:t>
            </a:r>
            <a:r>
              <a:rPr dirty="0" sz="2800" spc="-75">
                <a:solidFill>
                  <a:srgbClr val="4E3629"/>
                </a:solidFill>
                <a:latin typeface="Calibri"/>
                <a:cs typeface="Calibri"/>
              </a:rPr>
              <a:t> </a:t>
            </a:r>
            <a:r>
              <a:rPr dirty="0" sz="2800">
                <a:solidFill>
                  <a:srgbClr val="4E3629"/>
                </a:solidFill>
                <a:latin typeface="Calibri"/>
                <a:cs typeface="Calibri"/>
              </a:rPr>
              <a:t>en</a:t>
            </a:r>
            <a:r>
              <a:rPr dirty="0" sz="2800" spc="-95">
                <a:solidFill>
                  <a:srgbClr val="4E3629"/>
                </a:solidFill>
                <a:latin typeface="Calibri"/>
                <a:cs typeface="Calibri"/>
              </a:rPr>
              <a:t> </a:t>
            </a:r>
            <a:r>
              <a:rPr dirty="0" sz="2800" spc="-10">
                <a:solidFill>
                  <a:srgbClr val="4E3629"/>
                </a:solidFill>
                <a:latin typeface="Calibri"/>
                <a:cs typeface="Calibri"/>
              </a:rPr>
              <a:t>orden </a:t>
            </a:r>
            <a:r>
              <a:rPr dirty="0" sz="2800" spc="-10">
                <a:solidFill>
                  <a:srgbClr val="4E3629"/>
                </a:solidFill>
                <a:latin typeface="Calibri"/>
                <a:cs typeface="Calibri"/>
              </a:rPr>
              <a:t>	</a:t>
            </a:r>
            <a:r>
              <a:rPr dirty="0" sz="2800">
                <a:solidFill>
                  <a:srgbClr val="4E3629"/>
                </a:solidFill>
                <a:latin typeface="Calibri"/>
                <a:cs typeface="Calibri"/>
              </a:rPr>
              <a:t>ascendente</a:t>
            </a:r>
            <a:r>
              <a:rPr dirty="0" sz="2800" spc="-90">
                <a:solidFill>
                  <a:srgbClr val="4E3629"/>
                </a:solidFill>
                <a:latin typeface="Calibri"/>
                <a:cs typeface="Calibri"/>
              </a:rPr>
              <a:t> </a:t>
            </a:r>
            <a:r>
              <a:rPr dirty="0" sz="2800">
                <a:solidFill>
                  <a:srgbClr val="4E3629"/>
                </a:solidFill>
                <a:latin typeface="Calibri"/>
                <a:cs typeface="Calibri"/>
              </a:rPr>
              <a:t>(valor</a:t>
            </a:r>
            <a:r>
              <a:rPr dirty="0" sz="2800" spc="-105">
                <a:solidFill>
                  <a:srgbClr val="4E3629"/>
                </a:solidFill>
                <a:latin typeface="Calibri"/>
                <a:cs typeface="Calibri"/>
              </a:rPr>
              <a:t> </a:t>
            </a:r>
            <a:r>
              <a:rPr dirty="0" sz="2800">
                <a:solidFill>
                  <a:srgbClr val="4E3629"/>
                </a:solidFill>
                <a:latin typeface="Calibri"/>
                <a:cs typeface="Calibri"/>
              </a:rPr>
              <a:t>por</a:t>
            </a:r>
            <a:r>
              <a:rPr dirty="0" sz="2800" spc="-90">
                <a:solidFill>
                  <a:srgbClr val="4E3629"/>
                </a:solidFill>
                <a:latin typeface="Calibri"/>
                <a:cs typeface="Calibri"/>
              </a:rPr>
              <a:t> </a:t>
            </a:r>
            <a:r>
              <a:rPr dirty="0" sz="2800" spc="-10">
                <a:solidFill>
                  <a:srgbClr val="4E3629"/>
                </a:solidFill>
                <a:latin typeface="Calibri"/>
                <a:cs typeface="Calibri"/>
              </a:rPr>
              <a:t>defecto)</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Nota:</a:t>
            </a:r>
            <a:r>
              <a:rPr dirty="0" sz="2800" spc="-4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cláusula</a:t>
            </a:r>
            <a:r>
              <a:rPr dirty="0" sz="2800" spc="-15">
                <a:solidFill>
                  <a:srgbClr val="4E3629"/>
                </a:solidFill>
                <a:latin typeface="Calibri"/>
                <a:cs typeface="Calibri"/>
              </a:rPr>
              <a:t> </a:t>
            </a:r>
            <a:r>
              <a:rPr dirty="0" sz="2800">
                <a:solidFill>
                  <a:srgbClr val="4E3629"/>
                </a:solidFill>
                <a:latin typeface="Calibri"/>
                <a:cs typeface="Calibri"/>
              </a:rPr>
              <a:t>ORDER</a:t>
            </a:r>
            <a:r>
              <a:rPr dirty="0" sz="2800" spc="-45">
                <a:solidFill>
                  <a:srgbClr val="4E3629"/>
                </a:solidFill>
                <a:latin typeface="Calibri"/>
                <a:cs typeface="Calibri"/>
              </a:rPr>
              <a:t> </a:t>
            </a:r>
            <a:r>
              <a:rPr dirty="0" sz="2800">
                <a:solidFill>
                  <a:srgbClr val="4E3629"/>
                </a:solidFill>
                <a:latin typeface="Calibri"/>
                <a:cs typeface="Calibri"/>
              </a:rPr>
              <a:t>BY</a:t>
            </a:r>
            <a:r>
              <a:rPr dirty="0" sz="2800" spc="-40">
                <a:solidFill>
                  <a:srgbClr val="4E3629"/>
                </a:solidFill>
                <a:latin typeface="Calibri"/>
                <a:cs typeface="Calibri"/>
              </a:rPr>
              <a:t> </a:t>
            </a:r>
            <a:r>
              <a:rPr dirty="0" sz="2800">
                <a:solidFill>
                  <a:srgbClr val="4E3629"/>
                </a:solidFill>
                <a:latin typeface="Calibri"/>
                <a:cs typeface="Calibri"/>
              </a:rPr>
              <a:t>debe</a:t>
            </a:r>
            <a:r>
              <a:rPr dirty="0" sz="2800" spc="-35">
                <a:solidFill>
                  <a:srgbClr val="4E3629"/>
                </a:solidFill>
                <a:latin typeface="Calibri"/>
                <a:cs typeface="Calibri"/>
              </a:rPr>
              <a:t> </a:t>
            </a:r>
            <a:r>
              <a:rPr dirty="0" sz="2800">
                <a:solidFill>
                  <a:srgbClr val="4E3629"/>
                </a:solidFill>
                <a:latin typeface="Calibri"/>
                <a:cs typeface="Calibri"/>
              </a:rPr>
              <a:t>ser</a:t>
            </a:r>
            <a:r>
              <a:rPr dirty="0" sz="2800" spc="-50">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última</a:t>
            </a:r>
            <a:r>
              <a:rPr dirty="0" sz="2800" spc="-20">
                <a:solidFill>
                  <a:srgbClr val="4E3629"/>
                </a:solidFill>
                <a:latin typeface="Calibri"/>
                <a:cs typeface="Calibri"/>
              </a:rPr>
              <a:t> </a:t>
            </a:r>
            <a:r>
              <a:rPr dirty="0" sz="2800" spc="-10">
                <a:solidFill>
                  <a:srgbClr val="4E3629"/>
                </a:solidFill>
                <a:latin typeface="Calibri"/>
                <a:cs typeface="Calibri"/>
              </a:rPr>
              <a:t>cláusula </a:t>
            </a:r>
            <a:r>
              <a:rPr dirty="0" sz="2800" spc="-10">
                <a:solidFill>
                  <a:srgbClr val="4E3629"/>
                </a:solidFill>
                <a:latin typeface="Calibri"/>
                <a:cs typeface="Calibri"/>
              </a:rPr>
              <a:t>	</a:t>
            </a:r>
            <a:r>
              <a:rPr dirty="0" sz="2800">
                <a:solidFill>
                  <a:srgbClr val="4E3629"/>
                </a:solidFill>
                <a:latin typeface="Calibri"/>
                <a:cs typeface="Calibri"/>
              </a:rPr>
              <a:t>de</a:t>
            </a:r>
            <a:r>
              <a:rPr dirty="0" sz="2800" spc="-5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sentencia</a:t>
            </a:r>
            <a:r>
              <a:rPr dirty="0" sz="2800" spc="-50">
                <a:solidFill>
                  <a:srgbClr val="4E3629"/>
                </a:solidFill>
                <a:latin typeface="Calibri"/>
                <a:cs typeface="Calibri"/>
              </a:rPr>
              <a:t> </a:t>
            </a:r>
            <a:r>
              <a:rPr dirty="0" sz="2800" spc="-25">
                <a:solidFill>
                  <a:srgbClr val="4E3629"/>
                </a:solidFill>
                <a:latin typeface="Calibri"/>
                <a:cs typeface="Calibri"/>
              </a:rPr>
              <a:t>SQL</a:t>
            </a:r>
            <a:endParaRPr sz="2800">
              <a:latin typeface="Calibri"/>
              <a:cs typeface="Calibri"/>
            </a:endParaRPr>
          </a:p>
        </p:txBody>
      </p:sp>
      <p:graphicFrame>
        <p:nvGraphicFramePr>
          <p:cNvPr id="4" name="object 4" descr=""/>
          <p:cNvGraphicFramePr>
            <a:graphicFrameLocks noGrp="1"/>
          </p:cNvGraphicFramePr>
          <p:nvPr/>
        </p:nvGraphicFramePr>
        <p:xfrm>
          <a:off x="5220222" y="3487376"/>
          <a:ext cx="3590290" cy="2954655"/>
        </p:xfrm>
        <a:graphic>
          <a:graphicData uri="http://schemas.openxmlformats.org/drawingml/2006/table">
            <a:tbl>
              <a:tblPr firstRow="1" bandRow="1">
                <a:tableStyleId>{2D5ABB26-0587-4C30-8999-92F81FD0307C}</a:tableStyleId>
              </a:tblPr>
              <a:tblGrid>
                <a:gridCol w="1750695"/>
                <a:gridCol w="1750695"/>
              </a:tblGrid>
              <a:tr h="268605">
                <a:tc>
                  <a:txBody>
                    <a:bodyPr/>
                    <a:lstStyle/>
                    <a:p>
                      <a:pPr marL="71755">
                        <a:lnSpc>
                          <a:spcPts val="1920"/>
                        </a:lnSpc>
                      </a:pPr>
                      <a:r>
                        <a:rPr dirty="0" sz="1600" spc="-10" b="1">
                          <a:solidFill>
                            <a:srgbClr val="4E3629"/>
                          </a:solidFill>
                          <a:latin typeface="Calibri"/>
                          <a:cs typeface="Calibri"/>
                        </a:rPr>
                        <a:t>LAST_NAME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ts val="1920"/>
                        </a:lnSpc>
                      </a:pPr>
                      <a:r>
                        <a:rPr dirty="0" sz="1600" spc="-10" b="1">
                          <a:solidFill>
                            <a:srgbClr val="4E3629"/>
                          </a:solidFill>
                          <a:latin typeface="Calibri"/>
                          <a:cs typeface="Calibri"/>
                        </a:rPr>
                        <a:t>HIRE_DATE</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68605">
                <a:tc>
                  <a:txBody>
                    <a:bodyPr/>
                    <a:lstStyle/>
                    <a:p>
                      <a:pPr marL="71755">
                        <a:lnSpc>
                          <a:spcPts val="1920"/>
                        </a:lnSpc>
                      </a:pPr>
                      <a:r>
                        <a:rPr dirty="0" sz="1600" spc="-20">
                          <a:solidFill>
                            <a:srgbClr val="4E3629"/>
                          </a:solidFill>
                          <a:latin typeface="Calibri"/>
                          <a:cs typeface="Calibri"/>
                        </a:rPr>
                        <a:t>King</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ts val="1920"/>
                        </a:lnSpc>
                      </a:pPr>
                      <a:r>
                        <a:rPr dirty="0" sz="1600" spc="-10">
                          <a:solidFill>
                            <a:srgbClr val="4E3629"/>
                          </a:solidFill>
                          <a:latin typeface="Calibri"/>
                          <a:cs typeface="Calibri"/>
                        </a:rPr>
                        <a:t>17-Jun-</a:t>
                      </a:r>
                      <a:r>
                        <a:rPr dirty="0" sz="1600" spc="-20">
                          <a:solidFill>
                            <a:srgbClr val="4E3629"/>
                          </a:solidFill>
                          <a:latin typeface="Calibri"/>
                          <a:cs typeface="Calibri"/>
                        </a:rPr>
                        <a:t>1987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68605">
                <a:tc>
                  <a:txBody>
                    <a:bodyPr/>
                    <a:lstStyle/>
                    <a:p>
                      <a:pPr marL="71755">
                        <a:lnSpc>
                          <a:spcPts val="1920"/>
                        </a:lnSpc>
                      </a:pPr>
                      <a:r>
                        <a:rPr dirty="0" sz="1600" spc="-10">
                          <a:solidFill>
                            <a:srgbClr val="4E3629"/>
                          </a:solidFill>
                          <a:latin typeface="Calibri"/>
                          <a:cs typeface="Calibri"/>
                        </a:rPr>
                        <a:t>Whalen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920"/>
                        </a:lnSpc>
                      </a:pPr>
                      <a:r>
                        <a:rPr dirty="0" sz="1600" spc="-10">
                          <a:solidFill>
                            <a:srgbClr val="4E3629"/>
                          </a:solidFill>
                          <a:latin typeface="Calibri"/>
                          <a:cs typeface="Calibri"/>
                        </a:rPr>
                        <a:t>17-Sep-</a:t>
                      </a:r>
                      <a:r>
                        <a:rPr dirty="0" sz="1600" spc="-20">
                          <a:solidFill>
                            <a:srgbClr val="4E3629"/>
                          </a:solidFill>
                          <a:latin typeface="Calibri"/>
                          <a:cs typeface="Calibri"/>
                        </a:rPr>
                        <a:t>1987</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1120">
                        <a:lnSpc>
                          <a:spcPts val="1920"/>
                        </a:lnSpc>
                      </a:pPr>
                      <a:r>
                        <a:rPr dirty="0" sz="1600" spc="-10">
                          <a:solidFill>
                            <a:srgbClr val="4E3629"/>
                          </a:solidFill>
                          <a:latin typeface="Calibri"/>
                          <a:cs typeface="Calibri"/>
                        </a:rPr>
                        <a:t>Kochhar</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920"/>
                        </a:lnSpc>
                      </a:pPr>
                      <a:r>
                        <a:rPr dirty="0" sz="1600" spc="-10">
                          <a:solidFill>
                            <a:srgbClr val="4E3629"/>
                          </a:solidFill>
                          <a:latin typeface="Calibri"/>
                          <a:cs typeface="Calibri"/>
                        </a:rPr>
                        <a:t>21-Sep-</a:t>
                      </a:r>
                      <a:r>
                        <a:rPr dirty="0" sz="1600" spc="-20">
                          <a:solidFill>
                            <a:srgbClr val="4E3629"/>
                          </a:solidFill>
                          <a:latin typeface="Calibri"/>
                          <a:cs typeface="Calibri"/>
                        </a:rPr>
                        <a:t>1989</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1120">
                        <a:lnSpc>
                          <a:spcPts val="1920"/>
                        </a:lnSpc>
                      </a:pPr>
                      <a:r>
                        <a:rPr dirty="0" sz="1600" spc="-10">
                          <a:solidFill>
                            <a:srgbClr val="4E3629"/>
                          </a:solidFill>
                          <a:latin typeface="Calibri"/>
                          <a:cs typeface="Calibri"/>
                        </a:rPr>
                        <a:t>Hunold</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920"/>
                        </a:lnSpc>
                      </a:pPr>
                      <a:r>
                        <a:rPr dirty="0" sz="1600" spc="-10">
                          <a:solidFill>
                            <a:srgbClr val="4E3629"/>
                          </a:solidFill>
                          <a:latin typeface="Calibri"/>
                          <a:cs typeface="Calibri"/>
                        </a:rPr>
                        <a:t>03-Jan-</a:t>
                      </a:r>
                      <a:r>
                        <a:rPr dirty="0" sz="1600" spc="-20">
                          <a:solidFill>
                            <a:srgbClr val="4E3629"/>
                          </a:solidFill>
                          <a:latin typeface="Calibri"/>
                          <a:cs typeface="Calibri"/>
                        </a:rPr>
                        <a:t>1990</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1120">
                        <a:lnSpc>
                          <a:spcPts val="1920"/>
                        </a:lnSpc>
                      </a:pPr>
                      <a:r>
                        <a:rPr dirty="0" sz="1600" spc="-10">
                          <a:solidFill>
                            <a:srgbClr val="4E3629"/>
                          </a:solidFill>
                          <a:latin typeface="Calibri"/>
                          <a:cs typeface="Calibri"/>
                        </a:rPr>
                        <a:t>Ernst</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ts val="1920"/>
                        </a:lnSpc>
                      </a:pPr>
                      <a:r>
                        <a:rPr dirty="0" sz="1600" spc="-10">
                          <a:solidFill>
                            <a:srgbClr val="4E3629"/>
                          </a:solidFill>
                          <a:latin typeface="Calibri"/>
                          <a:cs typeface="Calibri"/>
                        </a:rPr>
                        <a:t>21-May-</a:t>
                      </a:r>
                      <a:r>
                        <a:rPr dirty="0" sz="1600" spc="-20">
                          <a:solidFill>
                            <a:srgbClr val="4E3629"/>
                          </a:solidFill>
                          <a:latin typeface="Calibri"/>
                          <a:cs typeface="Calibri"/>
                        </a:rPr>
                        <a:t>1991</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0485">
                        <a:lnSpc>
                          <a:spcPts val="1920"/>
                        </a:lnSpc>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ts val="1920"/>
                        </a:lnSpc>
                      </a:pPr>
                      <a:r>
                        <a:rPr dirty="0" sz="1600" spc="-10">
                          <a:solidFill>
                            <a:srgbClr val="4E3629"/>
                          </a:solidFill>
                          <a:latin typeface="Calibri"/>
                          <a:cs typeface="Calibri"/>
                        </a:rPr>
                        <a:t>13-Jan-</a:t>
                      </a:r>
                      <a:r>
                        <a:rPr dirty="0" sz="1600" spc="-20">
                          <a:solidFill>
                            <a:srgbClr val="4E3629"/>
                          </a:solidFill>
                          <a:latin typeface="Calibri"/>
                          <a:cs typeface="Calibri"/>
                        </a:rPr>
                        <a:t>1993</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0485">
                        <a:lnSpc>
                          <a:spcPts val="1920"/>
                        </a:lnSpc>
                      </a:pPr>
                      <a:r>
                        <a:rPr dirty="0" sz="1600" spc="-10">
                          <a:solidFill>
                            <a:srgbClr val="4E3629"/>
                          </a:solidFill>
                          <a:latin typeface="Calibri"/>
                          <a:cs typeface="Calibri"/>
                        </a:rPr>
                        <a:t>Gietz</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ts val="1920"/>
                        </a:lnSpc>
                      </a:pPr>
                      <a:r>
                        <a:rPr dirty="0" sz="1600" spc="-10">
                          <a:solidFill>
                            <a:srgbClr val="4E3629"/>
                          </a:solidFill>
                          <a:latin typeface="Calibri"/>
                          <a:cs typeface="Calibri"/>
                        </a:rPr>
                        <a:t>07-Jun-</a:t>
                      </a:r>
                      <a:r>
                        <a:rPr dirty="0" sz="1600" spc="-20">
                          <a:solidFill>
                            <a:srgbClr val="4E3629"/>
                          </a:solidFill>
                          <a:latin typeface="Calibri"/>
                          <a:cs typeface="Calibri"/>
                        </a:rPr>
                        <a:t>1994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70485">
                        <a:lnSpc>
                          <a:spcPct val="100000"/>
                        </a:lnSpc>
                      </a:pPr>
                      <a:r>
                        <a:rPr dirty="0" sz="1600" spc="-10">
                          <a:solidFill>
                            <a:srgbClr val="4E3629"/>
                          </a:solidFill>
                          <a:latin typeface="Calibri"/>
                          <a:cs typeface="Calibri"/>
                        </a:rPr>
                        <a:t>Higgins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0485">
                        <a:lnSpc>
                          <a:spcPct val="100000"/>
                        </a:lnSpc>
                      </a:pPr>
                      <a:r>
                        <a:rPr dirty="0" sz="1600" spc="-10">
                          <a:solidFill>
                            <a:srgbClr val="4E3629"/>
                          </a:solidFill>
                          <a:latin typeface="Calibri"/>
                          <a:cs typeface="Calibri"/>
                        </a:rPr>
                        <a:t>07-Jun-</a:t>
                      </a:r>
                      <a:r>
                        <a:rPr dirty="0" sz="1600" spc="-20">
                          <a:solidFill>
                            <a:srgbClr val="4E3629"/>
                          </a:solidFill>
                          <a:latin typeface="Calibri"/>
                          <a:cs typeface="Calibri"/>
                        </a:rPr>
                        <a:t>1994</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69850">
                        <a:lnSpc>
                          <a:spcPct val="100000"/>
                        </a:lnSpc>
                      </a:pPr>
                      <a:r>
                        <a:rPr dirty="0" sz="1600" spc="-20">
                          <a:solidFill>
                            <a:srgbClr val="4E3629"/>
                          </a:solidFill>
                          <a:latin typeface="Calibri"/>
                          <a:cs typeface="Calibri"/>
                        </a:rPr>
                        <a:t>Rajs</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69850">
                        <a:lnSpc>
                          <a:spcPct val="100000"/>
                        </a:lnSpc>
                      </a:pPr>
                      <a:r>
                        <a:rPr dirty="0" sz="1600" spc="-10">
                          <a:solidFill>
                            <a:srgbClr val="4E3629"/>
                          </a:solidFill>
                          <a:latin typeface="Calibri"/>
                          <a:cs typeface="Calibri"/>
                        </a:rPr>
                        <a:t>17-Oct-</a:t>
                      </a:r>
                      <a:r>
                        <a:rPr dirty="0" sz="1600" spc="-20">
                          <a:solidFill>
                            <a:srgbClr val="4E3629"/>
                          </a:solidFill>
                          <a:latin typeface="Calibri"/>
                          <a:cs typeface="Calibri"/>
                        </a:rPr>
                        <a:t>1995</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68605">
                <a:tc>
                  <a:txBody>
                    <a:bodyPr/>
                    <a:lstStyle/>
                    <a:p>
                      <a:pPr marL="69850">
                        <a:lnSpc>
                          <a:spcPct val="100000"/>
                        </a:lnSpc>
                      </a:pPr>
                      <a:r>
                        <a:rPr dirty="0" sz="1600" spc="-10">
                          <a:solidFill>
                            <a:srgbClr val="4E3629"/>
                          </a:solidFill>
                          <a:latin typeface="Calibri"/>
                          <a:cs typeface="Calibri"/>
                        </a:rPr>
                        <a:t>Hartstein</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69850">
                        <a:lnSpc>
                          <a:spcPct val="100000"/>
                        </a:lnSpc>
                      </a:pPr>
                      <a:r>
                        <a:rPr dirty="0" sz="1600" spc="-10">
                          <a:solidFill>
                            <a:srgbClr val="4E3629"/>
                          </a:solidFill>
                          <a:latin typeface="Calibri"/>
                          <a:cs typeface="Calibri"/>
                        </a:rPr>
                        <a:t>17-</a:t>
                      </a:r>
                      <a:r>
                        <a:rPr dirty="0" sz="1600" spc="-20">
                          <a:solidFill>
                            <a:srgbClr val="4E3629"/>
                          </a:solidFill>
                          <a:latin typeface="Calibri"/>
                          <a:cs typeface="Calibri"/>
                        </a:rPr>
                        <a:t>Feb-1996</a:t>
                      </a:r>
                      <a:endParaRPr sz="1600">
                        <a:latin typeface="Calibri"/>
                        <a:cs typeface="Calibri"/>
                      </a:endParaRPr>
                    </a:p>
                  </a:txBody>
                  <a:tcPr marL="0" marR="0" marB="0" marT="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3694176"/>
            <a:ext cx="4500880" cy="858519"/>
          </a:xfrm>
          <a:prstGeom prst="rect">
            <a:avLst/>
          </a:prstGeom>
          <a:solidFill>
            <a:srgbClr val="9DBEC4">
              <a:alpha val="50199"/>
            </a:srgbClr>
          </a:solidFill>
        </p:spPr>
        <p:txBody>
          <a:bodyPr wrap="square" lIns="0" tIns="0" rIns="0" bIns="0" rtlCol="0" vert="horz">
            <a:spAutoFit/>
          </a:bodyPr>
          <a:lstStyle/>
          <a:p>
            <a:pPr>
              <a:lnSpc>
                <a:spcPts val="2080"/>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marR="1897380">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 </a:t>
            </a:r>
            <a:r>
              <a:rPr dirty="0" sz="1800" b="1">
                <a:solidFill>
                  <a:srgbClr val="4E3629"/>
                </a:solidFill>
                <a:latin typeface="Courier New"/>
                <a:cs typeface="Courier New"/>
              </a:rPr>
              <a:t>ORDER</a:t>
            </a:r>
            <a:r>
              <a:rPr dirty="0" sz="1800" spc="-35" b="1">
                <a:solidFill>
                  <a:srgbClr val="4E3629"/>
                </a:solidFill>
                <a:latin typeface="Courier New"/>
                <a:cs typeface="Courier New"/>
              </a:rPr>
              <a:t> </a:t>
            </a:r>
            <a:r>
              <a:rPr dirty="0" sz="1800" b="1">
                <a:solidFill>
                  <a:srgbClr val="4E3629"/>
                </a:solidFill>
                <a:latin typeface="Courier New"/>
                <a:cs typeface="Courier New"/>
              </a:rPr>
              <a:t>BY</a:t>
            </a:r>
            <a:r>
              <a:rPr dirty="0" sz="1800" spc="-30"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Ordenación</a:t>
            </a:r>
            <a:r>
              <a:rPr dirty="0" spc="-80"/>
              <a:t> </a:t>
            </a:r>
            <a:r>
              <a:rPr dirty="0"/>
              <a:t>en</a:t>
            </a:r>
            <a:r>
              <a:rPr dirty="0" spc="-100"/>
              <a:t> </a:t>
            </a:r>
            <a:r>
              <a:rPr dirty="0"/>
              <a:t>Orden</a:t>
            </a:r>
            <a:r>
              <a:rPr dirty="0" spc="-90"/>
              <a:t> </a:t>
            </a:r>
            <a:r>
              <a:rPr dirty="0" spc="-10"/>
              <a:t>Descendente</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9</a:t>
            </a:r>
          </a:p>
        </p:txBody>
      </p:sp>
      <p:sp>
        <p:nvSpPr>
          <p:cNvPr id="3" name="object 3" descr=""/>
          <p:cNvSpPr txBox="1"/>
          <p:nvPr/>
        </p:nvSpPr>
        <p:spPr>
          <a:xfrm>
            <a:off x="483552" y="1415417"/>
            <a:ext cx="7863205" cy="160464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Puede</a:t>
            </a:r>
            <a:r>
              <a:rPr dirty="0" sz="2800" spc="-40">
                <a:solidFill>
                  <a:srgbClr val="4E3629"/>
                </a:solidFill>
                <a:latin typeface="Calibri"/>
                <a:cs typeface="Calibri"/>
              </a:rPr>
              <a:t> </a:t>
            </a:r>
            <a:r>
              <a:rPr dirty="0" sz="2800">
                <a:solidFill>
                  <a:srgbClr val="4E3629"/>
                </a:solidFill>
                <a:latin typeface="Calibri"/>
                <a:cs typeface="Calibri"/>
              </a:rPr>
              <a:t>invertir</a:t>
            </a:r>
            <a:r>
              <a:rPr dirty="0" sz="2800" spc="-35">
                <a:solidFill>
                  <a:srgbClr val="4E3629"/>
                </a:solidFill>
                <a:latin typeface="Calibri"/>
                <a:cs typeface="Calibri"/>
              </a:rPr>
              <a:t> </a:t>
            </a: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orden</a:t>
            </a:r>
            <a:r>
              <a:rPr dirty="0" sz="2800" spc="-55">
                <a:solidFill>
                  <a:srgbClr val="4E3629"/>
                </a:solidFill>
                <a:latin typeface="Calibri"/>
                <a:cs typeface="Calibri"/>
              </a:rPr>
              <a:t> </a:t>
            </a:r>
            <a:r>
              <a:rPr dirty="0" sz="2800">
                <a:solidFill>
                  <a:srgbClr val="4E3629"/>
                </a:solidFill>
                <a:latin typeface="Calibri"/>
                <a:cs typeface="Calibri"/>
              </a:rPr>
              <a:t>por</a:t>
            </a:r>
            <a:r>
              <a:rPr dirty="0" sz="2800" spc="-50">
                <a:solidFill>
                  <a:srgbClr val="4E3629"/>
                </a:solidFill>
                <a:latin typeface="Calibri"/>
                <a:cs typeface="Calibri"/>
              </a:rPr>
              <a:t> </a:t>
            </a:r>
            <a:r>
              <a:rPr dirty="0" sz="2800" spc="-10">
                <a:solidFill>
                  <a:srgbClr val="4E3629"/>
                </a:solidFill>
                <a:latin typeface="Calibri"/>
                <a:cs typeface="Calibri"/>
              </a:rPr>
              <a:t>defecto</a:t>
            </a:r>
            <a:r>
              <a:rPr dirty="0" sz="2800" spc="-60">
                <a:solidFill>
                  <a:srgbClr val="4E3629"/>
                </a:solidFill>
                <a:latin typeface="Calibri"/>
                <a:cs typeface="Calibri"/>
              </a:rPr>
              <a:t> </a:t>
            </a:r>
            <a:r>
              <a:rPr dirty="0" sz="2800">
                <a:solidFill>
                  <a:srgbClr val="4E3629"/>
                </a:solidFill>
                <a:latin typeface="Calibri"/>
                <a:cs typeface="Calibri"/>
              </a:rPr>
              <a:t>en</a:t>
            </a:r>
            <a:r>
              <a:rPr dirty="0" sz="2800" spc="-5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spc="-10">
                <a:solidFill>
                  <a:srgbClr val="4E3629"/>
                </a:solidFill>
                <a:latin typeface="Calibri"/>
                <a:cs typeface="Calibri"/>
              </a:rPr>
              <a:t>cláusula </a:t>
            </a:r>
            <a:r>
              <a:rPr dirty="0" sz="2800" spc="-10">
                <a:solidFill>
                  <a:srgbClr val="4E3629"/>
                </a:solidFill>
                <a:latin typeface="Calibri"/>
                <a:cs typeface="Calibri"/>
              </a:rPr>
              <a:t>	</a:t>
            </a:r>
            <a:r>
              <a:rPr dirty="0" sz="2800">
                <a:solidFill>
                  <a:srgbClr val="4E3629"/>
                </a:solidFill>
                <a:latin typeface="Calibri"/>
                <a:cs typeface="Calibri"/>
              </a:rPr>
              <a:t>ORDER</a:t>
            </a:r>
            <a:r>
              <a:rPr dirty="0" sz="2800" spc="-65">
                <a:solidFill>
                  <a:srgbClr val="4E3629"/>
                </a:solidFill>
                <a:latin typeface="Calibri"/>
                <a:cs typeface="Calibri"/>
              </a:rPr>
              <a:t> </a:t>
            </a:r>
            <a:r>
              <a:rPr dirty="0" sz="2800">
                <a:solidFill>
                  <a:srgbClr val="4E3629"/>
                </a:solidFill>
                <a:latin typeface="Calibri"/>
                <a:cs typeface="Calibri"/>
              </a:rPr>
              <a:t>BY</a:t>
            </a:r>
            <a:r>
              <a:rPr dirty="0" sz="2800" spc="-90">
                <a:solidFill>
                  <a:srgbClr val="4E3629"/>
                </a:solidFill>
                <a:latin typeface="Calibri"/>
                <a:cs typeface="Calibri"/>
              </a:rPr>
              <a:t> </a:t>
            </a:r>
            <a:r>
              <a:rPr dirty="0" sz="2800">
                <a:solidFill>
                  <a:srgbClr val="4E3629"/>
                </a:solidFill>
                <a:latin typeface="Calibri"/>
                <a:cs typeface="Calibri"/>
              </a:rPr>
              <a:t>para</a:t>
            </a:r>
            <a:r>
              <a:rPr dirty="0" sz="2800" spc="-75">
                <a:solidFill>
                  <a:srgbClr val="4E3629"/>
                </a:solidFill>
                <a:latin typeface="Calibri"/>
                <a:cs typeface="Calibri"/>
              </a:rPr>
              <a:t> </a:t>
            </a:r>
            <a:r>
              <a:rPr dirty="0" sz="2800">
                <a:solidFill>
                  <a:srgbClr val="4E3629"/>
                </a:solidFill>
                <a:latin typeface="Calibri"/>
                <a:cs typeface="Calibri"/>
              </a:rPr>
              <a:t>que</a:t>
            </a:r>
            <a:r>
              <a:rPr dirty="0" sz="2800" spc="-60">
                <a:solidFill>
                  <a:srgbClr val="4E3629"/>
                </a:solidFill>
                <a:latin typeface="Calibri"/>
                <a:cs typeface="Calibri"/>
              </a:rPr>
              <a:t> </a:t>
            </a:r>
            <a:r>
              <a:rPr dirty="0" sz="2800" spc="-10">
                <a:solidFill>
                  <a:srgbClr val="4E3629"/>
                </a:solidFill>
                <a:latin typeface="Calibri"/>
                <a:cs typeface="Calibri"/>
              </a:rPr>
              <a:t>aparezcan</a:t>
            </a:r>
            <a:r>
              <a:rPr dirty="0" sz="2800" spc="-90">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orden</a:t>
            </a:r>
            <a:r>
              <a:rPr dirty="0" sz="2800" spc="-60">
                <a:solidFill>
                  <a:srgbClr val="4E3629"/>
                </a:solidFill>
                <a:latin typeface="Calibri"/>
                <a:cs typeface="Calibri"/>
              </a:rPr>
              <a:t> </a:t>
            </a:r>
            <a:r>
              <a:rPr dirty="0" sz="2800" spc="-10">
                <a:solidFill>
                  <a:srgbClr val="4E3629"/>
                </a:solidFill>
                <a:latin typeface="Calibri"/>
                <a:cs typeface="Calibri"/>
              </a:rPr>
              <a:t>descendente </a:t>
            </a:r>
            <a:r>
              <a:rPr dirty="0" sz="2800" spc="-10">
                <a:solidFill>
                  <a:srgbClr val="4E3629"/>
                </a:solidFill>
                <a:latin typeface="Calibri"/>
                <a:cs typeface="Calibri"/>
              </a:rPr>
              <a:t>	</a:t>
            </a:r>
            <a:r>
              <a:rPr dirty="0" sz="2800">
                <a:solidFill>
                  <a:srgbClr val="4E3629"/>
                </a:solidFill>
                <a:latin typeface="Calibri"/>
                <a:cs typeface="Calibri"/>
              </a:rPr>
              <a:t>especificando</a:t>
            </a:r>
            <a:r>
              <a:rPr dirty="0" sz="2800" spc="-75">
                <a:solidFill>
                  <a:srgbClr val="4E3629"/>
                </a:solidFill>
                <a:latin typeface="Calibri"/>
                <a:cs typeface="Calibri"/>
              </a:rPr>
              <a:t> </a:t>
            </a:r>
            <a:r>
              <a:rPr dirty="0" sz="2800">
                <a:solidFill>
                  <a:srgbClr val="4E3629"/>
                </a:solidFill>
                <a:latin typeface="Calibri"/>
                <a:cs typeface="Calibri"/>
              </a:rPr>
              <a:t>la</a:t>
            </a:r>
            <a:r>
              <a:rPr dirty="0" sz="2800" spc="-90">
                <a:solidFill>
                  <a:srgbClr val="4E3629"/>
                </a:solidFill>
                <a:latin typeface="Calibri"/>
                <a:cs typeface="Calibri"/>
              </a:rPr>
              <a:t> </a:t>
            </a:r>
            <a:r>
              <a:rPr dirty="0" sz="2800">
                <a:solidFill>
                  <a:srgbClr val="4E3629"/>
                </a:solidFill>
                <a:latin typeface="Calibri"/>
                <a:cs typeface="Calibri"/>
              </a:rPr>
              <a:t>palabra</a:t>
            </a:r>
            <a:r>
              <a:rPr dirty="0" sz="2800" spc="-75">
                <a:solidFill>
                  <a:srgbClr val="4E3629"/>
                </a:solidFill>
                <a:latin typeface="Calibri"/>
                <a:cs typeface="Calibri"/>
              </a:rPr>
              <a:t> </a:t>
            </a:r>
            <a:r>
              <a:rPr dirty="0" sz="2800">
                <a:solidFill>
                  <a:srgbClr val="4E3629"/>
                </a:solidFill>
                <a:latin typeface="Calibri"/>
                <a:cs typeface="Calibri"/>
              </a:rPr>
              <a:t>clave</a:t>
            </a:r>
            <a:r>
              <a:rPr dirty="0" sz="2800" spc="-105">
                <a:solidFill>
                  <a:srgbClr val="4E3629"/>
                </a:solidFill>
                <a:latin typeface="Calibri"/>
                <a:cs typeface="Calibri"/>
              </a:rPr>
              <a:t> </a:t>
            </a:r>
            <a:r>
              <a:rPr dirty="0" sz="2800">
                <a:solidFill>
                  <a:srgbClr val="4E3629"/>
                </a:solidFill>
                <a:latin typeface="Calibri"/>
                <a:cs typeface="Calibri"/>
              </a:rPr>
              <a:t>DESC</a:t>
            </a:r>
            <a:r>
              <a:rPr dirty="0" sz="2800" spc="-85">
                <a:solidFill>
                  <a:srgbClr val="4E3629"/>
                </a:solidFill>
                <a:latin typeface="Calibri"/>
                <a:cs typeface="Calibri"/>
              </a:rPr>
              <a:t> </a:t>
            </a:r>
            <a:r>
              <a:rPr dirty="0" sz="2800">
                <a:solidFill>
                  <a:srgbClr val="4E3629"/>
                </a:solidFill>
                <a:latin typeface="Calibri"/>
                <a:cs typeface="Calibri"/>
              </a:rPr>
              <a:t>después</a:t>
            </a:r>
            <a:r>
              <a:rPr dirty="0" sz="2800" spc="-60">
                <a:solidFill>
                  <a:srgbClr val="4E3629"/>
                </a:solidFill>
                <a:latin typeface="Calibri"/>
                <a:cs typeface="Calibri"/>
              </a:rPr>
              <a:t> </a:t>
            </a:r>
            <a:r>
              <a:rPr dirty="0" sz="2800" spc="-25">
                <a:solidFill>
                  <a:srgbClr val="4E3629"/>
                </a:solidFill>
                <a:latin typeface="Calibri"/>
                <a:cs typeface="Calibri"/>
              </a:rPr>
              <a:t>del </a:t>
            </a:r>
            <a:r>
              <a:rPr dirty="0" sz="2800" spc="-25">
                <a:solidFill>
                  <a:srgbClr val="4E3629"/>
                </a:solidFill>
                <a:latin typeface="Calibri"/>
                <a:cs typeface="Calibri"/>
              </a:rPr>
              <a:t>	</a:t>
            </a:r>
            <a:r>
              <a:rPr dirty="0" sz="2800">
                <a:solidFill>
                  <a:srgbClr val="4E3629"/>
                </a:solidFill>
                <a:latin typeface="Calibri"/>
                <a:cs typeface="Calibri"/>
              </a:rPr>
              <a:t>nombre</a:t>
            </a:r>
            <a:r>
              <a:rPr dirty="0" sz="2800" spc="-50">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columna</a:t>
            </a:r>
            <a:r>
              <a:rPr dirty="0" sz="2800" spc="-45">
                <a:solidFill>
                  <a:srgbClr val="4E3629"/>
                </a:solidFill>
                <a:latin typeface="Calibri"/>
                <a:cs typeface="Calibri"/>
              </a:rPr>
              <a:t> </a:t>
            </a:r>
            <a:r>
              <a:rPr dirty="0" sz="2800">
                <a:solidFill>
                  <a:srgbClr val="4E3629"/>
                </a:solidFill>
                <a:latin typeface="Calibri"/>
                <a:cs typeface="Calibri"/>
              </a:rPr>
              <a:t>en</a:t>
            </a:r>
            <a:r>
              <a:rPr dirty="0" sz="2800" spc="-75">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cláusula</a:t>
            </a:r>
            <a:r>
              <a:rPr dirty="0" sz="2800" spc="-45">
                <a:solidFill>
                  <a:srgbClr val="4E3629"/>
                </a:solidFill>
                <a:latin typeface="Calibri"/>
                <a:cs typeface="Calibri"/>
              </a:rPr>
              <a:t> </a:t>
            </a:r>
            <a:r>
              <a:rPr dirty="0" sz="2800">
                <a:solidFill>
                  <a:srgbClr val="4E3629"/>
                </a:solidFill>
                <a:latin typeface="Calibri"/>
                <a:cs typeface="Calibri"/>
              </a:rPr>
              <a:t>ORDER</a:t>
            </a:r>
            <a:r>
              <a:rPr dirty="0" sz="2800" spc="-60">
                <a:solidFill>
                  <a:srgbClr val="4E3629"/>
                </a:solidFill>
                <a:latin typeface="Calibri"/>
                <a:cs typeface="Calibri"/>
              </a:rPr>
              <a:t> </a:t>
            </a:r>
            <a:r>
              <a:rPr dirty="0" sz="2800" spc="-25">
                <a:solidFill>
                  <a:srgbClr val="4E3629"/>
                </a:solidFill>
                <a:latin typeface="Calibri"/>
                <a:cs typeface="Calibri"/>
              </a:rPr>
              <a:t>BY</a:t>
            </a:r>
            <a:endParaRPr sz="2800">
              <a:latin typeface="Calibri"/>
              <a:cs typeface="Calibri"/>
            </a:endParaRPr>
          </a:p>
        </p:txBody>
      </p:sp>
      <p:graphicFrame>
        <p:nvGraphicFramePr>
          <p:cNvPr id="4" name="object 4" descr=""/>
          <p:cNvGraphicFramePr>
            <a:graphicFrameLocks noGrp="1"/>
          </p:cNvGraphicFramePr>
          <p:nvPr/>
        </p:nvGraphicFramePr>
        <p:xfrm>
          <a:off x="4677784" y="3110364"/>
          <a:ext cx="4156075" cy="3031489"/>
        </p:xfrm>
        <a:graphic>
          <a:graphicData uri="http://schemas.openxmlformats.org/drawingml/2006/table">
            <a:tbl>
              <a:tblPr firstRow="1" bandRow="1">
                <a:tableStyleId>{2D5ABB26-0587-4C30-8999-92F81FD0307C}</a:tableStyleId>
              </a:tblPr>
              <a:tblGrid>
                <a:gridCol w="2033270"/>
                <a:gridCol w="2033270"/>
              </a:tblGrid>
              <a:tr h="275590">
                <a:tc>
                  <a:txBody>
                    <a:bodyPr/>
                    <a:lstStyle/>
                    <a:p>
                      <a:pPr marL="71755">
                        <a:lnSpc>
                          <a:spcPct val="100000"/>
                        </a:lnSpc>
                        <a:spcBef>
                          <a:spcPts val="25"/>
                        </a:spcBef>
                      </a:pPr>
                      <a:r>
                        <a:rPr dirty="0" sz="1600" spc="-10" b="1">
                          <a:solidFill>
                            <a:srgbClr val="4E3629"/>
                          </a:solidFill>
                          <a:latin typeface="Calibri"/>
                          <a:cs typeface="Calibri"/>
                        </a:rPr>
                        <a:t>LAST_NAME</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5"/>
                        </a:spcBef>
                      </a:pPr>
                      <a:r>
                        <a:rPr dirty="0" sz="1600" spc="-10" b="1">
                          <a:solidFill>
                            <a:srgbClr val="4E3629"/>
                          </a:solidFill>
                          <a:latin typeface="Calibri"/>
                          <a:cs typeface="Calibri"/>
                        </a:rPr>
                        <a:t>HIRE_DATE</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75590">
                <a:tc>
                  <a:txBody>
                    <a:bodyPr/>
                    <a:lstStyle/>
                    <a:p>
                      <a:pPr marL="71755">
                        <a:lnSpc>
                          <a:spcPct val="100000"/>
                        </a:lnSpc>
                        <a:spcBef>
                          <a:spcPts val="25"/>
                        </a:spcBef>
                      </a:pPr>
                      <a:r>
                        <a:rPr dirty="0" sz="1600" spc="-10">
                          <a:solidFill>
                            <a:srgbClr val="4E3629"/>
                          </a:solidFill>
                          <a:latin typeface="Calibri"/>
                          <a:cs typeface="Calibri"/>
                        </a:rPr>
                        <a:t>Zlotkey</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25"/>
                        </a:spcBef>
                      </a:pPr>
                      <a:r>
                        <a:rPr dirty="0" sz="1600" spc="-10">
                          <a:solidFill>
                            <a:srgbClr val="4E3629"/>
                          </a:solidFill>
                          <a:latin typeface="Calibri"/>
                          <a:cs typeface="Calibri"/>
                        </a:rPr>
                        <a:t>29-Jan-</a:t>
                      </a:r>
                      <a:r>
                        <a:rPr dirty="0" sz="1600" spc="-20">
                          <a:solidFill>
                            <a:srgbClr val="4E3629"/>
                          </a:solidFill>
                          <a:latin typeface="Calibri"/>
                          <a:cs typeface="Calibri"/>
                        </a:rPr>
                        <a:t>2000</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75590">
                <a:tc>
                  <a:txBody>
                    <a:bodyPr/>
                    <a:lstStyle/>
                    <a:p>
                      <a:pPr marL="71755">
                        <a:lnSpc>
                          <a:spcPct val="100000"/>
                        </a:lnSpc>
                        <a:spcBef>
                          <a:spcPts val="25"/>
                        </a:spcBef>
                      </a:pPr>
                      <a:r>
                        <a:rPr dirty="0" sz="1600" spc="-10">
                          <a:solidFill>
                            <a:srgbClr val="4E3629"/>
                          </a:solidFill>
                          <a:latin typeface="Calibri"/>
                          <a:cs typeface="Calibri"/>
                        </a:rPr>
                        <a:t>Mourgos</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25"/>
                        </a:spcBef>
                      </a:pPr>
                      <a:r>
                        <a:rPr dirty="0" sz="1600" spc="-10">
                          <a:solidFill>
                            <a:srgbClr val="4E3629"/>
                          </a:solidFill>
                          <a:latin typeface="Calibri"/>
                          <a:cs typeface="Calibri"/>
                        </a:rPr>
                        <a:t>16-</a:t>
                      </a:r>
                      <a:r>
                        <a:rPr dirty="0" sz="1600" spc="-20">
                          <a:solidFill>
                            <a:srgbClr val="4E3629"/>
                          </a:solidFill>
                          <a:latin typeface="Calibri"/>
                          <a:cs typeface="Calibri"/>
                        </a:rPr>
                        <a:t>Nov-1999</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25"/>
                        </a:spcBef>
                      </a:pPr>
                      <a:r>
                        <a:rPr dirty="0" sz="1600" spc="-10">
                          <a:solidFill>
                            <a:srgbClr val="4E3629"/>
                          </a:solidFill>
                          <a:latin typeface="Calibri"/>
                          <a:cs typeface="Calibri"/>
                        </a:rPr>
                        <a:t>Grant</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25"/>
                        </a:spcBef>
                      </a:pPr>
                      <a:r>
                        <a:rPr dirty="0" sz="1600" spc="-10">
                          <a:solidFill>
                            <a:srgbClr val="4E3629"/>
                          </a:solidFill>
                          <a:latin typeface="Calibri"/>
                          <a:cs typeface="Calibri"/>
                        </a:rPr>
                        <a:t>24-May-</a:t>
                      </a:r>
                      <a:r>
                        <a:rPr dirty="0" sz="1600" spc="-20">
                          <a:solidFill>
                            <a:srgbClr val="4E3629"/>
                          </a:solidFill>
                          <a:latin typeface="Calibri"/>
                          <a:cs typeface="Calibri"/>
                        </a:rPr>
                        <a:t>1999</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25"/>
                        </a:spcBef>
                      </a:pPr>
                      <a:r>
                        <a:rPr dirty="0" sz="1600" spc="-10">
                          <a:solidFill>
                            <a:srgbClr val="4E3629"/>
                          </a:solidFill>
                          <a:latin typeface="Calibri"/>
                          <a:cs typeface="Calibri"/>
                        </a:rPr>
                        <a:t>Lorentz</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25"/>
                        </a:spcBef>
                      </a:pPr>
                      <a:r>
                        <a:rPr dirty="0" sz="1600" spc="-10">
                          <a:solidFill>
                            <a:srgbClr val="4E3629"/>
                          </a:solidFill>
                          <a:latin typeface="Calibri"/>
                          <a:cs typeface="Calibri"/>
                        </a:rPr>
                        <a:t>07-</a:t>
                      </a:r>
                      <a:r>
                        <a:rPr dirty="0" sz="1600" spc="-20">
                          <a:solidFill>
                            <a:srgbClr val="4E3629"/>
                          </a:solidFill>
                          <a:latin typeface="Calibri"/>
                          <a:cs typeface="Calibri"/>
                        </a:rPr>
                        <a:t>Feb-1999</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25"/>
                        </a:spcBef>
                      </a:pPr>
                      <a:r>
                        <a:rPr dirty="0" sz="1600" spc="-10">
                          <a:solidFill>
                            <a:srgbClr val="4E3629"/>
                          </a:solidFill>
                          <a:latin typeface="Calibri"/>
                          <a:cs typeface="Calibri"/>
                        </a:rPr>
                        <a:t>Vargas</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25"/>
                        </a:spcBef>
                      </a:pPr>
                      <a:r>
                        <a:rPr dirty="0" sz="1600" spc="-10">
                          <a:solidFill>
                            <a:srgbClr val="4E3629"/>
                          </a:solidFill>
                          <a:latin typeface="Calibri"/>
                          <a:cs typeface="Calibri"/>
                        </a:rPr>
                        <a:t>09-Jul-</a:t>
                      </a:r>
                      <a:r>
                        <a:rPr dirty="0" sz="1600" spc="-20">
                          <a:solidFill>
                            <a:srgbClr val="4E3629"/>
                          </a:solidFill>
                          <a:latin typeface="Calibri"/>
                          <a:cs typeface="Calibri"/>
                        </a:rPr>
                        <a:t>1998</a:t>
                      </a:r>
                      <a:endParaRPr sz="1600">
                        <a:latin typeface="Calibri"/>
                        <a:cs typeface="Calibri"/>
                      </a:endParaRPr>
                    </a:p>
                  </a:txBody>
                  <a:tcPr marL="0" marR="0" marB="0" marT="31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30"/>
                        </a:spcBef>
                      </a:pPr>
                      <a:r>
                        <a:rPr dirty="0" sz="1600" spc="-10">
                          <a:solidFill>
                            <a:srgbClr val="4E3629"/>
                          </a:solidFill>
                          <a:latin typeface="Calibri"/>
                          <a:cs typeface="Calibri"/>
                        </a:rPr>
                        <a:t>Taylor</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0"/>
                        </a:spcBef>
                      </a:pPr>
                      <a:r>
                        <a:rPr dirty="0" sz="1600" spc="-10">
                          <a:solidFill>
                            <a:srgbClr val="4E3629"/>
                          </a:solidFill>
                          <a:latin typeface="Calibri"/>
                          <a:cs typeface="Calibri"/>
                        </a:rPr>
                        <a:t>24-Mar-</a:t>
                      </a:r>
                      <a:r>
                        <a:rPr dirty="0" sz="1600" spc="-20">
                          <a:solidFill>
                            <a:srgbClr val="4E3629"/>
                          </a:solidFill>
                          <a:latin typeface="Calibri"/>
                          <a:cs typeface="Calibri"/>
                        </a:rPr>
                        <a:t>1998</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30"/>
                        </a:spcBef>
                      </a:pPr>
                      <a:r>
                        <a:rPr dirty="0" sz="1600" spc="-10">
                          <a:solidFill>
                            <a:srgbClr val="4E3629"/>
                          </a:solidFill>
                          <a:latin typeface="Calibri"/>
                          <a:cs typeface="Calibri"/>
                        </a:rPr>
                        <a:t>Matos</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0"/>
                        </a:spcBef>
                      </a:pPr>
                      <a:r>
                        <a:rPr dirty="0" sz="1600" spc="-10">
                          <a:solidFill>
                            <a:srgbClr val="4E3629"/>
                          </a:solidFill>
                          <a:latin typeface="Calibri"/>
                          <a:cs typeface="Calibri"/>
                        </a:rPr>
                        <a:t>15-Mar-</a:t>
                      </a:r>
                      <a:r>
                        <a:rPr dirty="0" sz="1600" spc="-20">
                          <a:solidFill>
                            <a:srgbClr val="4E3629"/>
                          </a:solidFill>
                          <a:latin typeface="Calibri"/>
                          <a:cs typeface="Calibri"/>
                        </a:rPr>
                        <a:t>1998</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30"/>
                        </a:spcBef>
                      </a:pPr>
                      <a:r>
                        <a:rPr dirty="0" sz="1600" spc="-25">
                          <a:solidFill>
                            <a:srgbClr val="4E3629"/>
                          </a:solidFill>
                          <a:latin typeface="Calibri"/>
                          <a:cs typeface="Calibri"/>
                        </a:rPr>
                        <a:t>Fay</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0"/>
                        </a:spcBef>
                      </a:pPr>
                      <a:r>
                        <a:rPr dirty="0" sz="1600" spc="-10">
                          <a:solidFill>
                            <a:srgbClr val="4E3629"/>
                          </a:solidFill>
                          <a:latin typeface="Calibri"/>
                          <a:cs typeface="Calibri"/>
                        </a:rPr>
                        <a:t>17-Aug-</a:t>
                      </a:r>
                      <a:r>
                        <a:rPr dirty="0" sz="1600" spc="-20">
                          <a:solidFill>
                            <a:srgbClr val="4E3629"/>
                          </a:solidFill>
                          <a:latin typeface="Calibri"/>
                          <a:cs typeface="Calibri"/>
                        </a:rPr>
                        <a:t>1997</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30"/>
                        </a:spcBef>
                      </a:pPr>
                      <a:r>
                        <a:rPr dirty="0" sz="1600" spc="-10">
                          <a:solidFill>
                            <a:srgbClr val="4E3629"/>
                          </a:solidFill>
                          <a:latin typeface="Calibri"/>
                          <a:cs typeface="Calibri"/>
                        </a:rPr>
                        <a:t>Davies</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0"/>
                        </a:spcBef>
                      </a:pPr>
                      <a:r>
                        <a:rPr dirty="0" sz="1600" spc="-10">
                          <a:solidFill>
                            <a:srgbClr val="4E3629"/>
                          </a:solidFill>
                          <a:latin typeface="Calibri"/>
                          <a:cs typeface="Calibri"/>
                        </a:rPr>
                        <a:t>29-Jan-</a:t>
                      </a:r>
                      <a:r>
                        <a:rPr dirty="0" sz="1600" spc="-20">
                          <a:solidFill>
                            <a:srgbClr val="4E3629"/>
                          </a:solidFill>
                          <a:latin typeface="Calibri"/>
                          <a:cs typeface="Calibri"/>
                        </a:rPr>
                        <a:t>1997</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75590">
                <a:tc>
                  <a:txBody>
                    <a:bodyPr/>
                    <a:lstStyle/>
                    <a:p>
                      <a:pPr marL="71755">
                        <a:lnSpc>
                          <a:spcPct val="100000"/>
                        </a:lnSpc>
                        <a:spcBef>
                          <a:spcPts val="30"/>
                        </a:spcBef>
                      </a:pPr>
                      <a:r>
                        <a:rPr dirty="0" sz="1600" spc="-20">
                          <a:solidFill>
                            <a:srgbClr val="4E3629"/>
                          </a:solidFill>
                          <a:latin typeface="Calibri"/>
                          <a:cs typeface="Calibri"/>
                        </a:rPr>
                        <a:t>Abel</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30"/>
                        </a:spcBef>
                      </a:pPr>
                      <a:r>
                        <a:rPr dirty="0" sz="1600" spc="-10">
                          <a:solidFill>
                            <a:srgbClr val="4E3629"/>
                          </a:solidFill>
                          <a:latin typeface="Calibri"/>
                          <a:cs typeface="Calibri"/>
                        </a:rPr>
                        <a:t>11-May-</a:t>
                      </a:r>
                      <a:r>
                        <a:rPr dirty="0" sz="1600" spc="-20">
                          <a:solidFill>
                            <a:srgbClr val="4E3629"/>
                          </a:solidFill>
                          <a:latin typeface="Calibri"/>
                          <a:cs typeface="Calibri"/>
                        </a:rPr>
                        <a:t>1996</a:t>
                      </a:r>
                      <a:endParaRPr sz="1600">
                        <a:latin typeface="Calibri"/>
                        <a:cs typeface="Calibri"/>
                      </a:endParaRPr>
                    </a:p>
                  </a:txBody>
                  <a:tcPr marL="0" marR="0" marB="0" marT="381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3116579"/>
            <a:ext cx="3857625" cy="858519"/>
          </a:xfrm>
          <a:prstGeom prst="rect">
            <a:avLst/>
          </a:prstGeom>
          <a:solidFill>
            <a:srgbClr val="9DBEC4">
              <a:alpha val="50199"/>
            </a:srgbClr>
          </a:solidFill>
        </p:spPr>
        <p:txBody>
          <a:bodyPr wrap="square" lIns="0" tIns="0" rIns="0" bIns="0" rtlCol="0" vert="horz">
            <a:spAutoFit/>
          </a:bodyPr>
          <a:lstStyle/>
          <a:p>
            <a:pPr>
              <a:lnSpc>
                <a:spcPts val="2080"/>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a:lnSpc>
                <a:spcPct val="100000"/>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a:lnSpc>
                <a:spcPct val="100000"/>
              </a:lnSpc>
            </a:pPr>
            <a:r>
              <a:rPr dirty="0" sz="1800" b="1">
                <a:solidFill>
                  <a:srgbClr val="4E3629"/>
                </a:solidFill>
                <a:latin typeface="Courier New"/>
                <a:cs typeface="Courier New"/>
              </a:rPr>
              <a:t>ORDER</a:t>
            </a:r>
            <a:r>
              <a:rPr dirty="0" sz="1800" spc="-65" b="1">
                <a:solidFill>
                  <a:srgbClr val="4E3629"/>
                </a:solidFill>
                <a:latin typeface="Courier New"/>
                <a:cs typeface="Courier New"/>
              </a:rPr>
              <a:t> </a:t>
            </a:r>
            <a:r>
              <a:rPr dirty="0" sz="1800" b="1">
                <a:solidFill>
                  <a:srgbClr val="4E3629"/>
                </a:solidFill>
                <a:latin typeface="Courier New"/>
                <a:cs typeface="Courier New"/>
              </a:rPr>
              <a:t>BY</a:t>
            </a:r>
            <a:r>
              <a:rPr dirty="0" sz="1800" spc="-55" b="1">
                <a:solidFill>
                  <a:srgbClr val="4E3629"/>
                </a:solidFill>
                <a:latin typeface="Courier New"/>
                <a:cs typeface="Courier New"/>
              </a:rPr>
              <a:t> </a:t>
            </a:r>
            <a:r>
              <a:rPr dirty="0" sz="1800" b="1">
                <a:solidFill>
                  <a:srgbClr val="4E3629"/>
                </a:solidFill>
                <a:latin typeface="Courier New"/>
                <a:cs typeface="Courier New"/>
              </a:rPr>
              <a:t>hire_date</a:t>
            </a:r>
            <a:r>
              <a:rPr dirty="0" sz="1800" spc="-50" b="1">
                <a:solidFill>
                  <a:srgbClr val="4E3629"/>
                </a:solidFill>
                <a:latin typeface="Courier New"/>
                <a:cs typeface="Courier New"/>
              </a:rPr>
              <a:t> </a:t>
            </a:r>
            <a:r>
              <a:rPr dirty="0" sz="1800" spc="-20" b="1">
                <a:solidFill>
                  <a:srgbClr val="4E3629"/>
                </a:solidFill>
                <a:latin typeface="Courier New"/>
                <a:cs typeface="Courier New"/>
              </a:rPr>
              <a:t>DESC;</a:t>
            </a:r>
            <a:endParaRPr sz="1800">
              <a:latin typeface="Courier New"/>
              <a:cs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Uso</a:t>
            </a:r>
            <a:r>
              <a:rPr dirty="0" spc="-35"/>
              <a:t> </a:t>
            </a:r>
            <a:r>
              <a:rPr dirty="0"/>
              <a:t>de</a:t>
            </a:r>
            <a:r>
              <a:rPr dirty="0" spc="-35"/>
              <a:t> </a:t>
            </a:r>
            <a:r>
              <a:rPr dirty="0"/>
              <a:t>Alias</a:t>
            </a:r>
            <a:r>
              <a:rPr dirty="0" spc="-15"/>
              <a:t> </a:t>
            </a:r>
            <a:r>
              <a:rPr dirty="0"/>
              <a:t>de</a:t>
            </a:r>
            <a:r>
              <a:rPr dirty="0" spc="-15"/>
              <a:t> </a:t>
            </a:r>
            <a:r>
              <a:rPr dirty="0" spc="-10"/>
              <a:t>Columna</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10</a:t>
            </a:r>
          </a:p>
        </p:txBody>
      </p:sp>
      <p:sp>
        <p:nvSpPr>
          <p:cNvPr id="3" name="object 3" descr=""/>
          <p:cNvSpPr txBox="1"/>
          <p:nvPr/>
        </p:nvSpPr>
        <p:spPr>
          <a:xfrm>
            <a:off x="483552" y="1355371"/>
            <a:ext cx="8109584" cy="1382395"/>
          </a:xfrm>
          <a:prstGeom prst="rect">
            <a:avLst/>
          </a:prstGeom>
        </p:spPr>
        <p:txBody>
          <a:bodyPr wrap="square" lIns="0" tIns="71755" rIns="0" bIns="0" rtlCol="0" vert="horz">
            <a:spAutoFit/>
          </a:bodyPr>
          <a:lstStyle/>
          <a:p>
            <a:pPr marL="183515" indent="-170815">
              <a:lnSpc>
                <a:spcPct val="100000"/>
              </a:lnSpc>
              <a:spcBef>
                <a:spcPts val="565"/>
              </a:spcBef>
              <a:buClr>
                <a:srgbClr val="D1350F"/>
              </a:buClr>
              <a:buFont typeface="Arial MT"/>
              <a:buChar char="•"/>
              <a:tabLst>
                <a:tab pos="183515" algn="l"/>
              </a:tabLst>
            </a:pPr>
            <a:r>
              <a:rPr dirty="0" u="heavy" sz="2800">
                <a:solidFill>
                  <a:srgbClr val="4E3629"/>
                </a:solidFill>
                <a:uFill>
                  <a:solidFill>
                    <a:srgbClr val="EC2814"/>
                  </a:solidFill>
                </a:uFill>
                <a:latin typeface="Calibri"/>
                <a:cs typeface="Calibri"/>
              </a:rPr>
              <a:t>Puede</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ordenar</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datos</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mediante</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t>
            </a:r>
            <a:r>
              <a:rPr dirty="0" u="heavy" sz="2800" spc="-5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alias</a:t>
            </a:r>
            <a:r>
              <a:rPr dirty="0" u="heavy" sz="2800" spc="-6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60">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columna</a:t>
            </a:r>
            <a:endParaRPr sz="2800">
              <a:latin typeface="Calibri"/>
              <a:cs typeface="Calibri"/>
            </a:endParaRPr>
          </a:p>
          <a:p>
            <a:pPr marL="182880" marR="541020" indent="-170815">
              <a:lnSpc>
                <a:spcPts val="3030"/>
              </a:lnSpc>
              <a:spcBef>
                <a:spcPts val="844"/>
              </a:spcBef>
              <a:buClr>
                <a:srgbClr val="D1350F"/>
              </a:buClr>
              <a:buFont typeface="Arial MT"/>
              <a:buChar char="•"/>
              <a:tabLst>
                <a:tab pos="184785" algn="l"/>
              </a:tabLst>
            </a:pPr>
            <a:r>
              <a:rPr dirty="0" sz="2800">
                <a:solidFill>
                  <a:srgbClr val="4E3629"/>
                </a:solidFill>
                <a:latin typeface="Calibri"/>
                <a:cs typeface="Calibri"/>
              </a:rPr>
              <a:t>El</a:t>
            </a:r>
            <a:r>
              <a:rPr dirty="0" sz="2800" spc="-55">
                <a:solidFill>
                  <a:srgbClr val="4E3629"/>
                </a:solidFill>
                <a:latin typeface="Calibri"/>
                <a:cs typeface="Calibri"/>
              </a:rPr>
              <a:t> </a:t>
            </a:r>
            <a:r>
              <a:rPr dirty="0" sz="2800">
                <a:solidFill>
                  <a:srgbClr val="4E3629"/>
                </a:solidFill>
                <a:latin typeface="Calibri"/>
                <a:cs typeface="Calibri"/>
              </a:rPr>
              <a:t>alias</a:t>
            </a:r>
            <a:r>
              <a:rPr dirty="0" sz="2800" spc="-50">
                <a:solidFill>
                  <a:srgbClr val="4E3629"/>
                </a:solidFill>
                <a:latin typeface="Calibri"/>
                <a:cs typeface="Calibri"/>
              </a:rPr>
              <a:t> </a:t>
            </a:r>
            <a:r>
              <a:rPr dirty="0" sz="2800">
                <a:solidFill>
                  <a:srgbClr val="4E3629"/>
                </a:solidFill>
                <a:latin typeface="Calibri"/>
                <a:cs typeface="Calibri"/>
              </a:rPr>
              <a:t>utilizado</a:t>
            </a:r>
            <a:r>
              <a:rPr dirty="0" sz="2800" spc="-35">
                <a:solidFill>
                  <a:srgbClr val="4E3629"/>
                </a:solidFill>
                <a:latin typeface="Calibri"/>
                <a:cs typeface="Calibri"/>
              </a:rPr>
              <a:t> </a:t>
            </a:r>
            <a:r>
              <a:rPr dirty="0" sz="2800">
                <a:solidFill>
                  <a:srgbClr val="4E3629"/>
                </a:solidFill>
                <a:latin typeface="Calibri"/>
                <a:cs typeface="Calibri"/>
              </a:rPr>
              <a:t>en</a:t>
            </a:r>
            <a:r>
              <a:rPr dirty="0" sz="2800" spc="-45">
                <a:solidFill>
                  <a:srgbClr val="4E3629"/>
                </a:solidFill>
                <a:latin typeface="Calibri"/>
                <a:cs typeface="Calibri"/>
              </a:rPr>
              <a:t> </a:t>
            </a:r>
            <a:r>
              <a:rPr dirty="0" sz="2800">
                <a:solidFill>
                  <a:srgbClr val="4E3629"/>
                </a:solidFill>
                <a:latin typeface="Calibri"/>
                <a:cs typeface="Calibri"/>
              </a:rPr>
              <a:t>la</a:t>
            </a:r>
            <a:r>
              <a:rPr dirty="0" sz="2800" spc="-45">
                <a:solidFill>
                  <a:srgbClr val="4E3629"/>
                </a:solidFill>
                <a:latin typeface="Calibri"/>
                <a:cs typeface="Calibri"/>
              </a:rPr>
              <a:t> </a:t>
            </a:r>
            <a:r>
              <a:rPr dirty="0" sz="2800">
                <a:solidFill>
                  <a:srgbClr val="4E3629"/>
                </a:solidFill>
                <a:latin typeface="Calibri"/>
                <a:cs typeface="Calibri"/>
              </a:rPr>
              <a:t>sentencia</a:t>
            </a:r>
            <a:r>
              <a:rPr dirty="0" sz="2800" spc="-35">
                <a:solidFill>
                  <a:srgbClr val="4E3629"/>
                </a:solidFill>
                <a:latin typeface="Calibri"/>
                <a:cs typeface="Calibri"/>
              </a:rPr>
              <a:t> </a:t>
            </a:r>
            <a:r>
              <a:rPr dirty="0" sz="2800">
                <a:solidFill>
                  <a:srgbClr val="4E3629"/>
                </a:solidFill>
                <a:latin typeface="Calibri"/>
                <a:cs typeface="Calibri"/>
              </a:rPr>
              <a:t>SELECT</a:t>
            </a:r>
            <a:r>
              <a:rPr dirty="0" sz="2800" spc="-55">
                <a:solidFill>
                  <a:srgbClr val="4E3629"/>
                </a:solidFill>
                <a:latin typeface="Calibri"/>
                <a:cs typeface="Calibri"/>
              </a:rPr>
              <a:t> </a:t>
            </a:r>
            <a:r>
              <a:rPr dirty="0" sz="2800">
                <a:solidFill>
                  <a:srgbClr val="4E3629"/>
                </a:solidFill>
                <a:latin typeface="Calibri"/>
                <a:cs typeface="Calibri"/>
              </a:rPr>
              <a:t>es</a:t>
            </a:r>
            <a:r>
              <a:rPr dirty="0" sz="2800" spc="-50">
                <a:solidFill>
                  <a:srgbClr val="4E3629"/>
                </a:solidFill>
                <a:latin typeface="Calibri"/>
                <a:cs typeface="Calibri"/>
              </a:rPr>
              <a:t> </a:t>
            </a:r>
            <a:r>
              <a:rPr dirty="0" sz="2800">
                <a:solidFill>
                  <a:srgbClr val="4E3629"/>
                </a:solidFill>
                <a:latin typeface="Calibri"/>
                <a:cs typeface="Calibri"/>
              </a:rPr>
              <a:t>al</a:t>
            </a:r>
            <a:r>
              <a:rPr dirty="0" sz="2800" spc="-50">
                <a:solidFill>
                  <a:srgbClr val="4E3629"/>
                </a:solidFill>
                <a:latin typeface="Calibri"/>
                <a:cs typeface="Calibri"/>
              </a:rPr>
              <a:t> </a:t>
            </a:r>
            <a:r>
              <a:rPr dirty="0" sz="2800">
                <a:solidFill>
                  <a:srgbClr val="4E3629"/>
                </a:solidFill>
                <a:latin typeface="Calibri"/>
                <a:cs typeface="Calibri"/>
              </a:rPr>
              <a:t>que</a:t>
            </a:r>
            <a:r>
              <a:rPr dirty="0" sz="2800" spc="-30">
                <a:solidFill>
                  <a:srgbClr val="4E3629"/>
                </a:solidFill>
                <a:latin typeface="Calibri"/>
                <a:cs typeface="Calibri"/>
              </a:rPr>
              <a:t> </a:t>
            </a:r>
            <a:r>
              <a:rPr dirty="0" sz="2800" spc="-25">
                <a:solidFill>
                  <a:srgbClr val="4E3629"/>
                </a:solidFill>
                <a:latin typeface="Calibri"/>
                <a:cs typeface="Calibri"/>
              </a:rPr>
              <a:t>se </a:t>
            </a:r>
            <a:r>
              <a:rPr dirty="0" sz="2800" spc="-25">
                <a:solidFill>
                  <a:srgbClr val="4E3629"/>
                </a:solidFill>
                <a:latin typeface="Calibri"/>
                <a:cs typeface="Calibri"/>
              </a:rPr>
              <a:t>	</a:t>
            </a:r>
            <a:r>
              <a:rPr dirty="0" sz="2800">
                <a:solidFill>
                  <a:srgbClr val="4E3629"/>
                </a:solidFill>
                <a:latin typeface="Calibri"/>
                <a:cs typeface="Calibri"/>
              </a:rPr>
              <a:t>hace</a:t>
            </a:r>
            <a:r>
              <a:rPr dirty="0" sz="2800" spc="-65">
                <a:solidFill>
                  <a:srgbClr val="4E3629"/>
                </a:solidFill>
                <a:latin typeface="Calibri"/>
                <a:cs typeface="Calibri"/>
              </a:rPr>
              <a:t> </a:t>
            </a:r>
            <a:r>
              <a:rPr dirty="0" sz="2800" spc="-10">
                <a:solidFill>
                  <a:srgbClr val="4E3629"/>
                </a:solidFill>
                <a:latin typeface="Calibri"/>
                <a:cs typeface="Calibri"/>
              </a:rPr>
              <a:t>referencia</a:t>
            </a:r>
            <a:r>
              <a:rPr dirty="0" sz="2800" spc="-6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la</a:t>
            </a:r>
            <a:r>
              <a:rPr dirty="0" sz="2800" spc="-65">
                <a:solidFill>
                  <a:srgbClr val="4E3629"/>
                </a:solidFill>
                <a:latin typeface="Calibri"/>
                <a:cs typeface="Calibri"/>
              </a:rPr>
              <a:t> </a:t>
            </a:r>
            <a:r>
              <a:rPr dirty="0" sz="2800">
                <a:solidFill>
                  <a:srgbClr val="4E3629"/>
                </a:solidFill>
                <a:latin typeface="Calibri"/>
                <a:cs typeface="Calibri"/>
              </a:rPr>
              <a:t>cláusula</a:t>
            </a:r>
            <a:r>
              <a:rPr dirty="0" sz="2800" spc="-45">
                <a:solidFill>
                  <a:srgbClr val="4E3629"/>
                </a:solidFill>
                <a:latin typeface="Calibri"/>
                <a:cs typeface="Calibri"/>
              </a:rPr>
              <a:t> </a:t>
            </a:r>
            <a:r>
              <a:rPr dirty="0" sz="2800">
                <a:solidFill>
                  <a:srgbClr val="4E3629"/>
                </a:solidFill>
                <a:latin typeface="Calibri"/>
                <a:cs typeface="Calibri"/>
              </a:rPr>
              <a:t>ORDER</a:t>
            </a:r>
            <a:r>
              <a:rPr dirty="0" sz="2800" spc="-50">
                <a:solidFill>
                  <a:srgbClr val="4E3629"/>
                </a:solidFill>
                <a:latin typeface="Calibri"/>
                <a:cs typeface="Calibri"/>
              </a:rPr>
              <a:t> </a:t>
            </a:r>
            <a:r>
              <a:rPr dirty="0" sz="2800" spc="-25">
                <a:solidFill>
                  <a:srgbClr val="4E3629"/>
                </a:solidFill>
                <a:latin typeface="Calibri"/>
                <a:cs typeface="Calibri"/>
              </a:rPr>
              <a:t>BY</a:t>
            </a:r>
            <a:endParaRPr sz="2800">
              <a:latin typeface="Calibri"/>
              <a:cs typeface="Calibri"/>
            </a:endParaRPr>
          </a:p>
        </p:txBody>
      </p:sp>
      <p:graphicFrame>
        <p:nvGraphicFramePr>
          <p:cNvPr id="4" name="object 4" descr=""/>
          <p:cNvGraphicFramePr>
            <a:graphicFrameLocks noGrp="1"/>
          </p:cNvGraphicFramePr>
          <p:nvPr/>
        </p:nvGraphicFramePr>
        <p:xfrm>
          <a:off x="5255300" y="3050908"/>
          <a:ext cx="3578225" cy="3115310"/>
        </p:xfrm>
        <a:graphic>
          <a:graphicData uri="http://schemas.openxmlformats.org/drawingml/2006/table">
            <a:tbl>
              <a:tblPr firstRow="1" bandRow="1">
                <a:tableStyleId>{2D5ABB26-0587-4C30-8999-92F81FD0307C}</a:tableStyleId>
              </a:tblPr>
              <a:tblGrid>
                <a:gridCol w="1744345"/>
                <a:gridCol w="1744345"/>
              </a:tblGrid>
              <a:tr h="283210">
                <a:tc>
                  <a:txBody>
                    <a:bodyPr/>
                    <a:lstStyle/>
                    <a:p>
                      <a:pPr marL="71755">
                        <a:lnSpc>
                          <a:spcPct val="100000"/>
                        </a:lnSpc>
                        <a:spcBef>
                          <a:spcPts val="55"/>
                        </a:spcBef>
                      </a:pPr>
                      <a:r>
                        <a:rPr dirty="0" sz="1600" spc="-10" b="1">
                          <a:solidFill>
                            <a:srgbClr val="4E3629"/>
                          </a:solidFill>
                          <a:latin typeface="Calibri"/>
                          <a:cs typeface="Calibri"/>
                        </a:rPr>
                        <a:t>LAST_NAME</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55"/>
                        </a:spcBef>
                      </a:pPr>
                      <a:r>
                        <a:rPr dirty="0" sz="1600" b="1">
                          <a:solidFill>
                            <a:srgbClr val="4E3629"/>
                          </a:solidFill>
                          <a:latin typeface="Calibri"/>
                          <a:cs typeface="Calibri"/>
                        </a:rPr>
                        <a:t>Date</a:t>
                      </a:r>
                      <a:r>
                        <a:rPr dirty="0" sz="1600" spc="-55" b="1">
                          <a:solidFill>
                            <a:srgbClr val="4E3629"/>
                          </a:solidFill>
                          <a:latin typeface="Calibri"/>
                          <a:cs typeface="Calibri"/>
                        </a:rPr>
                        <a:t> </a:t>
                      </a:r>
                      <a:r>
                        <a:rPr dirty="0" sz="1600" spc="-10" b="1">
                          <a:solidFill>
                            <a:srgbClr val="4E3629"/>
                          </a:solidFill>
                          <a:latin typeface="Calibri"/>
                          <a:cs typeface="Calibri"/>
                        </a:rPr>
                        <a:t>Started</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83210">
                <a:tc>
                  <a:txBody>
                    <a:bodyPr/>
                    <a:lstStyle/>
                    <a:p>
                      <a:pPr marL="71755">
                        <a:lnSpc>
                          <a:spcPct val="100000"/>
                        </a:lnSpc>
                        <a:spcBef>
                          <a:spcPts val="55"/>
                        </a:spcBef>
                      </a:pPr>
                      <a:r>
                        <a:rPr dirty="0" sz="1600" spc="-20">
                          <a:solidFill>
                            <a:srgbClr val="4E3629"/>
                          </a:solidFill>
                          <a:latin typeface="Calibri"/>
                          <a:cs typeface="Calibri"/>
                        </a:rPr>
                        <a:t>King</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10">
                          <a:solidFill>
                            <a:srgbClr val="4E3629"/>
                          </a:solidFill>
                          <a:latin typeface="Calibri"/>
                          <a:cs typeface="Calibri"/>
                        </a:rPr>
                        <a:t>17-Jun-</a:t>
                      </a:r>
                      <a:r>
                        <a:rPr dirty="0" sz="1600" spc="-20">
                          <a:solidFill>
                            <a:srgbClr val="4E3629"/>
                          </a:solidFill>
                          <a:latin typeface="Calibri"/>
                          <a:cs typeface="Calibri"/>
                        </a:rPr>
                        <a:t>1987</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83210">
                <a:tc>
                  <a:txBody>
                    <a:bodyPr/>
                    <a:lstStyle/>
                    <a:p>
                      <a:pPr marL="71755">
                        <a:lnSpc>
                          <a:spcPct val="100000"/>
                        </a:lnSpc>
                        <a:spcBef>
                          <a:spcPts val="55"/>
                        </a:spcBef>
                      </a:pPr>
                      <a:r>
                        <a:rPr dirty="0" sz="1600" spc="-10">
                          <a:solidFill>
                            <a:srgbClr val="4E3629"/>
                          </a:solidFill>
                          <a:latin typeface="Calibri"/>
                          <a:cs typeface="Calibri"/>
                        </a:rPr>
                        <a:t>Whalen</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10">
                          <a:solidFill>
                            <a:srgbClr val="4E3629"/>
                          </a:solidFill>
                          <a:latin typeface="Calibri"/>
                          <a:cs typeface="Calibri"/>
                        </a:rPr>
                        <a:t>17-Sep-</a:t>
                      </a:r>
                      <a:r>
                        <a:rPr dirty="0" sz="1600" spc="-20">
                          <a:solidFill>
                            <a:srgbClr val="4E3629"/>
                          </a:solidFill>
                          <a:latin typeface="Calibri"/>
                          <a:cs typeface="Calibri"/>
                        </a:rPr>
                        <a:t>1987</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755">
                        <a:lnSpc>
                          <a:spcPct val="100000"/>
                        </a:lnSpc>
                        <a:spcBef>
                          <a:spcPts val="55"/>
                        </a:spcBef>
                      </a:pPr>
                      <a:r>
                        <a:rPr dirty="0" sz="1600" spc="-10">
                          <a:solidFill>
                            <a:srgbClr val="4E3629"/>
                          </a:solidFill>
                          <a:latin typeface="Calibri"/>
                          <a:cs typeface="Calibri"/>
                        </a:rPr>
                        <a:t>Kochhar</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10">
                          <a:solidFill>
                            <a:srgbClr val="4E3629"/>
                          </a:solidFill>
                          <a:latin typeface="Calibri"/>
                          <a:cs typeface="Calibri"/>
                        </a:rPr>
                        <a:t>21-Sep-</a:t>
                      </a:r>
                      <a:r>
                        <a:rPr dirty="0" sz="1600" spc="-20">
                          <a:solidFill>
                            <a:srgbClr val="4E3629"/>
                          </a:solidFill>
                          <a:latin typeface="Calibri"/>
                          <a:cs typeface="Calibri"/>
                        </a:rPr>
                        <a:t>1989</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755">
                        <a:lnSpc>
                          <a:spcPct val="100000"/>
                        </a:lnSpc>
                        <a:spcBef>
                          <a:spcPts val="55"/>
                        </a:spcBef>
                      </a:pPr>
                      <a:r>
                        <a:rPr dirty="0" sz="1600" spc="-10">
                          <a:solidFill>
                            <a:srgbClr val="4E3629"/>
                          </a:solidFill>
                          <a:latin typeface="Calibri"/>
                          <a:cs typeface="Calibri"/>
                        </a:rPr>
                        <a:t>Hunold</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10">
                          <a:solidFill>
                            <a:srgbClr val="4E3629"/>
                          </a:solidFill>
                          <a:latin typeface="Calibri"/>
                          <a:cs typeface="Calibri"/>
                        </a:rPr>
                        <a:t>03-Jan-</a:t>
                      </a:r>
                      <a:r>
                        <a:rPr dirty="0" sz="1600" spc="-20">
                          <a:solidFill>
                            <a:srgbClr val="4E3629"/>
                          </a:solidFill>
                          <a:latin typeface="Calibri"/>
                          <a:cs typeface="Calibri"/>
                        </a:rPr>
                        <a:t>1990</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755">
                        <a:lnSpc>
                          <a:spcPct val="100000"/>
                        </a:lnSpc>
                        <a:spcBef>
                          <a:spcPts val="55"/>
                        </a:spcBef>
                      </a:pPr>
                      <a:r>
                        <a:rPr dirty="0" sz="1600" spc="-10">
                          <a:solidFill>
                            <a:srgbClr val="4E3629"/>
                          </a:solidFill>
                          <a:latin typeface="Calibri"/>
                          <a:cs typeface="Calibri"/>
                        </a:rPr>
                        <a:t>Ernst</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55"/>
                        </a:spcBef>
                      </a:pPr>
                      <a:r>
                        <a:rPr dirty="0" sz="1600" spc="-10">
                          <a:solidFill>
                            <a:srgbClr val="4E3629"/>
                          </a:solidFill>
                          <a:latin typeface="Calibri"/>
                          <a:cs typeface="Calibri"/>
                        </a:rPr>
                        <a:t>21-May-</a:t>
                      </a:r>
                      <a:r>
                        <a:rPr dirty="0" sz="1600" spc="-20">
                          <a:solidFill>
                            <a:srgbClr val="4E3629"/>
                          </a:solidFill>
                          <a:latin typeface="Calibri"/>
                          <a:cs typeface="Calibri"/>
                        </a:rPr>
                        <a:t>1991</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120">
                        <a:lnSpc>
                          <a:spcPct val="100000"/>
                        </a:lnSpc>
                        <a:spcBef>
                          <a:spcPts val="55"/>
                        </a:spcBef>
                      </a:pPr>
                      <a:r>
                        <a:rPr dirty="0" sz="1600">
                          <a:solidFill>
                            <a:srgbClr val="4E3629"/>
                          </a:solidFill>
                          <a:latin typeface="Calibri"/>
                          <a:cs typeface="Calibri"/>
                        </a:rPr>
                        <a:t>De</a:t>
                      </a:r>
                      <a:r>
                        <a:rPr dirty="0" sz="1600" spc="-15">
                          <a:solidFill>
                            <a:srgbClr val="4E3629"/>
                          </a:solidFill>
                          <a:latin typeface="Calibri"/>
                          <a:cs typeface="Calibri"/>
                        </a:rPr>
                        <a:t> </a:t>
                      </a:r>
                      <a:r>
                        <a:rPr dirty="0" sz="1600" spc="-20">
                          <a:solidFill>
                            <a:srgbClr val="4E3629"/>
                          </a:solidFill>
                          <a:latin typeface="Calibri"/>
                          <a:cs typeface="Calibri"/>
                        </a:rPr>
                        <a:t>Haan</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55"/>
                        </a:spcBef>
                      </a:pPr>
                      <a:r>
                        <a:rPr dirty="0" sz="1600" spc="-10">
                          <a:solidFill>
                            <a:srgbClr val="4E3629"/>
                          </a:solidFill>
                          <a:latin typeface="Calibri"/>
                          <a:cs typeface="Calibri"/>
                        </a:rPr>
                        <a:t>13-Jan-</a:t>
                      </a:r>
                      <a:r>
                        <a:rPr dirty="0" sz="1600" spc="-20">
                          <a:solidFill>
                            <a:srgbClr val="4E3629"/>
                          </a:solidFill>
                          <a:latin typeface="Calibri"/>
                          <a:cs typeface="Calibri"/>
                        </a:rPr>
                        <a:t>1993</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120">
                        <a:lnSpc>
                          <a:spcPct val="100000"/>
                        </a:lnSpc>
                        <a:spcBef>
                          <a:spcPts val="55"/>
                        </a:spcBef>
                      </a:pPr>
                      <a:r>
                        <a:rPr dirty="0" sz="1600" spc="-10">
                          <a:solidFill>
                            <a:srgbClr val="4E3629"/>
                          </a:solidFill>
                          <a:latin typeface="Calibri"/>
                          <a:cs typeface="Calibri"/>
                        </a:rPr>
                        <a:t>Gietz</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55"/>
                        </a:spcBef>
                      </a:pPr>
                      <a:r>
                        <a:rPr dirty="0" sz="1600" spc="-10">
                          <a:solidFill>
                            <a:srgbClr val="4E3629"/>
                          </a:solidFill>
                          <a:latin typeface="Calibri"/>
                          <a:cs typeface="Calibri"/>
                        </a:rPr>
                        <a:t>07-Jun-</a:t>
                      </a:r>
                      <a:r>
                        <a:rPr dirty="0" sz="1600" spc="-20">
                          <a:solidFill>
                            <a:srgbClr val="4E3629"/>
                          </a:solidFill>
                          <a:latin typeface="Calibri"/>
                          <a:cs typeface="Calibri"/>
                        </a:rPr>
                        <a:t>1994</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120">
                        <a:lnSpc>
                          <a:spcPct val="100000"/>
                        </a:lnSpc>
                        <a:spcBef>
                          <a:spcPts val="55"/>
                        </a:spcBef>
                      </a:pPr>
                      <a:r>
                        <a:rPr dirty="0" sz="1600" spc="-10">
                          <a:solidFill>
                            <a:srgbClr val="4E3629"/>
                          </a:solidFill>
                          <a:latin typeface="Calibri"/>
                          <a:cs typeface="Calibri"/>
                        </a:rPr>
                        <a:t>Higgins</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55"/>
                        </a:spcBef>
                      </a:pPr>
                      <a:r>
                        <a:rPr dirty="0" sz="1600" spc="-10">
                          <a:solidFill>
                            <a:srgbClr val="4E3629"/>
                          </a:solidFill>
                          <a:latin typeface="Calibri"/>
                          <a:cs typeface="Calibri"/>
                        </a:rPr>
                        <a:t>07-Jun-</a:t>
                      </a:r>
                      <a:r>
                        <a:rPr dirty="0" sz="1600" spc="-20">
                          <a:solidFill>
                            <a:srgbClr val="4E3629"/>
                          </a:solidFill>
                          <a:latin typeface="Calibri"/>
                          <a:cs typeface="Calibri"/>
                        </a:rPr>
                        <a:t>1994</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120">
                        <a:lnSpc>
                          <a:spcPct val="100000"/>
                        </a:lnSpc>
                        <a:spcBef>
                          <a:spcPts val="55"/>
                        </a:spcBef>
                      </a:pPr>
                      <a:r>
                        <a:rPr dirty="0" sz="1600" spc="-20">
                          <a:solidFill>
                            <a:srgbClr val="4E3629"/>
                          </a:solidFill>
                          <a:latin typeface="Calibri"/>
                          <a:cs typeface="Calibri"/>
                        </a:rPr>
                        <a:t>Rajs</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55"/>
                        </a:spcBef>
                      </a:pPr>
                      <a:r>
                        <a:rPr dirty="0" sz="1600" spc="-10">
                          <a:solidFill>
                            <a:srgbClr val="4E3629"/>
                          </a:solidFill>
                          <a:latin typeface="Calibri"/>
                          <a:cs typeface="Calibri"/>
                        </a:rPr>
                        <a:t>17-Oct-</a:t>
                      </a:r>
                      <a:r>
                        <a:rPr dirty="0" sz="1600" spc="-20">
                          <a:solidFill>
                            <a:srgbClr val="4E3629"/>
                          </a:solidFill>
                          <a:latin typeface="Calibri"/>
                          <a:cs typeface="Calibri"/>
                        </a:rPr>
                        <a:t>1995</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83210">
                <a:tc>
                  <a:txBody>
                    <a:bodyPr/>
                    <a:lstStyle/>
                    <a:p>
                      <a:pPr marL="71120">
                        <a:lnSpc>
                          <a:spcPct val="100000"/>
                        </a:lnSpc>
                        <a:spcBef>
                          <a:spcPts val="55"/>
                        </a:spcBef>
                      </a:pPr>
                      <a:r>
                        <a:rPr dirty="0" sz="1600" spc="-10">
                          <a:solidFill>
                            <a:srgbClr val="4E3629"/>
                          </a:solidFill>
                          <a:latin typeface="Calibri"/>
                          <a:cs typeface="Calibri"/>
                        </a:rPr>
                        <a:t>Hartstein</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120">
                        <a:lnSpc>
                          <a:spcPct val="100000"/>
                        </a:lnSpc>
                        <a:spcBef>
                          <a:spcPts val="55"/>
                        </a:spcBef>
                      </a:pPr>
                      <a:r>
                        <a:rPr dirty="0" sz="1600" spc="-10">
                          <a:solidFill>
                            <a:srgbClr val="4E3629"/>
                          </a:solidFill>
                          <a:latin typeface="Calibri"/>
                          <a:cs typeface="Calibri"/>
                        </a:rPr>
                        <a:t>17-</a:t>
                      </a:r>
                      <a:r>
                        <a:rPr dirty="0" sz="1600" spc="-20">
                          <a:solidFill>
                            <a:srgbClr val="4E3629"/>
                          </a:solidFill>
                          <a:latin typeface="Calibri"/>
                          <a:cs typeface="Calibri"/>
                        </a:rPr>
                        <a:t>Feb-1996</a:t>
                      </a:r>
                      <a:endParaRPr sz="1600">
                        <a:latin typeface="Calibri"/>
                        <a:cs typeface="Calibri"/>
                      </a:endParaRPr>
                    </a:p>
                  </a:txBody>
                  <a:tcPr marL="0" marR="0" marB="0" marT="698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3057144"/>
            <a:ext cx="4048125" cy="1117600"/>
          </a:xfrm>
          <a:prstGeom prst="rect">
            <a:avLst/>
          </a:prstGeom>
          <a:solidFill>
            <a:srgbClr val="9DBEC4">
              <a:alpha val="50199"/>
            </a:srgbClr>
          </a:solidFill>
        </p:spPr>
        <p:txBody>
          <a:bodyPr wrap="square" lIns="0" tIns="0" rIns="0" bIns="0" rtlCol="0" vert="horz">
            <a:spAutoFit/>
          </a:bodyPr>
          <a:lstStyle/>
          <a:p>
            <a:pPr marL="58419">
              <a:lnSpc>
                <a:spcPts val="2020"/>
              </a:lnSpc>
            </a:pPr>
            <a:r>
              <a:rPr dirty="0" sz="1800" b="1">
                <a:solidFill>
                  <a:srgbClr val="4E3629"/>
                </a:solidFill>
                <a:latin typeface="Courier New"/>
                <a:cs typeface="Courier New"/>
              </a:rPr>
              <a:t>SELECT</a:t>
            </a:r>
            <a:r>
              <a:rPr dirty="0" sz="1800" spc="-75" b="1">
                <a:solidFill>
                  <a:srgbClr val="4E3629"/>
                </a:solidFill>
                <a:latin typeface="Courier New"/>
                <a:cs typeface="Courier New"/>
              </a:rPr>
              <a:t> </a:t>
            </a:r>
            <a:r>
              <a:rPr dirty="0" sz="1800" b="1">
                <a:solidFill>
                  <a:srgbClr val="4E3629"/>
                </a:solidFill>
                <a:latin typeface="Courier New"/>
                <a:cs typeface="Courier New"/>
              </a:rPr>
              <a:t>last_name,</a:t>
            </a:r>
            <a:r>
              <a:rPr dirty="0" sz="1800" spc="-75" b="1">
                <a:solidFill>
                  <a:srgbClr val="4E3629"/>
                </a:solidFill>
                <a:latin typeface="Courier New"/>
                <a:cs typeface="Courier New"/>
              </a:rPr>
              <a:t> </a:t>
            </a:r>
            <a:r>
              <a:rPr dirty="0" sz="1800" spc="-10" b="1">
                <a:solidFill>
                  <a:srgbClr val="4E3629"/>
                </a:solidFill>
                <a:latin typeface="Courier New"/>
                <a:cs typeface="Courier New"/>
              </a:rPr>
              <a:t>hire_date</a:t>
            </a:r>
            <a:endParaRPr sz="1800">
              <a:latin typeface="Courier New"/>
              <a:cs typeface="Courier New"/>
            </a:endParaRPr>
          </a:p>
          <a:p>
            <a:pPr marL="58419" marR="1483360" indent="176530">
              <a:lnSpc>
                <a:spcPct val="100000"/>
              </a:lnSpc>
            </a:pPr>
            <a:r>
              <a:rPr dirty="0" sz="1800" b="1">
                <a:solidFill>
                  <a:srgbClr val="4E3629"/>
                </a:solidFill>
                <a:latin typeface="Courier New"/>
                <a:cs typeface="Courier New"/>
              </a:rPr>
              <a:t>AS</a:t>
            </a:r>
            <a:r>
              <a:rPr dirty="0" sz="1800" spc="-35" b="1">
                <a:solidFill>
                  <a:srgbClr val="4E3629"/>
                </a:solidFill>
                <a:latin typeface="Courier New"/>
                <a:cs typeface="Courier New"/>
              </a:rPr>
              <a:t> </a:t>
            </a:r>
            <a:r>
              <a:rPr dirty="0" sz="1800" b="1">
                <a:solidFill>
                  <a:srgbClr val="4E3629"/>
                </a:solidFill>
                <a:latin typeface="Courier New"/>
                <a:cs typeface="Courier New"/>
              </a:rPr>
              <a:t>"Date</a:t>
            </a:r>
            <a:r>
              <a:rPr dirty="0" sz="1800" spc="-30" b="1">
                <a:solidFill>
                  <a:srgbClr val="4E3629"/>
                </a:solidFill>
                <a:latin typeface="Courier New"/>
                <a:cs typeface="Courier New"/>
              </a:rPr>
              <a:t> </a:t>
            </a:r>
            <a:r>
              <a:rPr dirty="0" sz="1800" spc="-10" b="1">
                <a:solidFill>
                  <a:srgbClr val="4E3629"/>
                </a:solidFill>
                <a:latin typeface="Courier New"/>
                <a:cs typeface="Courier New"/>
              </a:rPr>
              <a:t>Started"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L="58419">
              <a:lnSpc>
                <a:spcPct val="100000"/>
              </a:lnSpc>
            </a:pPr>
            <a:r>
              <a:rPr dirty="0" sz="1800" b="1">
                <a:solidFill>
                  <a:srgbClr val="4E3629"/>
                </a:solidFill>
                <a:latin typeface="Courier New"/>
                <a:cs typeface="Courier New"/>
              </a:rPr>
              <a:t>ORDER</a:t>
            </a:r>
            <a:r>
              <a:rPr dirty="0" sz="1800" spc="-40" b="1">
                <a:solidFill>
                  <a:srgbClr val="4E3629"/>
                </a:solidFill>
                <a:latin typeface="Courier New"/>
                <a:cs typeface="Courier New"/>
              </a:rPr>
              <a:t> </a:t>
            </a:r>
            <a:r>
              <a:rPr dirty="0" sz="1800" b="1">
                <a:solidFill>
                  <a:srgbClr val="4E3629"/>
                </a:solidFill>
                <a:latin typeface="Courier New"/>
                <a:cs typeface="Courier New"/>
              </a:rPr>
              <a:t>BY</a:t>
            </a:r>
            <a:r>
              <a:rPr dirty="0" sz="1800" spc="-40" b="1">
                <a:solidFill>
                  <a:srgbClr val="4E3629"/>
                </a:solidFill>
                <a:latin typeface="Courier New"/>
                <a:cs typeface="Courier New"/>
              </a:rPr>
              <a:t> </a:t>
            </a:r>
            <a:r>
              <a:rPr dirty="0" sz="1800" b="1">
                <a:solidFill>
                  <a:srgbClr val="4E3629"/>
                </a:solidFill>
                <a:latin typeface="Courier New"/>
                <a:cs typeface="Courier New"/>
              </a:rPr>
              <a:t>"Date</a:t>
            </a:r>
            <a:r>
              <a:rPr dirty="0" sz="1800" spc="-35" b="1">
                <a:solidFill>
                  <a:srgbClr val="4E3629"/>
                </a:solidFill>
                <a:latin typeface="Courier New"/>
                <a:cs typeface="Courier New"/>
              </a:rPr>
              <a:t> </a:t>
            </a:r>
            <a:r>
              <a:rPr dirty="0" sz="1800" spc="-10" b="1">
                <a:solidFill>
                  <a:srgbClr val="4E3629"/>
                </a:solidFill>
                <a:latin typeface="Courier New"/>
                <a:cs typeface="Courier New"/>
              </a:rPr>
              <a:t>Started";</a:t>
            </a:r>
            <a:endParaRPr sz="1800">
              <a:latin typeface="Courier New"/>
              <a:cs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Ordenación</a:t>
            </a:r>
            <a:r>
              <a:rPr dirty="0" spc="-90"/>
              <a:t> </a:t>
            </a:r>
            <a:r>
              <a:rPr dirty="0"/>
              <a:t>con</a:t>
            </a:r>
            <a:r>
              <a:rPr dirty="0" spc="-114"/>
              <a:t> </a:t>
            </a:r>
            <a:r>
              <a:rPr dirty="0"/>
              <a:t>Otras</a:t>
            </a:r>
            <a:r>
              <a:rPr dirty="0" spc="-120"/>
              <a:t> </a:t>
            </a:r>
            <a:r>
              <a:rPr dirty="0" spc="-10"/>
              <a:t>Columnas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11</a:t>
            </a:r>
          </a:p>
        </p:txBody>
      </p:sp>
      <p:sp>
        <p:nvSpPr>
          <p:cNvPr id="3" name="object 3" descr=""/>
          <p:cNvSpPr txBox="1"/>
          <p:nvPr/>
        </p:nvSpPr>
        <p:spPr>
          <a:xfrm>
            <a:off x="483552" y="1415417"/>
            <a:ext cx="7954645" cy="2474595"/>
          </a:xfrm>
          <a:prstGeom prst="rect">
            <a:avLst/>
          </a:prstGeom>
        </p:spPr>
        <p:txBody>
          <a:bodyPr wrap="square" lIns="0" tIns="59690" rIns="0" bIns="0" rtlCol="0" vert="horz">
            <a:spAutoFit/>
          </a:bodyPr>
          <a:lstStyle/>
          <a:p>
            <a:pPr algn="just" marL="182880" marR="41275" indent="-170815">
              <a:lnSpc>
                <a:spcPts val="3030"/>
              </a:lnSpc>
              <a:spcBef>
                <a:spcPts val="470"/>
              </a:spcBef>
              <a:buClr>
                <a:srgbClr val="D1350F"/>
              </a:buClr>
              <a:buFont typeface="Arial MT"/>
              <a:buChar char="•"/>
              <a:tabLst>
                <a:tab pos="184785" algn="l"/>
              </a:tabLst>
            </a:pPr>
            <a:r>
              <a:rPr dirty="0" sz="2800" spc="-25">
                <a:solidFill>
                  <a:srgbClr val="4E3629"/>
                </a:solidFill>
                <a:latin typeface="Calibri"/>
                <a:cs typeface="Calibri"/>
              </a:rPr>
              <a:t>También</a:t>
            </a:r>
            <a:r>
              <a:rPr dirty="0" sz="2800" spc="-60">
                <a:solidFill>
                  <a:srgbClr val="4E3629"/>
                </a:solidFill>
                <a:latin typeface="Calibri"/>
                <a:cs typeface="Calibri"/>
              </a:rPr>
              <a:t> </a:t>
            </a:r>
            <a:r>
              <a:rPr dirty="0" sz="2800">
                <a:solidFill>
                  <a:srgbClr val="4E3629"/>
                </a:solidFill>
                <a:latin typeface="Calibri"/>
                <a:cs typeface="Calibri"/>
              </a:rPr>
              <a:t>es</a:t>
            </a:r>
            <a:r>
              <a:rPr dirty="0" sz="2800" spc="-65">
                <a:solidFill>
                  <a:srgbClr val="4E3629"/>
                </a:solidFill>
                <a:latin typeface="Calibri"/>
                <a:cs typeface="Calibri"/>
              </a:rPr>
              <a:t> </a:t>
            </a:r>
            <a:r>
              <a:rPr dirty="0" sz="2800">
                <a:solidFill>
                  <a:srgbClr val="4E3629"/>
                </a:solidFill>
                <a:latin typeface="Calibri"/>
                <a:cs typeface="Calibri"/>
              </a:rPr>
              <a:t>posible</a:t>
            </a:r>
            <a:r>
              <a:rPr dirty="0" sz="2800" spc="-35">
                <a:solidFill>
                  <a:srgbClr val="4E3629"/>
                </a:solidFill>
                <a:latin typeface="Calibri"/>
                <a:cs typeface="Calibri"/>
              </a:rPr>
              <a:t> </a:t>
            </a:r>
            <a:r>
              <a:rPr dirty="0" sz="2800">
                <a:solidFill>
                  <a:srgbClr val="4E3629"/>
                </a:solidFill>
                <a:latin typeface="Calibri"/>
                <a:cs typeface="Calibri"/>
              </a:rPr>
              <a:t>utilizar</a:t>
            </a:r>
            <a:r>
              <a:rPr dirty="0" sz="2800" spc="-60">
                <a:solidFill>
                  <a:srgbClr val="4E3629"/>
                </a:solidFill>
                <a:latin typeface="Calibri"/>
                <a:cs typeface="Calibri"/>
              </a:rPr>
              <a:t> </a:t>
            </a:r>
            <a:r>
              <a:rPr dirty="0" sz="2800">
                <a:solidFill>
                  <a:srgbClr val="4E3629"/>
                </a:solidFill>
                <a:latin typeface="Calibri"/>
                <a:cs typeface="Calibri"/>
              </a:rPr>
              <a:t>la</a:t>
            </a:r>
            <a:r>
              <a:rPr dirty="0" sz="2800" spc="-55">
                <a:solidFill>
                  <a:srgbClr val="4E3629"/>
                </a:solidFill>
                <a:latin typeface="Calibri"/>
                <a:cs typeface="Calibri"/>
              </a:rPr>
              <a:t> </a:t>
            </a:r>
            <a:r>
              <a:rPr dirty="0" sz="2800">
                <a:solidFill>
                  <a:srgbClr val="4E3629"/>
                </a:solidFill>
                <a:latin typeface="Calibri"/>
                <a:cs typeface="Calibri"/>
              </a:rPr>
              <a:t>cláusula</a:t>
            </a:r>
            <a:r>
              <a:rPr dirty="0" sz="2800" spc="-50">
                <a:solidFill>
                  <a:srgbClr val="4E3629"/>
                </a:solidFill>
                <a:latin typeface="Calibri"/>
                <a:cs typeface="Calibri"/>
              </a:rPr>
              <a:t> </a:t>
            </a:r>
            <a:r>
              <a:rPr dirty="0" sz="2800">
                <a:solidFill>
                  <a:srgbClr val="4E3629"/>
                </a:solidFill>
                <a:latin typeface="Calibri"/>
                <a:cs typeface="Calibri"/>
              </a:rPr>
              <a:t>ORDER</a:t>
            </a:r>
            <a:r>
              <a:rPr dirty="0" sz="2800" spc="-50">
                <a:solidFill>
                  <a:srgbClr val="4E3629"/>
                </a:solidFill>
                <a:latin typeface="Calibri"/>
                <a:cs typeface="Calibri"/>
              </a:rPr>
              <a:t> </a:t>
            </a:r>
            <a:r>
              <a:rPr dirty="0" sz="2800">
                <a:solidFill>
                  <a:srgbClr val="4E3629"/>
                </a:solidFill>
                <a:latin typeface="Calibri"/>
                <a:cs typeface="Calibri"/>
              </a:rPr>
              <a:t>BY</a:t>
            </a:r>
            <a:r>
              <a:rPr dirty="0" sz="2800" spc="-70">
                <a:solidFill>
                  <a:srgbClr val="4E3629"/>
                </a:solidFill>
                <a:latin typeface="Calibri"/>
                <a:cs typeface="Calibri"/>
              </a:rPr>
              <a:t> </a:t>
            </a:r>
            <a:r>
              <a:rPr dirty="0" sz="2800" spc="-20">
                <a:solidFill>
                  <a:srgbClr val="4E3629"/>
                </a:solidFill>
                <a:latin typeface="Calibri"/>
                <a:cs typeface="Calibri"/>
              </a:rPr>
              <a:t>para </a:t>
            </a:r>
            <a:r>
              <a:rPr dirty="0" sz="2800" spc="-20">
                <a:solidFill>
                  <a:srgbClr val="4E3629"/>
                </a:solidFill>
                <a:latin typeface="Calibri"/>
                <a:cs typeface="Calibri"/>
              </a:rPr>
              <a:t>	</a:t>
            </a:r>
            <a:r>
              <a:rPr dirty="0" sz="2800">
                <a:solidFill>
                  <a:srgbClr val="4E3629"/>
                </a:solidFill>
                <a:latin typeface="Calibri"/>
                <a:cs typeface="Calibri"/>
              </a:rPr>
              <a:t>ordenar</a:t>
            </a:r>
            <a:r>
              <a:rPr dirty="0" sz="2800" spc="-50">
                <a:solidFill>
                  <a:srgbClr val="4E3629"/>
                </a:solidFill>
                <a:latin typeface="Calibri"/>
                <a:cs typeface="Calibri"/>
              </a:rPr>
              <a:t> </a:t>
            </a:r>
            <a:r>
              <a:rPr dirty="0" sz="2800">
                <a:solidFill>
                  <a:srgbClr val="4E3629"/>
                </a:solidFill>
                <a:latin typeface="Calibri"/>
                <a:cs typeface="Calibri"/>
              </a:rPr>
              <a:t>la</a:t>
            </a:r>
            <a:r>
              <a:rPr dirty="0" sz="2800" spc="-50">
                <a:solidFill>
                  <a:srgbClr val="4E3629"/>
                </a:solidFill>
                <a:latin typeface="Calibri"/>
                <a:cs typeface="Calibri"/>
              </a:rPr>
              <a:t> </a:t>
            </a:r>
            <a:r>
              <a:rPr dirty="0" sz="2800">
                <a:solidFill>
                  <a:srgbClr val="4E3629"/>
                </a:solidFill>
                <a:latin typeface="Calibri"/>
                <a:cs typeface="Calibri"/>
              </a:rPr>
              <a:t>salida</a:t>
            </a:r>
            <a:r>
              <a:rPr dirty="0" sz="2800" spc="-35">
                <a:solidFill>
                  <a:srgbClr val="4E3629"/>
                </a:solidFill>
                <a:latin typeface="Calibri"/>
                <a:cs typeface="Calibri"/>
              </a:rPr>
              <a:t> </a:t>
            </a:r>
            <a:r>
              <a:rPr dirty="0" sz="2800">
                <a:solidFill>
                  <a:srgbClr val="4E3629"/>
                </a:solidFill>
                <a:latin typeface="Calibri"/>
                <a:cs typeface="Calibri"/>
              </a:rPr>
              <a:t>según</a:t>
            </a:r>
            <a:r>
              <a:rPr dirty="0" sz="2800" spc="-50">
                <a:solidFill>
                  <a:srgbClr val="4E3629"/>
                </a:solidFill>
                <a:latin typeface="Calibri"/>
                <a:cs typeface="Calibri"/>
              </a:rPr>
              <a:t> </a:t>
            </a:r>
            <a:r>
              <a:rPr dirty="0" sz="2800">
                <a:solidFill>
                  <a:srgbClr val="4E3629"/>
                </a:solidFill>
                <a:latin typeface="Calibri"/>
                <a:cs typeface="Calibri"/>
              </a:rPr>
              <a:t>una</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30">
                <a:solidFill>
                  <a:srgbClr val="4E3629"/>
                </a:solidFill>
                <a:latin typeface="Calibri"/>
                <a:cs typeface="Calibri"/>
              </a:rPr>
              <a:t> </a:t>
            </a:r>
            <a:r>
              <a:rPr dirty="0" sz="2800">
                <a:solidFill>
                  <a:srgbClr val="4E3629"/>
                </a:solidFill>
                <a:latin typeface="Calibri"/>
                <a:cs typeface="Calibri"/>
              </a:rPr>
              <a:t>que</a:t>
            </a:r>
            <a:r>
              <a:rPr dirty="0" sz="2800" spc="-40">
                <a:solidFill>
                  <a:srgbClr val="4E3629"/>
                </a:solidFill>
                <a:latin typeface="Calibri"/>
                <a:cs typeface="Calibri"/>
              </a:rPr>
              <a:t> </a:t>
            </a:r>
            <a:r>
              <a:rPr dirty="0" sz="2800">
                <a:solidFill>
                  <a:srgbClr val="4E3629"/>
                </a:solidFill>
                <a:latin typeface="Calibri"/>
                <a:cs typeface="Calibri"/>
              </a:rPr>
              <a:t>no</a:t>
            </a:r>
            <a:r>
              <a:rPr dirty="0" sz="2800" spc="-45">
                <a:solidFill>
                  <a:srgbClr val="4E3629"/>
                </a:solidFill>
                <a:latin typeface="Calibri"/>
                <a:cs typeface="Calibri"/>
              </a:rPr>
              <a:t> </a:t>
            </a:r>
            <a:r>
              <a:rPr dirty="0" sz="2800" spc="-10">
                <a:solidFill>
                  <a:srgbClr val="4E3629"/>
                </a:solidFill>
                <a:latin typeface="Calibri"/>
                <a:cs typeface="Calibri"/>
              </a:rPr>
              <a:t>aparezca </a:t>
            </a:r>
            <a:r>
              <a:rPr dirty="0" sz="2800" spc="-10">
                <a:solidFill>
                  <a:srgbClr val="4E3629"/>
                </a:solidFill>
                <a:latin typeface="Calibri"/>
                <a:cs typeface="Calibri"/>
              </a:rPr>
              <a:t>	</a:t>
            </a:r>
            <a:r>
              <a:rPr dirty="0" sz="2800">
                <a:solidFill>
                  <a:srgbClr val="4E3629"/>
                </a:solidFill>
                <a:latin typeface="Calibri"/>
                <a:cs typeface="Calibri"/>
              </a:rPr>
              <a:t>en</a:t>
            </a:r>
            <a:r>
              <a:rPr dirty="0" sz="2800" spc="-35">
                <a:solidFill>
                  <a:srgbClr val="4E3629"/>
                </a:solidFill>
                <a:latin typeface="Calibri"/>
                <a:cs typeface="Calibri"/>
              </a:rPr>
              <a:t> </a:t>
            </a:r>
            <a:r>
              <a:rPr dirty="0" sz="2800">
                <a:solidFill>
                  <a:srgbClr val="4E3629"/>
                </a:solidFill>
                <a:latin typeface="Calibri"/>
                <a:cs typeface="Calibri"/>
              </a:rPr>
              <a:t>la</a:t>
            </a:r>
            <a:r>
              <a:rPr dirty="0" sz="2800" spc="-40">
                <a:solidFill>
                  <a:srgbClr val="4E3629"/>
                </a:solidFill>
                <a:latin typeface="Calibri"/>
                <a:cs typeface="Calibri"/>
              </a:rPr>
              <a:t> </a:t>
            </a:r>
            <a:r>
              <a:rPr dirty="0" sz="2800">
                <a:solidFill>
                  <a:srgbClr val="4E3629"/>
                </a:solidFill>
                <a:latin typeface="Calibri"/>
                <a:cs typeface="Calibri"/>
              </a:rPr>
              <a:t>cláusula</a:t>
            </a:r>
            <a:r>
              <a:rPr dirty="0" sz="2800" spc="-15">
                <a:solidFill>
                  <a:srgbClr val="4E3629"/>
                </a:solidFill>
                <a:latin typeface="Calibri"/>
                <a:cs typeface="Calibri"/>
              </a:rPr>
              <a:t> </a:t>
            </a:r>
            <a:r>
              <a:rPr dirty="0" sz="2800" spc="-10">
                <a:solidFill>
                  <a:srgbClr val="4E3629"/>
                </a:solidFill>
                <a:latin typeface="Calibri"/>
                <a:cs typeface="Calibri"/>
              </a:rPr>
              <a:t>SELECT</a:t>
            </a:r>
            <a:endParaRPr sz="2800">
              <a:latin typeface="Calibri"/>
              <a:cs typeface="Calibri"/>
            </a:endParaRPr>
          </a:p>
          <a:p>
            <a:pPr marL="182880" marR="5080" indent="-170815">
              <a:lnSpc>
                <a:spcPts val="3030"/>
              </a:lnSpc>
              <a:spcBef>
                <a:spcPts val="785"/>
              </a:spcBef>
              <a:buClr>
                <a:srgbClr val="D1350F"/>
              </a:buClr>
              <a:buFont typeface="Arial MT"/>
              <a:buChar char="•"/>
              <a:tabLst>
                <a:tab pos="184785" algn="l"/>
              </a:tabLst>
            </a:pP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siguiente</a:t>
            </a:r>
            <a:r>
              <a:rPr dirty="0" sz="2800" spc="-65">
                <a:solidFill>
                  <a:srgbClr val="4E3629"/>
                </a:solidFill>
                <a:latin typeface="Calibri"/>
                <a:cs typeface="Calibri"/>
              </a:rPr>
              <a:t> </a:t>
            </a:r>
            <a:r>
              <a:rPr dirty="0" sz="2800">
                <a:solidFill>
                  <a:srgbClr val="4E3629"/>
                </a:solidFill>
                <a:latin typeface="Calibri"/>
                <a:cs typeface="Calibri"/>
              </a:rPr>
              <a:t>ejemplo,</a:t>
            </a:r>
            <a:r>
              <a:rPr dirty="0" sz="2800" spc="-55">
                <a:solidFill>
                  <a:srgbClr val="4E3629"/>
                </a:solidFill>
                <a:latin typeface="Calibri"/>
                <a:cs typeface="Calibri"/>
              </a:rPr>
              <a:t> </a:t>
            </a:r>
            <a:r>
              <a:rPr dirty="0" sz="2800">
                <a:solidFill>
                  <a:srgbClr val="4E3629"/>
                </a:solidFill>
                <a:latin typeface="Calibri"/>
                <a:cs typeface="Calibri"/>
              </a:rPr>
              <a:t>los</a:t>
            </a:r>
            <a:r>
              <a:rPr dirty="0" sz="2800" spc="-80">
                <a:solidFill>
                  <a:srgbClr val="4E3629"/>
                </a:solidFill>
                <a:latin typeface="Calibri"/>
                <a:cs typeface="Calibri"/>
              </a:rPr>
              <a:t> </a:t>
            </a:r>
            <a:r>
              <a:rPr dirty="0" sz="2800">
                <a:solidFill>
                  <a:srgbClr val="4E3629"/>
                </a:solidFill>
                <a:latin typeface="Calibri"/>
                <a:cs typeface="Calibri"/>
              </a:rPr>
              <a:t>datos</a:t>
            </a:r>
            <a:r>
              <a:rPr dirty="0" sz="2800" spc="-70">
                <a:solidFill>
                  <a:srgbClr val="4E3629"/>
                </a:solidFill>
                <a:latin typeface="Calibri"/>
                <a:cs typeface="Calibri"/>
              </a:rPr>
              <a:t> </a:t>
            </a:r>
            <a:r>
              <a:rPr dirty="0" sz="2800">
                <a:solidFill>
                  <a:srgbClr val="4E3629"/>
                </a:solidFill>
                <a:latin typeface="Calibri"/>
                <a:cs typeface="Calibri"/>
              </a:rPr>
              <a:t>se</a:t>
            </a:r>
            <a:r>
              <a:rPr dirty="0" sz="2800" spc="-60">
                <a:solidFill>
                  <a:srgbClr val="4E3629"/>
                </a:solidFill>
                <a:latin typeface="Calibri"/>
                <a:cs typeface="Calibri"/>
              </a:rPr>
              <a:t> </a:t>
            </a:r>
            <a:r>
              <a:rPr dirty="0" sz="2800">
                <a:solidFill>
                  <a:srgbClr val="4E3629"/>
                </a:solidFill>
                <a:latin typeface="Calibri"/>
                <a:cs typeface="Calibri"/>
              </a:rPr>
              <a:t>ordenan</a:t>
            </a:r>
            <a:r>
              <a:rPr dirty="0" sz="2800" spc="-60">
                <a:solidFill>
                  <a:srgbClr val="4E3629"/>
                </a:solidFill>
                <a:latin typeface="Calibri"/>
                <a:cs typeface="Calibri"/>
              </a:rPr>
              <a:t> </a:t>
            </a:r>
            <a:r>
              <a:rPr dirty="0" sz="2800">
                <a:solidFill>
                  <a:srgbClr val="4E3629"/>
                </a:solidFill>
                <a:latin typeface="Calibri"/>
                <a:cs typeface="Calibri"/>
              </a:rPr>
              <a:t>según</a:t>
            </a:r>
            <a:r>
              <a:rPr dirty="0" sz="2800" spc="-70">
                <a:solidFill>
                  <a:srgbClr val="4E3629"/>
                </a:solidFill>
                <a:latin typeface="Calibri"/>
                <a:cs typeface="Calibri"/>
              </a:rPr>
              <a:t> </a:t>
            </a:r>
            <a:r>
              <a:rPr dirty="0" sz="2800" spc="-25">
                <a:solidFill>
                  <a:srgbClr val="4E3629"/>
                </a:solidFill>
                <a:latin typeface="Calibri"/>
                <a:cs typeface="Calibri"/>
              </a:rPr>
              <a:t>la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90">
                <a:solidFill>
                  <a:srgbClr val="4E3629"/>
                </a:solidFill>
                <a:latin typeface="Calibri"/>
                <a:cs typeface="Calibri"/>
              </a:rPr>
              <a:t> </a:t>
            </a:r>
            <a:r>
              <a:rPr dirty="0" sz="2800">
                <a:solidFill>
                  <a:srgbClr val="4E3629"/>
                </a:solidFill>
                <a:latin typeface="Calibri"/>
                <a:cs typeface="Calibri"/>
              </a:rPr>
              <a:t>last_name,</a:t>
            </a:r>
            <a:r>
              <a:rPr dirty="0" sz="2800" spc="-95">
                <a:solidFill>
                  <a:srgbClr val="4E3629"/>
                </a:solidFill>
                <a:latin typeface="Calibri"/>
                <a:cs typeface="Calibri"/>
              </a:rPr>
              <a:t> </a:t>
            </a:r>
            <a:r>
              <a:rPr dirty="0" sz="2800">
                <a:solidFill>
                  <a:srgbClr val="4E3629"/>
                </a:solidFill>
                <a:latin typeface="Calibri"/>
                <a:cs typeface="Calibri"/>
              </a:rPr>
              <a:t>incluso</a:t>
            </a:r>
            <a:r>
              <a:rPr dirty="0" sz="2800" spc="-80">
                <a:solidFill>
                  <a:srgbClr val="4E3629"/>
                </a:solidFill>
                <a:latin typeface="Calibri"/>
                <a:cs typeface="Calibri"/>
              </a:rPr>
              <a:t> </a:t>
            </a:r>
            <a:r>
              <a:rPr dirty="0" sz="2800">
                <a:solidFill>
                  <a:srgbClr val="4E3629"/>
                </a:solidFill>
                <a:latin typeface="Calibri"/>
                <a:cs typeface="Calibri"/>
              </a:rPr>
              <a:t>aunque</a:t>
            </a:r>
            <a:r>
              <a:rPr dirty="0" sz="2800" spc="-85">
                <a:solidFill>
                  <a:srgbClr val="4E3629"/>
                </a:solidFill>
                <a:latin typeface="Calibri"/>
                <a:cs typeface="Calibri"/>
              </a:rPr>
              <a:t> </a:t>
            </a:r>
            <a:r>
              <a:rPr dirty="0" sz="2800">
                <a:solidFill>
                  <a:srgbClr val="4E3629"/>
                </a:solidFill>
                <a:latin typeface="Calibri"/>
                <a:cs typeface="Calibri"/>
              </a:rPr>
              <a:t>esta</a:t>
            </a:r>
            <a:r>
              <a:rPr dirty="0" sz="2800" spc="-110">
                <a:solidFill>
                  <a:srgbClr val="4E3629"/>
                </a:solidFill>
                <a:latin typeface="Calibri"/>
                <a:cs typeface="Calibri"/>
              </a:rPr>
              <a:t> </a:t>
            </a:r>
            <a:r>
              <a:rPr dirty="0" sz="2800">
                <a:solidFill>
                  <a:srgbClr val="4E3629"/>
                </a:solidFill>
                <a:latin typeface="Calibri"/>
                <a:cs typeface="Calibri"/>
              </a:rPr>
              <a:t>columna</a:t>
            </a:r>
            <a:r>
              <a:rPr dirty="0" sz="2800" spc="-85">
                <a:solidFill>
                  <a:srgbClr val="4E3629"/>
                </a:solidFill>
                <a:latin typeface="Calibri"/>
                <a:cs typeface="Calibri"/>
              </a:rPr>
              <a:t> </a:t>
            </a:r>
            <a:r>
              <a:rPr dirty="0" sz="2800" spc="-25">
                <a:solidFill>
                  <a:srgbClr val="4E3629"/>
                </a:solidFill>
                <a:latin typeface="Calibri"/>
                <a:cs typeface="Calibri"/>
              </a:rPr>
              <a:t>no </a:t>
            </a:r>
            <a:r>
              <a:rPr dirty="0" sz="2800" spc="-25">
                <a:solidFill>
                  <a:srgbClr val="4E3629"/>
                </a:solidFill>
                <a:latin typeface="Calibri"/>
                <a:cs typeface="Calibri"/>
              </a:rPr>
              <a:t>	</a:t>
            </a:r>
            <a:r>
              <a:rPr dirty="0" sz="2800">
                <a:solidFill>
                  <a:srgbClr val="4E3629"/>
                </a:solidFill>
                <a:latin typeface="Calibri"/>
                <a:cs typeface="Calibri"/>
              </a:rPr>
              <a:t>aparece</a:t>
            </a:r>
            <a:r>
              <a:rPr dirty="0" sz="2800" spc="-85">
                <a:solidFill>
                  <a:srgbClr val="4E3629"/>
                </a:solidFill>
                <a:latin typeface="Calibri"/>
                <a:cs typeface="Calibri"/>
              </a:rPr>
              <a:t> </a:t>
            </a:r>
            <a:r>
              <a:rPr dirty="0" sz="2800">
                <a:solidFill>
                  <a:srgbClr val="4E3629"/>
                </a:solidFill>
                <a:latin typeface="Calibri"/>
                <a:cs typeface="Calibri"/>
              </a:rPr>
              <a:t>en</a:t>
            </a:r>
            <a:r>
              <a:rPr dirty="0" sz="2800" spc="-70">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sentencia</a:t>
            </a:r>
            <a:r>
              <a:rPr dirty="0" sz="2800" spc="-55">
                <a:solidFill>
                  <a:srgbClr val="4E3629"/>
                </a:solidFill>
                <a:latin typeface="Calibri"/>
                <a:cs typeface="Calibri"/>
              </a:rPr>
              <a:t> </a:t>
            </a:r>
            <a:r>
              <a:rPr dirty="0" sz="2800" spc="-10">
                <a:solidFill>
                  <a:srgbClr val="4E3629"/>
                </a:solidFill>
                <a:latin typeface="Calibri"/>
                <a:cs typeface="Calibri"/>
              </a:rPr>
              <a:t>SELECT</a:t>
            </a:r>
            <a:endParaRPr sz="2800">
              <a:latin typeface="Calibri"/>
              <a:cs typeface="Calibri"/>
            </a:endParaRPr>
          </a:p>
        </p:txBody>
      </p:sp>
      <p:sp>
        <p:nvSpPr>
          <p:cNvPr id="4" name="object 4" descr=""/>
          <p:cNvSpPr txBox="1"/>
          <p:nvPr/>
        </p:nvSpPr>
        <p:spPr>
          <a:xfrm>
            <a:off x="522731" y="4012691"/>
            <a:ext cx="4049395" cy="1524000"/>
          </a:xfrm>
          <a:prstGeom prst="rect">
            <a:avLst/>
          </a:prstGeom>
          <a:solidFill>
            <a:srgbClr val="9DBEC4">
              <a:alpha val="50199"/>
            </a:srgbClr>
          </a:solidFill>
        </p:spPr>
        <p:txBody>
          <a:bodyPr wrap="square" lIns="0" tIns="45720" rIns="0" bIns="0" rtlCol="0" vert="horz">
            <a:spAutoFit/>
          </a:bodyPr>
          <a:lstStyle/>
          <a:p>
            <a:pPr marR="1445260">
              <a:lnSpc>
                <a:spcPct val="101099"/>
              </a:lnSpc>
              <a:spcBef>
                <a:spcPts val="360"/>
              </a:spcBef>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employee_id, first_name</a:t>
            </a:r>
            <a:endParaRPr sz="1800">
              <a:latin typeface="Courier New"/>
              <a:cs typeface="Courier New"/>
            </a:endParaRPr>
          </a:p>
          <a:p>
            <a:pPr>
              <a:lnSpc>
                <a:spcPts val="2135"/>
              </a:lnSpc>
            </a:pP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R="901700">
              <a:lnSpc>
                <a:spcPct val="100000"/>
              </a:lnSpc>
            </a:pPr>
            <a:r>
              <a:rPr dirty="0" sz="1800" b="1">
                <a:solidFill>
                  <a:srgbClr val="4E3629"/>
                </a:solidFill>
                <a:latin typeface="Courier New"/>
                <a:cs typeface="Courier New"/>
              </a:rPr>
              <a:t>WHERE</a:t>
            </a:r>
            <a:r>
              <a:rPr dirty="0" sz="1800" spc="-65" b="1">
                <a:solidFill>
                  <a:srgbClr val="4E3629"/>
                </a:solidFill>
                <a:latin typeface="Courier New"/>
                <a:cs typeface="Courier New"/>
              </a:rPr>
              <a:t> </a:t>
            </a:r>
            <a:r>
              <a:rPr dirty="0" sz="1800" b="1">
                <a:solidFill>
                  <a:srgbClr val="4E3629"/>
                </a:solidFill>
                <a:latin typeface="Courier New"/>
                <a:cs typeface="Courier New"/>
              </a:rPr>
              <a:t>employee_id</a:t>
            </a:r>
            <a:r>
              <a:rPr dirty="0" sz="1800" spc="-50" b="1">
                <a:solidFill>
                  <a:srgbClr val="4E3629"/>
                </a:solidFill>
                <a:latin typeface="Courier New"/>
                <a:cs typeface="Courier New"/>
              </a:rPr>
              <a:t> </a:t>
            </a:r>
            <a:r>
              <a:rPr dirty="0" sz="1800" b="1">
                <a:solidFill>
                  <a:srgbClr val="4E3629"/>
                </a:solidFill>
                <a:latin typeface="Courier New"/>
                <a:cs typeface="Courier New"/>
              </a:rPr>
              <a:t>&lt;</a:t>
            </a:r>
            <a:r>
              <a:rPr dirty="0" sz="1800" spc="-50" b="1">
                <a:solidFill>
                  <a:srgbClr val="4E3629"/>
                </a:solidFill>
                <a:latin typeface="Courier New"/>
                <a:cs typeface="Courier New"/>
              </a:rPr>
              <a:t> </a:t>
            </a:r>
            <a:r>
              <a:rPr dirty="0" sz="1800" spc="-25" b="1">
                <a:solidFill>
                  <a:srgbClr val="4E3629"/>
                </a:solidFill>
                <a:latin typeface="Courier New"/>
                <a:cs typeface="Courier New"/>
              </a:rPr>
              <a:t>105 </a:t>
            </a:r>
            <a:r>
              <a:rPr dirty="0" sz="1800" b="1">
                <a:solidFill>
                  <a:srgbClr val="4E3629"/>
                </a:solidFill>
                <a:latin typeface="Courier New"/>
                <a:cs typeface="Courier New"/>
              </a:rPr>
              <a:t>ORDER</a:t>
            </a:r>
            <a:r>
              <a:rPr dirty="0" sz="1800" spc="-35" b="1">
                <a:solidFill>
                  <a:srgbClr val="4E3629"/>
                </a:solidFill>
                <a:latin typeface="Courier New"/>
                <a:cs typeface="Courier New"/>
              </a:rPr>
              <a:t> </a:t>
            </a:r>
            <a:r>
              <a:rPr dirty="0" sz="1800" b="1">
                <a:solidFill>
                  <a:srgbClr val="4E3629"/>
                </a:solidFill>
                <a:latin typeface="Courier New"/>
                <a:cs typeface="Courier New"/>
              </a:rPr>
              <a:t>BY</a:t>
            </a:r>
            <a:r>
              <a:rPr dirty="0" sz="1800" spc="-30" b="1">
                <a:solidFill>
                  <a:srgbClr val="4E3629"/>
                </a:solidFill>
                <a:latin typeface="Courier New"/>
                <a:cs typeface="Courier New"/>
              </a:rPr>
              <a:t> </a:t>
            </a:r>
            <a:r>
              <a:rPr dirty="0" sz="1800" spc="-10" b="1">
                <a:solidFill>
                  <a:srgbClr val="4E3629"/>
                </a:solidFill>
                <a:latin typeface="Courier New"/>
                <a:cs typeface="Courier New"/>
              </a:rPr>
              <a:t>last_name;</a:t>
            </a:r>
            <a:endParaRPr sz="1800">
              <a:latin typeface="Courier New"/>
              <a:cs typeface="Courier New"/>
            </a:endParaRPr>
          </a:p>
        </p:txBody>
      </p:sp>
      <p:graphicFrame>
        <p:nvGraphicFramePr>
          <p:cNvPr id="5" name="object 5" descr=""/>
          <p:cNvGraphicFramePr>
            <a:graphicFrameLocks noGrp="1"/>
          </p:cNvGraphicFramePr>
          <p:nvPr/>
        </p:nvGraphicFramePr>
        <p:xfrm>
          <a:off x="5750684" y="4005817"/>
          <a:ext cx="3082925" cy="2011680"/>
        </p:xfrm>
        <a:graphic>
          <a:graphicData uri="http://schemas.openxmlformats.org/drawingml/2006/table">
            <a:tbl>
              <a:tblPr firstRow="1" bandRow="1">
                <a:tableStyleId>{2D5ABB26-0587-4C30-8999-92F81FD0307C}</a:tableStyleId>
              </a:tblPr>
              <a:tblGrid>
                <a:gridCol w="1491615"/>
                <a:gridCol w="1502410"/>
              </a:tblGrid>
              <a:tr h="335280">
                <a:tc>
                  <a:txBody>
                    <a:bodyPr/>
                    <a:lstStyle/>
                    <a:p>
                      <a:pPr marL="90805">
                        <a:lnSpc>
                          <a:spcPct val="100000"/>
                        </a:lnSpc>
                        <a:spcBef>
                          <a:spcPts val="270"/>
                        </a:spcBef>
                      </a:pPr>
                      <a:r>
                        <a:rPr dirty="0" sz="1600" spc="-10" b="1">
                          <a:solidFill>
                            <a:srgbClr val="4E3629"/>
                          </a:solidFill>
                          <a:latin typeface="Calibri"/>
                          <a:cs typeface="Calibri"/>
                        </a:rPr>
                        <a:t>EMPLOYEE_ID</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91440">
                        <a:lnSpc>
                          <a:spcPct val="100000"/>
                        </a:lnSpc>
                        <a:spcBef>
                          <a:spcPts val="270"/>
                        </a:spcBef>
                      </a:pPr>
                      <a:r>
                        <a:rPr dirty="0" sz="1600" spc="-10" b="1">
                          <a:solidFill>
                            <a:srgbClr val="4E3629"/>
                          </a:solidFill>
                          <a:latin typeface="Calibri"/>
                          <a:cs typeface="Calibri"/>
                        </a:rPr>
                        <a:t>FIRST_NAME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335280">
                <a:tc>
                  <a:txBody>
                    <a:bodyPr/>
                    <a:lstStyle/>
                    <a:p>
                      <a:pPr marL="90805">
                        <a:lnSpc>
                          <a:spcPct val="100000"/>
                        </a:lnSpc>
                        <a:spcBef>
                          <a:spcPts val="270"/>
                        </a:spcBef>
                      </a:pPr>
                      <a:r>
                        <a:rPr dirty="0" sz="1600" spc="-25">
                          <a:solidFill>
                            <a:srgbClr val="4E3629"/>
                          </a:solidFill>
                          <a:latin typeface="Calibri"/>
                          <a:cs typeface="Calibri"/>
                        </a:rPr>
                        <a:t>102</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25">
                          <a:solidFill>
                            <a:srgbClr val="4E3629"/>
                          </a:solidFill>
                          <a:latin typeface="Calibri"/>
                          <a:cs typeface="Calibri"/>
                        </a:rPr>
                        <a:t>Lex</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25">
                          <a:solidFill>
                            <a:srgbClr val="4E3629"/>
                          </a:solidFill>
                          <a:latin typeface="Calibri"/>
                          <a:cs typeface="Calibri"/>
                        </a:rPr>
                        <a:t>104</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Bruce</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25">
                          <a:solidFill>
                            <a:srgbClr val="4E3629"/>
                          </a:solidFill>
                          <a:latin typeface="Calibri"/>
                          <a:cs typeface="Calibri"/>
                        </a:rPr>
                        <a:t>103</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Alexander</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25">
                          <a:solidFill>
                            <a:srgbClr val="4E3629"/>
                          </a:solidFill>
                          <a:latin typeface="Calibri"/>
                          <a:cs typeface="Calibri"/>
                        </a:rPr>
                        <a:t>100</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Steven</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335280">
                <a:tc>
                  <a:txBody>
                    <a:bodyPr/>
                    <a:lstStyle/>
                    <a:p>
                      <a:pPr marL="90805">
                        <a:lnSpc>
                          <a:spcPct val="100000"/>
                        </a:lnSpc>
                        <a:spcBef>
                          <a:spcPts val="270"/>
                        </a:spcBef>
                      </a:pPr>
                      <a:r>
                        <a:rPr dirty="0" sz="1600" spc="-25">
                          <a:solidFill>
                            <a:srgbClr val="4E3629"/>
                          </a:solidFill>
                          <a:latin typeface="Calibri"/>
                          <a:cs typeface="Calibri"/>
                        </a:rPr>
                        <a:t>101</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91440">
                        <a:lnSpc>
                          <a:spcPct val="100000"/>
                        </a:lnSpc>
                        <a:spcBef>
                          <a:spcPts val="270"/>
                        </a:spcBef>
                      </a:pPr>
                      <a:r>
                        <a:rPr dirty="0" sz="1600" spc="-10">
                          <a:solidFill>
                            <a:srgbClr val="4E3629"/>
                          </a:solidFill>
                          <a:latin typeface="Calibri"/>
                          <a:cs typeface="Calibri"/>
                        </a:rPr>
                        <a:t>Neena</a:t>
                      </a:r>
                      <a:endParaRPr sz="1600">
                        <a:latin typeface="Calibri"/>
                        <a:cs typeface="Calibri"/>
                      </a:endParaRPr>
                    </a:p>
                  </a:txBody>
                  <a:tcPr marL="0" marR="0" marB="0" marT="3429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t>
            </a:r>
            <a:r>
              <a:rPr dirty="0" spc="-60"/>
              <a:t> </a:t>
            </a:r>
            <a:r>
              <a:rPr dirty="0"/>
              <a:t>de</a:t>
            </a:r>
            <a:r>
              <a:rPr dirty="0" spc="-65"/>
              <a:t> </a:t>
            </a:r>
            <a:r>
              <a:rPr dirty="0" spc="-10"/>
              <a:t>Ejecución</a:t>
            </a:r>
          </a:p>
        </p:txBody>
      </p:sp>
      <p:sp>
        <p:nvSpPr>
          <p:cNvPr id="3" name="object 3" descr=""/>
          <p:cNvSpPr txBox="1"/>
          <p:nvPr/>
        </p:nvSpPr>
        <p:spPr>
          <a:xfrm>
            <a:off x="483552" y="1415417"/>
            <a:ext cx="8069580" cy="2689860"/>
          </a:xfrm>
          <a:prstGeom prst="rect">
            <a:avLst/>
          </a:prstGeom>
        </p:spPr>
        <p:txBody>
          <a:bodyPr wrap="square" lIns="0" tIns="59690" rIns="0" bIns="0" rtlCol="0" vert="horz">
            <a:spAutoFit/>
          </a:bodyPr>
          <a:lstStyle/>
          <a:p>
            <a:pPr marL="182880" marR="74803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El</a:t>
            </a:r>
            <a:r>
              <a:rPr dirty="0" sz="2800" spc="-70">
                <a:solidFill>
                  <a:srgbClr val="4E3629"/>
                </a:solidFill>
                <a:latin typeface="Calibri"/>
                <a:cs typeface="Calibri"/>
              </a:rPr>
              <a:t> </a:t>
            </a:r>
            <a:r>
              <a:rPr dirty="0" sz="2800">
                <a:solidFill>
                  <a:srgbClr val="4E3629"/>
                </a:solidFill>
                <a:latin typeface="Calibri"/>
                <a:cs typeface="Calibri"/>
              </a:rPr>
              <a:t>orden</a:t>
            </a:r>
            <a:r>
              <a:rPr dirty="0" sz="2800" spc="-50">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ejecución</a:t>
            </a:r>
            <a:r>
              <a:rPr dirty="0" sz="2800" spc="-55">
                <a:solidFill>
                  <a:srgbClr val="4E3629"/>
                </a:solidFill>
                <a:latin typeface="Calibri"/>
                <a:cs typeface="Calibri"/>
              </a:rPr>
              <a:t> </a:t>
            </a:r>
            <a:r>
              <a:rPr dirty="0" sz="2800">
                <a:solidFill>
                  <a:srgbClr val="4E3629"/>
                </a:solidFill>
                <a:latin typeface="Calibri"/>
                <a:cs typeface="Calibri"/>
              </a:rPr>
              <a:t>de</a:t>
            </a:r>
            <a:r>
              <a:rPr dirty="0" sz="2800" spc="-50">
                <a:solidFill>
                  <a:srgbClr val="4E3629"/>
                </a:solidFill>
                <a:latin typeface="Calibri"/>
                <a:cs typeface="Calibri"/>
              </a:rPr>
              <a:t> </a:t>
            </a:r>
            <a:r>
              <a:rPr dirty="0" sz="2800">
                <a:solidFill>
                  <a:srgbClr val="4E3629"/>
                </a:solidFill>
                <a:latin typeface="Calibri"/>
                <a:cs typeface="Calibri"/>
              </a:rPr>
              <a:t>una</a:t>
            </a:r>
            <a:r>
              <a:rPr dirty="0" sz="2800" spc="-35">
                <a:solidFill>
                  <a:srgbClr val="4E3629"/>
                </a:solidFill>
                <a:latin typeface="Calibri"/>
                <a:cs typeface="Calibri"/>
              </a:rPr>
              <a:t> </a:t>
            </a:r>
            <a:r>
              <a:rPr dirty="0" sz="2800">
                <a:solidFill>
                  <a:srgbClr val="4E3629"/>
                </a:solidFill>
                <a:latin typeface="Calibri"/>
                <a:cs typeface="Calibri"/>
              </a:rPr>
              <a:t>sentencia</a:t>
            </a:r>
            <a:r>
              <a:rPr dirty="0" sz="2800" spc="-55">
                <a:solidFill>
                  <a:srgbClr val="4E3629"/>
                </a:solidFill>
                <a:latin typeface="Calibri"/>
                <a:cs typeface="Calibri"/>
              </a:rPr>
              <a:t> </a:t>
            </a:r>
            <a:r>
              <a:rPr dirty="0" sz="2800">
                <a:solidFill>
                  <a:srgbClr val="4E3629"/>
                </a:solidFill>
                <a:latin typeface="Calibri"/>
                <a:cs typeface="Calibri"/>
              </a:rPr>
              <a:t>SELECT</a:t>
            </a:r>
            <a:r>
              <a:rPr dirty="0" sz="2800" spc="-60">
                <a:solidFill>
                  <a:srgbClr val="4E3629"/>
                </a:solidFill>
                <a:latin typeface="Calibri"/>
                <a:cs typeface="Calibri"/>
              </a:rPr>
              <a:t> </a:t>
            </a:r>
            <a:r>
              <a:rPr dirty="0" sz="2800" spc="-25">
                <a:solidFill>
                  <a:srgbClr val="4E3629"/>
                </a:solidFill>
                <a:latin typeface="Calibri"/>
                <a:cs typeface="Calibri"/>
              </a:rPr>
              <a:t>es </a:t>
            </a:r>
            <a:r>
              <a:rPr dirty="0" sz="2800" spc="-25">
                <a:solidFill>
                  <a:srgbClr val="4E3629"/>
                </a:solidFill>
                <a:latin typeface="Calibri"/>
                <a:cs typeface="Calibri"/>
              </a:rPr>
              <a:t>	</a:t>
            </a:r>
            <a:r>
              <a:rPr dirty="0" sz="2800">
                <a:solidFill>
                  <a:srgbClr val="4E3629"/>
                </a:solidFill>
                <a:latin typeface="Calibri"/>
                <a:cs typeface="Calibri"/>
              </a:rPr>
              <a:t>el</a:t>
            </a:r>
            <a:r>
              <a:rPr dirty="0" sz="2800" spc="-5">
                <a:solidFill>
                  <a:srgbClr val="4E3629"/>
                </a:solidFill>
                <a:latin typeface="Calibri"/>
                <a:cs typeface="Calibri"/>
              </a:rPr>
              <a:t> </a:t>
            </a:r>
            <a:r>
              <a:rPr dirty="0" sz="2800" spc="-10">
                <a:solidFill>
                  <a:srgbClr val="4E3629"/>
                </a:solidFill>
                <a:latin typeface="Calibri"/>
                <a:cs typeface="Calibri"/>
              </a:rPr>
              <a:t>siguiente:</a:t>
            </a:r>
            <a:endParaRPr sz="2800">
              <a:latin typeface="Calibri"/>
              <a:cs typeface="Calibri"/>
            </a:endParaRPr>
          </a:p>
          <a:p>
            <a:pPr marL="355600">
              <a:lnSpc>
                <a:spcPct val="100000"/>
              </a:lnSpc>
              <a:spcBef>
                <a:spcPts val="95"/>
              </a:spcBef>
            </a:pPr>
            <a:r>
              <a:rPr dirty="0" sz="2400">
                <a:solidFill>
                  <a:srgbClr val="D1350F"/>
                </a:solidFill>
                <a:latin typeface="Calibri"/>
                <a:cs typeface="Calibri"/>
              </a:rPr>
              <a:t>−</a:t>
            </a:r>
            <a:r>
              <a:rPr dirty="0" sz="2400">
                <a:solidFill>
                  <a:srgbClr val="4E3629"/>
                </a:solidFill>
                <a:latin typeface="Calibri"/>
                <a:cs typeface="Calibri"/>
              </a:rPr>
              <a:t>Cláusula</a:t>
            </a:r>
            <a:r>
              <a:rPr dirty="0" sz="2400" spc="-50">
                <a:solidFill>
                  <a:srgbClr val="4E3629"/>
                </a:solidFill>
                <a:latin typeface="Calibri"/>
                <a:cs typeface="Calibri"/>
              </a:rPr>
              <a:t> </a:t>
            </a:r>
            <a:r>
              <a:rPr dirty="0" sz="2400">
                <a:solidFill>
                  <a:srgbClr val="4E3629"/>
                </a:solidFill>
                <a:latin typeface="Calibri"/>
                <a:cs typeface="Calibri"/>
              </a:rPr>
              <a:t>FROM:</a:t>
            </a:r>
            <a:r>
              <a:rPr dirty="0" sz="2400" spc="-55">
                <a:solidFill>
                  <a:srgbClr val="4E3629"/>
                </a:solidFill>
                <a:latin typeface="Calibri"/>
                <a:cs typeface="Calibri"/>
              </a:rPr>
              <a:t> </a:t>
            </a:r>
            <a:r>
              <a:rPr dirty="0" sz="2400">
                <a:solidFill>
                  <a:srgbClr val="4E3629"/>
                </a:solidFill>
                <a:latin typeface="Calibri"/>
                <a:cs typeface="Calibri"/>
              </a:rPr>
              <a:t>busca</a:t>
            </a:r>
            <a:r>
              <a:rPr dirty="0" sz="2400" spc="-35">
                <a:solidFill>
                  <a:srgbClr val="4E3629"/>
                </a:solidFill>
                <a:latin typeface="Calibri"/>
                <a:cs typeface="Calibri"/>
              </a:rPr>
              <a:t> </a:t>
            </a:r>
            <a:r>
              <a:rPr dirty="0" sz="2400">
                <a:solidFill>
                  <a:srgbClr val="4E3629"/>
                </a:solidFill>
                <a:latin typeface="Calibri"/>
                <a:cs typeface="Calibri"/>
              </a:rPr>
              <a:t>la</a:t>
            </a:r>
            <a:r>
              <a:rPr dirty="0" sz="2400" spc="-50">
                <a:solidFill>
                  <a:srgbClr val="4E3629"/>
                </a:solidFill>
                <a:latin typeface="Calibri"/>
                <a:cs typeface="Calibri"/>
              </a:rPr>
              <a:t> </a:t>
            </a:r>
            <a:r>
              <a:rPr dirty="0" sz="2400">
                <a:solidFill>
                  <a:srgbClr val="4E3629"/>
                </a:solidFill>
                <a:latin typeface="Calibri"/>
                <a:cs typeface="Calibri"/>
              </a:rPr>
              <a:t>tabla</a:t>
            </a:r>
            <a:r>
              <a:rPr dirty="0" sz="2400" spc="-45">
                <a:solidFill>
                  <a:srgbClr val="4E3629"/>
                </a:solidFill>
                <a:latin typeface="Calibri"/>
                <a:cs typeface="Calibri"/>
              </a:rPr>
              <a:t> </a:t>
            </a:r>
            <a:r>
              <a:rPr dirty="0" sz="2400">
                <a:solidFill>
                  <a:srgbClr val="4E3629"/>
                </a:solidFill>
                <a:latin typeface="Calibri"/>
                <a:cs typeface="Calibri"/>
              </a:rPr>
              <a:t>que</a:t>
            </a:r>
            <a:r>
              <a:rPr dirty="0" sz="2400" spc="-35">
                <a:solidFill>
                  <a:srgbClr val="4E3629"/>
                </a:solidFill>
                <a:latin typeface="Calibri"/>
                <a:cs typeface="Calibri"/>
              </a:rPr>
              <a:t> </a:t>
            </a:r>
            <a:r>
              <a:rPr dirty="0" sz="2400">
                <a:solidFill>
                  <a:srgbClr val="4E3629"/>
                </a:solidFill>
                <a:latin typeface="Calibri"/>
                <a:cs typeface="Calibri"/>
              </a:rPr>
              <a:t>contiene</a:t>
            </a:r>
            <a:r>
              <a:rPr dirty="0" sz="2400" spc="-30">
                <a:solidFill>
                  <a:srgbClr val="4E3629"/>
                </a:solidFill>
                <a:latin typeface="Calibri"/>
                <a:cs typeface="Calibri"/>
              </a:rPr>
              <a:t> </a:t>
            </a:r>
            <a:r>
              <a:rPr dirty="0" sz="2400">
                <a:solidFill>
                  <a:srgbClr val="4E3629"/>
                </a:solidFill>
                <a:latin typeface="Calibri"/>
                <a:cs typeface="Calibri"/>
              </a:rPr>
              <a:t>los</a:t>
            </a:r>
            <a:r>
              <a:rPr dirty="0" sz="2400" spc="-45">
                <a:solidFill>
                  <a:srgbClr val="4E3629"/>
                </a:solidFill>
                <a:latin typeface="Calibri"/>
                <a:cs typeface="Calibri"/>
              </a:rPr>
              <a:t> </a:t>
            </a:r>
            <a:r>
              <a:rPr dirty="0" sz="2400" spc="-10">
                <a:solidFill>
                  <a:srgbClr val="4E3629"/>
                </a:solidFill>
                <a:latin typeface="Calibri"/>
                <a:cs typeface="Calibri"/>
              </a:rPr>
              <a:t>datos</a:t>
            </a:r>
            <a:endParaRPr sz="2400">
              <a:latin typeface="Calibri"/>
              <a:cs typeface="Calibri"/>
            </a:endParaRPr>
          </a:p>
          <a:p>
            <a:pPr marL="355600">
              <a:lnSpc>
                <a:spcPct val="100000"/>
              </a:lnSpc>
              <a:spcBef>
                <a:spcPts val="110"/>
              </a:spcBef>
            </a:pPr>
            <a:r>
              <a:rPr dirty="0" sz="2400">
                <a:solidFill>
                  <a:srgbClr val="D1350F"/>
                </a:solidFill>
                <a:latin typeface="Calibri"/>
                <a:cs typeface="Calibri"/>
              </a:rPr>
              <a:t>−</a:t>
            </a:r>
            <a:r>
              <a:rPr dirty="0" sz="2400">
                <a:solidFill>
                  <a:srgbClr val="4E3629"/>
                </a:solidFill>
                <a:latin typeface="Calibri"/>
                <a:cs typeface="Calibri"/>
              </a:rPr>
              <a:t>Cláusula</a:t>
            </a:r>
            <a:r>
              <a:rPr dirty="0" sz="2400" spc="-50">
                <a:solidFill>
                  <a:srgbClr val="4E3629"/>
                </a:solidFill>
                <a:latin typeface="Calibri"/>
                <a:cs typeface="Calibri"/>
              </a:rPr>
              <a:t> </a:t>
            </a:r>
            <a:r>
              <a:rPr dirty="0" sz="2400">
                <a:solidFill>
                  <a:srgbClr val="4E3629"/>
                </a:solidFill>
                <a:latin typeface="Calibri"/>
                <a:cs typeface="Calibri"/>
              </a:rPr>
              <a:t>WHERE:</a:t>
            </a:r>
            <a:r>
              <a:rPr dirty="0" sz="2400" spc="-55">
                <a:solidFill>
                  <a:srgbClr val="4E3629"/>
                </a:solidFill>
                <a:latin typeface="Calibri"/>
                <a:cs typeface="Calibri"/>
              </a:rPr>
              <a:t> </a:t>
            </a:r>
            <a:r>
              <a:rPr dirty="0" sz="2400">
                <a:solidFill>
                  <a:srgbClr val="4E3629"/>
                </a:solidFill>
                <a:latin typeface="Calibri"/>
                <a:cs typeface="Calibri"/>
              </a:rPr>
              <a:t>restringe</a:t>
            </a:r>
            <a:r>
              <a:rPr dirty="0" sz="2400" spc="-30">
                <a:solidFill>
                  <a:srgbClr val="4E3629"/>
                </a:solidFill>
                <a:latin typeface="Calibri"/>
                <a:cs typeface="Calibri"/>
              </a:rPr>
              <a:t> </a:t>
            </a:r>
            <a:r>
              <a:rPr dirty="0" sz="2400">
                <a:solidFill>
                  <a:srgbClr val="4E3629"/>
                </a:solidFill>
                <a:latin typeface="Calibri"/>
                <a:cs typeface="Calibri"/>
              </a:rPr>
              <a:t>las</a:t>
            </a:r>
            <a:r>
              <a:rPr dirty="0" sz="2400" spc="-50">
                <a:solidFill>
                  <a:srgbClr val="4E3629"/>
                </a:solidFill>
                <a:latin typeface="Calibri"/>
                <a:cs typeface="Calibri"/>
              </a:rPr>
              <a:t> </a:t>
            </a:r>
            <a:r>
              <a:rPr dirty="0" sz="2400">
                <a:solidFill>
                  <a:srgbClr val="4E3629"/>
                </a:solidFill>
                <a:latin typeface="Calibri"/>
                <a:cs typeface="Calibri"/>
              </a:rPr>
              <a:t>filas</a:t>
            </a:r>
            <a:r>
              <a:rPr dirty="0" sz="2400" spc="-40">
                <a:solidFill>
                  <a:srgbClr val="4E3629"/>
                </a:solidFill>
                <a:latin typeface="Calibri"/>
                <a:cs typeface="Calibri"/>
              </a:rPr>
              <a:t> </a:t>
            </a:r>
            <a:r>
              <a:rPr dirty="0" sz="2400">
                <a:solidFill>
                  <a:srgbClr val="4E3629"/>
                </a:solidFill>
                <a:latin typeface="Calibri"/>
                <a:cs typeface="Calibri"/>
              </a:rPr>
              <a:t>que</a:t>
            </a:r>
            <a:r>
              <a:rPr dirty="0" sz="2400" spc="-30">
                <a:solidFill>
                  <a:srgbClr val="4E3629"/>
                </a:solidFill>
                <a:latin typeface="Calibri"/>
                <a:cs typeface="Calibri"/>
              </a:rPr>
              <a:t> </a:t>
            </a:r>
            <a:r>
              <a:rPr dirty="0" sz="2400">
                <a:solidFill>
                  <a:srgbClr val="4E3629"/>
                </a:solidFill>
                <a:latin typeface="Calibri"/>
                <a:cs typeface="Calibri"/>
              </a:rPr>
              <a:t>se</a:t>
            </a:r>
            <a:r>
              <a:rPr dirty="0" sz="2400" spc="-35">
                <a:solidFill>
                  <a:srgbClr val="4E3629"/>
                </a:solidFill>
                <a:latin typeface="Calibri"/>
                <a:cs typeface="Calibri"/>
              </a:rPr>
              <a:t> </a:t>
            </a:r>
            <a:r>
              <a:rPr dirty="0" sz="2400">
                <a:solidFill>
                  <a:srgbClr val="4E3629"/>
                </a:solidFill>
                <a:latin typeface="Calibri"/>
                <a:cs typeface="Calibri"/>
              </a:rPr>
              <a:t>van</a:t>
            </a:r>
            <a:r>
              <a:rPr dirty="0" sz="2400" spc="-25">
                <a:solidFill>
                  <a:srgbClr val="4E3629"/>
                </a:solidFill>
                <a:latin typeface="Calibri"/>
                <a:cs typeface="Calibri"/>
              </a:rPr>
              <a:t> </a:t>
            </a:r>
            <a:r>
              <a:rPr dirty="0" sz="2400">
                <a:solidFill>
                  <a:srgbClr val="4E3629"/>
                </a:solidFill>
                <a:latin typeface="Calibri"/>
                <a:cs typeface="Calibri"/>
              </a:rPr>
              <a:t>a</a:t>
            </a:r>
            <a:r>
              <a:rPr dirty="0" sz="2400" spc="-45">
                <a:solidFill>
                  <a:srgbClr val="4E3629"/>
                </a:solidFill>
                <a:latin typeface="Calibri"/>
                <a:cs typeface="Calibri"/>
              </a:rPr>
              <a:t> </a:t>
            </a:r>
            <a:r>
              <a:rPr dirty="0" sz="2400" spc="-10">
                <a:solidFill>
                  <a:srgbClr val="4E3629"/>
                </a:solidFill>
                <a:latin typeface="Calibri"/>
                <a:cs typeface="Calibri"/>
              </a:rPr>
              <a:t>devolver</a:t>
            </a:r>
            <a:endParaRPr sz="2400">
              <a:latin typeface="Calibri"/>
              <a:cs typeface="Calibri"/>
            </a:endParaRPr>
          </a:p>
          <a:p>
            <a:pPr marL="530860" marR="5080" indent="-175260">
              <a:lnSpc>
                <a:spcPts val="2590"/>
              </a:lnSpc>
              <a:spcBef>
                <a:spcPts val="434"/>
              </a:spcBef>
            </a:pPr>
            <a:r>
              <a:rPr dirty="0" sz="2400">
                <a:solidFill>
                  <a:srgbClr val="D1350F"/>
                </a:solidFill>
                <a:latin typeface="Calibri"/>
                <a:cs typeface="Calibri"/>
              </a:rPr>
              <a:t>−</a:t>
            </a:r>
            <a:r>
              <a:rPr dirty="0" sz="2400">
                <a:solidFill>
                  <a:srgbClr val="4E3629"/>
                </a:solidFill>
                <a:latin typeface="Calibri"/>
                <a:cs typeface="Calibri"/>
              </a:rPr>
              <a:t>Cláusula</a:t>
            </a:r>
            <a:r>
              <a:rPr dirty="0" sz="2400" spc="-40">
                <a:solidFill>
                  <a:srgbClr val="4E3629"/>
                </a:solidFill>
                <a:latin typeface="Calibri"/>
                <a:cs typeface="Calibri"/>
              </a:rPr>
              <a:t> </a:t>
            </a:r>
            <a:r>
              <a:rPr dirty="0" sz="2400" spc="-25">
                <a:solidFill>
                  <a:srgbClr val="4E3629"/>
                </a:solidFill>
                <a:latin typeface="Calibri"/>
                <a:cs typeface="Calibri"/>
              </a:rPr>
              <a:t>SELECT:</a:t>
            </a:r>
            <a:r>
              <a:rPr dirty="0" sz="2400" spc="-50">
                <a:solidFill>
                  <a:srgbClr val="4E3629"/>
                </a:solidFill>
                <a:latin typeface="Calibri"/>
                <a:cs typeface="Calibri"/>
              </a:rPr>
              <a:t> </a:t>
            </a:r>
            <a:r>
              <a:rPr dirty="0" sz="2400">
                <a:solidFill>
                  <a:srgbClr val="4E3629"/>
                </a:solidFill>
                <a:latin typeface="Calibri"/>
                <a:cs typeface="Calibri"/>
              </a:rPr>
              <a:t>selecciona</a:t>
            </a:r>
            <a:r>
              <a:rPr dirty="0" sz="2400" spc="-35">
                <a:solidFill>
                  <a:srgbClr val="4E3629"/>
                </a:solidFill>
                <a:latin typeface="Calibri"/>
                <a:cs typeface="Calibri"/>
              </a:rPr>
              <a:t> </a:t>
            </a:r>
            <a:r>
              <a:rPr dirty="0" sz="2400">
                <a:solidFill>
                  <a:srgbClr val="4E3629"/>
                </a:solidFill>
                <a:latin typeface="Calibri"/>
                <a:cs typeface="Calibri"/>
              </a:rPr>
              <a:t>en</a:t>
            </a:r>
            <a:r>
              <a:rPr dirty="0" sz="2400" spc="-30">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spc="-10">
                <a:solidFill>
                  <a:srgbClr val="4E3629"/>
                </a:solidFill>
                <a:latin typeface="Calibri"/>
                <a:cs typeface="Calibri"/>
              </a:rPr>
              <a:t>conjunto</a:t>
            </a:r>
            <a:r>
              <a:rPr dirty="0" sz="2400" spc="-35">
                <a:solidFill>
                  <a:srgbClr val="4E3629"/>
                </a:solidFill>
                <a:latin typeface="Calibri"/>
                <a:cs typeface="Calibri"/>
              </a:rPr>
              <a:t> </a:t>
            </a:r>
            <a:r>
              <a:rPr dirty="0" sz="2400">
                <a:solidFill>
                  <a:srgbClr val="4E3629"/>
                </a:solidFill>
                <a:latin typeface="Calibri"/>
                <a:cs typeface="Calibri"/>
              </a:rPr>
              <a:t>de</a:t>
            </a:r>
            <a:r>
              <a:rPr dirty="0" sz="2400" spc="-20">
                <a:solidFill>
                  <a:srgbClr val="4E3629"/>
                </a:solidFill>
                <a:latin typeface="Calibri"/>
                <a:cs typeface="Calibri"/>
              </a:rPr>
              <a:t> </a:t>
            </a:r>
            <a:r>
              <a:rPr dirty="0" sz="2400">
                <a:solidFill>
                  <a:srgbClr val="4E3629"/>
                </a:solidFill>
                <a:latin typeface="Calibri"/>
                <a:cs typeface="Calibri"/>
              </a:rPr>
              <a:t>datos</a:t>
            </a:r>
            <a:r>
              <a:rPr dirty="0" sz="2400" spc="-30">
                <a:solidFill>
                  <a:srgbClr val="4E3629"/>
                </a:solidFill>
                <a:latin typeface="Calibri"/>
                <a:cs typeface="Calibri"/>
              </a:rPr>
              <a:t> </a:t>
            </a:r>
            <a:r>
              <a:rPr dirty="0" sz="2400" spc="-10">
                <a:solidFill>
                  <a:srgbClr val="4E3629"/>
                </a:solidFill>
                <a:latin typeface="Calibri"/>
                <a:cs typeface="Calibri"/>
              </a:rPr>
              <a:t>reducido </a:t>
            </a:r>
            <a:r>
              <a:rPr dirty="0" sz="2400">
                <a:solidFill>
                  <a:srgbClr val="4E3629"/>
                </a:solidFill>
                <a:latin typeface="Calibri"/>
                <a:cs typeface="Calibri"/>
              </a:rPr>
              <a:t>las</a:t>
            </a:r>
            <a:r>
              <a:rPr dirty="0" sz="2400" spc="-45">
                <a:solidFill>
                  <a:srgbClr val="4E3629"/>
                </a:solidFill>
                <a:latin typeface="Calibri"/>
                <a:cs typeface="Calibri"/>
              </a:rPr>
              <a:t> </a:t>
            </a:r>
            <a:r>
              <a:rPr dirty="0" sz="2400">
                <a:solidFill>
                  <a:srgbClr val="4E3629"/>
                </a:solidFill>
                <a:latin typeface="Calibri"/>
                <a:cs typeface="Calibri"/>
              </a:rPr>
              <a:t>columnas</a:t>
            </a:r>
            <a:r>
              <a:rPr dirty="0" sz="2400" spc="-55">
                <a:solidFill>
                  <a:srgbClr val="4E3629"/>
                </a:solidFill>
                <a:latin typeface="Calibri"/>
                <a:cs typeface="Calibri"/>
              </a:rPr>
              <a:t> </a:t>
            </a:r>
            <a:r>
              <a:rPr dirty="0" sz="2400" spc="-10">
                <a:solidFill>
                  <a:srgbClr val="4E3629"/>
                </a:solidFill>
                <a:latin typeface="Calibri"/>
                <a:cs typeface="Calibri"/>
              </a:rPr>
              <a:t>solicitadas</a:t>
            </a:r>
            <a:endParaRPr sz="2400">
              <a:latin typeface="Calibri"/>
              <a:cs typeface="Calibri"/>
            </a:endParaRPr>
          </a:p>
          <a:p>
            <a:pPr marL="355600">
              <a:lnSpc>
                <a:spcPct val="100000"/>
              </a:lnSpc>
              <a:spcBef>
                <a:spcPts val="85"/>
              </a:spcBef>
            </a:pPr>
            <a:r>
              <a:rPr dirty="0" sz="2400">
                <a:solidFill>
                  <a:srgbClr val="D1350F"/>
                </a:solidFill>
                <a:latin typeface="Calibri"/>
                <a:cs typeface="Calibri"/>
              </a:rPr>
              <a:t>−</a:t>
            </a:r>
            <a:r>
              <a:rPr dirty="0" sz="2400">
                <a:solidFill>
                  <a:srgbClr val="4E3629"/>
                </a:solidFill>
                <a:latin typeface="Calibri"/>
                <a:cs typeface="Calibri"/>
              </a:rPr>
              <a:t>Cláusula</a:t>
            </a:r>
            <a:r>
              <a:rPr dirty="0" sz="2400" spc="-40">
                <a:solidFill>
                  <a:srgbClr val="4E3629"/>
                </a:solidFill>
                <a:latin typeface="Calibri"/>
                <a:cs typeface="Calibri"/>
              </a:rPr>
              <a:t> </a:t>
            </a:r>
            <a:r>
              <a:rPr dirty="0" sz="2400">
                <a:solidFill>
                  <a:srgbClr val="4E3629"/>
                </a:solidFill>
                <a:latin typeface="Calibri"/>
                <a:cs typeface="Calibri"/>
              </a:rPr>
              <a:t>ORDER</a:t>
            </a:r>
            <a:r>
              <a:rPr dirty="0" sz="2400" spc="-35">
                <a:solidFill>
                  <a:srgbClr val="4E3629"/>
                </a:solidFill>
                <a:latin typeface="Calibri"/>
                <a:cs typeface="Calibri"/>
              </a:rPr>
              <a:t> </a:t>
            </a:r>
            <a:r>
              <a:rPr dirty="0" sz="2400" spc="-80">
                <a:solidFill>
                  <a:srgbClr val="4E3629"/>
                </a:solidFill>
                <a:latin typeface="Calibri"/>
                <a:cs typeface="Calibri"/>
              </a:rPr>
              <a:t>BY:</a:t>
            </a:r>
            <a:r>
              <a:rPr dirty="0" sz="2400" spc="-35">
                <a:solidFill>
                  <a:srgbClr val="4E3629"/>
                </a:solidFill>
                <a:latin typeface="Calibri"/>
                <a:cs typeface="Calibri"/>
              </a:rPr>
              <a:t> </a:t>
            </a:r>
            <a:r>
              <a:rPr dirty="0" sz="2400">
                <a:solidFill>
                  <a:srgbClr val="4E3629"/>
                </a:solidFill>
                <a:latin typeface="Calibri"/>
                <a:cs typeface="Calibri"/>
              </a:rPr>
              <a:t>ordena</a:t>
            </a:r>
            <a:r>
              <a:rPr dirty="0" sz="2400" spc="-25">
                <a:solidFill>
                  <a:srgbClr val="4E3629"/>
                </a:solidFill>
                <a:latin typeface="Calibri"/>
                <a:cs typeface="Calibri"/>
              </a:rPr>
              <a:t> </a:t>
            </a:r>
            <a:r>
              <a:rPr dirty="0" sz="2400">
                <a:solidFill>
                  <a:srgbClr val="4E3629"/>
                </a:solidFill>
                <a:latin typeface="Calibri"/>
                <a:cs typeface="Calibri"/>
              </a:rPr>
              <a:t>el</a:t>
            </a:r>
            <a:r>
              <a:rPr dirty="0" sz="2400" spc="-30">
                <a:solidFill>
                  <a:srgbClr val="4E3629"/>
                </a:solidFill>
                <a:latin typeface="Calibri"/>
                <a:cs typeface="Calibri"/>
              </a:rPr>
              <a:t> </a:t>
            </a:r>
            <a:r>
              <a:rPr dirty="0" sz="2400" spc="-10">
                <a:solidFill>
                  <a:srgbClr val="4E3629"/>
                </a:solidFill>
                <a:latin typeface="Calibri"/>
                <a:cs typeface="Calibri"/>
              </a:rPr>
              <a:t>conjunto</a:t>
            </a:r>
            <a:r>
              <a:rPr dirty="0" sz="2400" spc="-35">
                <a:solidFill>
                  <a:srgbClr val="4E3629"/>
                </a:solidFill>
                <a:latin typeface="Calibri"/>
                <a:cs typeface="Calibri"/>
              </a:rPr>
              <a:t> </a:t>
            </a:r>
            <a:r>
              <a:rPr dirty="0" sz="2400">
                <a:solidFill>
                  <a:srgbClr val="4E3629"/>
                </a:solidFill>
                <a:latin typeface="Calibri"/>
                <a:cs typeface="Calibri"/>
              </a:rPr>
              <a:t>de</a:t>
            </a:r>
            <a:r>
              <a:rPr dirty="0" sz="2400" spc="-25">
                <a:solidFill>
                  <a:srgbClr val="4E3629"/>
                </a:solidFill>
                <a:latin typeface="Calibri"/>
                <a:cs typeface="Calibri"/>
              </a:rPr>
              <a:t> </a:t>
            </a:r>
            <a:r>
              <a:rPr dirty="0" sz="2400" spc="-10">
                <a:solidFill>
                  <a:srgbClr val="4E3629"/>
                </a:solidFill>
                <a:latin typeface="Calibri"/>
                <a:cs typeface="Calibri"/>
              </a:rPr>
              <a:t>resultados</a:t>
            </a:r>
            <a:endParaRPr sz="2400">
              <a:latin typeface="Calibri"/>
              <a:cs typeface="Calibri"/>
            </a:endParaRPr>
          </a:p>
        </p:txBody>
      </p:sp>
      <p:pic>
        <p:nvPicPr>
          <p:cNvPr id="4" name="object 4" descr=""/>
          <p:cNvPicPr/>
          <p:nvPr/>
        </p:nvPicPr>
        <p:blipFill>
          <a:blip r:embed="rId2" cstate="print"/>
          <a:stretch>
            <a:fillRect/>
          </a:stretch>
        </p:blipFill>
        <p:spPr>
          <a:xfrm>
            <a:off x="2602992" y="4431791"/>
            <a:ext cx="3938015" cy="1645920"/>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Ordenación</a:t>
            </a:r>
            <a:r>
              <a:rPr dirty="0" spc="-100"/>
              <a:t> </a:t>
            </a:r>
            <a:r>
              <a:rPr dirty="0"/>
              <a:t>con</a:t>
            </a:r>
            <a:r>
              <a:rPr dirty="0" spc="-125"/>
              <a:t> </a:t>
            </a:r>
            <a:r>
              <a:rPr dirty="0" spc="-20"/>
              <a:t>Varias</a:t>
            </a:r>
            <a:r>
              <a:rPr dirty="0" spc="-125"/>
              <a:t> </a:t>
            </a:r>
            <a:r>
              <a:rPr dirty="0" spc="-10"/>
              <a:t>Columnas</a:t>
            </a:r>
          </a:p>
        </p:txBody>
      </p:sp>
      <p:sp>
        <p:nvSpPr>
          <p:cNvPr id="3" name="object 3" descr=""/>
          <p:cNvSpPr txBox="1"/>
          <p:nvPr/>
        </p:nvSpPr>
        <p:spPr>
          <a:xfrm>
            <a:off x="483552" y="1415417"/>
            <a:ext cx="7883525" cy="2090420"/>
          </a:xfrm>
          <a:prstGeom prst="rect">
            <a:avLst/>
          </a:prstGeom>
        </p:spPr>
        <p:txBody>
          <a:bodyPr wrap="square" lIns="0" tIns="59690" rIns="0" bIns="0" rtlCol="0" vert="horz">
            <a:spAutoFit/>
          </a:bodyPr>
          <a:lstStyle/>
          <a:p>
            <a:pPr marL="182880" marR="983615" indent="-170815">
              <a:lnSpc>
                <a:spcPts val="3030"/>
              </a:lnSpc>
              <a:spcBef>
                <a:spcPts val="470"/>
              </a:spcBef>
              <a:buClr>
                <a:srgbClr val="D1350F"/>
              </a:buClr>
              <a:buFont typeface="Arial MT"/>
              <a:buChar char="•"/>
              <a:tabLst>
                <a:tab pos="184785" algn="l"/>
              </a:tabLst>
            </a:pPr>
            <a:r>
              <a:rPr dirty="0" u="heavy" sz="2800" spc="-25">
                <a:solidFill>
                  <a:srgbClr val="4E3629"/>
                </a:solidFill>
                <a:uFill>
                  <a:solidFill>
                    <a:srgbClr val="EC2814"/>
                  </a:solidFill>
                </a:uFill>
                <a:latin typeface="Calibri"/>
                <a:cs typeface="Calibri"/>
              </a:rPr>
              <a:t>También</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se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puede</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ordenar</a:t>
            </a:r>
            <a:r>
              <a:rPr dirty="0" u="heavy" sz="2800" spc="-3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los</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resultados</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45">
                <a:solidFill>
                  <a:srgbClr val="4E3629"/>
                </a:solidFill>
                <a:uFill>
                  <a:solidFill>
                    <a:srgbClr val="EC2814"/>
                  </a:solidFill>
                </a:uFill>
                <a:latin typeface="Calibri"/>
                <a:cs typeface="Calibri"/>
              </a:rPr>
              <a:t> </a:t>
            </a:r>
            <a:r>
              <a:rPr dirty="0" u="heavy" sz="2800" spc="-35">
                <a:solidFill>
                  <a:srgbClr val="4E3629"/>
                </a:solidFill>
                <a:uFill>
                  <a:solidFill>
                    <a:srgbClr val="EC2814"/>
                  </a:solidFill>
                </a:uFill>
                <a:latin typeface="Calibri"/>
                <a:cs typeface="Calibri"/>
              </a:rPr>
              <a:t>la</a:t>
            </a:r>
            <a:r>
              <a:rPr dirty="0" sz="2800" spc="-35">
                <a:solidFill>
                  <a:srgbClr val="4E3629"/>
                </a:solidFill>
                <a:latin typeface="Calibri"/>
                <a:cs typeface="Calibri"/>
              </a:rPr>
              <a:t> </a:t>
            </a:r>
            <a:r>
              <a:rPr dirty="0" sz="2800" spc="-35">
                <a:solidFill>
                  <a:srgbClr val="4E3629"/>
                </a:solidFill>
                <a:latin typeface="Calibri"/>
                <a:cs typeface="Calibri"/>
              </a:rPr>
              <a:t>	</a:t>
            </a:r>
            <a:r>
              <a:rPr dirty="0" u="heavy" sz="2800">
                <a:solidFill>
                  <a:srgbClr val="4E3629"/>
                </a:solidFill>
                <a:uFill>
                  <a:solidFill>
                    <a:srgbClr val="EC2814"/>
                  </a:solidFill>
                </a:uFill>
                <a:latin typeface="Calibri"/>
                <a:cs typeface="Calibri"/>
              </a:rPr>
              <a:t>consulta</a:t>
            </a:r>
            <a:r>
              <a:rPr dirty="0" u="heavy" sz="2800" spc="-40">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por</a:t>
            </a:r>
            <a:r>
              <a:rPr dirty="0" u="heavy" sz="2800" spc="-4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más</a:t>
            </a:r>
            <a:r>
              <a:rPr dirty="0" u="heavy" sz="2800" spc="-6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de</a:t>
            </a:r>
            <a:r>
              <a:rPr dirty="0" u="heavy" sz="2800" spc="-55">
                <a:solidFill>
                  <a:srgbClr val="4E3629"/>
                </a:solidFill>
                <a:uFill>
                  <a:solidFill>
                    <a:srgbClr val="EC2814"/>
                  </a:solidFill>
                </a:uFill>
                <a:latin typeface="Calibri"/>
                <a:cs typeface="Calibri"/>
              </a:rPr>
              <a:t> </a:t>
            </a:r>
            <a:r>
              <a:rPr dirty="0" u="heavy" sz="2800">
                <a:solidFill>
                  <a:srgbClr val="4E3629"/>
                </a:solidFill>
                <a:uFill>
                  <a:solidFill>
                    <a:srgbClr val="EC2814"/>
                  </a:solidFill>
                </a:uFill>
                <a:latin typeface="Calibri"/>
                <a:cs typeface="Calibri"/>
              </a:rPr>
              <a:t>una</a:t>
            </a:r>
            <a:r>
              <a:rPr dirty="0" u="heavy" sz="2800" spc="-45">
                <a:solidFill>
                  <a:srgbClr val="4E3629"/>
                </a:solidFill>
                <a:uFill>
                  <a:solidFill>
                    <a:srgbClr val="EC2814"/>
                  </a:solidFill>
                </a:uFill>
                <a:latin typeface="Calibri"/>
                <a:cs typeface="Calibri"/>
              </a:rPr>
              <a:t> </a:t>
            </a:r>
            <a:r>
              <a:rPr dirty="0" u="heavy" sz="2800" spc="-10">
                <a:solidFill>
                  <a:srgbClr val="4E3629"/>
                </a:solidFill>
                <a:uFill>
                  <a:solidFill>
                    <a:srgbClr val="EC2814"/>
                  </a:solidFill>
                </a:uFill>
                <a:latin typeface="Calibri"/>
                <a:cs typeface="Calibri"/>
              </a:rPr>
              <a:t>columna</a:t>
            </a:r>
            <a:endParaRPr sz="2800">
              <a:latin typeface="Calibri"/>
              <a:cs typeface="Calibri"/>
            </a:endParaRPr>
          </a:p>
          <a:p>
            <a:pPr marL="182880" marR="508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hecho,</a:t>
            </a:r>
            <a:r>
              <a:rPr dirty="0" sz="2800" spc="-50">
                <a:solidFill>
                  <a:srgbClr val="4E3629"/>
                </a:solidFill>
                <a:latin typeface="Calibri"/>
                <a:cs typeface="Calibri"/>
              </a:rPr>
              <a:t> </a:t>
            </a:r>
            <a:r>
              <a:rPr dirty="0" sz="2800">
                <a:solidFill>
                  <a:srgbClr val="4E3629"/>
                </a:solidFill>
                <a:latin typeface="Calibri"/>
                <a:cs typeface="Calibri"/>
              </a:rPr>
              <a:t>no</a:t>
            </a:r>
            <a:r>
              <a:rPr dirty="0" sz="2800" spc="-55">
                <a:solidFill>
                  <a:srgbClr val="4E3629"/>
                </a:solidFill>
                <a:latin typeface="Calibri"/>
                <a:cs typeface="Calibri"/>
              </a:rPr>
              <a:t> </a:t>
            </a:r>
            <a:r>
              <a:rPr dirty="0" sz="2800">
                <a:solidFill>
                  <a:srgbClr val="4E3629"/>
                </a:solidFill>
                <a:latin typeface="Calibri"/>
                <a:cs typeface="Calibri"/>
              </a:rPr>
              <a:t>hay</a:t>
            </a:r>
            <a:r>
              <a:rPr dirty="0" sz="2800" spc="-75">
                <a:solidFill>
                  <a:srgbClr val="4E3629"/>
                </a:solidFill>
                <a:latin typeface="Calibri"/>
                <a:cs typeface="Calibri"/>
              </a:rPr>
              <a:t> </a:t>
            </a:r>
            <a:r>
              <a:rPr dirty="0" sz="2800">
                <a:solidFill>
                  <a:srgbClr val="4E3629"/>
                </a:solidFill>
                <a:latin typeface="Calibri"/>
                <a:cs typeface="Calibri"/>
              </a:rPr>
              <a:t>ningún</a:t>
            </a:r>
            <a:r>
              <a:rPr dirty="0" sz="2800" spc="-30">
                <a:solidFill>
                  <a:srgbClr val="4E3629"/>
                </a:solidFill>
                <a:latin typeface="Calibri"/>
                <a:cs typeface="Calibri"/>
              </a:rPr>
              <a:t> </a:t>
            </a:r>
            <a:r>
              <a:rPr dirty="0" sz="2800">
                <a:solidFill>
                  <a:srgbClr val="4E3629"/>
                </a:solidFill>
                <a:latin typeface="Calibri"/>
                <a:cs typeface="Calibri"/>
              </a:rPr>
              <a:t>límite</a:t>
            </a:r>
            <a:r>
              <a:rPr dirty="0" sz="2800" spc="-70">
                <a:solidFill>
                  <a:srgbClr val="4E3629"/>
                </a:solidFill>
                <a:latin typeface="Calibri"/>
                <a:cs typeface="Calibri"/>
              </a:rPr>
              <a:t> </a:t>
            </a:r>
            <a:r>
              <a:rPr dirty="0" sz="2800">
                <a:solidFill>
                  <a:srgbClr val="4E3629"/>
                </a:solidFill>
                <a:latin typeface="Calibri"/>
                <a:cs typeface="Calibri"/>
              </a:rPr>
              <a:t>en</a:t>
            </a:r>
            <a:r>
              <a:rPr dirty="0" sz="2800" spc="-60">
                <a:solidFill>
                  <a:srgbClr val="4E3629"/>
                </a:solidFill>
                <a:latin typeface="Calibri"/>
                <a:cs typeface="Calibri"/>
              </a:rPr>
              <a:t> </a:t>
            </a:r>
            <a:r>
              <a:rPr dirty="0" sz="2800">
                <a:solidFill>
                  <a:srgbClr val="4E3629"/>
                </a:solidFill>
                <a:latin typeface="Calibri"/>
                <a:cs typeface="Calibri"/>
              </a:rPr>
              <a:t>el</a:t>
            </a:r>
            <a:r>
              <a:rPr dirty="0" sz="2800" spc="-90">
                <a:solidFill>
                  <a:srgbClr val="4E3629"/>
                </a:solidFill>
                <a:latin typeface="Calibri"/>
                <a:cs typeface="Calibri"/>
              </a:rPr>
              <a:t> </a:t>
            </a:r>
            <a:r>
              <a:rPr dirty="0" sz="2800">
                <a:solidFill>
                  <a:srgbClr val="4E3629"/>
                </a:solidFill>
                <a:latin typeface="Calibri"/>
                <a:cs typeface="Calibri"/>
              </a:rPr>
              <a:t>número</a:t>
            </a:r>
            <a:r>
              <a:rPr dirty="0" sz="2800" spc="-3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a:solidFill>
                  <a:srgbClr val="4E3629"/>
                </a:solidFill>
                <a:latin typeface="Calibri"/>
                <a:cs typeface="Calibri"/>
              </a:rPr>
              <a:t>columnas</a:t>
            </a:r>
            <a:r>
              <a:rPr dirty="0" sz="2800" spc="-35">
                <a:solidFill>
                  <a:srgbClr val="4E3629"/>
                </a:solidFill>
                <a:latin typeface="Calibri"/>
                <a:cs typeface="Calibri"/>
              </a:rPr>
              <a:t> </a:t>
            </a:r>
            <a:r>
              <a:rPr dirty="0" sz="2800">
                <a:solidFill>
                  <a:srgbClr val="4E3629"/>
                </a:solidFill>
                <a:latin typeface="Calibri"/>
                <a:cs typeface="Calibri"/>
              </a:rPr>
              <a:t>que</a:t>
            </a:r>
            <a:r>
              <a:rPr dirty="0" sz="2800" spc="-45">
                <a:solidFill>
                  <a:srgbClr val="4E3629"/>
                </a:solidFill>
                <a:latin typeface="Calibri"/>
                <a:cs typeface="Calibri"/>
              </a:rPr>
              <a:t> </a:t>
            </a:r>
            <a:r>
              <a:rPr dirty="0" sz="2800">
                <a:solidFill>
                  <a:srgbClr val="4E3629"/>
                </a:solidFill>
                <a:latin typeface="Calibri"/>
                <a:cs typeface="Calibri"/>
              </a:rPr>
              <a:t>se</a:t>
            </a:r>
            <a:r>
              <a:rPr dirty="0" sz="2800" spc="-50">
                <a:solidFill>
                  <a:srgbClr val="4E3629"/>
                </a:solidFill>
                <a:latin typeface="Calibri"/>
                <a:cs typeface="Calibri"/>
              </a:rPr>
              <a:t> </a:t>
            </a:r>
            <a:r>
              <a:rPr dirty="0" sz="2800">
                <a:solidFill>
                  <a:srgbClr val="4E3629"/>
                </a:solidFill>
                <a:latin typeface="Calibri"/>
                <a:cs typeface="Calibri"/>
              </a:rPr>
              <a:t>pueden</a:t>
            </a:r>
            <a:r>
              <a:rPr dirty="0" sz="2800" spc="-35">
                <a:solidFill>
                  <a:srgbClr val="4E3629"/>
                </a:solidFill>
                <a:latin typeface="Calibri"/>
                <a:cs typeface="Calibri"/>
              </a:rPr>
              <a:t> </a:t>
            </a:r>
            <a:r>
              <a:rPr dirty="0" sz="2800">
                <a:solidFill>
                  <a:srgbClr val="4E3629"/>
                </a:solidFill>
                <a:latin typeface="Calibri"/>
                <a:cs typeface="Calibri"/>
              </a:rPr>
              <a:t>agregar</a:t>
            </a:r>
            <a:r>
              <a:rPr dirty="0" sz="2800" spc="-100">
                <a:solidFill>
                  <a:srgbClr val="4E3629"/>
                </a:solidFill>
                <a:latin typeface="Calibri"/>
                <a:cs typeface="Calibri"/>
              </a:rPr>
              <a:t> </a:t>
            </a:r>
            <a:r>
              <a:rPr dirty="0" sz="2800">
                <a:solidFill>
                  <a:srgbClr val="4E3629"/>
                </a:solidFill>
                <a:latin typeface="Calibri"/>
                <a:cs typeface="Calibri"/>
              </a:rPr>
              <a:t>a</a:t>
            </a:r>
            <a:r>
              <a:rPr dirty="0" sz="2800" spc="-55">
                <a:solidFill>
                  <a:srgbClr val="4E3629"/>
                </a:solidFill>
                <a:latin typeface="Calibri"/>
                <a:cs typeface="Calibri"/>
              </a:rPr>
              <a:t> </a:t>
            </a:r>
            <a:r>
              <a:rPr dirty="0" sz="2800">
                <a:solidFill>
                  <a:srgbClr val="4E3629"/>
                </a:solidFill>
                <a:latin typeface="Calibri"/>
                <a:cs typeface="Calibri"/>
              </a:rPr>
              <a:t>la</a:t>
            </a:r>
            <a:r>
              <a:rPr dirty="0" sz="2800" spc="-70">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spc="-10">
                <a:solidFill>
                  <a:srgbClr val="4E3629"/>
                </a:solidFill>
                <a:latin typeface="Calibri"/>
                <a:cs typeface="Calibri"/>
              </a:rPr>
              <a:t>ORDER </a:t>
            </a:r>
            <a:r>
              <a:rPr dirty="0" sz="2800" spc="-10">
                <a:solidFill>
                  <a:srgbClr val="4E3629"/>
                </a:solidFill>
                <a:latin typeface="Calibri"/>
                <a:cs typeface="Calibri"/>
              </a:rPr>
              <a:t>	</a:t>
            </a:r>
            <a:r>
              <a:rPr dirty="0" sz="2800" spc="-25">
                <a:solidFill>
                  <a:srgbClr val="4E3629"/>
                </a:solidFill>
                <a:latin typeface="Calibri"/>
                <a:cs typeface="Calibri"/>
              </a:rPr>
              <a:t>BY</a:t>
            </a:r>
            <a:endParaRPr sz="2800">
              <a:latin typeface="Calibri"/>
              <a:cs typeface="Calibri"/>
            </a:endParaRPr>
          </a:p>
        </p:txBody>
      </p:sp>
      <p:pic>
        <p:nvPicPr>
          <p:cNvPr id="4" name="object 4" descr=""/>
          <p:cNvPicPr/>
          <p:nvPr/>
        </p:nvPicPr>
        <p:blipFill>
          <a:blip r:embed="rId2" cstate="print"/>
          <a:stretch>
            <a:fillRect/>
          </a:stretch>
        </p:blipFill>
        <p:spPr>
          <a:xfrm>
            <a:off x="2560320" y="3517391"/>
            <a:ext cx="4023359" cy="2519172"/>
          </a:xfrm>
          <a:prstGeom prst="rect">
            <a:avLst/>
          </a:prstGeom>
        </p:spPr>
      </p:pic>
      <p:sp>
        <p:nvSpPr>
          <p:cNvPr id="5" name="object 5"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6" name="object 6"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7" name="object 7"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Ordenación</a:t>
            </a:r>
            <a:r>
              <a:rPr dirty="0" spc="-100"/>
              <a:t> </a:t>
            </a:r>
            <a:r>
              <a:rPr dirty="0"/>
              <a:t>con</a:t>
            </a:r>
            <a:r>
              <a:rPr dirty="0" spc="-125"/>
              <a:t> </a:t>
            </a:r>
            <a:r>
              <a:rPr dirty="0" spc="-20"/>
              <a:t>Varias</a:t>
            </a:r>
            <a:r>
              <a:rPr dirty="0" spc="-125"/>
              <a:t> </a:t>
            </a:r>
            <a:r>
              <a:rPr dirty="0" spc="-10"/>
              <a:t>Columnas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14</a:t>
            </a:r>
          </a:p>
        </p:txBody>
      </p:sp>
      <p:sp>
        <p:nvSpPr>
          <p:cNvPr id="3" name="object 3" descr=""/>
          <p:cNvSpPr txBox="1"/>
          <p:nvPr/>
        </p:nvSpPr>
        <p:spPr>
          <a:xfrm>
            <a:off x="483552" y="1415417"/>
            <a:ext cx="7893050" cy="2474595"/>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a:solidFill>
                  <a:srgbClr val="4E3629"/>
                </a:solidFill>
                <a:latin typeface="Calibri"/>
                <a:cs typeface="Calibri"/>
              </a:rPr>
              <a:t>A</a:t>
            </a:r>
            <a:r>
              <a:rPr dirty="0" sz="2800" spc="-45">
                <a:solidFill>
                  <a:srgbClr val="4E3629"/>
                </a:solidFill>
                <a:latin typeface="Calibri"/>
                <a:cs typeface="Calibri"/>
              </a:rPr>
              <a:t> </a:t>
            </a:r>
            <a:r>
              <a:rPr dirty="0" sz="2800" spc="-10">
                <a:solidFill>
                  <a:srgbClr val="4E3629"/>
                </a:solidFill>
                <a:latin typeface="Calibri"/>
                <a:cs typeface="Calibri"/>
              </a:rPr>
              <a:t>continuación</a:t>
            </a:r>
            <a:r>
              <a:rPr dirty="0" sz="2800" spc="-30">
                <a:solidFill>
                  <a:srgbClr val="4E3629"/>
                </a:solidFill>
                <a:latin typeface="Calibri"/>
                <a:cs typeface="Calibri"/>
              </a:rPr>
              <a:t> </a:t>
            </a:r>
            <a:r>
              <a:rPr dirty="0" sz="2800">
                <a:solidFill>
                  <a:srgbClr val="4E3629"/>
                </a:solidFill>
                <a:latin typeface="Calibri"/>
                <a:cs typeface="Calibri"/>
              </a:rPr>
              <a:t>se</a:t>
            </a:r>
            <a:r>
              <a:rPr dirty="0" sz="2800" spc="-55">
                <a:solidFill>
                  <a:srgbClr val="4E3629"/>
                </a:solidFill>
                <a:latin typeface="Calibri"/>
                <a:cs typeface="Calibri"/>
              </a:rPr>
              <a:t> </a:t>
            </a:r>
            <a:r>
              <a:rPr dirty="0" sz="2800" spc="-10">
                <a:solidFill>
                  <a:srgbClr val="4E3629"/>
                </a:solidFill>
                <a:latin typeface="Calibri"/>
                <a:cs typeface="Calibri"/>
              </a:rPr>
              <a:t>muestra</a:t>
            </a:r>
            <a:r>
              <a:rPr dirty="0" sz="2800" spc="-30">
                <a:solidFill>
                  <a:srgbClr val="4E3629"/>
                </a:solidFill>
                <a:latin typeface="Calibri"/>
                <a:cs typeface="Calibri"/>
              </a:rPr>
              <a:t> </a:t>
            </a:r>
            <a:r>
              <a:rPr dirty="0" sz="2800">
                <a:solidFill>
                  <a:srgbClr val="4E3629"/>
                </a:solidFill>
                <a:latin typeface="Calibri"/>
                <a:cs typeface="Calibri"/>
              </a:rPr>
              <a:t>un</a:t>
            </a:r>
            <a:r>
              <a:rPr dirty="0" sz="2800" spc="-40">
                <a:solidFill>
                  <a:srgbClr val="4E3629"/>
                </a:solidFill>
                <a:latin typeface="Calibri"/>
                <a:cs typeface="Calibri"/>
              </a:rPr>
              <a:t> </a:t>
            </a:r>
            <a:r>
              <a:rPr dirty="0" sz="2800">
                <a:solidFill>
                  <a:srgbClr val="4E3629"/>
                </a:solidFill>
                <a:latin typeface="Calibri"/>
                <a:cs typeface="Calibri"/>
              </a:rPr>
              <a:t>ejemplo</a:t>
            </a:r>
            <a:r>
              <a:rPr dirty="0" sz="2800" spc="-45">
                <a:solidFill>
                  <a:srgbClr val="4E3629"/>
                </a:solidFill>
                <a:latin typeface="Calibri"/>
                <a:cs typeface="Calibri"/>
              </a:rPr>
              <a:t> </a:t>
            </a:r>
            <a:r>
              <a:rPr dirty="0" sz="2800">
                <a:solidFill>
                  <a:srgbClr val="4E3629"/>
                </a:solidFill>
                <a:latin typeface="Calibri"/>
                <a:cs typeface="Calibri"/>
              </a:rPr>
              <a:t>de</a:t>
            </a:r>
            <a:r>
              <a:rPr dirty="0" sz="2800" spc="-40">
                <a:solidFill>
                  <a:srgbClr val="4E3629"/>
                </a:solidFill>
                <a:latin typeface="Calibri"/>
                <a:cs typeface="Calibri"/>
              </a:rPr>
              <a:t> </a:t>
            </a:r>
            <a:r>
              <a:rPr dirty="0" sz="2800" spc="-10">
                <a:solidFill>
                  <a:srgbClr val="4E3629"/>
                </a:solidFill>
                <a:latin typeface="Calibri"/>
                <a:cs typeface="Calibri"/>
              </a:rPr>
              <a:t>ordenación </a:t>
            </a:r>
            <a:r>
              <a:rPr dirty="0" sz="2800" spc="-10">
                <a:solidFill>
                  <a:srgbClr val="4E3629"/>
                </a:solidFill>
                <a:latin typeface="Calibri"/>
                <a:cs typeface="Calibri"/>
              </a:rPr>
              <a:t>	</a:t>
            </a:r>
            <a:r>
              <a:rPr dirty="0" sz="2800">
                <a:solidFill>
                  <a:srgbClr val="4E3629"/>
                </a:solidFill>
                <a:latin typeface="Calibri"/>
                <a:cs typeface="Calibri"/>
              </a:rPr>
              <a:t>con</a:t>
            </a:r>
            <a:r>
              <a:rPr dirty="0" sz="2800" spc="-65">
                <a:solidFill>
                  <a:srgbClr val="4E3629"/>
                </a:solidFill>
                <a:latin typeface="Calibri"/>
                <a:cs typeface="Calibri"/>
              </a:rPr>
              <a:t> </a:t>
            </a:r>
            <a:r>
              <a:rPr dirty="0" sz="2800">
                <a:solidFill>
                  <a:srgbClr val="4E3629"/>
                </a:solidFill>
                <a:latin typeface="Calibri"/>
                <a:cs typeface="Calibri"/>
              </a:rPr>
              <a:t>varias</a:t>
            </a:r>
            <a:r>
              <a:rPr dirty="0" sz="2800" spc="-65">
                <a:solidFill>
                  <a:srgbClr val="4E3629"/>
                </a:solidFill>
                <a:latin typeface="Calibri"/>
                <a:cs typeface="Calibri"/>
              </a:rPr>
              <a:t> </a:t>
            </a:r>
            <a:r>
              <a:rPr dirty="0" sz="2800" spc="-10">
                <a:solidFill>
                  <a:srgbClr val="4E3629"/>
                </a:solidFill>
                <a:latin typeface="Calibri"/>
                <a:cs typeface="Calibri"/>
              </a:rPr>
              <a:t>columnas</a:t>
            </a:r>
            <a:endParaRPr sz="2800">
              <a:latin typeface="Calibri"/>
              <a:cs typeface="Calibri"/>
            </a:endParaRPr>
          </a:p>
          <a:p>
            <a:pPr marL="182880" marR="379730" indent="-170815">
              <a:lnSpc>
                <a:spcPts val="3030"/>
              </a:lnSpc>
              <a:spcBef>
                <a:spcPts val="795"/>
              </a:spcBef>
              <a:buClr>
                <a:srgbClr val="D1350F"/>
              </a:buClr>
              <a:buFont typeface="Arial MT"/>
              <a:buChar char="•"/>
              <a:tabLst>
                <a:tab pos="184785" algn="l"/>
              </a:tabLst>
            </a:pPr>
            <a:r>
              <a:rPr dirty="0" sz="2800">
                <a:solidFill>
                  <a:srgbClr val="4E3629"/>
                </a:solidFill>
                <a:latin typeface="Calibri"/>
                <a:cs typeface="Calibri"/>
              </a:rPr>
              <a:t>Los</a:t>
            </a:r>
            <a:r>
              <a:rPr dirty="0" sz="2800" spc="-80">
                <a:solidFill>
                  <a:srgbClr val="4E3629"/>
                </a:solidFill>
                <a:latin typeface="Calibri"/>
                <a:cs typeface="Calibri"/>
              </a:rPr>
              <a:t> </a:t>
            </a:r>
            <a:r>
              <a:rPr dirty="0" sz="2800">
                <a:solidFill>
                  <a:srgbClr val="4E3629"/>
                </a:solidFill>
                <a:latin typeface="Calibri"/>
                <a:cs typeface="Calibri"/>
              </a:rPr>
              <a:t>empleados</a:t>
            </a:r>
            <a:r>
              <a:rPr dirty="0" sz="2800" spc="-75">
                <a:solidFill>
                  <a:srgbClr val="4E3629"/>
                </a:solidFill>
                <a:latin typeface="Calibri"/>
                <a:cs typeface="Calibri"/>
              </a:rPr>
              <a:t> </a:t>
            </a:r>
            <a:r>
              <a:rPr dirty="0" sz="2800">
                <a:solidFill>
                  <a:srgbClr val="4E3629"/>
                </a:solidFill>
                <a:latin typeface="Calibri"/>
                <a:cs typeface="Calibri"/>
              </a:rPr>
              <a:t>se</a:t>
            </a:r>
            <a:r>
              <a:rPr dirty="0" sz="2800" spc="-80">
                <a:solidFill>
                  <a:srgbClr val="4E3629"/>
                </a:solidFill>
                <a:latin typeface="Calibri"/>
                <a:cs typeface="Calibri"/>
              </a:rPr>
              <a:t> </a:t>
            </a:r>
            <a:r>
              <a:rPr dirty="0" sz="2800">
                <a:solidFill>
                  <a:srgbClr val="4E3629"/>
                </a:solidFill>
                <a:latin typeface="Calibri"/>
                <a:cs typeface="Calibri"/>
              </a:rPr>
              <a:t>ordenan</a:t>
            </a:r>
            <a:r>
              <a:rPr dirty="0" sz="2800" spc="-70">
                <a:solidFill>
                  <a:srgbClr val="4E3629"/>
                </a:solidFill>
                <a:latin typeface="Calibri"/>
                <a:cs typeface="Calibri"/>
              </a:rPr>
              <a:t> </a:t>
            </a:r>
            <a:r>
              <a:rPr dirty="0" sz="2800">
                <a:solidFill>
                  <a:srgbClr val="4E3629"/>
                </a:solidFill>
                <a:latin typeface="Calibri"/>
                <a:cs typeface="Calibri"/>
              </a:rPr>
              <a:t>primero</a:t>
            </a:r>
            <a:r>
              <a:rPr dirty="0" sz="2800" spc="-65">
                <a:solidFill>
                  <a:srgbClr val="4E3629"/>
                </a:solidFill>
                <a:latin typeface="Calibri"/>
                <a:cs typeface="Calibri"/>
              </a:rPr>
              <a:t> </a:t>
            </a:r>
            <a:r>
              <a:rPr dirty="0" sz="2800">
                <a:solidFill>
                  <a:srgbClr val="4E3629"/>
                </a:solidFill>
                <a:latin typeface="Calibri"/>
                <a:cs typeface="Calibri"/>
              </a:rPr>
              <a:t>por</a:t>
            </a:r>
            <a:r>
              <a:rPr dirty="0" sz="2800" spc="-75">
                <a:solidFill>
                  <a:srgbClr val="4E3629"/>
                </a:solidFill>
                <a:latin typeface="Calibri"/>
                <a:cs typeface="Calibri"/>
              </a:rPr>
              <a:t> </a:t>
            </a:r>
            <a:r>
              <a:rPr dirty="0" sz="2800">
                <a:solidFill>
                  <a:srgbClr val="4E3629"/>
                </a:solidFill>
                <a:latin typeface="Calibri"/>
                <a:cs typeface="Calibri"/>
              </a:rPr>
              <a:t>número</a:t>
            </a:r>
            <a:r>
              <a:rPr dirty="0" sz="2800" spc="-65">
                <a:solidFill>
                  <a:srgbClr val="4E3629"/>
                </a:solidFill>
                <a:latin typeface="Calibri"/>
                <a:cs typeface="Calibri"/>
              </a:rPr>
              <a:t> </a:t>
            </a:r>
            <a:r>
              <a:rPr dirty="0" sz="2800" spc="-25">
                <a:solidFill>
                  <a:srgbClr val="4E3629"/>
                </a:solidFill>
                <a:latin typeface="Calibri"/>
                <a:cs typeface="Calibri"/>
              </a:rPr>
              <a:t>de </a:t>
            </a:r>
            <a:r>
              <a:rPr dirty="0" sz="2800" spc="-25">
                <a:solidFill>
                  <a:srgbClr val="4E3629"/>
                </a:solidFill>
                <a:latin typeface="Calibri"/>
                <a:cs typeface="Calibri"/>
              </a:rPr>
              <a:t>	</a:t>
            </a:r>
            <a:r>
              <a:rPr dirty="0" sz="2800" spc="-10">
                <a:solidFill>
                  <a:srgbClr val="4E3629"/>
                </a:solidFill>
                <a:latin typeface="Calibri"/>
                <a:cs typeface="Calibri"/>
              </a:rPr>
              <a:t>departamento</a:t>
            </a:r>
            <a:r>
              <a:rPr dirty="0" sz="2800" spc="-30">
                <a:solidFill>
                  <a:srgbClr val="4E3629"/>
                </a:solidFill>
                <a:latin typeface="Calibri"/>
                <a:cs typeface="Calibri"/>
              </a:rPr>
              <a:t> </a:t>
            </a:r>
            <a:r>
              <a:rPr dirty="0" sz="2800">
                <a:solidFill>
                  <a:srgbClr val="4E3629"/>
                </a:solidFill>
                <a:latin typeface="Calibri"/>
                <a:cs typeface="Calibri"/>
              </a:rPr>
              <a:t>(del</a:t>
            </a:r>
            <a:r>
              <a:rPr dirty="0" sz="2800" spc="-60">
                <a:solidFill>
                  <a:srgbClr val="4E3629"/>
                </a:solidFill>
                <a:latin typeface="Calibri"/>
                <a:cs typeface="Calibri"/>
              </a:rPr>
              <a:t> </a:t>
            </a:r>
            <a:r>
              <a:rPr dirty="0" sz="2800">
                <a:solidFill>
                  <a:srgbClr val="4E3629"/>
                </a:solidFill>
                <a:latin typeface="Calibri"/>
                <a:cs typeface="Calibri"/>
              </a:rPr>
              <a:t>más</a:t>
            </a:r>
            <a:r>
              <a:rPr dirty="0" sz="2800" spc="-40">
                <a:solidFill>
                  <a:srgbClr val="4E3629"/>
                </a:solidFill>
                <a:latin typeface="Calibri"/>
                <a:cs typeface="Calibri"/>
              </a:rPr>
              <a:t> </a:t>
            </a:r>
            <a:r>
              <a:rPr dirty="0" sz="2800">
                <a:solidFill>
                  <a:srgbClr val="4E3629"/>
                </a:solidFill>
                <a:latin typeface="Calibri"/>
                <a:cs typeface="Calibri"/>
              </a:rPr>
              <a:t>bajo</a:t>
            </a:r>
            <a:r>
              <a:rPr dirty="0" sz="2800" spc="-40">
                <a:solidFill>
                  <a:srgbClr val="4E3629"/>
                </a:solidFill>
                <a:latin typeface="Calibri"/>
                <a:cs typeface="Calibri"/>
              </a:rPr>
              <a:t> </a:t>
            </a:r>
            <a:r>
              <a:rPr dirty="0" sz="2800">
                <a:solidFill>
                  <a:srgbClr val="4E3629"/>
                </a:solidFill>
                <a:latin typeface="Calibri"/>
                <a:cs typeface="Calibri"/>
              </a:rPr>
              <a:t>al</a:t>
            </a:r>
            <a:r>
              <a:rPr dirty="0" sz="2800" spc="-65">
                <a:solidFill>
                  <a:srgbClr val="4E3629"/>
                </a:solidFill>
                <a:latin typeface="Calibri"/>
                <a:cs typeface="Calibri"/>
              </a:rPr>
              <a:t> </a:t>
            </a:r>
            <a:r>
              <a:rPr dirty="0" sz="2800">
                <a:solidFill>
                  <a:srgbClr val="4E3629"/>
                </a:solidFill>
                <a:latin typeface="Calibri"/>
                <a:cs typeface="Calibri"/>
              </a:rPr>
              <a:t>más</a:t>
            </a:r>
            <a:r>
              <a:rPr dirty="0" sz="2800" spc="-45">
                <a:solidFill>
                  <a:srgbClr val="4E3629"/>
                </a:solidFill>
                <a:latin typeface="Calibri"/>
                <a:cs typeface="Calibri"/>
              </a:rPr>
              <a:t> </a:t>
            </a:r>
            <a:r>
              <a:rPr dirty="0" sz="2800">
                <a:solidFill>
                  <a:srgbClr val="4E3629"/>
                </a:solidFill>
                <a:latin typeface="Calibri"/>
                <a:cs typeface="Calibri"/>
              </a:rPr>
              <a:t>alto),</a:t>
            </a:r>
            <a:r>
              <a:rPr dirty="0" sz="2800" spc="-55">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spc="-10">
                <a:solidFill>
                  <a:srgbClr val="4E3629"/>
                </a:solidFill>
                <a:latin typeface="Calibri"/>
                <a:cs typeface="Calibri"/>
              </a:rPr>
              <a:t>continuación,</a:t>
            </a:r>
            <a:r>
              <a:rPr dirty="0" sz="2800" spc="-25">
                <a:solidFill>
                  <a:srgbClr val="4E3629"/>
                </a:solidFill>
                <a:latin typeface="Calibri"/>
                <a:cs typeface="Calibri"/>
              </a:rPr>
              <a:t> </a:t>
            </a:r>
            <a:r>
              <a:rPr dirty="0" sz="2800">
                <a:solidFill>
                  <a:srgbClr val="4E3629"/>
                </a:solidFill>
                <a:latin typeface="Calibri"/>
                <a:cs typeface="Calibri"/>
              </a:rPr>
              <a:t>se</a:t>
            </a:r>
            <a:r>
              <a:rPr dirty="0" sz="2800" spc="-65">
                <a:solidFill>
                  <a:srgbClr val="4E3629"/>
                </a:solidFill>
                <a:latin typeface="Calibri"/>
                <a:cs typeface="Calibri"/>
              </a:rPr>
              <a:t> </a:t>
            </a:r>
            <a:r>
              <a:rPr dirty="0" sz="2800" spc="-10">
                <a:solidFill>
                  <a:srgbClr val="4E3629"/>
                </a:solidFill>
                <a:latin typeface="Calibri"/>
                <a:cs typeface="Calibri"/>
              </a:rPr>
              <a:t>muestran</a:t>
            </a:r>
            <a:r>
              <a:rPr dirty="0" sz="2800" spc="-35">
                <a:solidFill>
                  <a:srgbClr val="4E3629"/>
                </a:solidFill>
                <a:latin typeface="Calibri"/>
                <a:cs typeface="Calibri"/>
              </a:rPr>
              <a:t> </a:t>
            </a:r>
            <a:r>
              <a:rPr dirty="0" sz="2800">
                <a:solidFill>
                  <a:srgbClr val="4E3629"/>
                </a:solidFill>
                <a:latin typeface="Calibri"/>
                <a:cs typeface="Calibri"/>
              </a:rPr>
              <a:t>los</a:t>
            </a:r>
            <a:r>
              <a:rPr dirty="0" sz="2800" spc="-55">
                <a:solidFill>
                  <a:srgbClr val="4E3629"/>
                </a:solidFill>
                <a:latin typeface="Calibri"/>
                <a:cs typeface="Calibri"/>
              </a:rPr>
              <a:t> </a:t>
            </a:r>
            <a:r>
              <a:rPr dirty="0" sz="2800">
                <a:solidFill>
                  <a:srgbClr val="4E3629"/>
                </a:solidFill>
                <a:latin typeface="Calibri"/>
                <a:cs typeface="Calibri"/>
              </a:rPr>
              <a:t>apellidos</a:t>
            </a:r>
            <a:r>
              <a:rPr dirty="0" sz="2800" spc="-40">
                <a:solidFill>
                  <a:srgbClr val="4E3629"/>
                </a:solidFill>
                <a:latin typeface="Calibri"/>
                <a:cs typeface="Calibri"/>
              </a:rPr>
              <a:t> </a:t>
            </a:r>
            <a:r>
              <a:rPr dirty="0" sz="2800">
                <a:solidFill>
                  <a:srgbClr val="4E3629"/>
                </a:solidFill>
                <a:latin typeface="Calibri"/>
                <a:cs typeface="Calibri"/>
              </a:rPr>
              <a:t>en</a:t>
            </a:r>
            <a:r>
              <a:rPr dirty="0" sz="2800" spc="-55">
                <a:solidFill>
                  <a:srgbClr val="4E3629"/>
                </a:solidFill>
                <a:latin typeface="Calibri"/>
                <a:cs typeface="Calibri"/>
              </a:rPr>
              <a:t> </a:t>
            </a:r>
            <a:r>
              <a:rPr dirty="0" sz="2800" spc="-10">
                <a:solidFill>
                  <a:srgbClr val="4E3629"/>
                </a:solidFill>
                <a:latin typeface="Calibri"/>
                <a:cs typeface="Calibri"/>
              </a:rPr>
              <a:t>orden 	alfabético</a:t>
            </a:r>
            <a:r>
              <a:rPr dirty="0" sz="2800" spc="-95">
                <a:solidFill>
                  <a:srgbClr val="4E3629"/>
                </a:solidFill>
                <a:latin typeface="Calibri"/>
                <a:cs typeface="Calibri"/>
              </a:rPr>
              <a:t> </a:t>
            </a:r>
            <a:r>
              <a:rPr dirty="0" sz="2800" spc="-10">
                <a:solidFill>
                  <a:srgbClr val="4E3629"/>
                </a:solidFill>
                <a:latin typeface="Calibri"/>
                <a:cs typeface="Calibri"/>
              </a:rPr>
              <a:t>(A-</a:t>
            </a:r>
            <a:r>
              <a:rPr dirty="0" sz="2800" spc="-25">
                <a:solidFill>
                  <a:srgbClr val="4E3629"/>
                </a:solidFill>
                <a:latin typeface="Calibri"/>
                <a:cs typeface="Calibri"/>
              </a:rPr>
              <a:t>Z)</a:t>
            </a:r>
            <a:endParaRPr sz="2800">
              <a:latin typeface="Calibri"/>
              <a:cs typeface="Calibri"/>
            </a:endParaRPr>
          </a:p>
        </p:txBody>
      </p:sp>
      <p:graphicFrame>
        <p:nvGraphicFramePr>
          <p:cNvPr id="4" name="object 4" descr=""/>
          <p:cNvGraphicFramePr>
            <a:graphicFrameLocks noGrp="1"/>
          </p:cNvGraphicFramePr>
          <p:nvPr/>
        </p:nvGraphicFramePr>
        <p:xfrm>
          <a:off x="5388057" y="3660242"/>
          <a:ext cx="3434079" cy="2640329"/>
        </p:xfrm>
        <a:graphic>
          <a:graphicData uri="http://schemas.openxmlformats.org/drawingml/2006/table">
            <a:tbl>
              <a:tblPr firstRow="1" bandRow="1">
                <a:tableStyleId>{2D5ABB26-0587-4C30-8999-92F81FD0307C}</a:tableStyleId>
              </a:tblPr>
              <a:tblGrid>
                <a:gridCol w="1672589"/>
                <a:gridCol w="1672589"/>
              </a:tblGrid>
              <a:tr h="293370">
                <a:tc>
                  <a:txBody>
                    <a:bodyPr/>
                    <a:lstStyle/>
                    <a:p>
                      <a:pPr marL="71755">
                        <a:lnSpc>
                          <a:spcPct val="100000"/>
                        </a:lnSpc>
                        <a:spcBef>
                          <a:spcPts val="95"/>
                        </a:spcBef>
                      </a:pPr>
                      <a:r>
                        <a:rPr dirty="0" sz="1600" spc="-10" b="1">
                          <a:solidFill>
                            <a:srgbClr val="4E3629"/>
                          </a:solidFill>
                          <a:latin typeface="Calibri"/>
                          <a:cs typeface="Calibri"/>
                        </a:rPr>
                        <a:t>DEPARTMENT_ID</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95"/>
                        </a:spcBef>
                      </a:pPr>
                      <a:r>
                        <a:rPr dirty="0" sz="1600" spc="-10" b="1">
                          <a:solidFill>
                            <a:srgbClr val="4E3629"/>
                          </a:solidFill>
                          <a:latin typeface="Calibri"/>
                          <a:cs typeface="Calibri"/>
                        </a:rPr>
                        <a:t>LAST_NAME</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10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Whalen</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20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25">
                          <a:solidFill>
                            <a:srgbClr val="4E3629"/>
                          </a:solidFill>
                          <a:latin typeface="Calibri"/>
                          <a:cs typeface="Calibri"/>
                        </a:rPr>
                        <a:t>Fay</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20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Hartstein</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50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Davies</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50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Matos</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50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Mourgos</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50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20">
                          <a:solidFill>
                            <a:srgbClr val="4E3629"/>
                          </a:solidFill>
                          <a:latin typeface="Calibri"/>
                          <a:cs typeface="Calibri"/>
                        </a:rPr>
                        <a:t>Rajs</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3370">
                <a:tc>
                  <a:txBody>
                    <a:bodyPr/>
                    <a:lstStyle/>
                    <a:p>
                      <a:pPr marL="71755">
                        <a:lnSpc>
                          <a:spcPct val="100000"/>
                        </a:lnSpc>
                        <a:spcBef>
                          <a:spcPts val="95"/>
                        </a:spcBef>
                      </a:pPr>
                      <a:r>
                        <a:rPr dirty="0" sz="1600" spc="-25">
                          <a:solidFill>
                            <a:srgbClr val="4E3629"/>
                          </a:solidFill>
                          <a:latin typeface="Calibri"/>
                          <a:cs typeface="Calibri"/>
                        </a:rPr>
                        <a:t>50</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95"/>
                        </a:spcBef>
                      </a:pPr>
                      <a:r>
                        <a:rPr dirty="0" sz="1600" spc="-10">
                          <a:solidFill>
                            <a:srgbClr val="4E3629"/>
                          </a:solidFill>
                          <a:latin typeface="Calibri"/>
                          <a:cs typeface="Calibri"/>
                        </a:rPr>
                        <a:t>Vargas</a:t>
                      </a:r>
                      <a:endParaRPr sz="1600">
                        <a:latin typeface="Calibri"/>
                        <a:cs typeface="Calibri"/>
                      </a:endParaRPr>
                    </a:p>
                  </a:txBody>
                  <a:tcPr marL="0" marR="0" marB="0" marT="1206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393191" y="4085844"/>
            <a:ext cx="4551045" cy="1515110"/>
          </a:xfrm>
          <a:prstGeom prst="rect">
            <a:avLst/>
          </a:prstGeom>
          <a:solidFill>
            <a:srgbClr val="9DBEC4">
              <a:alpha val="50199"/>
            </a:srgbClr>
          </a:solidFill>
        </p:spPr>
        <p:txBody>
          <a:bodyPr wrap="square" lIns="0" tIns="44450" rIns="0" bIns="0" rtlCol="0" vert="horz">
            <a:spAutoFit/>
          </a:bodyPr>
          <a:lstStyle/>
          <a:p>
            <a:pPr marR="310515">
              <a:lnSpc>
                <a:spcPct val="100000"/>
              </a:lnSpc>
              <a:spcBef>
                <a:spcPts val="350"/>
              </a:spcBef>
            </a:pPr>
            <a:r>
              <a:rPr dirty="0" sz="1800" b="1">
                <a:solidFill>
                  <a:srgbClr val="4E3629"/>
                </a:solidFill>
                <a:latin typeface="Courier New"/>
                <a:cs typeface="Courier New"/>
              </a:rPr>
              <a:t>SELECT</a:t>
            </a:r>
            <a:r>
              <a:rPr dirty="0" sz="1800" spc="-105" b="1">
                <a:solidFill>
                  <a:srgbClr val="4E3629"/>
                </a:solidFill>
                <a:latin typeface="Courier New"/>
                <a:cs typeface="Courier New"/>
              </a:rPr>
              <a:t> </a:t>
            </a:r>
            <a:r>
              <a:rPr dirty="0" sz="1800" b="1">
                <a:solidFill>
                  <a:srgbClr val="4E3629"/>
                </a:solidFill>
                <a:latin typeface="Courier New"/>
                <a:cs typeface="Courier New"/>
              </a:rPr>
              <a:t>department_id,</a:t>
            </a:r>
            <a:r>
              <a:rPr dirty="0" sz="1800" spc="-105" b="1">
                <a:solidFill>
                  <a:srgbClr val="4E3629"/>
                </a:solidFill>
                <a:latin typeface="Courier New"/>
                <a:cs typeface="Courier New"/>
              </a:rPr>
              <a:t> </a:t>
            </a:r>
            <a:r>
              <a:rPr dirty="0" sz="1800" spc="-10" b="1">
                <a:solidFill>
                  <a:srgbClr val="4E3629"/>
                </a:solidFill>
                <a:latin typeface="Courier New"/>
                <a:cs typeface="Courier New"/>
              </a:rPr>
              <a:t>last_name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R="1129665">
              <a:lnSpc>
                <a:spcPct val="100000"/>
              </a:lnSpc>
            </a:pPr>
            <a:r>
              <a:rPr dirty="0" sz="1800" b="1">
                <a:solidFill>
                  <a:srgbClr val="4E3629"/>
                </a:solidFill>
                <a:latin typeface="Courier New"/>
                <a:cs typeface="Courier New"/>
              </a:rPr>
              <a:t>WHERE</a:t>
            </a:r>
            <a:r>
              <a:rPr dirty="0" sz="1800" spc="-75" b="1">
                <a:solidFill>
                  <a:srgbClr val="4E3629"/>
                </a:solidFill>
                <a:latin typeface="Courier New"/>
                <a:cs typeface="Courier New"/>
              </a:rPr>
              <a:t> </a:t>
            </a:r>
            <a:r>
              <a:rPr dirty="0" sz="1800" b="1">
                <a:solidFill>
                  <a:srgbClr val="4E3629"/>
                </a:solidFill>
                <a:latin typeface="Courier New"/>
                <a:cs typeface="Courier New"/>
              </a:rPr>
              <a:t>department_id</a:t>
            </a:r>
            <a:r>
              <a:rPr dirty="0" sz="1800" spc="-65" b="1">
                <a:solidFill>
                  <a:srgbClr val="4E3629"/>
                </a:solidFill>
                <a:latin typeface="Courier New"/>
                <a:cs typeface="Courier New"/>
              </a:rPr>
              <a:t> </a:t>
            </a:r>
            <a:r>
              <a:rPr dirty="0" sz="1800" b="1">
                <a:solidFill>
                  <a:srgbClr val="4E3629"/>
                </a:solidFill>
                <a:latin typeface="Courier New"/>
                <a:cs typeface="Courier New"/>
              </a:rPr>
              <a:t>&lt;=</a:t>
            </a:r>
            <a:r>
              <a:rPr dirty="0" sz="1800" spc="-60" b="1">
                <a:solidFill>
                  <a:srgbClr val="4E3629"/>
                </a:solidFill>
                <a:latin typeface="Courier New"/>
                <a:cs typeface="Courier New"/>
              </a:rPr>
              <a:t> </a:t>
            </a:r>
            <a:r>
              <a:rPr dirty="0" sz="1800" spc="-25" b="1">
                <a:solidFill>
                  <a:srgbClr val="4E3629"/>
                </a:solidFill>
                <a:latin typeface="Courier New"/>
                <a:cs typeface="Courier New"/>
              </a:rPr>
              <a:t>50 </a:t>
            </a:r>
            <a:r>
              <a:rPr dirty="0" sz="1800" b="1">
                <a:solidFill>
                  <a:srgbClr val="4E3629"/>
                </a:solidFill>
                <a:latin typeface="Courier New"/>
                <a:cs typeface="Courier New"/>
              </a:rPr>
              <a:t>ORDER</a:t>
            </a:r>
            <a:r>
              <a:rPr dirty="0" sz="1800" spc="-35" b="1">
                <a:solidFill>
                  <a:srgbClr val="4E3629"/>
                </a:solidFill>
                <a:latin typeface="Courier New"/>
                <a:cs typeface="Courier New"/>
              </a:rPr>
              <a:t> </a:t>
            </a:r>
            <a:r>
              <a:rPr dirty="0" sz="1800" b="1">
                <a:solidFill>
                  <a:srgbClr val="4E3629"/>
                </a:solidFill>
                <a:latin typeface="Courier New"/>
                <a:cs typeface="Courier New"/>
              </a:rPr>
              <a:t>BY</a:t>
            </a:r>
            <a:r>
              <a:rPr dirty="0" sz="1800" spc="-30" b="1">
                <a:solidFill>
                  <a:srgbClr val="4E3629"/>
                </a:solidFill>
                <a:latin typeface="Courier New"/>
                <a:cs typeface="Courier New"/>
              </a:rPr>
              <a:t> </a:t>
            </a:r>
            <a:r>
              <a:rPr dirty="0" sz="1800" spc="-10" b="1">
                <a:solidFill>
                  <a:srgbClr val="4E3629"/>
                </a:solidFill>
                <a:latin typeface="Courier New"/>
                <a:cs typeface="Courier New"/>
              </a:rPr>
              <a:t>department_id, last_name;</a:t>
            </a:r>
            <a:endParaRPr sz="1800">
              <a:latin typeface="Courier New"/>
              <a:cs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p:spPr>
        <p:txBody>
          <a:bodyPr wrap="square" lIns="0" tIns="12700" rIns="0" bIns="0" rtlCol="0" vert="horz">
            <a:spAutoFit/>
          </a:bodyPr>
          <a:lstStyle/>
          <a:p>
            <a:pPr marL="12700">
              <a:lnSpc>
                <a:spcPct val="100000"/>
              </a:lnSpc>
              <a:spcBef>
                <a:spcPts val="100"/>
              </a:spcBef>
            </a:pPr>
            <a:r>
              <a:rPr dirty="0"/>
              <a:t>Ordenación</a:t>
            </a:r>
            <a:r>
              <a:rPr dirty="0" spc="-100"/>
              <a:t> </a:t>
            </a:r>
            <a:r>
              <a:rPr dirty="0"/>
              <a:t>con</a:t>
            </a:r>
            <a:r>
              <a:rPr dirty="0" spc="-125"/>
              <a:t> </a:t>
            </a:r>
            <a:r>
              <a:rPr dirty="0" spc="-20"/>
              <a:t>Varias</a:t>
            </a:r>
            <a:r>
              <a:rPr dirty="0" spc="-125"/>
              <a:t> </a:t>
            </a:r>
            <a:r>
              <a:rPr dirty="0" spc="-10"/>
              <a:t>Columnas</a:t>
            </a:r>
          </a:p>
        </p:txBody>
      </p:sp>
      <p:sp>
        <p:nvSpPr>
          <p:cNvPr id="6" name="object 6" descr=""/>
          <p:cNvSpPr txBox="1">
            <a:spLocks noGrp="1"/>
          </p:cNvSpPr>
          <p:nvPr>
            <p:ph type="dt" idx="6" sz="half"/>
          </p:nvPr>
        </p:nvSpPr>
        <p:spPr>
          <a:prstGeom prst="rect"/>
        </p:spPr>
        <p:txBody>
          <a:bodyPr wrap="square" lIns="0" tIns="0" rIns="0" bIns="0" rtlCol="0" vert="horz">
            <a:spAutoFit/>
          </a:bodyPr>
          <a:lstStyle/>
          <a:p>
            <a:pPr marL="12700">
              <a:lnSpc>
                <a:spcPts val="855"/>
              </a:lnSpc>
            </a:pPr>
            <a:r>
              <a:rPr dirty="0"/>
              <a:t>DP</a:t>
            </a:r>
            <a:r>
              <a:rPr dirty="0" spc="5"/>
              <a:t> </a:t>
            </a:r>
            <a:r>
              <a:rPr dirty="0" spc="-10"/>
              <a:t>3-</a:t>
            </a:r>
            <a:r>
              <a:rPr dirty="0" spc="-50"/>
              <a:t>2</a:t>
            </a:r>
          </a:p>
          <a:p>
            <a:pPr marL="12700">
              <a:lnSpc>
                <a:spcPts val="965"/>
              </a:lnSpc>
            </a:pPr>
            <a:r>
              <a:rPr dirty="0" spc="-10"/>
              <a:t>Ordenación</a:t>
            </a:r>
            <a:r>
              <a:rPr dirty="0" spc="25"/>
              <a:t> </a:t>
            </a:r>
            <a:r>
              <a:rPr dirty="0"/>
              <a:t>de</a:t>
            </a:r>
            <a:r>
              <a:rPr dirty="0" spc="5"/>
              <a:t> </a:t>
            </a:r>
            <a:r>
              <a:rPr dirty="0" spc="-10"/>
              <a:t>Filas</a:t>
            </a:r>
          </a:p>
        </p:txBody>
      </p:sp>
      <p:sp>
        <p:nvSpPr>
          <p:cNvPr id="7" name="object 7" descr=""/>
          <p:cNvSpPr txBox="1">
            <a:spLocks noGrp="1"/>
          </p:cNvSpPr>
          <p:nvPr>
            <p:ph type="ftr" idx="5" sz="quarter"/>
          </p:nvPr>
        </p:nvSpPr>
        <p:spPr>
          <a:prstGeom prst="rect"/>
        </p:spPr>
        <p:txBody>
          <a:bodyPr wrap="square" lIns="0" tIns="0" rIns="0" bIns="0" rtlCol="0" vert="horz">
            <a:spAutoFit/>
          </a:bodyPr>
          <a:lstStyle/>
          <a:p>
            <a:pPr marL="12700">
              <a:lnSpc>
                <a:spcPts val="910"/>
              </a:lnSpc>
            </a:pPr>
            <a:r>
              <a:rPr dirty="0"/>
              <a:t>Copyright</a:t>
            </a:r>
            <a:r>
              <a:rPr dirty="0" spc="-35"/>
              <a:t> </a:t>
            </a:r>
            <a:r>
              <a:rPr dirty="0"/>
              <a:t>©</a:t>
            </a:r>
            <a:r>
              <a:rPr dirty="0" spc="-40"/>
              <a:t> </a:t>
            </a:r>
            <a:r>
              <a:rPr dirty="0"/>
              <a:t>2020,</a:t>
            </a:r>
            <a:r>
              <a:rPr dirty="0" spc="-45"/>
              <a:t> </a:t>
            </a:r>
            <a:r>
              <a:rPr dirty="0"/>
              <a:t>Oracle</a:t>
            </a:r>
            <a:r>
              <a:rPr dirty="0" spc="-30"/>
              <a:t> </a:t>
            </a:r>
            <a:r>
              <a:rPr dirty="0"/>
              <a:t>y/o</a:t>
            </a:r>
            <a:r>
              <a:rPr dirty="0" spc="-30"/>
              <a:t> </a:t>
            </a:r>
            <a:r>
              <a:rPr dirty="0"/>
              <a:t>sus</a:t>
            </a:r>
            <a:r>
              <a:rPr dirty="0" spc="-35"/>
              <a:t> </a:t>
            </a:r>
            <a:r>
              <a:rPr dirty="0"/>
              <a:t>filiales.</a:t>
            </a:r>
            <a:r>
              <a:rPr dirty="0" spc="-10"/>
              <a:t> </a:t>
            </a:r>
            <a:r>
              <a:rPr dirty="0"/>
              <a:t>Todos</a:t>
            </a:r>
            <a:r>
              <a:rPr dirty="0" spc="-35"/>
              <a:t> </a:t>
            </a:r>
            <a:r>
              <a:rPr dirty="0"/>
              <a:t>los</a:t>
            </a:r>
            <a:r>
              <a:rPr dirty="0" spc="-25"/>
              <a:t> </a:t>
            </a:r>
            <a:r>
              <a:rPr dirty="0"/>
              <a:t>derechos</a:t>
            </a:r>
            <a:r>
              <a:rPr dirty="0" spc="-5"/>
              <a:t> </a:t>
            </a:r>
            <a:r>
              <a:rPr dirty="0" spc="-10"/>
              <a:t>reservados.</a:t>
            </a:r>
          </a:p>
        </p:txBody>
      </p:sp>
      <p:sp>
        <p:nvSpPr>
          <p:cNvPr id="8" name="object 8" descr=""/>
          <p:cNvSpPr txBox="1">
            <a:spLocks noGrp="1"/>
          </p:cNvSpPr>
          <p:nvPr>
            <p:ph type="sldNum" idx="7" sz="quarter"/>
          </p:nvPr>
        </p:nvSpPr>
        <p:spPr>
          <a:prstGeom prst="rect"/>
        </p:spPr>
        <p:txBody>
          <a:bodyPr wrap="square" lIns="0" tIns="0" rIns="0" bIns="0" rtlCol="0" vert="horz">
            <a:spAutoFit/>
          </a:bodyPr>
          <a:lstStyle/>
          <a:p>
            <a:pPr marL="12700">
              <a:lnSpc>
                <a:spcPts val="910"/>
              </a:lnSpc>
            </a:pPr>
            <a:r>
              <a:rPr dirty="0" spc="-25"/>
              <a:t>15</a:t>
            </a:r>
          </a:p>
        </p:txBody>
      </p:sp>
      <p:sp>
        <p:nvSpPr>
          <p:cNvPr id="3" name="object 3" descr=""/>
          <p:cNvSpPr txBox="1"/>
          <p:nvPr/>
        </p:nvSpPr>
        <p:spPr>
          <a:xfrm>
            <a:off x="483552" y="1415417"/>
            <a:ext cx="8134350" cy="2858770"/>
          </a:xfrm>
          <a:prstGeom prst="rect">
            <a:avLst/>
          </a:prstGeom>
        </p:spPr>
        <p:txBody>
          <a:bodyPr wrap="square" lIns="0" tIns="59690" rIns="0" bIns="0" rtlCol="0" vert="horz">
            <a:spAutoFit/>
          </a:bodyPr>
          <a:lstStyle/>
          <a:p>
            <a:pPr marL="182880" marR="5080" indent="-170815">
              <a:lnSpc>
                <a:spcPts val="3030"/>
              </a:lnSpc>
              <a:spcBef>
                <a:spcPts val="470"/>
              </a:spcBef>
              <a:buClr>
                <a:srgbClr val="D1350F"/>
              </a:buClr>
              <a:buFont typeface="Arial MT"/>
              <a:buChar char="•"/>
              <a:tabLst>
                <a:tab pos="184785" algn="l"/>
              </a:tabLst>
            </a:pPr>
            <a:r>
              <a:rPr dirty="0" sz="2800" spc="-10">
                <a:solidFill>
                  <a:srgbClr val="4E3629"/>
                </a:solidFill>
                <a:latin typeface="Calibri"/>
                <a:cs typeface="Calibri"/>
              </a:rPr>
              <a:t>Para</a:t>
            </a:r>
            <a:r>
              <a:rPr dirty="0" sz="2800" spc="-60">
                <a:solidFill>
                  <a:srgbClr val="4E3629"/>
                </a:solidFill>
                <a:latin typeface="Calibri"/>
                <a:cs typeface="Calibri"/>
              </a:rPr>
              <a:t> </a:t>
            </a:r>
            <a:r>
              <a:rPr dirty="0" sz="2800">
                <a:solidFill>
                  <a:srgbClr val="4E3629"/>
                </a:solidFill>
                <a:latin typeface="Calibri"/>
                <a:cs typeface="Calibri"/>
              </a:rPr>
              <a:t>crear</a:t>
            </a:r>
            <a:r>
              <a:rPr dirty="0" sz="2800" spc="-70">
                <a:solidFill>
                  <a:srgbClr val="4E3629"/>
                </a:solidFill>
                <a:latin typeface="Calibri"/>
                <a:cs typeface="Calibri"/>
              </a:rPr>
              <a:t> </a:t>
            </a:r>
            <a:r>
              <a:rPr dirty="0" sz="2800">
                <a:solidFill>
                  <a:srgbClr val="4E3629"/>
                </a:solidFill>
                <a:latin typeface="Calibri"/>
                <a:cs typeface="Calibri"/>
              </a:rPr>
              <a:t>una</a:t>
            </a:r>
            <a:r>
              <a:rPr dirty="0" sz="2800" spc="-50">
                <a:solidFill>
                  <a:srgbClr val="4E3629"/>
                </a:solidFill>
                <a:latin typeface="Calibri"/>
                <a:cs typeface="Calibri"/>
              </a:rPr>
              <a:t> </a:t>
            </a:r>
            <a:r>
              <a:rPr dirty="0" sz="2800">
                <a:solidFill>
                  <a:srgbClr val="4E3629"/>
                </a:solidFill>
                <a:latin typeface="Calibri"/>
                <a:cs typeface="Calibri"/>
              </a:rPr>
              <a:t>cláusula</a:t>
            </a:r>
            <a:r>
              <a:rPr dirty="0" sz="2800" spc="-35">
                <a:solidFill>
                  <a:srgbClr val="4E3629"/>
                </a:solidFill>
                <a:latin typeface="Calibri"/>
                <a:cs typeface="Calibri"/>
              </a:rPr>
              <a:t> </a:t>
            </a:r>
            <a:r>
              <a:rPr dirty="0" sz="2800">
                <a:solidFill>
                  <a:srgbClr val="4E3629"/>
                </a:solidFill>
                <a:latin typeface="Calibri"/>
                <a:cs typeface="Calibri"/>
              </a:rPr>
              <a:t>ORDER</a:t>
            </a:r>
            <a:r>
              <a:rPr dirty="0" sz="2800" spc="-50">
                <a:solidFill>
                  <a:srgbClr val="4E3629"/>
                </a:solidFill>
                <a:latin typeface="Calibri"/>
                <a:cs typeface="Calibri"/>
              </a:rPr>
              <a:t> </a:t>
            </a:r>
            <a:r>
              <a:rPr dirty="0" sz="2800">
                <a:solidFill>
                  <a:srgbClr val="4E3629"/>
                </a:solidFill>
                <a:latin typeface="Calibri"/>
                <a:cs typeface="Calibri"/>
              </a:rPr>
              <a:t>BY</a:t>
            </a:r>
            <a:r>
              <a:rPr dirty="0" sz="2800" spc="-65">
                <a:solidFill>
                  <a:srgbClr val="4E3629"/>
                </a:solidFill>
                <a:latin typeface="Calibri"/>
                <a:cs typeface="Calibri"/>
              </a:rPr>
              <a:t> </a:t>
            </a:r>
            <a:r>
              <a:rPr dirty="0" sz="2800">
                <a:solidFill>
                  <a:srgbClr val="4E3629"/>
                </a:solidFill>
                <a:latin typeface="Calibri"/>
                <a:cs typeface="Calibri"/>
              </a:rPr>
              <a:t>a</a:t>
            </a:r>
            <a:r>
              <a:rPr dirty="0" sz="2800" spc="-60">
                <a:solidFill>
                  <a:srgbClr val="4E3629"/>
                </a:solidFill>
                <a:latin typeface="Calibri"/>
                <a:cs typeface="Calibri"/>
              </a:rPr>
              <a:t> </a:t>
            </a:r>
            <a:r>
              <a:rPr dirty="0" sz="2800">
                <a:solidFill>
                  <a:srgbClr val="4E3629"/>
                </a:solidFill>
                <a:latin typeface="Calibri"/>
                <a:cs typeface="Calibri"/>
              </a:rPr>
              <a:t>fin</a:t>
            </a:r>
            <a:r>
              <a:rPr dirty="0" sz="2800" spc="-55">
                <a:solidFill>
                  <a:srgbClr val="4E3629"/>
                </a:solidFill>
                <a:latin typeface="Calibri"/>
                <a:cs typeface="Calibri"/>
              </a:rPr>
              <a:t> </a:t>
            </a:r>
            <a:r>
              <a:rPr dirty="0" sz="2800">
                <a:solidFill>
                  <a:srgbClr val="4E3629"/>
                </a:solidFill>
                <a:latin typeface="Calibri"/>
                <a:cs typeface="Calibri"/>
              </a:rPr>
              <a:t>de</a:t>
            </a:r>
            <a:r>
              <a:rPr dirty="0" sz="2800" spc="-65">
                <a:solidFill>
                  <a:srgbClr val="4E3629"/>
                </a:solidFill>
                <a:latin typeface="Calibri"/>
                <a:cs typeface="Calibri"/>
              </a:rPr>
              <a:t> </a:t>
            </a:r>
            <a:r>
              <a:rPr dirty="0" sz="2800">
                <a:solidFill>
                  <a:srgbClr val="4E3629"/>
                </a:solidFill>
                <a:latin typeface="Calibri"/>
                <a:cs typeface="Calibri"/>
              </a:rPr>
              <a:t>ordenar</a:t>
            </a:r>
            <a:r>
              <a:rPr dirty="0" sz="2800" spc="-45">
                <a:solidFill>
                  <a:srgbClr val="4E3629"/>
                </a:solidFill>
                <a:latin typeface="Calibri"/>
                <a:cs typeface="Calibri"/>
              </a:rPr>
              <a:t> </a:t>
            </a:r>
            <a:r>
              <a:rPr dirty="0" sz="2800" spc="-25">
                <a:solidFill>
                  <a:srgbClr val="4E3629"/>
                </a:solidFill>
                <a:latin typeface="Calibri"/>
                <a:cs typeface="Calibri"/>
              </a:rPr>
              <a:t>por </a:t>
            </a:r>
            <a:r>
              <a:rPr dirty="0" sz="2800" spc="-25">
                <a:solidFill>
                  <a:srgbClr val="4E3629"/>
                </a:solidFill>
                <a:latin typeface="Calibri"/>
                <a:cs typeface="Calibri"/>
              </a:rPr>
              <a:t>	</a:t>
            </a:r>
            <a:r>
              <a:rPr dirty="0" sz="2800">
                <a:solidFill>
                  <a:srgbClr val="4E3629"/>
                </a:solidFill>
                <a:latin typeface="Calibri"/>
                <a:cs typeface="Calibri"/>
              </a:rPr>
              <a:t>varias</a:t>
            </a:r>
            <a:r>
              <a:rPr dirty="0" sz="2800" spc="-70">
                <a:solidFill>
                  <a:srgbClr val="4E3629"/>
                </a:solidFill>
                <a:latin typeface="Calibri"/>
                <a:cs typeface="Calibri"/>
              </a:rPr>
              <a:t> </a:t>
            </a:r>
            <a:r>
              <a:rPr dirty="0" sz="2800">
                <a:solidFill>
                  <a:srgbClr val="4E3629"/>
                </a:solidFill>
                <a:latin typeface="Calibri"/>
                <a:cs typeface="Calibri"/>
              </a:rPr>
              <a:t>columnas,</a:t>
            </a:r>
            <a:r>
              <a:rPr dirty="0" sz="2800" spc="-40">
                <a:solidFill>
                  <a:srgbClr val="4E3629"/>
                </a:solidFill>
                <a:latin typeface="Calibri"/>
                <a:cs typeface="Calibri"/>
              </a:rPr>
              <a:t> </a:t>
            </a:r>
            <a:r>
              <a:rPr dirty="0" sz="2800">
                <a:solidFill>
                  <a:srgbClr val="4E3629"/>
                </a:solidFill>
                <a:latin typeface="Calibri"/>
                <a:cs typeface="Calibri"/>
              </a:rPr>
              <a:t>especifique</a:t>
            </a:r>
            <a:r>
              <a:rPr dirty="0" sz="2800" spc="-45">
                <a:solidFill>
                  <a:srgbClr val="4E3629"/>
                </a:solidFill>
                <a:latin typeface="Calibri"/>
                <a:cs typeface="Calibri"/>
              </a:rPr>
              <a:t> </a:t>
            </a:r>
            <a:r>
              <a:rPr dirty="0" sz="2800">
                <a:solidFill>
                  <a:srgbClr val="4E3629"/>
                </a:solidFill>
                <a:latin typeface="Calibri"/>
                <a:cs typeface="Calibri"/>
              </a:rPr>
              <a:t>las</a:t>
            </a:r>
            <a:r>
              <a:rPr dirty="0" sz="2800" spc="-60">
                <a:solidFill>
                  <a:srgbClr val="4E3629"/>
                </a:solidFill>
                <a:latin typeface="Calibri"/>
                <a:cs typeface="Calibri"/>
              </a:rPr>
              <a:t> </a:t>
            </a:r>
            <a:r>
              <a:rPr dirty="0" sz="2800">
                <a:solidFill>
                  <a:srgbClr val="4E3629"/>
                </a:solidFill>
                <a:latin typeface="Calibri"/>
                <a:cs typeface="Calibri"/>
              </a:rPr>
              <a:t>columnas</a:t>
            </a:r>
            <a:r>
              <a:rPr dirty="0" sz="2800" spc="-45">
                <a:solidFill>
                  <a:srgbClr val="4E3629"/>
                </a:solidFill>
                <a:latin typeface="Calibri"/>
                <a:cs typeface="Calibri"/>
              </a:rPr>
              <a:t> </a:t>
            </a:r>
            <a:r>
              <a:rPr dirty="0" sz="2800">
                <a:solidFill>
                  <a:srgbClr val="4E3629"/>
                </a:solidFill>
                <a:latin typeface="Calibri"/>
                <a:cs typeface="Calibri"/>
              </a:rPr>
              <a:t>que</a:t>
            </a:r>
            <a:r>
              <a:rPr dirty="0" sz="2800" spc="-50">
                <a:solidFill>
                  <a:srgbClr val="4E3629"/>
                </a:solidFill>
                <a:latin typeface="Calibri"/>
                <a:cs typeface="Calibri"/>
              </a:rPr>
              <a:t> </a:t>
            </a:r>
            <a:r>
              <a:rPr dirty="0" sz="2800">
                <a:solidFill>
                  <a:srgbClr val="4E3629"/>
                </a:solidFill>
                <a:latin typeface="Calibri"/>
                <a:cs typeface="Calibri"/>
              </a:rPr>
              <a:t>se</a:t>
            </a:r>
            <a:r>
              <a:rPr dirty="0" sz="2800" spc="-70">
                <a:solidFill>
                  <a:srgbClr val="4E3629"/>
                </a:solidFill>
                <a:latin typeface="Calibri"/>
                <a:cs typeface="Calibri"/>
              </a:rPr>
              <a:t> </a:t>
            </a:r>
            <a:r>
              <a:rPr dirty="0" sz="2800">
                <a:solidFill>
                  <a:srgbClr val="4E3629"/>
                </a:solidFill>
                <a:latin typeface="Calibri"/>
                <a:cs typeface="Calibri"/>
              </a:rPr>
              <a:t>van</a:t>
            </a:r>
            <a:r>
              <a:rPr dirty="0" sz="2800" spc="-60">
                <a:solidFill>
                  <a:srgbClr val="4E3629"/>
                </a:solidFill>
                <a:latin typeface="Calibri"/>
                <a:cs typeface="Calibri"/>
              </a:rPr>
              <a:t> </a:t>
            </a:r>
            <a:r>
              <a:rPr dirty="0" sz="2800" spc="-50">
                <a:solidFill>
                  <a:srgbClr val="4E3629"/>
                </a:solidFill>
                <a:latin typeface="Calibri"/>
                <a:cs typeface="Calibri"/>
              </a:rPr>
              <a:t>a </a:t>
            </a:r>
            <a:r>
              <a:rPr dirty="0" sz="2800" spc="-50">
                <a:solidFill>
                  <a:srgbClr val="4E3629"/>
                </a:solidFill>
                <a:latin typeface="Calibri"/>
                <a:cs typeface="Calibri"/>
              </a:rPr>
              <a:t>	</a:t>
            </a:r>
            <a:r>
              <a:rPr dirty="0" sz="2800">
                <a:solidFill>
                  <a:srgbClr val="4E3629"/>
                </a:solidFill>
                <a:latin typeface="Calibri"/>
                <a:cs typeface="Calibri"/>
              </a:rPr>
              <a:t>devolver</a:t>
            </a:r>
            <a:r>
              <a:rPr dirty="0" sz="2800" spc="-85">
                <a:solidFill>
                  <a:srgbClr val="4E3629"/>
                </a:solidFill>
                <a:latin typeface="Calibri"/>
                <a:cs typeface="Calibri"/>
              </a:rPr>
              <a:t> </a:t>
            </a:r>
            <a:r>
              <a:rPr dirty="0" sz="2800">
                <a:solidFill>
                  <a:srgbClr val="4E3629"/>
                </a:solidFill>
                <a:latin typeface="Calibri"/>
                <a:cs typeface="Calibri"/>
              </a:rPr>
              <a:t>y</a:t>
            </a:r>
            <a:r>
              <a:rPr dirty="0" sz="2800" spc="-80">
                <a:solidFill>
                  <a:srgbClr val="4E3629"/>
                </a:solidFill>
                <a:latin typeface="Calibri"/>
                <a:cs typeface="Calibri"/>
              </a:rPr>
              <a:t> </a:t>
            </a:r>
            <a:r>
              <a:rPr dirty="0" sz="2800">
                <a:solidFill>
                  <a:srgbClr val="4E3629"/>
                </a:solidFill>
                <a:latin typeface="Calibri"/>
                <a:cs typeface="Calibri"/>
              </a:rPr>
              <a:t>separe</a:t>
            </a:r>
            <a:r>
              <a:rPr dirty="0" sz="2800" spc="-80">
                <a:solidFill>
                  <a:srgbClr val="4E3629"/>
                </a:solidFill>
                <a:latin typeface="Calibri"/>
                <a:cs typeface="Calibri"/>
              </a:rPr>
              <a:t> </a:t>
            </a:r>
            <a:r>
              <a:rPr dirty="0" sz="2800">
                <a:solidFill>
                  <a:srgbClr val="4E3629"/>
                </a:solidFill>
                <a:latin typeface="Calibri"/>
                <a:cs typeface="Calibri"/>
              </a:rPr>
              <a:t>los</a:t>
            </a:r>
            <a:r>
              <a:rPr dirty="0" sz="2800" spc="-75">
                <a:solidFill>
                  <a:srgbClr val="4E3629"/>
                </a:solidFill>
                <a:latin typeface="Calibri"/>
                <a:cs typeface="Calibri"/>
              </a:rPr>
              <a:t> </a:t>
            </a:r>
            <a:r>
              <a:rPr dirty="0" sz="2800">
                <a:solidFill>
                  <a:srgbClr val="4E3629"/>
                </a:solidFill>
                <a:latin typeface="Calibri"/>
                <a:cs typeface="Calibri"/>
              </a:rPr>
              <a:t>nombres</a:t>
            </a:r>
            <a:r>
              <a:rPr dirty="0" sz="2800" spc="-50">
                <a:solidFill>
                  <a:srgbClr val="4E3629"/>
                </a:solidFill>
                <a:latin typeface="Calibri"/>
                <a:cs typeface="Calibri"/>
              </a:rPr>
              <a:t> </a:t>
            </a:r>
            <a:r>
              <a:rPr dirty="0" sz="2800">
                <a:solidFill>
                  <a:srgbClr val="4E3629"/>
                </a:solidFill>
                <a:latin typeface="Calibri"/>
                <a:cs typeface="Calibri"/>
              </a:rPr>
              <a:t>de</a:t>
            </a:r>
            <a:r>
              <a:rPr dirty="0" sz="2800" spc="-75">
                <a:solidFill>
                  <a:srgbClr val="4E3629"/>
                </a:solidFill>
                <a:latin typeface="Calibri"/>
                <a:cs typeface="Calibri"/>
              </a:rPr>
              <a:t> </a:t>
            </a:r>
            <a:r>
              <a:rPr dirty="0" sz="2800">
                <a:solidFill>
                  <a:srgbClr val="4E3629"/>
                </a:solidFill>
                <a:latin typeface="Calibri"/>
                <a:cs typeface="Calibri"/>
              </a:rPr>
              <a:t>columna</a:t>
            </a:r>
            <a:r>
              <a:rPr dirty="0" sz="2800" spc="-60">
                <a:solidFill>
                  <a:srgbClr val="4E3629"/>
                </a:solidFill>
                <a:latin typeface="Calibri"/>
                <a:cs typeface="Calibri"/>
              </a:rPr>
              <a:t> </a:t>
            </a:r>
            <a:r>
              <a:rPr dirty="0" sz="2800" spc="-10">
                <a:solidFill>
                  <a:srgbClr val="4E3629"/>
                </a:solidFill>
                <a:latin typeface="Calibri"/>
                <a:cs typeface="Calibri"/>
              </a:rPr>
              <a:t>mediante 	comas</a:t>
            </a:r>
            <a:endParaRPr sz="2800">
              <a:latin typeface="Calibri"/>
              <a:cs typeface="Calibri"/>
            </a:endParaRPr>
          </a:p>
          <a:p>
            <a:pPr marL="182880" marR="1141730" indent="-170815">
              <a:lnSpc>
                <a:spcPts val="3030"/>
              </a:lnSpc>
              <a:spcBef>
                <a:spcPts val="780"/>
              </a:spcBef>
              <a:buClr>
                <a:srgbClr val="D1350F"/>
              </a:buClr>
              <a:buFont typeface="Arial MT"/>
              <a:buChar char="•"/>
              <a:tabLst>
                <a:tab pos="184785" algn="l"/>
              </a:tabLst>
            </a:pPr>
            <a:r>
              <a:rPr dirty="0" sz="2800">
                <a:solidFill>
                  <a:srgbClr val="4E3629"/>
                </a:solidFill>
                <a:latin typeface="Calibri"/>
                <a:cs typeface="Calibri"/>
              </a:rPr>
              <a:t>Si</a:t>
            </a:r>
            <a:r>
              <a:rPr dirty="0" sz="2800" spc="-65">
                <a:solidFill>
                  <a:srgbClr val="4E3629"/>
                </a:solidFill>
                <a:latin typeface="Calibri"/>
                <a:cs typeface="Calibri"/>
              </a:rPr>
              <a:t> </a:t>
            </a:r>
            <a:r>
              <a:rPr dirty="0" sz="2800">
                <a:solidFill>
                  <a:srgbClr val="4E3629"/>
                </a:solidFill>
                <a:latin typeface="Calibri"/>
                <a:cs typeface="Calibri"/>
              </a:rPr>
              <a:t>desea</a:t>
            </a:r>
            <a:r>
              <a:rPr dirty="0" sz="2800" spc="-65">
                <a:solidFill>
                  <a:srgbClr val="4E3629"/>
                </a:solidFill>
                <a:latin typeface="Calibri"/>
                <a:cs typeface="Calibri"/>
              </a:rPr>
              <a:t> </a:t>
            </a:r>
            <a:r>
              <a:rPr dirty="0" sz="2800">
                <a:solidFill>
                  <a:srgbClr val="4E3629"/>
                </a:solidFill>
                <a:latin typeface="Calibri"/>
                <a:cs typeface="Calibri"/>
              </a:rPr>
              <a:t>invertir</a:t>
            </a:r>
            <a:r>
              <a:rPr dirty="0" sz="2800" spc="-55">
                <a:solidFill>
                  <a:srgbClr val="4E3629"/>
                </a:solidFill>
                <a:latin typeface="Calibri"/>
                <a:cs typeface="Calibri"/>
              </a:rPr>
              <a:t> </a:t>
            </a:r>
            <a:r>
              <a:rPr dirty="0" sz="2800">
                <a:solidFill>
                  <a:srgbClr val="4E3629"/>
                </a:solidFill>
                <a:latin typeface="Calibri"/>
                <a:cs typeface="Calibri"/>
              </a:rPr>
              <a:t>el</a:t>
            </a:r>
            <a:r>
              <a:rPr dirty="0" sz="2800" spc="-85">
                <a:solidFill>
                  <a:srgbClr val="4E3629"/>
                </a:solidFill>
                <a:latin typeface="Calibri"/>
                <a:cs typeface="Calibri"/>
              </a:rPr>
              <a:t> </a:t>
            </a:r>
            <a:r>
              <a:rPr dirty="0" sz="2800">
                <a:solidFill>
                  <a:srgbClr val="4E3629"/>
                </a:solidFill>
                <a:latin typeface="Calibri"/>
                <a:cs typeface="Calibri"/>
              </a:rPr>
              <a:t>orden</a:t>
            </a:r>
            <a:r>
              <a:rPr dirty="0" sz="2800" spc="-50">
                <a:solidFill>
                  <a:srgbClr val="4E3629"/>
                </a:solidFill>
                <a:latin typeface="Calibri"/>
                <a:cs typeface="Calibri"/>
              </a:rPr>
              <a:t> </a:t>
            </a:r>
            <a:r>
              <a:rPr dirty="0" sz="2800">
                <a:solidFill>
                  <a:srgbClr val="4E3629"/>
                </a:solidFill>
                <a:latin typeface="Calibri"/>
                <a:cs typeface="Calibri"/>
              </a:rPr>
              <a:t>de</a:t>
            </a:r>
            <a:r>
              <a:rPr dirty="0" sz="2800" spc="-60">
                <a:solidFill>
                  <a:srgbClr val="4E3629"/>
                </a:solidFill>
                <a:latin typeface="Calibri"/>
                <a:cs typeface="Calibri"/>
              </a:rPr>
              <a:t> </a:t>
            </a:r>
            <a:r>
              <a:rPr dirty="0" sz="2800">
                <a:solidFill>
                  <a:srgbClr val="4E3629"/>
                </a:solidFill>
                <a:latin typeface="Calibri"/>
                <a:cs typeface="Calibri"/>
              </a:rPr>
              <a:t>ordenación</a:t>
            </a:r>
            <a:r>
              <a:rPr dirty="0" sz="2800" spc="-50">
                <a:solidFill>
                  <a:srgbClr val="4E3629"/>
                </a:solidFill>
                <a:latin typeface="Calibri"/>
                <a:cs typeface="Calibri"/>
              </a:rPr>
              <a:t> </a:t>
            </a:r>
            <a:r>
              <a:rPr dirty="0" sz="2800">
                <a:solidFill>
                  <a:srgbClr val="4E3629"/>
                </a:solidFill>
                <a:latin typeface="Calibri"/>
                <a:cs typeface="Calibri"/>
              </a:rPr>
              <a:t>de</a:t>
            </a:r>
            <a:r>
              <a:rPr dirty="0" sz="2800" spc="-70">
                <a:solidFill>
                  <a:srgbClr val="4E3629"/>
                </a:solidFill>
                <a:latin typeface="Calibri"/>
                <a:cs typeface="Calibri"/>
              </a:rPr>
              <a:t> </a:t>
            </a:r>
            <a:r>
              <a:rPr dirty="0" sz="2800" spc="-25">
                <a:solidFill>
                  <a:srgbClr val="4E3629"/>
                </a:solidFill>
                <a:latin typeface="Calibri"/>
                <a:cs typeface="Calibri"/>
              </a:rPr>
              <a:t>una </a:t>
            </a:r>
            <a:r>
              <a:rPr dirty="0" sz="2800" spc="-25">
                <a:solidFill>
                  <a:srgbClr val="4E3629"/>
                </a:solidFill>
                <a:latin typeface="Calibri"/>
                <a:cs typeface="Calibri"/>
              </a:rPr>
              <a:t>	</a:t>
            </a:r>
            <a:r>
              <a:rPr dirty="0" sz="2800">
                <a:solidFill>
                  <a:srgbClr val="4E3629"/>
                </a:solidFill>
                <a:latin typeface="Calibri"/>
                <a:cs typeface="Calibri"/>
              </a:rPr>
              <a:t>columna,</a:t>
            </a:r>
            <a:r>
              <a:rPr dirty="0" sz="2800" spc="-75">
                <a:solidFill>
                  <a:srgbClr val="4E3629"/>
                </a:solidFill>
                <a:latin typeface="Calibri"/>
                <a:cs typeface="Calibri"/>
              </a:rPr>
              <a:t> </a:t>
            </a:r>
            <a:r>
              <a:rPr dirty="0" sz="2800">
                <a:solidFill>
                  <a:srgbClr val="4E3629"/>
                </a:solidFill>
                <a:latin typeface="Calibri"/>
                <a:cs typeface="Calibri"/>
              </a:rPr>
              <a:t>agregue</a:t>
            </a:r>
            <a:r>
              <a:rPr dirty="0" sz="2800" spc="-105">
                <a:solidFill>
                  <a:srgbClr val="4E3629"/>
                </a:solidFill>
                <a:latin typeface="Calibri"/>
                <a:cs typeface="Calibri"/>
              </a:rPr>
              <a:t> </a:t>
            </a:r>
            <a:r>
              <a:rPr dirty="0" sz="2800">
                <a:solidFill>
                  <a:srgbClr val="4E3629"/>
                </a:solidFill>
                <a:latin typeface="Calibri"/>
                <a:cs typeface="Calibri"/>
              </a:rPr>
              <a:t>DESC</a:t>
            </a:r>
            <a:r>
              <a:rPr dirty="0" sz="2800" spc="-95">
                <a:solidFill>
                  <a:srgbClr val="4E3629"/>
                </a:solidFill>
                <a:latin typeface="Calibri"/>
                <a:cs typeface="Calibri"/>
              </a:rPr>
              <a:t> </a:t>
            </a:r>
            <a:r>
              <a:rPr dirty="0" sz="2800" spc="-10">
                <a:solidFill>
                  <a:srgbClr val="4E3629"/>
                </a:solidFill>
                <a:latin typeface="Calibri"/>
                <a:cs typeface="Calibri"/>
              </a:rPr>
              <a:t>después</a:t>
            </a:r>
            <a:endParaRPr sz="2800">
              <a:latin typeface="Calibri"/>
              <a:cs typeface="Calibri"/>
            </a:endParaRPr>
          </a:p>
          <a:p>
            <a:pPr marL="184785">
              <a:lnSpc>
                <a:spcPts val="2975"/>
              </a:lnSpc>
            </a:pPr>
            <a:r>
              <a:rPr dirty="0" sz="2800">
                <a:solidFill>
                  <a:srgbClr val="4E3629"/>
                </a:solidFill>
                <a:latin typeface="Calibri"/>
                <a:cs typeface="Calibri"/>
              </a:rPr>
              <a:t>del</a:t>
            </a:r>
            <a:r>
              <a:rPr dirty="0" sz="2800" spc="-30">
                <a:solidFill>
                  <a:srgbClr val="4E3629"/>
                </a:solidFill>
                <a:latin typeface="Calibri"/>
                <a:cs typeface="Calibri"/>
              </a:rPr>
              <a:t> </a:t>
            </a:r>
            <a:r>
              <a:rPr dirty="0" sz="2800" spc="-10">
                <a:solidFill>
                  <a:srgbClr val="4E3629"/>
                </a:solidFill>
                <a:latin typeface="Calibri"/>
                <a:cs typeface="Calibri"/>
              </a:rPr>
              <a:t>nombre</a:t>
            </a:r>
            <a:endParaRPr sz="2800">
              <a:latin typeface="Calibri"/>
              <a:cs typeface="Calibri"/>
            </a:endParaRPr>
          </a:p>
        </p:txBody>
      </p:sp>
      <p:graphicFrame>
        <p:nvGraphicFramePr>
          <p:cNvPr id="4" name="object 4" descr=""/>
          <p:cNvGraphicFramePr>
            <a:graphicFrameLocks noGrp="1"/>
          </p:cNvGraphicFramePr>
          <p:nvPr/>
        </p:nvGraphicFramePr>
        <p:xfrm>
          <a:off x="5456489" y="3784800"/>
          <a:ext cx="3494404" cy="2726054"/>
        </p:xfrm>
        <a:graphic>
          <a:graphicData uri="http://schemas.openxmlformats.org/drawingml/2006/table">
            <a:tbl>
              <a:tblPr firstRow="1" bandRow="1">
                <a:tableStyleId>{2D5ABB26-0587-4C30-8999-92F81FD0307C}</a:tableStyleId>
              </a:tblPr>
              <a:tblGrid>
                <a:gridCol w="1702435"/>
                <a:gridCol w="1702435"/>
              </a:tblGrid>
              <a:tr h="328295">
                <a:tc>
                  <a:txBody>
                    <a:bodyPr/>
                    <a:lstStyle/>
                    <a:p>
                      <a:pPr marL="71755">
                        <a:lnSpc>
                          <a:spcPct val="100000"/>
                        </a:lnSpc>
                        <a:spcBef>
                          <a:spcPts val="229"/>
                        </a:spcBef>
                      </a:pPr>
                      <a:r>
                        <a:rPr dirty="0" sz="1600" spc="-10" b="1">
                          <a:solidFill>
                            <a:srgbClr val="4E3629"/>
                          </a:solidFill>
                          <a:latin typeface="Calibri"/>
                          <a:cs typeface="Calibri"/>
                        </a:rPr>
                        <a:t>DEPARTMENT_ID</a:t>
                      </a:r>
                      <a:endParaRPr sz="1600">
                        <a:latin typeface="Calibri"/>
                        <a:cs typeface="Calibri"/>
                      </a:endParaRPr>
                    </a:p>
                  </a:txBody>
                  <a:tcPr marL="0" marR="0" marB="0" marT="2920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c>
                  <a:txBody>
                    <a:bodyPr/>
                    <a:lstStyle/>
                    <a:p>
                      <a:pPr marL="71755">
                        <a:lnSpc>
                          <a:spcPct val="100000"/>
                        </a:lnSpc>
                        <a:spcBef>
                          <a:spcPts val="229"/>
                        </a:spcBef>
                      </a:pPr>
                      <a:r>
                        <a:rPr dirty="0" sz="1600" spc="-10" b="1">
                          <a:solidFill>
                            <a:srgbClr val="4E3629"/>
                          </a:solidFill>
                          <a:latin typeface="Calibri"/>
                          <a:cs typeface="Calibri"/>
                        </a:rPr>
                        <a:t>LAST_NAME</a:t>
                      </a:r>
                      <a:endParaRPr sz="1600">
                        <a:latin typeface="Calibri"/>
                        <a:cs typeface="Calibri"/>
                      </a:endParaRPr>
                    </a:p>
                  </a:txBody>
                  <a:tcPr marL="0" marR="0" marB="0" marT="29209">
                    <a:lnL w="12700">
                      <a:solidFill>
                        <a:srgbClr val="D1350F"/>
                      </a:solidFill>
                      <a:prstDash val="solid"/>
                    </a:lnL>
                    <a:lnR w="12700">
                      <a:solidFill>
                        <a:srgbClr val="D1350F"/>
                      </a:solidFill>
                      <a:prstDash val="solid"/>
                    </a:lnR>
                    <a:lnT w="12700">
                      <a:solidFill>
                        <a:srgbClr val="D1350F"/>
                      </a:solidFill>
                      <a:prstDash val="solid"/>
                    </a:lnT>
                    <a:lnB w="28575">
                      <a:solidFill>
                        <a:srgbClr val="D1350F"/>
                      </a:solidFill>
                      <a:prstDash val="solid"/>
                    </a:lnB>
                  </a:tcPr>
                </a:tc>
              </a:tr>
              <a:tr h="299720">
                <a:tc>
                  <a:txBody>
                    <a:bodyPr/>
                    <a:lstStyle/>
                    <a:p>
                      <a:pPr marL="71755">
                        <a:lnSpc>
                          <a:spcPct val="100000"/>
                        </a:lnSpc>
                        <a:spcBef>
                          <a:spcPts val="120"/>
                        </a:spcBef>
                      </a:pPr>
                      <a:r>
                        <a:rPr dirty="0" sz="1600" spc="-25">
                          <a:solidFill>
                            <a:srgbClr val="4E3629"/>
                          </a:solidFill>
                          <a:latin typeface="Calibri"/>
                          <a:cs typeface="Calibri"/>
                        </a:rPr>
                        <a:t>50</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c>
                  <a:txBody>
                    <a:bodyPr/>
                    <a:lstStyle/>
                    <a:p>
                      <a:pPr marL="71755">
                        <a:lnSpc>
                          <a:spcPct val="100000"/>
                        </a:lnSpc>
                        <a:spcBef>
                          <a:spcPts val="120"/>
                        </a:spcBef>
                      </a:pPr>
                      <a:r>
                        <a:rPr dirty="0" sz="1600" spc="-10">
                          <a:solidFill>
                            <a:srgbClr val="4E3629"/>
                          </a:solidFill>
                          <a:latin typeface="Calibri"/>
                          <a:cs typeface="Calibri"/>
                        </a:rPr>
                        <a:t>Davies</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28575">
                      <a:solidFill>
                        <a:srgbClr val="D1350F"/>
                      </a:solidFill>
                      <a:prstDash val="solid"/>
                    </a:lnT>
                    <a:lnB w="12700">
                      <a:solidFill>
                        <a:srgbClr val="D1350F"/>
                      </a:solidFill>
                      <a:prstDash val="solid"/>
                    </a:lnB>
                  </a:tcPr>
                </a:tc>
              </a:tr>
              <a:tr h="299720">
                <a:tc>
                  <a:txBody>
                    <a:bodyPr/>
                    <a:lstStyle/>
                    <a:p>
                      <a:pPr marL="71755">
                        <a:lnSpc>
                          <a:spcPct val="100000"/>
                        </a:lnSpc>
                        <a:spcBef>
                          <a:spcPts val="120"/>
                        </a:spcBef>
                      </a:pPr>
                      <a:r>
                        <a:rPr dirty="0" sz="1600" spc="-25">
                          <a:solidFill>
                            <a:srgbClr val="4E3629"/>
                          </a:solidFill>
                          <a:latin typeface="Calibri"/>
                          <a:cs typeface="Calibri"/>
                        </a:rPr>
                        <a:t>50</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0"/>
                        </a:spcBef>
                      </a:pPr>
                      <a:r>
                        <a:rPr dirty="0" sz="1600" spc="-10">
                          <a:solidFill>
                            <a:srgbClr val="4E3629"/>
                          </a:solidFill>
                          <a:latin typeface="Calibri"/>
                          <a:cs typeface="Calibri"/>
                        </a:rPr>
                        <a:t>Matos</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0"/>
                        </a:spcBef>
                      </a:pPr>
                      <a:r>
                        <a:rPr dirty="0" sz="1600" spc="-25">
                          <a:solidFill>
                            <a:srgbClr val="4E3629"/>
                          </a:solidFill>
                          <a:latin typeface="Calibri"/>
                          <a:cs typeface="Calibri"/>
                        </a:rPr>
                        <a:t>50</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0"/>
                        </a:spcBef>
                      </a:pPr>
                      <a:r>
                        <a:rPr dirty="0" sz="1600" spc="-10">
                          <a:solidFill>
                            <a:srgbClr val="4E3629"/>
                          </a:solidFill>
                          <a:latin typeface="Calibri"/>
                          <a:cs typeface="Calibri"/>
                        </a:rPr>
                        <a:t>Mourgos</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0"/>
                        </a:spcBef>
                      </a:pPr>
                      <a:r>
                        <a:rPr dirty="0" sz="1600" spc="-25">
                          <a:solidFill>
                            <a:srgbClr val="4E3629"/>
                          </a:solidFill>
                          <a:latin typeface="Calibri"/>
                          <a:cs typeface="Calibri"/>
                        </a:rPr>
                        <a:t>50</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0"/>
                        </a:spcBef>
                      </a:pPr>
                      <a:r>
                        <a:rPr dirty="0" sz="1600" spc="-20">
                          <a:solidFill>
                            <a:srgbClr val="4E3629"/>
                          </a:solidFill>
                          <a:latin typeface="Calibri"/>
                          <a:cs typeface="Calibri"/>
                        </a:rPr>
                        <a:t>Rajs</a:t>
                      </a:r>
                      <a:endParaRPr sz="1600">
                        <a:latin typeface="Calibri"/>
                        <a:cs typeface="Calibri"/>
                      </a:endParaRPr>
                    </a:p>
                  </a:txBody>
                  <a:tcPr marL="0" marR="0" marB="0" marT="15240">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5"/>
                        </a:spcBef>
                      </a:pPr>
                      <a:r>
                        <a:rPr dirty="0" sz="1600" spc="-25">
                          <a:solidFill>
                            <a:srgbClr val="4E3629"/>
                          </a:solidFill>
                          <a:latin typeface="Calibri"/>
                          <a:cs typeface="Calibri"/>
                        </a:rPr>
                        <a:t>50</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5"/>
                        </a:spcBef>
                      </a:pPr>
                      <a:r>
                        <a:rPr dirty="0" sz="1600" spc="-10">
                          <a:solidFill>
                            <a:srgbClr val="4E3629"/>
                          </a:solidFill>
                          <a:latin typeface="Calibri"/>
                          <a:cs typeface="Calibri"/>
                        </a:rPr>
                        <a:t>Vargas</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5"/>
                        </a:spcBef>
                      </a:pPr>
                      <a:r>
                        <a:rPr dirty="0" sz="1600" spc="-25">
                          <a:solidFill>
                            <a:srgbClr val="4E3629"/>
                          </a:solidFill>
                          <a:latin typeface="Calibri"/>
                          <a:cs typeface="Calibri"/>
                        </a:rPr>
                        <a:t>20</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5"/>
                        </a:spcBef>
                      </a:pPr>
                      <a:r>
                        <a:rPr dirty="0" sz="1600" spc="-25">
                          <a:solidFill>
                            <a:srgbClr val="4E3629"/>
                          </a:solidFill>
                          <a:latin typeface="Calibri"/>
                          <a:cs typeface="Calibri"/>
                        </a:rPr>
                        <a:t>Fay</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5"/>
                        </a:spcBef>
                      </a:pPr>
                      <a:r>
                        <a:rPr dirty="0" sz="1600" spc="-25">
                          <a:solidFill>
                            <a:srgbClr val="4E3629"/>
                          </a:solidFill>
                          <a:latin typeface="Calibri"/>
                          <a:cs typeface="Calibri"/>
                        </a:rPr>
                        <a:t>20</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5"/>
                        </a:spcBef>
                      </a:pPr>
                      <a:r>
                        <a:rPr dirty="0" sz="1600" spc="-10">
                          <a:solidFill>
                            <a:srgbClr val="4E3629"/>
                          </a:solidFill>
                          <a:latin typeface="Calibri"/>
                          <a:cs typeface="Calibri"/>
                        </a:rPr>
                        <a:t>Hartstein</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r h="299720">
                <a:tc>
                  <a:txBody>
                    <a:bodyPr/>
                    <a:lstStyle/>
                    <a:p>
                      <a:pPr marL="71755">
                        <a:lnSpc>
                          <a:spcPct val="100000"/>
                        </a:lnSpc>
                        <a:spcBef>
                          <a:spcPts val="125"/>
                        </a:spcBef>
                      </a:pPr>
                      <a:r>
                        <a:rPr dirty="0" sz="1600" spc="-25">
                          <a:solidFill>
                            <a:srgbClr val="4E3629"/>
                          </a:solidFill>
                          <a:latin typeface="Calibri"/>
                          <a:cs typeface="Calibri"/>
                        </a:rPr>
                        <a:t>10</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c>
                  <a:txBody>
                    <a:bodyPr/>
                    <a:lstStyle/>
                    <a:p>
                      <a:pPr marL="71755">
                        <a:lnSpc>
                          <a:spcPct val="100000"/>
                        </a:lnSpc>
                        <a:spcBef>
                          <a:spcPts val="125"/>
                        </a:spcBef>
                      </a:pPr>
                      <a:r>
                        <a:rPr dirty="0" sz="1600" spc="-10">
                          <a:solidFill>
                            <a:srgbClr val="4E3629"/>
                          </a:solidFill>
                          <a:latin typeface="Calibri"/>
                          <a:cs typeface="Calibri"/>
                        </a:rPr>
                        <a:t>Whalen</a:t>
                      </a:r>
                      <a:endParaRPr sz="1600">
                        <a:latin typeface="Calibri"/>
                        <a:cs typeface="Calibri"/>
                      </a:endParaRPr>
                    </a:p>
                  </a:txBody>
                  <a:tcPr marL="0" marR="0" marB="0" marT="15875">
                    <a:lnL w="12700">
                      <a:solidFill>
                        <a:srgbClr val="D1350F"/>
                      </a:solidFill>
                      <a:prstDash val="solid"/>
                    </a:lnL>
                    <a:lnR w="12700">
                      <a:solidFill>
                        <a:srgbClr val="D1350F"/>
                      </a:solidFill>
                      <a:prstDash val="solid"/>
                    </a:lnR>
                    <a:lnT w="12700">
                      <a:solidFill>
                        <a:srgbClr val="D1350F"/>
                      </a:solidFill>
                      <a:prstDash val="solid"/>
                    </a:lnT>
                    <a:lnB w="12700">
                      <a:solidFill>
                        <a:srgbClr val="D1350F"/>
                      </a:solidFill>
                      <a:prstDash val="solid"/>
                    </a:lnB>
                  </a:tcPr>
                </a:tc>
              </a:tr>
            </a:tbl>
          </a:graphicData>
        </a:graphic>
      </p:graphicFrame>
      <p:sp>
        <p:nvSpPr>
          <p:cNvPr id="5" name="object 5" descr=""/>
          <p:cNvSpPr txBox="1"/>
          <p:nvPr/>
        </p:nvSpPr>
        <p:spPr>
          <a:xfrm>
            <a:off x="405384" y="4320540"/>
            <a:ext cx="4048125" cy="1671955"/>
          </a:xfrm>
          <a:prstGeom prst="rect">
            <a:avLst/>
          </a:prstGeom>
          <a:solidFill>
            <a:srgbClr val="9DBEC4">
              <a:alpha val="50199"/>
            </a:srgbClr>
          </a:solidFill>
        </p:spPr>
        <p:txBody>
          <a:bodyPr wrap="square" lIns="0" tIns="0" rIns="0" bIns="0" rtlCol="0" vert="horz">
            <a:spAutoFit/>
          </a:bodyPr>
          <a:lstStyle/>
          <a:p>
            <a:pPr>
              <a:lnSpc>
                <a:spcPts val="2039"/>
              </a:lnSpc>
            </a:pPr>
            <a:r>
              <a:rPr dirty="0" sz="1800" b="1">
                <a:solidFill>
                  <a:srgbClr val="4E3629"/>
                </a:solidFill>
                <a:latin typeface="Courier New"/>
                <a:cs typeface="Courier New"/>
              </a:rPr>
              <a:t>SELECT</a:t>
            </a:r>
            <a:r>
              <a:rPr dirty="0" sz="1800" spc="-50" b="1">
                <a:solidFill>
                  <a:srgbClr val="4E3629"/>
                </a:solidFill>
                <a:latin typeface="Courier New"/>
                <a:cs typeface="Courier New"/>
              </a:rPr>
              <a:t> </a:t>
            </a:r>
            <a:r>
              <a:rPr dirty="0" sz="1800" spc="-10" b="1">
                <a:solidFill>
                  <a:srgbClr val="4E3629"/>
                </a:solidFill>
                <a:latin typeface="Courier New"/>
                <a:cs typeface="Courier New"/>
              </a:rPr>
              <a:t>department_id,</a:t>
            </a:r>
            <a:endParaRPr sz="1800">
              <a:latin typeface="Courier New"/>
              <a:cs typeface="Courier New"/>
            </a:endParaRPr>
          </a:p>
          <a:p>
            <a:pPr marR="2127885">
              <a:lnSpc>
                <a:spcPct val="100000"/>
              </a:lnSpc>
            </a:pPr>
            <a:r>
              <a:rPr dirty="0" sz="1800" spc="-10" b="1">
                <a:solidFill>
                  <a:srgbClr val="4E3629"/>
                </a:solidFill>
                <a:latin typeface="Courier New"/>
                <a:cs typeface="Courier New"/>
              </a:rPr>
              <a:t>last_name</a:t>
            </a:r>
            <a:r>
              <a:rPr dirty="0" sz="1800" spc="500" b="1">
                <a:solidFill>
                  <a:srgbClr val="4E3629"/>
                </a:solidFill>
                <a:latin typeface="Courier New"/>
                <a:cs typeface="Courier New"/>
              </a:rPr>
              <a:t> </a:t>
            </a:r>
            <a:r>
              <a:rPr dirty="0" sz="1800" b="1">
                <a:solidFill>
                  <a:srgbClr val="4E3629"/>
                </a:solidFill>
                <a:latin typeface="Courier New"/>
                <a:cs typeface="Courier New"/>
              </a:rPr>
              <a:t>FROM</a:t>
            </a:r>
            <a:r>
              <a:rPr dirty="0" sz="1800" spc="-40" b="1">
                <a:solidFill>
                  <a:srgbClr val="4E3629"/>
                </a:solidFill>
                <a:latin typeface="Courier New"/>
                <a:cs typeface="Courier New"/>
              </a:rPr>
              <a:t> </a:t>
            </a:r>
            <a:r>
              <a:rPr dirty="0" sz="1800" spc="-10" b="1">
                <a:solidFill>
                  <a:srgbClr val="4E3629"/>
                </a:solidFill>
                <a:latin typeface="Courier New"/>
                <a:cs typeface="Courier New"/>
              </a:rPr>
              <a:t>employees</a:t>
            </a:r>
            <a:endParaRPr sz="1800">
              <a:latin typeface="Courier New"/>
              <a:cs typeface="Courier New"/>
            </a:endParaRPr>
          </a:p>
          <a:p>
            <a:pPr marR="218440">
              <a:lnSpc>
                <a:spcPct val="100000"/>
              </a:lnSpc>
            </a:pPr>
            <a:r>
              <a:rPr dirty="0" sz="1800" b="1">
                <a:solidFill>
                  <a:srgbClr val="4E3629"/>
                </a:solidFill>
                <a:latin typeface="Courier New"/>
                <a:cs typeface="Courier New"/>
              </a:rPr>
              <a:t>WHERE</a:t>
            </a:r>
            <a:r>
              <a:rPr dirty="0" sz="1800" spc="-75" b="1">
                <a:solidFill>
                  <a:srgbClr val="4E3629"/>
                </a:solidFill>
                <a:latin typeface="Courier New"/>
                <a:cs typeface="Courier New"/>
              </a:rPr>
              <a:t> </a:t>
            </a:r>
            <a:r>
              <a:rPr dirty="0" sz="1800" b="1">
                <a:solidFill>
                  <a:srgbClr val="4E3629"/>
                </a:solidFill>
                <a:latin typeface="Courier New"/>
                <a:cs typeface="Courier New"/>
              </a:rPr>
              <a:t>department_id</a:t>
            </a:r>
            <a:r>
              <a:rPr dirty="0" sz="1800" spc="-65" b="1">
                <a:solidFill>
                  <a:srgbClr val="4E3629"/>
                </a:solidFill>
                <a:latin typeface="Courier New"/>
                <a:cs typeface="Courier New"/>
              </a:rPr>
              <a:t> </a:t>
            </a:r>
            <a:r>
              <a:rPr dirty="0" sz="1800" b="1">
                <a:solidFill>
                  <a:srgbClr val="4E3629"/>
                </a:solidFill>
                <a:latin typeface="Courier New"/>
                <a:cs typeface="Courier New"/>
              </a:rPr>
              <a:t>&lt;=</a:t>
            </a:r>
            <a:r>
              <a:rPr dirty="0" sz="1800" spc="-60" b="1">
                <a:solidFill>
                  <a:srgbClr val="4E3629"/>
                </a:solidFill>
                <a:latin typeface="Courier New"/>
                <a:cs typeface="Courier New"/>
              </a:rPr>
              <a:t> </a:t>
            </a:r>
            <a:r>
              <a:rPr dirty="0" sz="1800" spc="-25" b="1">
                <a:solidFill>
                  <a:srgbClr val="4E3629"/>
                </a:solidFill>
                <a:latin typeface="Courier New"/>
                <a:cs typeface="Courier New"/>
              </a:rPr>
              <a:t>50 </a:t>
            </a:r>
            <a:r>
              <a:rPr dirty="0" sz="1800" b="1">
                <a:solidFill>
                  <a:srgbClr val="4E3629"/>
                </a:solidFill>
                <a:latin typeface="Courier New"/>
                <a:cs typeface="Courier New"/>
              </a:rPr>
              <a:t>ORDER</a:t>
            </a:r>
            <a:r>
              <a:rPr dirty="0" sz="1800" spc="-80" b="1">
                <a:solidFill>
                  <a:srgbClr val="4E3629"/>
                </a:solidFill>
                <a:latin typeface="Courier New"/>
                <a:cs typeface="Courier New"/>
              </a:rPr>
              <a:t> </a:t>
            </a:r>
            <a:r>
              <a:rPr dirty="0" sz="1800" b="1">
                <a:solidFill>
                  <a:srgbClr val="4E3629"/>
                </a:solidFill>
                <a:latin typeface="Courier New"/>
                <a:cs typeface="Courier New"/>
              </a:rPr>
              <a:t>BY</a:t>
            </a:r>
            <a:r>
              <a:rPr dirty="0" sz="1800" spc="-65" b="1">
                <a:solidFill>
                  <a:srgbClr val="4E3629"/>
                </a:solidFill>
                <a:latin typeface="Courier New"/>
                <a:cs typeface="Courier New"/>
              </a:rPr>
              <a:t> </a:t>
            </a:r>
            <a:r>
              <a:rPr dirty="0" sz="1800" b="1">
                <a:solidFill>
                  <a:srgbClr val="4E3629"/>
                </a:solidFill>
                <a:latin typeface="Courier New"/>
                <a:cs typeface="Courier New"/>
              </a:rPr>
              <a:t>department_id</a:t>
            </a:r>
            <a:r>
              <a:rPr dirty="0" sz="1800" spc="-65" b="1">
                <a:solidFill>
                  <a:srgbClr val="4E3629"/>
                </a:solidFill>
                <a:latin typeface="Courier New"/>
                <a:cs typeface="Courier New"/>
              </a:rPr>
              <a:t> </a:t>
            </a:r>
            <a:r>
              <a:rPr dirty="0" sz="1800" spc="-10" b="1">
                <a:solidFill>
                  <a:srgbClr val="4E3629"/>
                </a:solidFill>
                <a:latin typeface="Courier New"/>
                <a:cs typeface="Courier New"/>
              </a:rPr>
              <a:t>DESC, last_name;</a:t>
            </a:r>
            <a:endParaRPr sz="1800">
              <a:latin typeface="Courier New"/>
              <a:cs typeface="Courier New"/>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On-screen Show (4:3)</PresentationFormat>
  <ScaleCrop>false</ScaleCrop>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Oracle Academy</dc:creator>
  <dc:title>PowerPoint Presentation</dc:title>
  <dcterms:created xsi:type="dcterms:W3CDTF">2025-06-01T18:10:06Z</dcterms:created>
  <dcterms:modified xsi:type="dcterms:W3CDTF">2025-06-01T18:10:06Z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2025-03-02T00:00:00Z</vt:filetime>
  </property>
  <property fmtid="{D5CDD505-2E9C-101B-9397-08002B2CF9AE}" pid="3" name="Creator">
    <vt:lpwstr>Acrobat PDFMaker 17 for PowerPoint</vt:lpwstr>
  </property>
  <property fmtid="{D5CDD505-2E9C-101B-9397-08002B2CF9AE}" pid="4" name="LastSaved">
    <vt:filetime>2025-06-01T00:00:00Z</vt:filetime>
  </property>
  <property fmtid="{D5CDD505-2E9C-101B-9397-08002B2CF9AE}" pid="5" name="Producer">
    <vt:lpwstr>macOS Version 15.2 (Build 24C101) Quartz PDFContext, AppendMode 1.1</vt:lpwstr>
  </property>
</Properties>
</file>