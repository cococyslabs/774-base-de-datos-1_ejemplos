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hN8UzP7E76hQrmcle+c9Q3ooWw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2537850" y="3323788"/>
            <a:ext cx="13212300" cy="28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0774 - Bases de datos 1</a:t>
            </a:r>
            <a:endParaRPr b="1" i="0" sz="78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Laboratorio</a:t>
            </a:r>
            <a:endParaRPr b="1" i="0" sz="78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28700" y="9210675"/>
            <a:ext cx="3525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2091449" y="3692150"/>
            <a:ext cx="49107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Presentación Auxiliar de curso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878654" y="391187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5" name="Google Shape;95;p2"/>
          <p:cNvGrpSpPr/>
          <p:nvPr/>
        </p:nvGrpSpPr>
        <p:grpSpPr>
          <a:xfrm>
            <a:off x="651748" y="-320617"/>
            <a:ext cx="9922951" cy="3120467"/>
            <a:chOff x="-9" y="-95250"/>
            <a:chExt cx="13230600" cy="4160623"/>
          </a:xfrm>
        </p:grpSpPr>
        <p:sp>
          <p:nvSpPr>
            <p:cNvPr id="96" name="Google Shape;96;p2"/>
            <p:cNvSpPr txBox="1"/>
            <p:nvPr/>
          </p:nvSpPr>
          <p:spPr>
            <a:xfrm>
              <a:off x="-9" y="986773"/>
              <a:ext cx="132306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Arial"/>
                  <a:ea typeface="Arial"/>
                  <a:cs typeface="Arial"/>
                  <a:sym typeface="Arial"/>
                </a:rPr>
                <a:t>Agenda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" name="Google Shape;98;p2"/>
          <p:cNvGrpSpPr/>
          <p:nvPr/>
        </p:nvGrpSpPr>
        <p:grpSpPr>
          <a:xfrm>
            <a:off x="1792326" y="4586573"/>
            <a:ext cx="6950662" cy="1136534"/>
            <a:chOff x="-76586" y="-76199"/>
            <a:chExt cx="2603439" cy="425700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2526853" cy="283723"/>
            </a:xfrm>
            <a:custGeom>
              <a:rect b="b" l="l" r="r" t="t"/>
              <a:pathLst>
                <a:path extrusionOk="0" h="283723" w="2526853">
                  <a:moveTo>
                    <a:pt x="2323653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323653" y="283723"/>
                  </a:lnTo>
                  <a:lnTo>
                    <a:pt x="2526853" y="141862"/>
                  </a:lnTo>
                  <a:lnTo>
                    <a:pt x="23236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0" name="Google Shape;100;p2"/>
            <p:cNvSpPr txBox="1"/>
            <p:nvPr/>
          </p:nvSpPr>
          <p:spPr>
            <a:xfrm>
              <a:off x="-76586" y="-76199"/>
              <a:ext cx="21810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750" lIns="57750" spcFirstLastPara="1" rIns="57750" wrap="square" tIns="5775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81"/>
                <a:buFont typeface="Arial"/>
                <a:buNone/>
              </a:pPr>
              <a:r>
                <a:rPr b="0" i="0" lang="en-US" sz="318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 estudiantes</a:t>
              </a:r>
              <a:endParaRPr b="0" i="0" sz="159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2"/>
          <p:cNvSpPr/>
          <p:nvPr/>
        </p:nvSpPr>
        <p:spPr>
          <a:xfrm>
            <a:off x="1866989" y="7660660"/>
            <a:ext cx="2514696" cy="666409"/>
          </a:xfrm>
          <a:custGeom>
            <a:rect b="b" l="l" r="r" t="t"/>
            <a:pathLst>
              <a:path extrusionOk="0" h="283723" w="1070630">
                <a:moveTo>
                  <a:pt x="867430" y="0"/>
                </a:moveTo>
                <a:lnTo>
                  <a:pt x="0" y="0"/>
                </a:lnTo>
                <a:lnTo>
                  <a:pt x="0" y="283723"/>
                </a:lnTo>
                <a:lnTo>
                  <a:pt x="867430" y="283723"/>
                </a:lnTo>
                <a:lnTo>
                  <a:pt x="1070630" y="141862"/>
                </a:lnTo>
                <a:lnTo>
                  <a:pt x="86743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>
            <a:off x="878654" y="4794712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842292" y="686611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/>
          <p:nvPr/>
        </p:nvSpPr>
        <p:spPr>
          <a:xfrm>
            <a:off x="842292" y="786589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>
            <a:off x="842292" y="871439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2"/>
          <p:cNvSpPr txBox="1"/>
          <p:nvPr/>
        </p:nvSpPr>
        <p:spPr>
          <a:xfrm>
            <a:off x="1949588" y="8699688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Despedida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525838" y="6570828"/>
            <a:ext cx="77127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Presentación del programa del laboratorio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767499" y="7571150"/>
            <a:ext cx="84387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Evaluación de Conocimientos en bases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842292" y="572311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2"/>
          <p:cNvSpPr txBox="1"/>
          <p:nvPr/>
        </p:nvSpPr>
        <p:spPr>
          <a:xfrm>
            <a:off x="1996101" y="5513750"/>
            <a:ext cx="115533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Evaluación de Conocimientos de Manejo e implementación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49475" y="353625"/>
            <a:ext cx="9292051" cy="5094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/>
        </p:nvSpPr>
        <p:spPr>
          <a:xfrm>
            <a:off x="8036466" y="395245"/>
            <a:ext cx="9612000" cy="19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BIENVENIDA Y PRESENTACIÓN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10061975" y="3429000"/>
            <a:ext cx="5882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¿Quien soy?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621875" y="4709375"/>
            <a:ext cx="10677000" cy="3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Heinz Ricardo Gomez Galindo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7039" lvl="1" marL="1122679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Analista Programador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7039" lvl="1" marL="1122679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Certificación de MsSql Server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7039" lvl="1" marL="1122679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9no y 10o Semestre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7039" lvl="1" marL="1122678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1er curso en ser auxiliar</a:t>
            </a:r>
            <a:endParaRPr b="1" i="0" sz="33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050" y="395250"/>
            <a:ext cx="9048626" cy="410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11925" y="5464975"/>
            <a:ext cx="8036550" cy="433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/>
        </p:nvSpPr>
        <p:spPr>
          <a:xfrm>
            <a:off x="4337966" y="317778"/>
            <a:ext cx="10736747" cy="1806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330451" y="2478200"/>
            <a:ext cx="797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Conociendo a los estudiantes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0530" y="3093802"/>
            <a:ext cx="7237922" cy="637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1575225" y="5818600"/>
            <a:ext cx="79725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Quien eres y que haces?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Qué expectativa tienes del curso?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Alguna curiosidad sobre ti mismo?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Cómo te defines como estudiante?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1051950" y="3229850"/>
            <a:ext cx="7040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https://forms.gle/P7ni7fEe1W27bbZq5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/>
        </p:nvSpPr>
        <p:spPr>
          <a:xfrm>
            <a:off x="2116023" y="428019"/>
            <a:ext cx="14055900" cy="18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8"/>
              <a:buFont typeface="Arial"/>
              <a:buNone/>
            </a:pPr>
            <a:r>
              <a:rPr b="0" i="0" lang="en-US" sz="55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707225" y="2677500"/>
            <a:ext cx="15619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b="0" i="0" lang="en-US" sz="357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Preguntas de diagnóstico del curso Manejo e implementación de archivos.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1219250" y="5334025"/>
            <a:ext cx="6847173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5"/>
          <p:cNvSpPr txBox="1"/>
          <p:nvPr/>
        </p:nvSpPr>
        <p:spPr>
          <a:xfrm>
            <a:off x="11830050" y="6431375"/>
            <a:ext cx="5172000" cy="29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📌 Objetivos de la actividad: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✔️ Identificar cuánto recuerdan del curso anterior.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✔️ Explorar conocimientos previos sobre el nuevo curso.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✔️ Adaptar el enfoque del curso según el nivel del grupo.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7375" y="3429000"/>
            <a:ext cx="6754200" cy="67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/>
          <p:nvPr/>
        </p:nvSpPr>
        <p:spPr>
          <a:xfrm>
            <a:off x="548774" y="2824800"/>
            <a:ext cx="85488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Competencias y objetivos del curso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412317" y="560459"/>
            <a:ext cx="17463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98"/>
              <a:buFont typeface="Arial"/>
              <a:buNone/>
            </a:pPr>
            <a:r>
              <a:rPr b="0" i="0" lang="en-US" sz="56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programa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826" y="3648075"/>
            <a:ext cx="7948988" cy="529932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 txBox="1"/>
          <p:nvPr/>
        </p:nvSpPr>
        <p:spPr>
          <a:xfrm>
            <a:off x="8915400" y="2743200"/>
            <a:ext cx="90975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Temarios y Contenidos Principales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75000" y="3648075"/>
            <a:ext cx="8140200" cy="529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 txBox="1"/>
          <p:nvPr/>
        </p:nvSpPr>
        <p:spPr>
          <a:xfrm>
            <a:off x="2224648" y="407350"/>
            <a:ext cx="13838700" cy="18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8"/>
              <a:buFont typeface="Arial"/>
              <a:buNone/>
            </a:pPr>
            <a:r>
              <a:rPr b="0" i="0" lang="en-US" sz="55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CONOCIMIENTOS DEL NUEVO CURSO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1961100" y="2507431"/>
            <a:ext cx="143658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76"/>
              <a:buFont typeface="Arial"/>
              <a:buNone/>
            </a:pPr>
            <a:r>
              <a:rPr b="0" i="0" lang="en-US" sz="4976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Cuestionario sobre Bases de datos 1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8525" y="3428997"/>
            <a:ext cx="9330926" cy="525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 txBox="1"/>
          <p:nvPr/>
        </p:nvSpPr>
        <p:spPr>
          <a:xfrm>
            <a:off x="4885488" y="8835025"/>
            <a:ext cx="8517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https://www.youtube.com/watch?v=6S8A-1jBD5Y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/>
        </p:nvSpPr>
        <p:spPr>
          <a:xfrm>
            <a:off x="4437795" y="3389104"/>
            <a:ext cx="8658900" cy="28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14253076" y="2509525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