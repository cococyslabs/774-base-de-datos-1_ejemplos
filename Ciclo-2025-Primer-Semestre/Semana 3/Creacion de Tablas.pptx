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/Relationships>
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/Relationships>
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/Relationships>
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/Relationships>
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/Relationships>
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/Relationships>
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/Relationships>
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/Relationships>
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/Relationships>
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/Relationships>
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/Relationships>
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2020-12-17 14:55:52</a:t>
            </a:r>
          </a:p>
          <a:p>
            <a:r>
              <a:t>--------------------------------------------</a:t>
            </a:r>
          </a:p>
          <a:p>
            <a:r>
              <a:t>Puede utilizar DESCRIBE o su forma abreviada DESC para ver descripciones de tablas.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2020-12-17 14:55:52</a:t>
            </a:r>
          </a:p>
          <a:p>
            <a:r>
              <a:t>--------------------------------------------</a:t>
            </a:r>
          </a:p>
          <a:p>
            <a:r>
              <a:t>Las definiciones de columnas se separan con comas.</a:t>
            </a:r>
          </a:p>
          <a:p>
            <a:r>
              <a:t>Los tipos de dato se tratan con más detalle en la siguiente lección.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2020-12-17 14:55:53</a:t>
            </a:r>
          </a:p>
          <a:p>
            <a:r>
              <a:t>--------------------------------------------</a:t>
            </a:r>
          </a:p>
          <a:p>
            <a:r>
              <a:t>Las compañías a menudo compran datos de referencia a fuentes externas, por ejemplo, información de marketing sobre clientes potenciales o archivos de direcciones con códigos postales. En lugar de cargar todos estos datos en la base de datos, las compañías suelen dejar los datos en archivos planos externos a la base de datos y acceder a ellos como una tabla externa.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2020-12-17 14:55:53</a:t>
            </a:r>
          </a:p>
          <a:p>
            <a:r>
              <a:t>--------------------------------------------</a:t>
            </a:r>
          </a:p>
          <a:p>
            <a:r>
              <a:t>Esta consulta no se ejecutará en APEX porque no hay conexión a una tabla externa 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2020-12-17 14:55:54</a:t>
            </a:r>
          </a:p>
          <a:p>
            <a:r>
              <a:t>--------------------------------------------</a:t>
            </a:r>
          </a:p>
          <a:p>
            <a:r>
              <a:t>Las vistas se describirán más detalladamente más adelante en el curso.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2020-12-17 14:55:54</a:t>
            </a:r>
          </a:p>
          <a:p>
            <a:r>
              <a:t>--------------------------------------------</a:t>
            </a:r>
          </a:p>
          <a:p>
            <a:r>
              <a:t>Si no está seguro de la vista del diccionario de datos que necesita, puede utilizar SELECT * FROM DICTIONARY y se devolverá el nombre de las vistas incluidas en el diccionario con una descripción de su contenido.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3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431292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387985"/>
            <a:ext cx="8169275" cy="4214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834389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Relationship Id="rId5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Relationship Id="rId6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8.xml"/><Relationship Id="rId4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Relationship Id="rId4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Relationship Id="rId5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1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slide1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slide1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slide" Target="slide1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slide16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slide" Target="slide17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slide" Target="slide18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slide" Target="slide19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slide" Target="slide20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slide" Target="slide2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slide" Target="slide2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slide" Target="slide23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slide" Target="slide2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192023"/>
            <a:ext cx="8759952" cy="914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5751576"/>
            <a:ext cx="8759952" cy="9143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4895" y="2514600"/>
            <a:ext cx="5474208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55591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234315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13-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Creación</a:t>
            </a:r>
            <a:r>
              <a:rPr dirty="0" sz="2400" spc="-7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9932" y="2613660"/>
            <a:ext cx="3977640" cy="38968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44499" y="3338436"/>
            <a:ext cx="7823200" cy="1066800"/>
          </a:xfrm>
          <a:custGeom>
            <a:avLst/>
            <a:gdLst/>
            <a:ahLst/>
            <a:cxnLst/>
            <a:rect l="l" t="t" r="r" b="b"/>
            <a:pathLst>
              <a:path w="7823200" h="1066800">
                <a:moveTo>
                  <a:pt x="7822882" y="193878"/>
                </a:moveTo>
                <a:lnTo>
                  <a:pt x="7817447" y="136486"/>
                </a:lnTo>
                <a:lnTo>
                  <a:pt x="7802715" y="83756"/>
                </a:lnTo>
                <a:lnTo>
                  <a:pt x="7780998" y="40322"/>
                </a:lnTo>
                <a:lnTo>
                  <a:pt x="7754633" y="10858"/>
                </a:lnTo>
                <a:lnTo>
                  <a:pt x="7725943" y="0"/>
                </a:lnTo>
                <a:lnTo>
                  <a:pt x="96939" y="0"/>
                </a:lnTo>
                <a:lnTo>
                  <a:pt x="41871" y="40322"/>
                </a:lnTo>
                <a:lnTo>
                  <a:pt x="20154" y="83756"/>
                </a:lnTo>
                <a:lnTo>
                  <a:pt x="5422" y="136486"/>
                </a:lnTo>
                <a:lnTo>
                  <a:pt x="0" y="193878"/>
                </a:lnTo>
                <a:lnTo>
                  <a:pt x="5422" y="251269"/>
                </a:lnTo>
                <a:lnTo>
                  <a:pt x="20154" y="303999"/>
                </a:lnTo>
                <a:lnTo>
                  <a:pt x="41871" y="347433"/>
                </a:lnTo>
                <a:lnTo>
                  <a:pt x="68237" y="376897"/>
                </a:lnTo>
                <a:lnTo>
                  <a:pt x="71094" y="377990"/>
                </a:lnTo>
                <a:lnTo>
                  <a:pt x="65011" y="384784"/>
                </a:lnTo>
                <a:lnTo>
                  <a:pt x="43726" y="427355"/>
                </a:lnTo>
                <a:lnTo>
                  <a:pt x="29273" y="479044"/>
                </a:lnTo>
                <a:lnTo>
                  <a:pt x="23964" y="535305"/>
                </a:lnTo>
                <a:lnTo>
                  <a:pt x="29273" y="591553"/>
                </a:lnTo>
                <a:lnTo>
                  <a:pt x="43726" y="643242"/>
                </a:lnTo>
                <a:lnTo>
                  <a:pt x="65011" y="685812"/>
                </a:lnTo>
                <a:lnTo>
                  <a:pt x="82994" y="705929"/>
                </a:lnTo>
                <a:lnTo>
                  <a:pt x="65011" y="726020"/>
                </a:lnTo>
                <a:lnTo>
                  <a:pt x="43726" y="768591"/>
                </a:lnTo>
                <a:lnTo>
                  <a:pt x="29273" y="820293"/>
                </a:lnTo>
                <a:lnTo>
                  <a:pt x="23964" y="876541"/>
                </a:lnTo>
                <a:lnTo>
                  <a:pt x="29273" y="932789"/>
                </a:lnTo>
                <a:lnTo>
                  <a:pt x="43726" y="984491"/>
                </a:lnTo>
                <a:lnTo>
                  <a:pt x="65011" y="1027061"/>
                </a:lnTo>
                <a:lnTo>
                  <a:pt x="90855" y="1055941"/>
                </a:lnTo>
                <a:lnTo>
                  <a:pt x="118986" y="1066584"/>
                </a:lnTo>
                <a:lnTo>
                  <a:pt x="6200495" y="1066584"/>
                </a:lnTo>
                <a:lnTo>
                  <a:pt x="6254470" y="1027061"/>
                </a:lnTo>
                <a:lnTo>
                  <a:pt x="6275756" y="984491"/>
                </a:lnTo>
                <a:lnTo>
                  <a:pt x="6290195" y="932789"/>
                </a:lnTo>
                <a:lnTo>
                  <a:pt x="6295517" y="876541"/>
                </a:lnTo>
                <a:lnTo>
                  <a:pt x="6290195" y="820293"/>
                </a:lnTo>
                <a:lnTo>
                  <a:pt x="6275756" y="768591"/>
                </a:lnTo>
                <a:lnTo>
                  <a:pt x="6254470" y="726020"/>
                </a:lnTo>
                <a:lnTo>
                  <a:pt x="6253861" y="725347"/>
                </a:lnTo>
                <a:lnTo>
                  <a:pt x="7642949" y="725347"/>
                </a:lnTo>
                <a:lnTo>
                  <a:pt x="7696924" y="685812"/>
                </a:lnTo>
                <a:lnTo>
                  <a:pt x="7718209" y="643242"/>
                </a:lnTo>
                <a:lnTo>
                  <a:pt x="7732662" y="591553"/>
                </a:lnTo>
                <a:lnTo>
                  <a:pt x="7737983" y="535305"/>
                </a:lnTo>
                <a:lnTo>
                  <a:pt x="7732662" y="479044"/>
                </a:lnTo>
                <a:lnTo>
                  <a:pt x="7718209" y="427355"/>
                </a:lnTo>
                <a:lnTo>
                  <a:pt x="7698410" y="387756"/>
                </a:lnTo>
                <a:lnTo>
                  <a:pt x="7725943" y="387756"/>
                </a:lnTo>
                <a:lnTo>
                  <a:pt x="7754633" y="376897"/>
                </a:lnTo>
                <a:lnTo>
                  <a:pt x="7780998" y="347433"/>
                </a:lnTo>
                <a:lnTo>
                  <a:pt x="7802715" y="303999"/>
                </a:lnTo>
                <a:lnTo>
                  <a:pt x="7817447" y="251269"/>
                </a:lnTo>
                <a:lnTo>
                  <a:pt x="7822882" y="193878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8464" y="2115354"/>
            <a:ext cx="1205865" cy="380365"/>
          </a:xfrm>
          <a:custGeom>
            <a:avLst/>
            <a:gdLst/>
            <a:ahLst/>
            <a:cxnLst/>
            <a:rect l="l" t="t" r="r" b="b"/>
            <a:pathLst>
              <a:path w="1205864" h="380364">
                <a:moveTo>
                  <a:pt x="1110301" y="0"/>
                </a:moveTo>
                <a:lnTo>
                  <a:pt x="95022" y="0"/>
                </a:lnTo>
                <a:lnTo>
                  <a:pt x="66895" y="10642"/>
                </a:lnTo>
                <a:lnTo>
                  <a:pt x="41049" y="39529"/>
                </a:lnTo>
                <a:lnTo>
                  <a:pt x="19764" y="82099"/>
                </a:lnTo>
                <a:lnTo>
                  <a:pt x="5321" y="133791"/>
                </a:lnTo>
                <a:lnTo>
                  <a:pt x="0" y="190045"/>
                </a:lnTo>
                <a:lnTo>
                  <a:pt x="5321" y="246298"/>
                </a:lnTo>
                <a:lnTo>
                  <a:pt x="19764" y="297990"/>
                </a:lnTo>
                <a:lnTo>
                  <a:pt x="41049" y="340560"/>
                </a:lnTo>
                <a:lnTo>
                  <a:pt x="66895" y="369447"/>
                </a:lnTo>
                <a:lnTo>
                  <a:pt x="95022" y="380090"/>
                </a:lnTo>
                <a:lnTo>
                  <a:pt x="1110301" y="380090"/>
                </a:lnTo>
                <a:lnTo>
                  <a:pt x="1164274" y="340560"/>
                </a:lnTo>
                <a:lnTo>
                  <a:pt x="1185559" y="297990"/>
                </a:lnTo>
                <a:lnTo>
                  <a:pt x="1200003" y="246298"/>
                </a:lnTo>
                <a:lnTo>
                  <a:pt x="1205324" y="190045"/>
                </a:lnTo>
                <a:lnTo>
                  <a:pt x="1200003" y="133791"/>
                </a:lnTo>
                <a:lnTo>
                  <a:pt x="1185559" y="82099"/>
                </a:lnTo>
                <a:lnTo>
                  <a:pt x="1164274" y="39529"/>
                </a:lnTo>
                <a:lnTo>
                  <a:pt x="1138428" y="10642"/>
                </a:lnTo>
                <a:lnTo>
                  <a:pt x="1110301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038685" y="1774111"/>
            <a:ext cx="161290" cy="380365"/>
          </a:xfrm>
          <a:custGeom>
            <a:avLst/>
            <a:gdLst/>
            <a:ahLst/>
            <a:cxnLst/>
            <a:rect l="l" t="t" r="r" b="b"/>
            <a:pathLst>
              <a:path w="161290" h="380364">
                <a:moveTo>
                  <a:pt x="80428" y="374568"/>
                </a:moveTo>
                <a:lnTo>
                  <a:pt x="65834" y="380090"/>
                </a:lnTo>
                <a:lnTo>
                  <a:pt x="95022" y="380090"/>
                </a:lnTo>
                <a:lnTo>
                  <a:pt x="80428" y="374568"/>
                </a:lnTo>
                <a:close/>
              </a:path>
              <a:path w="161290" h="380364">
                <a:moveTo>
                  <a:pt x="80428" y="5522"/>
                </a:moveTo>
                <a:lnTo>
                  <a:pt x="41049" y="39529"/>
                </a:lnTo>
                <a:lnTo>
                  <a:pt x="19764" y="82099"/>
                </a:lnTo>
                <a:lnTo>
                  <a:pt x="5321" y="133791"/>
                </a:lnTo>
                <a:lnTo>
                  <a:pt x="0" y="190045"/>
                </a:lnTo>
                <a:lnTo>
                  <a:pt x="5321" y="246298"/>
                </a:lnTo>
                <a:lnTo>
                  <a:pt x="19764" y="297990"/>
                </a:lnTo>
                <a:lnTo>
                  <a:pt x="41049" y="340560"/>
                </a:lnTo>
                <a:lnTo>
                  <a:pt x="66895" y="369447"/>
                </a:lnTo>
                <a:lnTo>
                  <a:pt x="80428" y="374568"/>
                </a:lnTo>
                <a:lnTo>
                  <a:pt x="93960" y="369447"/>
                </a:lnTo>
                <a:lnTo>
                  <a:pt x="119806" y="340560"/>
                </a:lnTo>
                <a:lnTo>
                  <a:pt x="141091" y="297990"/>
                </a:lnTo>
                <a:lnTo>
                  <a:pt x="155534" y="246298"/>
                </a:lnTo>
                <a:lnTo>
                  <a:pt x="160855" y="190045"/>
                </a:lnTo>
                <a:lnTo>
                  <a:pt x="155534" y="133791"/>
                </a:lnTo>
                <a:lnTo>
                  <a:pt x="141091" y="82099"/>
                </a:lnTo>
                <a:lnTo>
                  <a:pt x="119806" y="39529"/>
                </a:lnTo>
                <a:lnTo>
                  <a:pt x="93960" y="10642"/>
                </a:lnTo>
                <a:lnTo>
                  <a:pt x="80428" y="5522"/>
                </a:lnTo>
                <a:close/>
              </a:path>
              <a:path w="161290" h="380364">
                <a:moveTo>
                  <a:pt x="95022" y="0"/>
                </a:moveTo>
                <a:lnTo>
                  <a:pt x="65834" y="0"/>
                </a:lnTo>
                <a:lnTo>
                  <a:pt x="80428" y="5522"/>
                </a:lnTo>
                <a:lnTo>
                  <a:pt x="95022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44499" y="1428856"/>
            <a:ext cx="6831330" cy="387985"/>
          </a:xfrm>
          <a:custGeom>
            <a:avLst/>
            <a:gdLst/>
            <a:ahLst/>
            <a:cxnLst/>
            <a:rect l="l" t="t" r="r" b="b"/>
            <a:pathLst>
              <a:path w="6831330" h="387985">
                <a:moveTo>
                  <a:pt x="6734209" y="0"/>
                </a:moveTo>
                <a:lnTo>
                  <a:pt x="96940" y="0"/>
                </a:lnTo>
                <a:lnTo>
                  <a:pt x="68245" y="10857"/>
                </a:lnTo>
                <a:lnTo>
                  <a:pt x="41878" y="40327"/>
                </a:lnTo>
                <a:lnTo>
                  <a:pt x="20163" y="83756"/>
                </a:lnTo>
                <a:lnTo>
                  <a:pt x="5428" y="136491"/>
                </a:lnTo>
                <a:lnTo>
                  <a:pt x="0" y="193880"/>
                </a:lnTo>
                <a:lnTo>
                  <a:pt x="5428" y="251268"/>
                </a:lnTo>
                <a:lnTo>
                  <a:pt x="20163" y="304004"/>
                </a:lnTo>
                <a:lnTo>
                  <a:pt x="41878" y="347433"/>
                </a:lnTo>
                <a:lnTo>
                  <a:pt x="68245" y="376903"/>
                </a:lnTo>
                <a:lnTo>
                  <a:pt x="96940" y="387760"/>
                </a:lnTo>
                <a:lnTo>
                  <a:pt x="6734209" y="387760"/>
                </a:lnTo>
                <a:lnTo>
                  <a:pt x="6789271" y="347433"/>
                </a:lnTo>
                <a:lnTo>
                  <a:pt x="6810986" y="304004"/>
                </a:lnTo>
                <a:lnTo>
                  <a:pt x="6825721" y="251268"/>
                </a:lnTo>
                <a:lnTo>
                  <a:pt x="6831149" y="193880"/>
                </a:lnTo>
                <a:lnTo>
                  <a:pt x="6825721" y="136491"/>
                </a:lnTo>
                <a:lnTo>
                  <a:pt x="6810986" y="83756"/>
                </a:lnTo>
                <a:lnTo>
                  <a:pt x="6789271" y="40327"/>
                </a:lnTo>
                <a:lnTo>
                  <a:pt x="6762903" y="10857"/>
                </a:lnTo>
                <a:lnTo>
                  <a:pt x="6734209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3" cy="4206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692721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Objetos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Esquema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35"/>
              <a:t> </a:t>
            </a:r>
            <a:r>
              <a:rPr dirty="0"/>
              <a:t>Base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Datos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483552" y="1381889"/>
            <a:ext cx="8070850" cy="451167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Algunos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ocupan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espacio,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denomina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almacenamiento,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  <a:p>
            <a:pPr marL="182880" marR="67945" indent="-170815">
              <a:lnSpc>
                <a:spcPct val="80000"/>
              </a:lnSpc>
              <a:spcBef>
                <a:spcPts val="8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ocupan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mucho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espacio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almacenamiento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denominan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segmentos</a:t>
            </a:r>
            <a:endParaRPr sz="2800">
              <a:latin typeface="Calibri"/>
              <a:cs typeface="Calibri"/>
            </a:endParaRPr>
          </a:p>
          <a:p>
            <a:pPr algn="just" marL="182880" marR="80645" indent="-170815">
              <a:lnSpc>
                <a:spcPct val="8000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índices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segmentos,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ya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almacenados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cada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ocupan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mucho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espacio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disco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físico</a:t>
            </a:r>
            <a:endParaRPr sz="2800">
              <a:latin typeface="Calibri"/>
              <a:cs typeface="Calibri"/>
            </a:endParaRPr>
          </a:p>
          <a:p>
            <a:pPr marL="159385" marR="107950" indent="-147320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vistas,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restricciones,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secuencias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sinónimos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también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objetos,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pero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único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espacio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necesitan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está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definición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: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ninguno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asociadas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692721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Objetos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Esquema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35"/>
              <a:t> </a:t>
            </a:r>
            <a:r>
              <a:rPr dirty="0"/>
              <a:t>Base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Datos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84785" marR="154305" indent="-172720">
              <a:lnSpc>
                <a:spcPts val="2500"/>
              </a:lnSpc>
              <a:spcBef>
                <a:spcPts val="7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600">
                <a:uFill>
                  <a:solidFill>
                    <a:srgbClr val="EC2814"/>
                  </a:solidFill>
                </a:uFill>
              </a:rPr>
              <a:t>La</a:t>
            </a:r>
            <a:r>
              <a:rPr dirty="0" u="heavy" sz="2600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base</a:t>
            </a:r>
            <a:r>
              <a:rPr dirty="0" u="heavy" sz="2600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600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datos</a:t>
            </a:r>
            <a:r>
              <a:rPr dirty="0" u="heavy" sz="2600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almacena</a:t>
            </a:r>
            <a:r>
              <a:rPr dirty="0" u="heavy" sz="2600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las</a:t>
            </a:r>
            <a:r>
              <a:rPr dirty="0" u="heavy" sz="2600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definiciones</a:t>
            </a:r>
            <a:r>
              <a:rPr dirty="0" u="heavy" sz="2600" spc="-8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600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todos</a:t>
            </a:r>
            <a:r>
              <a:rPr dirty="0" u="heavy" sz="2600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 spc="-25">
                <a:uFill>
                  <a:solidFill>
                    <a:srgbClr val="EC2814"/>
                  </a:solidFill>
                </a:uFill>
              </a:rPr>
              <a:t>los</a:t>
            </a:r>
            <a:r>
              <a:rPr dirty="0" sz="2600" spc="-25"/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objetos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base</a:t>
            </a:r>
            <a:r>
              <a:rPr dirty="0" u="heavy" sz="2600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datos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en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el</a:t>
            </a:r>
            <a:r>
              <a:rPr dirty="0" u="heavy" sz="2600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diccionario</a:t>
            </a:r>
            <a:r>
              <a:rPr dirty="0" u="heavy" sz="2600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datos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y</a:t>
            </a:r>
            <a:r>
              <a:rPr dirty="0" u="heavy" sz="2600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 spc="-10">
                <a:uFill>
                  <a:solidFill>
                    <a:srgbClr val="EC2814"/>
                  </a:solidFill>
                </a:uFill>
              </a:rPr>
              <a:t>estas</a:t>
            </a:r>
            <a:r>
              <a:rPr dirty="0" sz="2600" spc="-10"/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definiciones</a:t>
            </a:r>
            <a:r>
              <a:rPr dirty="0" u="heavy" sz="2600" spc="-9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están</a:t>
            </a:r>
            <a:r>
              <a:rPr dirty="0" u="heavy" sz="2600" spc="-8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accesibles</a:t>
            </a:r>
            <a:r>
              <a:rPr dirty="0" u="heavy" sz="2600" spc="-11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para</a:t>
            </a:r>
            <a:r>
              <a:rPr dirty="0" u="heavy" sz="2600" spc="-7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todos</a:t>
            </a:r>
            <a:r>
              <a:rPr dirty="0" u="heavy" sz="2600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los</a:t>
            </a:r>
            <a:r>
              <a:rPr dirty="0" u="heavy" sz="2600" spc="-6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usuarios</a:t>
            </a:r>
            <a:r>
              <a:rPr dirty="0" u="heavy" sz="2600" spc="-7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600" spc="-7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 spc="-25">
                <a:uFill>
                  <a:solidFill>
                    <a:srgbClr val="EC2814"/>
                  </a:solidFill>
                </a:uFill>
              </a:rPr>
              <a:t>la</a:t>
            </a:r>
            <a:r>
              <a:rPr dirty="0" sz="2600" spc="-25"/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base</a:t>
            </a:r>
            <a:r>
              <a:rPr dirty="0" u="heavy" sz="2600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datos</a:t>
            </a:r>
            <a:r>
              <a:rPr dirty="0" u="heavy" sz="2600" spc="-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así</a:t>
            </a:r>
            <a:r>
              <a:rPr dirty="0" u="heavy" sz="2600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como</a:t>
            </a:r>
            <a:r>
              <a:rPr dirty="0" u="heavy" sz="2600" spc="-3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para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la</a:t>
            </a:r>
            <a:r>
              <a:rPr dirty="0" u="heavy" sz="2600" spc="-2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base</a:t>
            </a:r>
            <a:r>
              <a:rPr dirty="0" u="heavy" sz="2600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datos</a:t>
            </a:r>
            <a:r>
              <a:rPr dirty="0" u="heavy" sz="26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>
                <a:uFill>
                  <a:solidFill>
                    <a:srgbClr val="EC2814"/>
                  </a:solidFill>
                </a:uFill>
              </a:rPr>
              <a:t>en</a:t>
            </a:r>
            <a:r>
              <a:rPr dirty="0" u="heavy" sz="2600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600" spc="-25">
                <a:uFill>
                  <a:solidFill>
                    <a:srgbClr val="EC2814"/>
                  </a:solidFill>
                </a:uFill>
              </a:rPr>
              <a:t>sí</a:t>
            </a:r>
            <a:endParaRPr sz="2600"/>
          </a:p>
          <a:p>
            <a:pPr marL="184785" marR="934719" indent="-172720">
              <a:lnSpc>
                <a:spcPts val="250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/>
              <a:t>¿Se</a:t>
            </a:r>
            <a:r>
              <a:rPr dirty="0" sz="2600" spc="-75"/>
              <a:t> </a:t>
            </a:r>
            <a:r>
              <a:rPr dirty="0" sz="2600"/>
              <a:t>ha</a:t>
            </a:r>
            <a:r>
              <a:rPr dirty="0" sz="2600" spc="-45"/>
              <a:t> </a:t>
            </a:r>
            <a:r>
              <a:rPr dirty="0" sz="2600"/>
              <a:t>preguntado</a:t>
            </a:r>
            <a:r>
              <a:rPr dirty="0" sz="2600" spc="-70"/>
              <a:t> </a:t>
            </a:r>
            <a:r>
              <a:rPr dirty="0" sz="2600"/>
              <a:t>alguna</a:t>
            </a:r>
            <a:r>
              <a:rPr dirty="0" sz="2600" spc="-60"/>
              <a:t> </a:t>
            </a:r>
            <a:r>
              <a:rPr dirty="0" sz="2600"/>
              <a:t>vez</a:t>
            </a:r>
            <a:r>
              <a:rPr dirty="0" sz="2600" spc="-70"/>
              <a:t> </a:t>
            </a:r>
            <a:r>
              <a:rPr dirty="0" sz="2600"/>
              <a:t>cómo</a:t>
            </a:r>
            <a:r>
              <a:rPr dirty="0" sz="2600" spc="-40"/>
              <a:t> </a:t>
            </a:r>
            <a:r>
              <a:rPr dirty="0" sz="2600"/>
              <a:t>sabe</a:t>
            </a:r>
            <a:r>
              <a:rPr dirty="0" sz="2600" spc="-65"/>
              <a:t> </a:t>
            </a:r>
            <a:r>
              <a:rPr dirty="0" sz="2600"/>
              <a:t>Oracle</a:t>
            </a:r>
            <a:r>
              <a:rPr dirty="0" sz="2600" spc="-70"/>
              <a:t> </a:t>
            </a:r>
            <a:r>
              <a:rPr dirty="0" sz="2600" spc="-25"/>
              <a:t>qué </a:t>
            </a:r>
            <a:r>
              <a:rPr dirty="0" sz="2600"/>
              <a:t>columnas</a:t>
            </a:r>
            <a:r>
              <a:rPr dirty="0" sz="2600" spc="-60"/>
              <a:t> </a:t>
            </a:r>
            <a:r>
              <a:rPr dirty="0" sz="2600"/>
              <a:t>devolver</a:t>
            </a:r>
            <a:r>
              <a:rPr dirty="0" sz="2600" spc="-60"/>
              <a:t> </a:t>
            </a:r>
            <a:r>
              <a:rPr dirty="0" sz="2600"/>
              <a:t>de</a:t>
            </a:r>
            <a:r>
              <a:rPr dirty="0" sz="2600" spc="-55"/>
              <a:t> </a:t>
            </a:r>
            <a:r>
              <a:rPr dirty="0" sz="2600"/>
              <a:t>una</a:t>
            </a:r>
            <a:r>
              <a:rPr dirty="0" sz="2600" spc="-55"/>
              <a:t> </a:t>
            </a:r>
            <a:r>
              <a:rPr dirty="0" sz="2600" spc="-10"/>
              <a:t>consulta?</a:t>
            </a:r>
            <a:endParaRPr sz="2600"/>
          </a:p>
          <a:p>
            <a:pPr marL="184150" marR="5080" indent="-172085">
              <a:lnSpc>
                <a:spcPts val="250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600"/>
              <a:t>Por</a:t>
            </a:r>
            <a:r>
              <a:rPr dirty="0" sz="2600" spc="-50"/>
              <a:t> </a:t>
            </a:r>
            <a:r>
              <a:rPr dirty="0" sz="2600"/>
              <a:t>ejemplo,</a:t>
            </a:r>
            <a:r>
              <a:rPr dirty="0" sz="2600" spc="-65"/>
              <a:t> </a:t>
            </a:r>
            <a:r>
              <a:rPr dirty="0" sz="2600"/>
              <a:t>si</a:t>
            </a:r>
            <a:r>
              <a:rPr dirty="0" sz="2600" spc="-60"/>
              <a:t> </a:t>
            </a:r>
            <a:r>
              <a:rPr dirty="0" sz="2600"/>
              <a:t>especifica</a:t>
            </a:r>
            <a:r>
              <a:rPr dirty="0" sz="2600" spc="-85"/>
              <a:t> </a:t>
            </a:r>
            <a:r>
              <a:rPr dirty="0" sz="2600"/>
              <a:t>SELECT</a:t>
            </a:r>
            <a:r>
              <a:rPr dirty="0" sz="2600" spc="-60"/>
              <a:t> </a:t>
            </a:r>
            <a:r>
              <a:rPr dirty="0" sz="2600"/>
              <a:t>*</a:t>
            </a:r>
            <a:r>
              <a:rPr dirty="0" sz="2600" spc="-50"/>
              <a:t> </a:t>
            </a:r>
            <a:r>
              <a:rPr dirty="0" sz="2600"/>
              <a:t>FROM</a:t>
            </a:r>
            <a:r>
              <a:rPr dirty="0" sz="2600" spc="-55"/>
              <a:t> </a:t>
            </a:r>
            <a:r>
              <a:rPr dirty="0" sz="2600"/>
              <a:t>jobs</a:t>
            </a:r>
            <a:r>
              <a:rPr dirty="0" sz="2600" spc="-50"/>
              <a:t> </a:t>
            </a:r>
            <a:r>
              <a:rPr dirty="0" sz="2600"/>
              <a:t>en</a:t>
            </a:r>
            <a:r>
              <a:rPr dirty="0" sz="2600" spc="-70"/>
              <a:t> </a:t>
            </a:r>
            <a:r>
              <a:rPr dirty="0" sz="2600"/>
              <a:t>lugar</a:t>
            </a:r>
            <a:r>
              <a:rPr dirty="0" sz="2600" spc="-50"/>
              <a:t> </a:t>
            </a:r>
            <a:r>
              <a:rPr dirty="0" sz="2600" spc="-25"/>
              <a:t>de </a:t>
            </a:r>
            <a:r>
              <a:rPr dirty="0" sz="2600"/>
              <a:t>SELECT</a:t>
            </a:r>
            <a:r>
              <a:rPr dirty="0" sz="2600" spc="-70"/>
              <a:t> </a:t>
            </a:r>
            <a:r>
              <a:rPr dirty="0" sz="2600"/>
              <a:t>job_id,</a:t>
            </a:r>
            <a:r>
              <a:rPr dirty="0" sz="2600" spc="-50"/>
              <a:t> </a:t>
            </a:r>
            <a:r>
              <a:rPr dirty="0" sz="2600"/>
              <a:t>job_title</a:t>
            </a:r>
            <a:r>
              <a:rPr dirty="0" sz="2600" spc="-75"/>
              <a:t> </a:t>
            </a:r>
            <a:r>
              <a:rPr dirty="0" sz="2600"/>
              <a:t>FROM</a:t>
            </a:r>
            <a:r>
              <a:rPr dirty="0" sz="2600" spc="-70"/>
              <a:t> </a:t>
            </a:r>
            <a:r>
              <a:rPr dirty="0" sz="2600"/>
              <a:t>jobs,</a:t>
            </a:r>
            <a:r>
              <a:rPr dirty="0" sz="2600" spc="-65"/>
              <a:t> </a:t>
            </a:r>
            <a:r>
              <a:rPr dirty="0" sz="2600"/>
              <a:t>¿cómo</a:t>
            </a:r>
            <a:r>
              <a:rPr dirty="0" sz="2600" spc="-65"/>
              <a:t> </a:t>
            </a:r>
            <a:r>
              <a:rPr dirty="0" sz="2600"/>
              <a:t>sabe</a:t>
            </a:r>
            <a:r>
              <a:rPr dirty="0" sz="2600" spc="-80"/>
              <a:t> </a:t>
            </a:r>
            <a:r>
              <a:rPr dirty="0" sz="2600"/>
              <a:t>Oracle</a:t>
            </a:r>
            <a:r>
              <a:rPr dirty="0" sz="2600" spc="-85"/>
              <a:t> </a:t>
            </a:r>
            <a:r>
              <a:rPr dirty="0" sz="2600" spc="-25"/>
              <a:t>qué </a:t>
            </a:r>
            <a:r>
              <a:rPr dirty="0" sz="2600"/>
              <a:t>columnas</a:t>
            </a:r>
            <a:r>
              <a:rPr dirty="0" sz="2600" spc="-85"/>
              <a:t> </a:t>
            </a:r>
            <a:r>
              <a:rPr dirty="0" sz="2600" spc="-10"/>
              <a:t>devolver?</a:t>
            </a:r>
            <a:endParaRPr sz="2600"/>
          </a:p>
          <a:p>
            <a:pPr marL="184785" marR="16510" indent="-172720">
              <a:lnSpc>
                <a:spcPts val="250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/>
              <a:t>La</a:t>
            </a:r>
            <a:r>
              <a:rPr dirty="0" sz="2600" spc="-40"/>
              <a:t> </a:t>
            </a:r>
            <a:r>
              <a:rPr dirty="0" sz="2600"/>
              <a:t>base</a:t>
            </a:r>
            <a:r>
              <a:rPr dirty="0" sz="2600" spc="-60"/>
              <a:t> </a:t>
            </a:r>
            <a:r>
              <a:rPr dirty="0" sz="2600"/>
              <a:t>de</a:t>
            </a:r>
            <a:r>
              <a:rPr dirty="0" sz="2600" spc="-50"/>
              <a:t> </a:t>
            </a:r>
            <a:r>
              <a:rPr dirty="0" sz="2600"/>
              <a:t>datos</a:t>
            </a:r>
            <a:r>
              <a:rPr dirty="0" sz="2600" spc="-50"/>
              <a:t> </a:t>
            </a:r>
            <a:r>
              <a:rPr dirty="0" sz="2600"/>
              <a:t>busca</a:t>
            </a:r>
            <a:r>
              <a:rPr dirty="0" sz="2600" spc="-50"/>
              <a:t> </a:t>
            </a:r>
            <a:r>
              <a:rPr dirty="0" sz="2600"/>
              <a:t>la</a:t>
            </a:r>
            <a:r>
              <a:rPr dirty="0" sz="2600" spc="-40"/>
              <a:t> </a:t>
            </a:r>
            <a:r>
              <a:rPr dirty="0" sz="2600"/>
              <a:t>definición</a:t>
            </a:r>
            <a:r>
              <a:rPr dirty="0" sz="2600" spc="-60"/>
              <a:t> </a:t>
            </a:r>
            <a:r>
              <a:rPr dirty="0" sz="2600"/>
              <a:t>de</a:t>
            </a:r>
            <a:r>
              <a:rPr dirty="0" sz="2600" spc="-50"/>
              <a:t> </a:t>
            </a:r>
            <a:r>
              <a:rPr dirty="0" sz="2600"/>
              <a:t>la</a:t>
            </a:r>
            <a:r>
              <a:rPr dirty="0" sz="2600" spc="-35"/>
              <a:t> </a:t>
            </a:r>
            <a:r>
              <a:rPr dirty="0" sz="2600"/>
              <a:t>tabla</a:t>
            </a:r>
            <a:r>
              <a:rPr dirty="0" sz="2600" spc="-35"/>
              <a:t> </a:t>
            </a:r>
            <a:r>
              <a:rPr dirty="0" sz="2600"/>
              <a:t>utilizada</a:t>
            </a:r>
            <a:r>
              <a:rPr dirty="0" sz="2600" spc="-50"/>
              <a:t> </a:t>
            </a:r>
            <a:r>
              <a:rPr dirty="0" sz="2600" spc="-25"/>
              <a:t>en </a:t>
            </a:r>
            <a:r>
              <a:rPr dirty="0" sz="2600"/>
              <a:t>la</a:t>
            </a:r>
            <a:r>
              <a:rPr dirty="0" sz="2600" spc="-50"/>
              <a:t> </a:t>
            </a:r>
            <a:r>
              <a:rPr dirty="0" sz="2600"/>
              <a:t>consulta,</a:t>
            </a:r>
            <a:r>
              <a:rPr dirty="0" sz="2600" spc="-50"/>
              <a:t> </a:t>
            </a:r>
            <a:r>
              <a:rPr dirty="0" sz="2600"/>
              <a:t>traduce</a:t>
            </a:r>
            <a:r>
              <a:rPr dirty="0" sz="2600" spc="-80"/>
              <a:t> </a:t>
            </a:r>
            <a:r>
              <a:rPr dirty="0" sz="2600"/>
              <a:t>el</a:t>
            </a:r>
            <a:r>
              <a:rPr dirty="0" sz="2600" spc="-45"/>
              <a:t> </a:t>
            </a:r>
            <a:r>
              <a:rPr dirty="0" sz="2600"/>
              <a:t>"*"</a:t>
            </a:r>
            <a:r>
              <a:rPr dirty="0" sz="2600" spc="-60"/>
              <a:t> </a:t>
            </a:r>
            <a:r>
              <a:rPr dirty="0" sz="2600"/>
              <a:t>en</a:t>
            </a:r>
            <a:r>
              <a:rPr dirty="0" sz="2600" spc="-60"/>
              <a:t> </a:t>
            </a:r>
            <a:r>
              <a:rPr dirty="0" sz="2600"/>
              <a:t>la</a:t>
            </a:r>
            <a:r>
              <a:rPr dirty="0" sz="2600" spc="-45"/>
              <a:t> </a:t>
            </a:r>
            <a:r>
              <a:rPr dirty="0" sz="2600"/>
              <a:t>lista</a:t>
            </a:r>
            <a:r>
              <a:rPr dirty="0" sz="2600" spc="-60"/>
              <a:t> </a:t>
            </a:r>
            <a:r>
              <a:rPr dirty="0" sz="2600"/>
              <a:t>completa</a:t>
            </a:r>
            <a:r>
              <a:rPr dirty="0" sz="2600" spc="-50"/>
              <a:t> </a:t>
            </a:r>
            <a:r>
              <a:rPr dirty="0" sz="2600"/>
              <a:t>de</a:t>
            </a:r>
            <a:r>
              <a:rPr dirty="0" sz="2600" spc="-65"/>
              <a:t> </a:t>
            </a:r>
            <a:r>
              <a:rPr dirty="0" sz="2600" spc="-10"/>
              <a:t>columnas, </a:t>
            </a:r>
            <a:r>
              <a:rPr dirty="0" sz="2600"/>
              <a:t>y</a:t>
            </a:r>
            <a:r>
              <a:rPr dirty="0" sz="2600" spc="-30"/>
              <a:t> </a:t>
            </a:r>
            <a:r>
              <a:rPr dirty="0" sz="2600"/>
              <a:t>devuelve</a:t>
            </a:r>
            <a:r>
              <a:rPr dirty="0" sz="2600" spc="-65"/>
              <a:t> </a:t>
            </a:r>
            <a:r>
              <a:rPr dirty="0" sz="2600"/>
              <a:t>el</a:t>
            </a:r>
            <a:r>
              <a:rPr dirty="0" sz="2600" spc="-20"/>
              <a:t> </a:t>
            </a:r>
            <a:r>
              <a:rPr dirty="0" sz="2600" spc="-10"/>
              <a:t>resultado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692721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Objetos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Esquema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35"/>
              <a:t> </a:t>
            </a:r>
            <a:r>
              <a:rPr dirty="0"/>
              <a:t>Base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Datos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33384" cy="4395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16383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diccionario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todas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emita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incluso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aunque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enumere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lugar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utilizar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"*"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Comprueba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hace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referencia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existen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comprueba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correctos,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comprueba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correctos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acción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solicitando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y,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finalmente,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decidir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plan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ejecución,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cómo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realizará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realidad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solicitud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93426" y="1850606"/>
            <a:ext cx="3318510" cy="380365"/>
          </a:xfrm>
          <a:custGeom>
            <a:avLst/>
            <a:gdLst/>
            <a:ahLst/>
            <a:cxnLst/>
            <a:rect l="l" t="t" r="r" b="b"/>
            <a:pathLst>
              <a:path w="3318510" h="380364">
                <a:moveTo>
                  <a:pt x="3223312" y="0"/>
                </a:moveTo>
                <a:lnTo>
                  <a:pt x="95022" y="0"/>
                </a:lnTo>
                <a:lnTo>
                  <a:pt x="66895" y="10642"/>
                </a:lnTo>
                <a:lnTo>
                  <a:pt x="41049" y="39529"/>
                </a:lnTo>
                <a:lnTo>
                  <a:pt x="19764" y="82099"/>
                </a:lnTo>
                <a:lnTo>
                  <a:pt x="5321" y="133791"/>
                </a:lnTo>
                <a:lnTo>
                  <a:pt x="0" y="190044"/>
                </a:lnTo>
                <a:lnTo>
                  <a:pt x="5321" y="246298"/>
                </a:lnTo>
                <a:lnTo>
                  <a:pt x="19764" y="297990"/>
                </a:lnTo>
                <a:lnTo>
                  <a:pt x="41049" y="340560"/>
                </a:lnTo>
                <a:lnTo>
                  <a:pt x="66895" y="369447"/>
                </a:lnTo>
                <a:lnTo>
                  <a:pt x="95022" y="380089"/>
                </a:lnTo>
                <a:lnTo>
                  <a:pt x="3223312" y="380089"/>
                </a:lnTo>
                <a:lnTo>
                  <a:pt x="3277285" y="340560"/>
                </a:lnTo>
                <a:lnTo>
                  <a:pt x="3298570" y="297990"/>
                </a:lnTo>
                <a:lnTo>
                  <a:pt x="3313013" y="246298"/>
                </a:lnTo>
                <a:lnTo>
                  <a:pt x="3318334" y="190044"/>
                </a:lnTo>
                <a:lnTo>
                  <a:pt x="3313013" y="133791"/>
                </a:lnTo>
                <a:lnTo>
                  <a:pt x="3298570" y="82099"/>
                </a:lnTo>
                <a:lnTo>
                  <a:pt x="3277285" y="39529"/>
                </a:lnTo>
                <a:lnTo>
                  <a:pt x="3251439" y="10642"/>
                </a:lnTo>
                <a:lnTo>
                  <a:pt x="3223312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405384" y="3631691"/>
            <a:ext cx="7655559" cy="2967355"/>
            <a:chOff x="405384" y="3631691"/>
            <a:chExt cx="7655559" cy="296735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384" y="6178295"/>
              <a:ext cx="1258823" cy="4206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2707" y="3640836"/>
              <a:ext cx="6958583" cy="250240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88135" y="3636263"/>
              <a:ext cx="6967855" cy="2512060"/>
            </a:xfrm>
            <a:custGeom>
              <a:avLst/>
              <a:gdLst/>
              <a:ahLst/>
              <a:cxnLst/>
              <a:rect l="l" t="t" r="r" b="b"/>
              <a:pathLst>
                <a:path w="6967855" h="2512060">
                  <a:moveTo>
                    <a:pt x="0" y="2511552"/>
                  </a:moveTo>
                  <a:lnTo>
                    <a:pt x="6967727" y="2511552"/>
                  </a:lnTo>
                  <a:lnTo>
                    <a:pt x="6967727" y="0"/>
                  </a:lnTo>
                  <a:lnTo>
                    <a:pt x="0" y="0"/>
                  </a:lnTo>
                  <a:lnTo>
                    <a:pt x="0" y="2511552"/>
                  </a:lnTo>
                  <a:close/>
                </a:path>
              </a:pathLst>
            </a:custGeom>
            <a:ln w="9144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692721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Objetos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Esquema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35"/>
              <a:t> </a:t>
            </a:r>
            <a:r>
              <a:rPr dirty="0"/>
              <a:t>Base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Datos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483552" y="1415417"/>
            <a:ext cx="805751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44767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ventana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Commands,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solicitar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DESCripción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Ninguna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opciones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adicionales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ofrece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Object 	Browser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disponible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interfaz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3191" y="3208020"/>
            <a:ext cx="8345805" cy="3479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889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70"/>
              </a:spcBef>
              <a:tabLst>
                <a:tab pos="1500505" algn="l"/>
              </a:tabLst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DESCRIBE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jobs;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302323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Creación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30"/>
              <a:t>Tabla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68895" cy="4268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23622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relacional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reglas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8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empezar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por una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letra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entre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30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endParaRPr sz="2400">
              <a:latin typeface="Calibri"/>
              <a:cs typeface="Calibri"/>
            </a:endParaRPr>
          </a:p>
          <a:p>
            <a:pPr marL="530860" marR="781050" indent="-175260">
              <a:lnSpc>
                <a:spcPts val="2590"/>
              </a:lnSpc>
              <a:spcBef>
                <a:spcPts val="439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contener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-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Z,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-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z,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0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-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9,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_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(carácter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subrayado),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$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endParaRPr sz="2400">
              <a:latin typeface="Calibri"/>
              <a:cs typeface="Calibri"/>
            </a:endParaRPr>
          </a:p>
          <a:p>
            <a:pPr marL="530860" marR="527050" indent="-175260">
              <a:lnSpc>
                <a:spcPts val="2590"/>
              </a:lnSpc>
              <a:spcBef>
                <a:spcPts val="40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ser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duplicado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otro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objeto propiedad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mismo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8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ser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palabra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reservada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Server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6491" y="5180076"/>
            <a:ext cx="1456994" cy="105491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Reglas</a:t>
            </a:r>
            <a:r>
              <a:rPr dirty="0" spc="-7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Nomenclatura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1415417"/>
            <a:ext cx="8096884" cy="382905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4381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mejor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descriptivos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información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sobre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alumnos,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asígnele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ALUMNOS,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PERSONAS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NIÑOS</a:t>
            </a:r>
            <a:endParaRPr sz="2800">
              <a:latin typeface="Calibri"/>
              <a:cs typeface="Calibri"/>
            </a:endParaRPr>
          </a:p>
          <a:p>
            <a:pPr marL="182880" marR="198818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sensibles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mayúsculas/minúsculas</a:t>
            </a:r>
            <a:endParaRPr sz="2800">
              <a:latin typeface="Calibri"/>
              <a:cs typeface="Calibri"/>
            </a:endParaRPr>
          </a:p>
          <a:p>
            <a:pPr marL="182880" marR="18542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ALUMNOS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trata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ALuMnoS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o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alumnos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Reglas</a:t>
            </a:r>
            <a:r>
              <a:rPr dirty="0" spc="-7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Nomenclatura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55940" cy="29603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plural,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ALUMNOS,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alumno</a:t>
            </a:r>
            <a:endParaRPr sz="2800">
              <a:latin typeface="Calibri"/>
              <a:cs typeface="Calibri"/>
            </a:endParaRPr>
          </a:p>
          <a:p>
            <a:pPr algn="just" marL="182880" marR="87312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creación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forma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lenguaje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definición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(DDL)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SQL</a:t>
            </a:r>
            <a:endParaRPr sz="2800">
              <a:latin typeface="Calibri"/>
              <a:cs typeface="Calibri"/>
            </a:endParaRPr>
          </a:p>
          <a:p>
            <a:pPr algn="just" marL="182880" marR="379095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DDL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configurar,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estructuras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incluyen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ALTER,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DROP,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RENAME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TRUNCATE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6367" y="4716779"/>
            <a:ext cx="2253094" cy="163088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68464" y="1774111"/>
            <a:ext cx="2025014" cy="380365"/>
          </a:xfrm>
          <a:custGeom>
            <a:avLst/>
            <a:gdLst/>
            <a:ahLst/>
            <a:cxnLst/>
            <a:rect l="l" t="t" r="r" b="b"/>
            <a:pathLst>
              <a:path w="2025014" h="380364">
                <a:moveTo>
                  <a:pt x="1929782" y="0"/>
                </a:moveTo>
                <a:lnTo>
                  <a:pt x="95022" y="0"/>
                </a:lnTo>
                <a:lnTo>
                  <a:pt x="66895" y="10642"/>
                </a:lnTo>
                <a:lnTo>
                  <a:pt x="41049" y="39529"/>
                </a:lnTo>
                <a:lnTo>
                  <a:pt x="19764" y="82099"/>
                </a:lnTo>
                <a:lnTo>
                  <a:pt x="5321" y="133791"/>
                </a:lnTo>
                <a:lnTo>
                  <a:pt x="0" y="190045"/>
                </a:lnTo>
                <a:lnTo>
                  <a:pt x="5321" y="246298"/>
                </a:lnTo>
                <a:lnTo>
                  <a:pt x="19764" y="297991"/>
                </a:lnTo>
                <a:lnTo>
                  <a:pt x="41049" y="340561"/>
                </a:lnTo>
                <a:lnTo>
                  <a:pt x="66895" y="369448"/>
                </a:lnTo>
                <a:lnTo>
                  <a:pt x="95022" y="380090"/>
                </a:lnTo>
                <a:lnTo>
                  <a:pt x="1929782" y="380090"/>
                </a:lnTo>
                <a:lnTo>
                  <a:pt x="1983755" y="340561"/>
                </a:lnTo>
                <a:lnTo>
                  <a:pt x="2005040" y="297991"/>
                </a:lnTo>
                <a:lnTo>
                  <a:pt x="2019484" y="246298"/>
                </a:lnTo>
                <a:lnTo>
                  <a:pt x="2024805" y="190045"/>
                </a:lnTo>
                <a:lnTo>
                  <a:pt x="2019484" y="133791"/>
                </a:lnTo>
                <a:lnTo>
                  <a:pt x="2005040" y="82099"/>
                </a:lnTo>
                <a:lnTo>
                  <a:pt x="1983755" y="39529"/>
                </a:lnTo>
                <a:lnTo>
                  <a:pt x="1957909" y="10642"/>
                </a:lnTo>
                <a:lnTo>
                  <a:pt x="1929782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3" cy="4206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241554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CREATE</a:t>
            </a:r>
            <a:r>
              <a:rPr dirty="0" spc="-155"/>
              <a:t> </a:t>
            </a:r>
            <a:r>
              <a:rPr dirty="0" spc="-35"/>
              <a:t>TABLE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17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483552" y="1381889"/>
            <a:ext cx="7963534" cy="417004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325755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privilegio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CREATE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TABLE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área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almacenamiento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él</a:t>
            </a:r>
            <a:endParaRPr sz="2800">
              <a:latin typeface="Calibri"/>
              <a:cs typeface="Calibri"/>
            </a:endParaRPr>
          </a:p>
          <a:p>
            <a:pPr marL="182880" marR="20955" indent="-170815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administrador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lenguaje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control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(DCL)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este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asignar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área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almacenamiento</a:t>
            </a:r>
            <a:endParaRPr sz="2800">
              <a:latin typeface="Calibri"/>
              <a:cs typeface="Calibri"/>
            </a:endParaRPr>
          </a:p>
          <a:p>
            <a:pPr marL="182880" marR="767715" indent="-170815">
              <a:lnSpc>
                <a:spcPct val="8000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pertenecen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incluyen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esquema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esquema,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propietario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como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prefijo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3191" y="5553455"/>
            <a:ext cx="8345805" cy="51371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*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mary.students;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Sintaxis</a:t>
            </a:r>
            <a:r>
              <a:rPr dirty="0" spc="-100"/>
              <a:t> </a:t>
            </a:r>
            <a:r>
              <a:rPr dirty="0"/>
              <a:t>de</a:t>
            </a:r>
            <a:r>
              <a:rPr dirty="0" spc="-105"/>
              <a:t> </a:t>
            </a:r>
            <a:r>
              <a:rPr dirty="0" spc="-40"/>
              <a:t>CREATE</a:t>
            </a:r>
            <a:r>
              <a:rPr dirty="0" spc="-110"/>
              <a:t> </a:t>
            </a:r>
            <a:r>
              <a:rPr dirty="0" spc="-10"/>
              <a:t>TABLE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97470" cy="268986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60896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detalles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 la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datatype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longitud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400">
              <a:latin typeface="Calibri"/>
              <a:cs typeface="Calibri"/>
            </a:endParaRPr>
          </a:p>
          <a:p>
            <a:pPr marL="530860" marR="5080" indent="-175260">
              <a:lnSpc>
                <a:spcPts val="2590"/>
              </a:lnSpc>
              <a:spcBef>
                <a:spcPts val="44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DEFAULT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defecto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omite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INSERT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3191" y="4233671"/>
            <a:ext cx="8345805" cy="117665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2065" rIns="0" bIns="0" rtlCol="0" vert="horz">
            <a:spAutoFit/>
          </a:bodyPr>
          <a:lstStyle/>
          <a:p>
            <a:pPr algn="just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endParaRPr sz="1800">
              <a:latin typeface="Courier New"/>
              <a:cs typeface="Courier New"/>
            </a:endParaRPr>
          </a:p>
          <a:p>
            <a:pPr algn="just" marR="301434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(column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data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type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[DEFAULT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expression],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(column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data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type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[DEFAULT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expression],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(……[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]</a:t>
            </a:r>
            <a:r>
              <a:rPr dirty="0" sz="1800" spc="-1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442087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90"/>
              <a:t> </a:t>
            </a:r>
            <a:r>
              <a:rPr dirty="0"/>
              <a:t>de</a:t>
            </a:r>
            <a:r>
              <a:rPr dirty="0" spc="-85"/>
              <a:t> </a:t>
            </a:r>
            <a:r>
              <a:rPr dirty="0" spc="-40"/>
              <a:t>CREATE</a:t>
            </a:r>
            <a:r>
              <a:rPr dirty="0" spc="-85"/>
              <a:t> </a:t>
            </a:r>
            <a:r>
              <a:rPr dirty="0" spc="-10"/>
              <a:t>TABLE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20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1052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CREATE 	TABLE: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2302764"/>
            <a:ext cx="8345805" cy="144526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8255" rIns="0" bIns="0" rtlCol="0" vert="horz">
            <a:spAutoFit/>
          </a:bodyPr>
          <a:lstStyle/>
          <a:p>
            <a:pPr marL="136525" marR="4378960" indent="-137160">
              <a:lnSpc>
                <a:spcPct val="100000"/>
              </a:lnSpc>
              <a:spcBef>
                <a:spcPts val="6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my_cd_collection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(cd_number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NUMBER(3),</a:t>
            </a:r>
            <a:endParaRPr sz="1800">
              <a:latin typeface="Courier New"/>
              <a:cs typeface="Courier New"/>
            </a:endParaRPr>
          </a:p>
          <a:p>
            <a:pPr marL="2736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title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VARCHAR2(20),</a:t>
            </a:r>
            <a:endParaRPr sz="1800">
              <a:latin typeface="Courier New"/>
              <a:cs typeface="Courier New"/>
            </a:endParaRPr>
          </a:p>
          <a:p>
            <a:pPr marL="2736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artist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VARCHAR2(20),</a:t>
            </a:r>
            <a:endParaRPr sz="1800">
              <a:latin typeface="Courier New"/>
              <a:cs typeface="Courier New"/>
            </a:endParaRPr>
          </a:p>
          <a:p>
            <a:pPr marL="2736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purchase_date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DATE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DEFAULT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SYSDATE);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3191" y="4008120"/>
            <a:ext cx="8345805" cy="17983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8260" rIns="0" bIns="0" rtlCol="0" vert="horz">
            <a:spAutoFit/>
          </a:bodyPr>
          <a:lstStyle/>
          <a:p>
            <a:pPr marL="136525" marR="4788535" indent="-137160">
              <a:lnSpc>
                <a:spcPct val="100000"/>
              </a:lnSpc>
              <a:spcBef>
                <a:spcPts val="38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my_friends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(first_name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VARCHAR2(20),</a:t>
            </a:r>
            <a:endParaRPr sz="1800">
              <a:latin typeface="Courier New"/>
              <a:cs typeface="Courier New"/>
            </a:endParaRPr>
          </a:p>
          <a:p>
            <a:pPr marL="274320" marR="49237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VARCHAR2(30),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email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VARCHAR2(30),</a:t>
            </a:r>
            <a:endParaRPr sz="1800">
              <a:latin typeface="Courier New"/>
              <a:cs typeface="Courier New"/>
            </a:endParaRPr>
          </a:p>
          <a:p>
            <a:pPr marL="274320" marR="49237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phone_num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VARCHAR2(12),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birth_date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DATE);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Tablas</a:t>
            </a:r>
            <a:r>
              <a:rPr dirty="0" spc="-145"/>
              <a:t> </a:t>
            </a:r>
            <a:r>
              <a:rPr dirty="0" spc="-10"/>
              <a:t>Externas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70954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soporta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tabla: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1723133"/>
            <a:ext cx="5086985" cy="3385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archivos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su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lugar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encuentran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archivo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plano,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almacenado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2880" marR="182245" indent="-170815">
              <a:lnSpc>
                <a:spcPct val="8000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Normalmente,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externa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almacenar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5764" y="4998075"/>
            <a:ext cx="47986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migrados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versiones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anteriores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55764" y="5339319"/>
            <a:ext cx="72040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utilizadas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compañía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050279" y="1837944"/>
            <a:ext cx="2598420" cy="2030095"/>
            <a:chOff x="6050279" y="1837944"/>
            <a:chExt cx="2598420" cy="2030095"/>
          </a:xfrm>
        </p:grpSpPr>
        <p:sp>
          <p:nvSpPr>
            <p:cNvPr id="8" name="object 8" descr=""/>
            <p:cNvSpPr/>
            <p:nvPr/>
          </p:nvSpPr>
          <p:spPr>
            <a:xfrm>
              <a:off x="6064757" y="2102548"/>
              <a:ext cx="2569845" cy="1751330"/>
            </a:xfrm>
            <a:custGeom>
              <a:avLst/>
              <a:gdLst/>
              <a:ahLst/>
              <a:cxnLst/>
              <a:rect l="l" t="t" r="r" b="b"/>
              <a:pathLst>
                <a:path w="2569845" h="1751329">
                  <a:moveTo>
                    <a:pt x="2569464" y="0"/>
                  </a:moveTo>
                  <a:lnTo>
                    <a:pt x="2550197" y="43395"/>
                  </a:lnTo>
                  <a:lnTo>
                    <a:pt x="2516949" y="71012"/>
                  </a:lnTo>
                  <a:lnTo>
                    <a:pt x="2468503" y="97359"/>
                  </a:lnTo>
                  <a:lnTo>
                    <a:pt x="2405822" y="122248"/>
                  </a:lnTo>
                  <a:lnTo>
                    <a:pt x="2369446" y="134088"/>
                  </a:lnTo>
                  <a:lnTo>
                    <a:pt x="2329872" y="145493"/>
                  </a:lnTo>
                  <a:lnTo>
                    <a:pt x="2287222" y="156440"/>
                  </a:lnTo>
                  <a:lnTo>
                    <a:pt x="2241615" y="166905"/>
                  </a:lnTo>
                  <a:lnTo>
                    <a:pt x="2193174" y="176864"/>
                  </a:lnTo>
                  <a:lnTo>
                    <a:pt x="2142017" y="186296"/>
                  </a:lnTo>
                  <a:lnTo>
                    <a:pt x="2088265" y="195175"/>
                  </a:lnTo>
                  <a:lnTo>
                    <a:pt x="2032040" y="203479"/>
                  </a:lnTo>
                  <a:lnTo>
                    <a:pt x="1973460" y="211184"/>
                  </a:lnTo>
                  <a:lnTo>
                    <a:pt x="1912648" y="218266"/>
                  </a:lnTo>
                  <a:lnTo>
                    <a:pt x="1849723" y="224702"/>
                  </a:lnTo>
                  <a:lnTo>
                    <a:pt x="1784807" y="230469"/>
                  </a:lnTo>
                  <a:lnTo>
                    <a:pt x="1718018" y="235544"/>
                  </a:lnTo>
                  <a:lnTo>
                    <a:pt x="1649478" y="239902"/>
                  </a:lnTo>
                  <a:lnTo>
                    <a:pt x="1579308" y="243520"/>
                  </a:lnTo>
                  <a:lnTo>
                    <a:pt x="1507628" y="246375"/>
                  </a:lnTo>
                  <a:lnTo>
                    <a:pt x="1434558" y="248443"/>
                  </a:lnTo>
                  <a:lnTo>
                    <a:pt x="1360219" y="249701"/>
                  </a:lnTo>
                  <a:lnTo>
                    <a:pt x="1284732" y="250126"/>
                  </a:lnTo>
                  <a:lnTo>
                    <a:pt x="1209244" y="249701"/>
                  </a:lnTo>
                  <a:lnTo>
                    <a:pt x="1134905" y="248443"/>
                  </a:lnTo>
                  <a:lnTo>
                    <a:pt x="1061835" y="246375"/>
                  </a:lnTo>
                  <a:lnTo>
                    <a:pt x="990155" y="243520"/>
                  </a:lnTo>
                  <a:lnTo>
                    <a:pt x="919985" y="239902"/>
                  </a:lnTo>
                  <a:lnTo>
                    <a:pt x="851445" y="235544"/>
                  </a:lnTo>
                  <a:lnTo>
                    <a:pt x="784656" y="230469"/>
                  </a:lnTo>
                  <a:lnTo>
                    <a:pt x="719740" y="224702"/>
                  </a:lnTo>
                  <a:lnTo>
                    <a:pt x="656815" y="218266"/>
                  </a:lnTo>
                  <a:lnTo>
                    <a:pt x="596003" y="211184"/>
                  </a:lnTo>
                  <a:lnTo>
                    <a:pt x="537423" y="203479"/>
                  </a:lnTo>
                  <a:lnTo>
                    <a:pt x="481198" y="195175"/>
                  </a:lnTo>
                  <a:lnTo>
                    <a:pt x="427446" y="186296"/>
                  </a:lnTo>
                  <a:lnTo>
                    <a:pt x="376289" y="176864"/>
                  </a:lnTo>
                  <a:lnTo>
                    <a:pt x="327848" y="166905"/>
                  </a:lnTo>
                  <a:lnTo>
                    <a:pt x="282241" y="156440"/>
                  </a:lnTo>
                  <a:lnTo>
                    <a:pt x="239591" y="145493"/>
                  </a:lnTo>
                  <a:lnTo>
                    <a:pt x="200017" y="134088"/>
                  </a:lnTo>
                  <a:lnTo>
                    <a:pt x="163641" y="122248"/>
                  </a:lnTo>
                  <a:lnTo>
                    <a:pt x="100960" y="97359"/>
                  </a:lnTo>
                  <a:lnTo>
                    <a:pt x="52514" y="71012"/>
                  </a:lnTo>
                  <a:lnTo>
                    <a:pt x="19266" y="43395"/>
                  </a:lnTo>
                  <a:lnTo>
                    <a:pt x="0" y="0"/>
                  </a:lnTo>
                  <a:lnTo>
                    <a:pt x="0" y="1500759"/>
                  </a:lnTo>
                  <a:lnTo>
                    <a:pt x="19266" y="1544154"/>
                  </a:lnTo>
                  <a:lnTo>
                    <a:pt x="52514" y="1571771"/>
                  </a:lnTo>
                  <a:lnTo>
                    <a:pt x="100960" y="1598118"/>
                  </a:lnTo>
                  <a:lnTo>
                    <a:pt x="163641" y="1623007"/>
                  </a:lnTo>
                  <a:lnTo>
                    <a:pt x="200017" y="1634847"/>
                  </a:lnTo>
                  <a:lnTo>
                    <a:pt x="239591" y="1646252"/>
                  </a:lnTo>
                  <a:lnTo>
                    <a:pt x="282241" y="1657199"/>
                  </a:lnTo>
                  <a:lnTo>
                    <a:pt x="327848" y="1667664"/>
                  </a:lnTo>
                  <a:lnTo>
                    <a:pt x="376289" y="1677623"/>
                  </a:lnTo>
                  <a:lnTo>
                    <a:pt x="427446" y="1687055"/>
                  </a:lnTo>
                  <a:lnTo>
                    <a:pt x="481198" y="1695934"/>
                  </a:lnTo>
                  <a:lnTo>
                    <a:pt x="537423" y="1704238"/>
                  </a:lnTo>
                  <a:lnTo>
                    <a:pt x="596003" y="1711943"/>
                  </a:lnTo>
                  <a:lnTo>
                    <a:pt x="656815" y="1719025"/>
                  </a:lnTo>
                  <a:lnTo>
                    <a:pt x="719740" y="1725461"/>
                  </a:lnTo>
                  <a:lnTo>
                    <a:pt x="784656" y="1731228"/>
                  </a:lnTo>
                  <a:lnTo>
                    <a:pt x="851445" y="1736303"/>
                  </a:lnTo>
                  <a:lnTo>
                    <a:pt x="919985" y="1740661"/>
                  </a:lnTo>
                  <a:lnTo>
                    <a:pt x="990155" y="1744279"/>
                  </a:lnTo>
                  <a:lnTo>
                    <a:pt x="1061835" y="1747134"/>
                  </a:lnTo>
                  <a:lnTo>
                    <a:pt x="1134905" y="1749202"/>
                  </a:lnTo>
                  <a:lnTo>
                    <a:pt x="1209244" y="1750460"/>
                  </a:lnTo>
                  <a:lnTo>
                    <a:pt x="1284732" y="1750885"/>
                  </a:lnTo>
                  <a:lnTo>
                    <a:pt x="1360219" y="1750460"/>
                  </a:lnTo>
                  <a:lnTo>
                    <a:pt x="1434558" y="1749202"/>
                  </a:lnTo>
                  <a:lnTo>
                    <a:pt x="1507628" y="1747134"/>
                  </a:lnTo>
                  <a:lnTo>
                    <a:pt x="1579308" y="1744279"/>
                  </a:lnTo>
                  <a:lnTo>
                    <a:pt x="1649478" y="1740661"/>
                  </a:lnTo>
                  <a:lnTo>
                    <a:pt x="1718018" y="1736303"/>
                  </a:lnTo>
                  <a:lnTo>
                    <a:pt x="1784807" y="1731228"/>
                  </a:lnTo>
                  <a:lnTo>
                    <a:pt x="1849723" y="1725461"/>
                  </a:lnTo>
                  <a:lnTo>
                    <a:pt x="1912648" y="1719025"/>
                  </a:lnTo>
                  <a:lnTo>
                    <a:pt x="1973460" y="1711943"/>
                  </a:lnTo>
                  <a:lnTo>
                    <a:pt x="2032040" y="1704238"/>
                  </a:lnTo>
                  <a:lnTo>
                    <a:pt x="2088265" y="1695934"/>
                  </a:lnTo>
                  <a:lnTo>
                    <a:pt x="2142017" y="1687055"/>
                  </a:lnTo>
                  <a:lnTo>
                    <a:pt x="2193174" y="1677623"/>
                  </a:lnTo>
                  <a:lnTo>
                    <a:pt x="2241615" y="1667664"/>
                  </a:lnTo>
                  <a:lnTo>
                    <a:pt x="2287222" y="1657199"/>
                  </a:lnTo>
                  <a:lnTo>
                    <a:pt x="2329872" y="1646252"/>
                  </a:lnTo>
                  <a:lnTo>
                    <a:pt x="2369446" y="1634847"/>
                  </a:lnTo>
                  <a:lnTo>
                    <a:pt x="2405822" y="1623007"/>
                  </a:lnTo>
                  <a:lnTo>
                    <a:pt x="2468503" y="1598118"/>
                  </a:lnTo>
                  <a:lnTo>
                    <a:pt x="2516949" y="1571771"/>
                  </a:lnTo>
                  <a:lnTo>
                    <a:pt x="2550197" y="1544154"/>
                  </a:lnTo>
                  <a:lnTo>
                    <a:pt x="2569464" y="1500759"/>
                  </a:lnTo>
                  <a:lnTo>
                    <a:pt x="256946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64757" y="1852422"/>
              <a:ext cx="2569845" cy="500380"/>
            </a:xfrm>
            <a:custGeom>
              <a:avLst/>
              <a:gdLst/>
              <a:ahLst/>
              <a:cxnLst/>
              <a:rect l="l" t="t" r="r" b="b"/>
              <a:pathLst>
                <a:path w="2569845" h="500380">
                  <a:moveTo>
                    <a:pt x="1284732" y="0"/>
                  </a:moveTo>
                  <a:lnTo>
                    <a:pt x="1209244" y="424"/>
                  </a:lnTo>
                  <a:lnTo>
                    <a:pt x="1134905" y="1682"/>
                  </a:lnTo>
                  <a:lnTo>
                    <a:pt x="1061835" y="3751"/>
                  </a:lnTo>
                  <a:lnTo>
                    <a:pt x="990155" y="6606"/>
                  </a:lnTo>
                  <a:lnTo>
                    <a:pt x="919985" y="10224"/>
                  </a:lnTo>
                  <a:lnTo>
                    <a:pt x="851445" y="14582"/>
                  </a:lnTo>
                  <a:lnTo>
                    <a:pt x="784656" y="19656"/>
                  </a:lnTo>
                  <a:lnTo>
                    <a:pt x="719740" y="25423"/>
                  </a:lnTo>
                  <a:lnTo>
                    <a:pt x="656815" y="31860"/>
                  </a:lnTo>
                  <a:lnTo>
                    <a:pt x="596003" y="38942"/>
                  </a:lnTo>
                  <a:lnTo>
                    <a:pt x="537423" y="46647"/>
                  </a:lnTo>
                  <a:lnTo>
                    <a:pt x="481198" y="54950"/>
                  </a:lnTo>
                  <a:lnTo>
                    <a:pt x="427446" y="63830"/>
                  </a:lnTo>
                  <a:lnTo>
                    <a:pt x="376289" y="73261"/>
                  </a:lnTo>
                  <a:lnTo>
                    <a:pt x="327848" y="83221"/>
                  </a:lnTo>
                  <a:lnTo>
                    <a:pt x="282241" y="93686"/>
                  </a:lnTo>
                  <a:lnTo>
                    <a:pt x="239591" y="104633"/>
                  </a:lnTo>
                  <a:lnTo>
                    <a:pt x="200017" y="116038"/>
                  </a:lnTo>
                  <a:lnTo>
                    <a:pt x="163641" y="127877"/>
                  </a:lnTo>
                  <a:lnTo>
                    <a:pt x="100960" y="152767"/>
                  </a:lnTo>
                  <a:lnTo>
                    <a:pt x="52514" y="179114"/>
                  </a:lnTo>
                  <a:lnTo>
                    <a:pt x="19266" y="206731"/>
                  </a:lnTo>
                  <a:lnTo>
                    <a:pt x="0" y="250126"/>
                  </a:lnTo>
                  <a:lnTo>
                    <a:pt x="2180" y="264823"/>
                  </a:lnTo>
                  <a:lnTo>
                    <a:pt x="33930" y="307477"/>
                  </a:lnTo>
                  <a:lnTo>
                    <a:pt x="74898" y="334482"/>
                  </a:lnTo>
                  <a:lnTo>
                    <a:pt x="130581" y="360124"/>
                  </a:lnTo>
                  <a:lnTo>
                    <a:pt x="200017" y="384214"/>
                  </a:lnTo>
                  <a:lnTo>
                    <a:pt x="239591" y="395619"/>
                  </a:lnTo>
                  <a:lnTo>
                    <a:pt x="282241" y="406566"/>
                  </a:lnTo>
                  <a:lnTo>
                    <a:pt x="327848" y="417031"/>
                  </a:lnTo>
                  <a:lnTo>
                    <a:pt x="376289" y="426991"/>
                  </a:lnTo>
                  <a:lnTo>
                    <a:pt x="427446" y="436422"/>
                  </a:lnTo>
                  <a:lnTo>
                    <a:pt x="481198" y="445302"/>
                  </a:lnTo>
                  <a:lnTo>
                    <a:pt x="537423" y="453605"/>
                  </a:lnTo>
                  <a:lnTo>
                    <a:pt x="596003" y="461310"/>
                  </a:lnTo>
                  <a:lnTo>
                    <a:pt x="656815" y="468392"/>
                  </a:lnTo>
                  <a:lnTo>
                    <a:pt x="719740" y="474829"/>
                  </a:lnTo>
                  <a:lnTo>
                    <a:pt x="784656" y="480596"/>
                  </a:lnTo>
                  <a:lnTo>
                    <a:pt x="851445" y="485670"/>
                  </a:lnTo>
                  <a:lnTo>
                    <a:pt x="919985" y="490028"/>
                  </a:lnTo>
                  <a:lnTo>
                    <a:pt x="990155" y="493646"/>
                  </a:lnTo>
                  <a:lnTo>
                    <a:pt x="1061835" y="496501"/>
                  </a:lnTo>
                  <a:lnTo>
                    <a:pt x="1134905" y="498570"/>
                  </a:lnTo>
                  <a:lnTo>
                    <a:pt x="1209244" y="499828"/>
                  </a:lnTo>
                  <a:lnTo>
                    <a:pt x="1284732" y="500252"/>
                  </a:lnTo>
                  <a:lnTo>
                    <a:pt x="1360219" y="499828"/>
                  </a:lnTo>
                  <a:lnTo>
                    <a:pt x="1434558" y="498570"/>
                  </a:lnTo>
                  <a:lnTo>
                    <a:pt x="1507628" y="496501"/>
                  </a:lnTo>
                  <a:lnTo>
                    <a:pt x="1579308" y="493646"/>
                  </a:lnTo>
                  <a:lnTo>
                    <a:pt x="1649478" y="490028"/>
                  </a:lnTo>
                  <a:lnTo>
                    <a:pt x="1718018" y="485670"/>
                  </a:lnTo>
                  <a:lnTo>
                    <a:pt x="1784807" y="480596"/>
                  </a:lnTo>
                  <a:lnTo>
                    <a:pt x="1849723" y="474829"/>
                  </a:lnTo>
                  <a:lnTo>
                    <a:pt x="1912648" y="468392"/>
                  </a:lnTo>
                  <a:lnTo>
                    <a:pt x="1973460" y="461310"/>
                  </a:lnTo>
                  <a:lnTo>
                    <a:pt x="2032040" y="453605"/>
                  </a:lnTo>
                  <a:lnTo>
                    <a:pt x="2088265" y="445302"/>
                  </a:lnTo>
                  <a:lnTo>
                    <a:pt x="2142017" y="436422"/>
                  </a:lnTo>
                  <a:lnTo>
                    <a:pt x="2193174" y="426991"/>
                  </a:lnTo>
                  <a:lnTo>
                    <a:pt x="2241615" y="417031"/>
                  </a:lnTo>
                  <a:lnTo>
                    <a:pt x="2287222" y="406566"/>
                  </a:lnTo>
                  <a:lnTo>
                    <a:pt x="2329872" y="395619"/>
                  </a:lnTo>
                  <a:lnTo>
                    <a:pt x="2369446" y="384214"/>
                  </a:lnTo>
                  <a:lnTo>
                    <a:pt x="2405822" y="372375"/>
                  </a:lnTo>
                  <a:lnTo>
                    <a:pt x="2468503" y="347485"/>
                  </a:lnTo>
                  <a:lnTo>
                    <a:pt x="2516949" y="321138"/>
                  </a:lnTo>
                  <a:lnTo>
                    <a:pt x="2550197" y="293521"/>
                  </a:lnTo>
                  <a:lnTo>
                    <a:pt x="2569464" y="250126"/>
                  </a:lnTo>
                  <a:lnTo>
                    <a:pt x="2567283" y="235429"/>
                  </a:lnTo>
                  <a:lnTo>
                    <a:pt x="2535533" y="192775"/>
                  </a:lnTo>
                  <a:lnTo>
                    <a:pt x="2494565" y="165770"/>
                  </a:lnTo>
                  <a:lnTo>
                    <a:pt x="2438882" y="140128"/>
                  </a:lnTo>
                  <a:lnTo>
                    <a:pt x="2369446" y="116038"/>
                  </a:lnTo>
                  <a:lnTo>
                    <a:pt x="2329872" y="104633"/>
                  </a:lnTo>
                  <a:lnTo>
                    <a:pt x="2287222" y="93686"/>
                  </a:lnTo>
                  <a:lnTo>
                    <a:pt x="2241615" y="83221"/>
                  </a:lnTo>
                  <a:lnTo>
                    <a:pt x="2193174" y="73261"/>
                  </a:lnTo>
                  <a:lnTo>
                    <a:pt x="2142017" y="63830"/>
                  </a:lnTo>
                  <a:lnTo>
                    <a:pt x="2088265" y="54950"/>
                  </a:lnTo>
                  <a:lnTo>
                    <a:pt x="2032040" y="46647"/>
                  </a:lnTo>
                  <a:lnTo>
                    <a:pt x="1973460" y="38942"/>
                  </a:lnTo>
                  <a:lnTo>
                    <a:pt x="1912648" y="31860"/>
                  </a:lnTo>
                  <a:lnTo>
                    <a:pt x="1849723" y="25423"/>
                  </a:lnTo>
                  <a:lnTo>
                    <a:pt x="1784807" y="19656"/>
                  </a:lnTo>
                  <a:lnTo>
                    <a:pt x="1718018" y="14582"/>
                  </a:lnTo>
                  <a:lnTo>
                    <a:pt x="1649478" y="10224"/>
                  </a:lnTo>
                  <a:lnTo>
                    <a:pt x="1579308" y="6606"/>
                  </a:lnTo>
                  <a:lnTo>
                    <a:pt x="1507628" y="3751"/>
                  </a:lnTo>
                  <a:lnTo>
                    <a:pt x="1434558" y="1682"/>
                  </a:lnTo>
                  <a:lnTo>
                    <a:pt x="1360219" y="424"/>
                  </a:lnTo>
                  <a:lnTo>
                    <a:pt x="1284732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064757" y="1852422"/>
              <a:ext cx="2569845" cy="2001520"/>
            </a:xfrm>
            <a:custGeom>
              <a:avLst/>
              <a:gdLst/>
              <a:ahLst/>
              <a:cxnLst/>
              <a:rect l="l" t="t" r="r" b="b"/>
              <a:pathLst>
                <a:path w="2569845" h="2001520">
                  <a:moveTo>
                    <a:pt x="2569464" y="250126"/>
                  </a:moveTo>
                  <a:lnTo>
                    <a:pt x="2550197" y="293521"/>
                  </a:lnTo>
                  <a:lnTo>
                    <a:pt x="2516949" y="321138"/>
                  </a:lnTo>
                  <a:lnTo>
                    <a:pt x="2468503" y="347485"/>
                  </a:lnTo>
                  <a:lnTo>
                    <a:pt x="2405822" y="372375"/>
                  </a:lnTo>
                  <a:lnTo>
                    <a:pt x="2369446" y="384214"/>
                  </a:lnTo>
                  <a:lnTo>
                    <a:pt x="2329872" y="395619"/>
                  </a:lnTo>
                  <a:lnTo>
                    <a:pt x="2287222" y="406566"/>
                  </a:lnTo>
                  <a:lnTo>
                    <a:pt x="2241615" y="417031"/>
                  </a:lnTo>
                  <a:lnTo>
                    <a:pt x="2193174" y="426991"/>
                  </a:lnTo>
                  <a:lnTo>
                    <a:pt x="2142017" y="436422"/>
                  </a:lnTo>
                  <a:lnTo>
                    <a:pt x="2088265" y="445302"/>
                  </a:lnTo>
                  <a:lnTo>
                    <a:pt x="2032040" y="453605"/>
                  </a:lnTo>
                  <a:lnTo>
                    <a:pt x="1973460" y="461310"/>
                  </a:lnTo>
                  <a:lnTo>
                    <a:pt x="1912648" y="468392"/>
                  </a:lnTo>
                  <a:lnTo>
                    <a:pt x="1849723" y="474829"/>
                  </a:lnTo>
                  <a:lnTo>
                    <a:pt x="1784807" y="480596"/>
                  </a:lnTo>
                  <a:lnTo>
                    <a:pt x="1718018" y="485670"/>
                  </a:lnTo>
                  <a:lnTo>
                    <a:pt x="1649478" y="490028"/>
                  </a:lnTo>
                  <a:lnTo>
                    <a:pt x="1579308" y="493646"/>
                  </a:lnTo>
                  <a:lnTo>
                    <a:pt x="1507628" y="496501"/>
                  </a:lnTo>
                  <a:lnTo>
                    <a:pt x="1434558" y="498570"/>
                  </a:lnTo>
                  <a:lnTo>
                    <a:pt x="1360219" y="499828"/>
                  </a:lnTo>
                  <a:lnTo>
                    <a:pt x="1284732" y="500252"/>
                  </a:lnTo>
                  <a:lnTo>
                    <a:pt x="1209244" y="499828"/>
                  </a:lnTo>
                  <a:lnTo>
                    <a:pt x="1134905" y="498570"/>
                  </a:lnTo>
                  <a:lnTo>
                    <a:pt x="1061835" y="496501"/>
                  </a:lnTo>
                  <a:lnTo>
                    <a:pt x="990155" y="493646"/>
                  </a:lnTo>
                  <a:lnTo>
                    <a:pt x="919985" y="490028"/>
                  </a:lnTo>
                  <a:lnTo>
                    <a:pt x="851445" y="485670"/>
                  </a:lnTo>
                  <a:lnTo>
                    <a:pt x="784656" y="480596"/>
                  </a:lnTo>
                  <a:lnTo>
                    <a:pt x="719740" y="474829"/>
                  </a:lnTo>
                  <a:lnTo>
                    <a:pt x="656815" y="468392"/>
                  </a:lnTo>
                  <a:lnTo>
                    <a:pt x="596003" y="461310"/>
                  </a:lnTo>
                  <a:lnTo>
                    <a:pt x="537423" y="453605"/>
                  </a:lnTo>
                  <a:lnTo>
                    <a:pt x="481198" y="445302"/>
                  </a:lnTo>
                  <a:lnTo>
                    <a:pt x="427446" y="436422"/>
                  </a:lnTo>
                  <a:lnTo>
                    <a:pt x="376289" y="426991"/>
                  </a:lnTo>
                  <a:lnTo>
                    <a:pt x="327848" y="417031"/>
                  </a:lnTo>
                  <a:lnTo>
                    <a:pt x="282241" y="406566"/>
                  </a:lnTo>
                  <a:lnTo>
                    <a:pt x="239591" y="395619"/>
                  </a:lnTo>
                  <a:lnTo>
                    <a:pt x="200017" y="384214"/>
                  </a:lnTo>
                  <a:lnTo>
                    <a:pt x="163641" y="372375"/>
                  </a:lnTo>
                  <a:lnTo>
                    <a:pt x="100960" y="347485"/>
                  </a:lnTo>
                  <a:lnTo>
                    <a:pt x="52514" y="321138"/>
                  </a:lnTo>
                  <a:lnTo>
                    <a:pt x="19266" y="293521"/>
                  </a:lnTo>
                  <a:lnTo>
                    <a:pt x="0" y="250126"/>
                  </a:lnTo>
                  <a:lnTo>
                    <a:pt x="2180" y="235429"/>
                  </a:lnTo>
                  <a:lnTo>
                    <a:pt x="33930" y="192775"/>
                  </a:lnTo>
                  <a:lnTo>
                    <a:pt x="74898" y="165770"/>
                  </a:lnTo>
                  <a:lnTo>
                    <a:pt x="130581" y="140128"/>
                  </a:lnTo>
                  <a:lnTo>
                    <a:pt x="200017" y="116038"/>
                  </a:lnTo>
                  <a:lnTo>
                    <a:pt x="239591" y="104633"/>
                  </a:lnTo>
                  <a:lnTo>
                    <a:pt x="282241" y="93686"/>
                  </a:lnTo>
                  <a:lnTo>
                    <a:pt x="327848" y="83221"/>
                  </a:lnTo>
                  <a:lnTo>
                    <a:pt x="376289" y="73261"/>
                  </a:lnTo>
                  <a:lnTo>
                    <a:pt x="427446" y="63830"/>
                  </a:lnTo>
                  <a:lnTo>
                    <a:pt x="481198" y="54950"/>
                  </a:lnTo>
                  <a:lnTo>
                    <a:pt x="537423" y="46647"/>
                  </a:lnTo>
                  <a:lnTo>
                    <a:pt x="596003" y="38942"/>
                  </a:lnTo>
                  <a:lnTo>
                    <a:pt x="656815" y="31860"/>
                  </a:lnTo>
                  <a:lnTo>
                    <a:pt x="719740" y="25423"/>
                  </a:lnTo>
                  <a:lnTo>
                    <a:pt x="784656" y="19656"/>
                  </a:lnTo>
                  <a:lnTo>
                    <a:pt x="851445" y="14582"/>
                  </a:lnTo>
                  <a:lnTo>
                    <a:pt x="919985" y="10224"/>
                  </a:lnTo>
                  <a:lnTo>
                    <a:pt x="990155" y="6606"/>
                  </a:lnTo>
                  <a:lnTo>
                    <a:pt x="1061835" y="3751"/>
                  </a:lnTo>
                  <a:lnTo>
                    <a:pt x="1134905" y="1682"/>
                  </a:lnTo>
                  <a:lnTo>
                    <a:pt x="1209244" y="424"/>
                  </a:lnTo>
                  <a:lnTo>
                    <a:pt x="1284732" y="0"/>
                  </a:lnTo>
                  <a:lnTo>
                    <a:pt x="1360219" y="424"/>
                  </a:lnTo>
                  <a:lnTo>
                    <a:pt x="1434558" y="1682"/>
                  </a:lnTo>
                  <a:lnTo>
                    <a:pt x="1507628" y="3751"/>
                  </a:lnTo>
                  <a:lnTo>
                    <a:pt x="1579308" y="6606"/>
                  </a:lnTo>
                  <a:lnTo>
                    <a:pt x="1649478" y="10224"/>
                  </a:lnTo>
                  <a:lnTo>
                    <a:pt x="1718018" y="14582"/>
                  </a:lnTo>
                  <a:lnTo>
                    <a:pt x="1784807" y="19656"/>
                  </a:lnTo>
                  <a:lnTo>
                    <a:pt x="1849723" y="25423"/>
                  </a:lnTo>
                  <a:lnTo>
                    <a:pt x="1912648" y="31860"/>
                  </a:lnTo>
                  <a:lnTo>
                    <a:pt x="1973460" y="38942"/>
                  </a:lnTo>
                  <a:lnTo>
                    <a:pt x="2032040" y="46647"/>
                  </a:lnTo>
                  <a:lnTo>
                    <a:pt x="2088265" y="54950"/>
                  </a:lnTo>
                  <a:lnTo>
                    <a:pt x="2142017" y="63830"/>
                  </a:lnTo>
                  <a:lnTo>
                    <a:pt x="2193174" y="73261"/>
                  </a:lnTo>
                  <a:lnTo>
                    <a:pt x="2241615" y="83221"/>
                  </a:lnTo>
                  <a:lnTo>
                    <a:pt x="2287222" y="93686"/>
                  </a:lnTo>
                  <a:lnTo>
                    <a:pt x="2329872" y="104633"/>
                  </a:lnTo>
                  <a:lnTo>
                    <a:pt x="2369446" y="116038"/>
                  </a:lnTo>
                  <a:lnTo>
                    <a:pt x="2405822" y="127877"/>
                  </a:lnTo>
                  <a:lnTo>
                    <a:pt x="2468503" y="152767"/>
                  </a:lnTo>
                  <a:lnTo>
                    <a:pt x="2516949" y="179114"/>
                  </a:lnTo>
                  <a:lnTo>
                    <a:pt x="2550197" y="206731"/>
                  </a:lnTo>
                  <a:lnTo>
                    <a:pt x="2569464" y="250126"/>
                  </a:lnTo>
                  <a:close/>
                </a:path>
                <a:path w="2569845" h="2001520">
                  <a:moveTo>
                    <a:pt x="2569464" y="250126"/>
                  </a:moveTo>
                  <a:lnTo>
                    <a:pt x="2569464" y="1750885"/>
                  </a:lnTo>
                  <a:lnTo>
                    <a:pt x="2567283" y="1765582"/>
                  </a:lnTo>
                  <a:lnTo>
                    <a:pt x="2535533" y="1808236"/>
                  </a:lnTo>
                  <a:lnTo>
                    <a:pt x="2494565" y="1835241"/>
                  </a:lnTo>
                  <a:lnTo>
                    <a:pt x="2438882" y="1860883"/>
                  </a:lnTo>
                  <a:lnTo>
                    <a:pt x="2369446" y="1884973"/>
                  </a:lnTo>
                  <a:lnTo>
                    <a:pt x="2329872" y="1896378"/>
                  </a:lnTo>
                  <a:lnTo>
                    <a:pt x="2287222" y="1907325"/>
                  </a:lnTo>
                  <a:lnTo>
                    <a:pt x="2241615" y="1917790"/>
                  </a:lnTo>
                  <a:lnTo>
                    <a:pt x="2193174" y="1927750"/>
                  </a:lnTo>
                  <a:lnTo>
                    <a:pt x="2142017" y="1937181"/>
                  </a:lnTo>
                  <a:lnTo>
                    <a:pt x="2088265" y="1946061"/>
                  </a:lnTo>
                  <a:lnTo>
                    <a:pt x="2032040" y="1954364"/>
                  </a:lnTo>
                  <a:lnTo>
                    <a:pt x="1973460" y="1962069"/>
                  </a:lnTo>
                  <a:lnTo>
                    <a:pt x="1912648" y="1969151"/>
                  </a:lnTo>
                  <a:lnTo>
                    <a:pt x="1849723" y="1975588"/>
                  </a:lnTo>
                  <a:lnTo>
                    <a:pt x="1784807" y="1981355"/>
                  </a:lnTo>
                  <a:lnTo>
                    <a:pt x="1718018" y="1986429"/>
                  </a:lnTo>
                  <a:lnTo>
                    <a:pt x="1649478" y="1990787"/>
                  </a:lnTo>
                  <a:lnTo>
                    <a:pt x="1579308" y="1994405"/>
                  </a:lnTo>
                  <a:lnTo>
                    <a:pt x="1507628" y="1997260"/>
                  </a:lnTo>
                  <a:lnTo>
                    <a:pt x="1434558" y="1999329"/>
                  </a:lnTo>
                  <a:lnTo>
                    <a:pt x="1360219" y="2000587"/>
                  </a:lnTo>
                  <a:lnTo>
                    <a:pt x="1284732" y="2001012"/>
                  </a:lnTo>
                  <a:lnTo>
                    <a:pt x="1209244" y="2000587"/>
                  </a:lnTo>
                  <a:lnTo>
                    <a:pt x="1134905" y="1999329"/>
                  </a:lnTo>
                  <a:lnTo>
                    <a:pt x="1061835" y="1997260"/>
                  </a:lnTo>
                  <a:lnTo>
                    <a:pt x="990155" y="1994405"/>
                  </a:lnTo>
                  <a:lnTo>
                    <a:pt x="919985" y="1990787"/>
                  </a:lnTo>
                  <a:lnTo>
                    <a:pt x="851445" y="1986429"/>
                  </a:lnTo>
                  <a:lnTo>
                    <a:pt x="784656" y="1981355"/>
                  </a:lnTo>
                  <a:lnTo>
                    <a:pt x="719740" y="1975588"/>
                  </a:lnTo>
                  <a:lnTo>
                    <a:pt x="656815" y="1969151"/>
                  </a:lnTo>
                  <a:lnTo>
                    <a:pt x="596003" y="1962069"/>
                  </a:lnTo>
                  <a:lnTo>
                    <a:pt x="537423" y="1954364"/>
                  </a:lnTo>
                  <a:lnTo>
                    <a:pt x="481198" y="1946061"/>
                  </a:lnTo>
                  <a:lnTo>
                    <a:pt x="427446" y="1937181"/>
                  </a:lnTo>
                  <a:lnTo>
                    <a:pt x="376289" y="1927750"/>
                  </a:lnTo>
                  <a:lnTo>
                    <a:pt x="327848" y="1917790"/>
                  </a:lnTo>
                  <a:lnTo>
                    <a:pt x="282241" y="1907325"/>
                  </a:lnTo>
                  <a:lnTo>
                    <a:pt x="239591" y="1896378"/>
                  </a:lnTo>
                  <a:lnTo>
                    <a:pt x="200017" y="1884973"/>
                  </a:lnTo>
                  <a:lnTo>
                    <a:pt x="163641" y="1873134"/>
                  </a:lnTo>
                  <a:lnTo>
                    <a:pt x="100960" y="1848244"/>
                  </a:lnTo>
                  <a:lnTo>
                    <a:pt x="52514" y="1821897"/>
                  </a:lnTo>
                  <a:lnTo>
                    <a:pt x="19266" y="1794280"/>
                  </a:lnTo>
                  <a:lnTo>
                    <a:pt x="0" y="1750885"/>
                  </a:lnTo>
                  <a:lnTo>
                    <a:pt x="0" y="250126"/>
                  </a:lnTo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682839" y="1968550"/>
            <a:ext cx="13836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16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716011" y="4032503"/>
            <a:ext cx="932815" cy="402590"/>
            <a:chOff x="7716011" y="4032503"/>
            <a:chExt cx="932815" cy="402590"/>
          </a:xfrm>
        </p:grpSpPr>
        <p:sp>
          <p:nvSpPr>
            <p:cNvPr id="13" name="object 13" descr=""/>
            <p:cNvSpPr/>
            <p:nvPr/>
          </p:nvSpPr>
          <p:spPr>
            <a:xfrm>
              <a:off x="7730489" y="4046981"/>
              <a:ext cx="904240" cy="373380"/>
            </a:xfrm>
            <a:custGeom>
              <a:avLst/>
              <a:gdLst/>
              <a:ahLst/>
              <a:cxnLst/>
              <a:rect l="l" t="t" r="r" b="b"/>
              <a:pathLst>
                <a:path w="904240" h="373379">
                  <a:moveTo>
                    <a:pt x="903731" y="0"/>
                  </a:moveTo>
                  <a:lnTo>
                    <a:pt x="0" y="0"/>
                  </a:lnTo>
                  <a:lnTo>
                    <a:pt x="0" y="373380"/>
                  </a:lnTo>
                  <a:lnTo>
                    <a:pt x="903731" y="373380"/>
                  </a:lnTo>
                  <a:lnTo>
                    <a:pt x="903731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730489" y="4046981"/>
              <a:ext cx="904240" cy="373380"/>
            </a:xfrm>
            <a:custGeom>
              <a:avLst/>
              <a:gdLst/>
              <a:ahLst/>
              <a:cxnLst/>
              <a:rect l="l" t="t" r="r" b="b"/>
              <a:pathLst>
                <a:path w="904240" h="373379">
                  <a:moveTo>
                    <a:pt x="0" y="373380"/>
                  </a:moveTo>
                  <a:lnTo>
                    <a:pt x="903731" y="373380"/>
                  </a:lnTo>
                  <a:lnTo>
                    <a:pt x="903731" y="0"/>
                  </a:lnTo>
                  <a:lnTo>
                    <a:pt x="0" y="0"/>
                  </a:lnTo>
                  <a:lnTo>
                    <a:pt x="0" y="373380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5961888" y="4032503"/>
            <a:ext cx="955675" cy="402590"/>
            <a:chOff x="5961888" y="4032503"/>
            <a:chExt cx="955675" cy="402590"/>
          </a:xfrm>
        </p:grpSpPr>
        <p:sp>
          <p:nvSpPr>
            <p:cNvPr id="16" name="object 16" descr=""/>
            <p:cNvSpPr/>
            <p:nvPr/>
          </p:nvSpPr>
          <p:spPr>
            <a:xfrm>
              <a:off x="5976366" y="4046981"/>
              <a:ext cx="927100" cy="373380"/>
            </a:xfrm>
            <a:custGeom>
              <a:avLst/>
              <a:gdLst/>
              <a:ahLst/>
              <a:cxnLst/>
              <a:rect l="l" t="t" r="r" b="b"/>
              <a:pathLst>
                <a:path w="927100" h="373379">
                  <a:moveTo>
                    <a:pt x="926591" y="0"/>
                  </a:moveTo>
                  <a:lnTo>
                    <a:pt x="0" y="0"/>
                  </a:lnTo>
                  <a:lnTo>
                    <a:pt x="0" y="373380"/>
                  </a:lnTo>
                  <a:lnTo>
                    <a:pt x="926591" y="373380"/>
                  </a:lnTo>
                  <a:lnTo>
                    <a:pt x="9265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976366" y="4046981"/>
              <a:ext cx="927100" cy="373380"/>
            </a:xfrm>
            <a:custGeom>
              <a:avLst/>
              <a:gdLst/>
              <a:ahLst/>
              <a:cxnLst/>
              <a:rect l="l" t="t" r="r" b="b"/>
              <a:pathLst>
                <a:path w="927100" h="373379">
                  <a:moveTo>
                    <a:pt x="0" y="373380"/>
                  </a:moveTo>
                  <a:lnTo>
                    <a:pt x="926591" y="373380"/>
                  </a:lnTo>
                  <a:lnTo>
                    <a:pt x="926591" y="0"/>
                  </a:lnTo>
                  <a:lnTo>
                    <a:pt x="0" y="0"/>
                  </a:lnTo>
                  <a:lnTo>
                    <a:pt x="0" y="373380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843047" y="4438001"/>
            <a:ext cx="115951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Archivo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plano:</a:t>
            </a:r>
            <a:r>
              <a:rPr dirty="0" sz="1800" spc="-3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1800" spc="-8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21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7595495" y="4446002"/>
            <a:ext cx="115951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Archivo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plano:</a:t>
            </a:r>
            <a:r>
              <a:rPr dirty="0" sz="1800" spc="-3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1800" spc="-8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Tablas</a:t>
            </a:r>
            <a:r>
              <a:rPr dirty="0" spc="-145"/>
              <a:t> </a:t>
            </a:r>
            <a:r>
              <a:rPr dirty="0" spc="-10"/>
              <a:t>Externas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5497195" cy="430911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compañía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implanta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aplicación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suele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importar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mayoría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antiguos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acceso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lectura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escritura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normal,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pero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haber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algunos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frecuencia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y,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2350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tanto,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tenga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acceder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3025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lectura</a:t>
            </a:r>
            <a:endParaRPr sz="2800">
              <a:latin typeface="Calibri"/>
              <a:cs typeface="Calibri"/>
            </a:endParaRPr>
          </a:p>
          <a:p>
            <a:pPr marL="182880" marR="640080" indent="-170815">
              <a:lnSpc>
                <a:spcPct val="80000"/>
              </a:lnSpc>
              <a:spcBef>
                <a:spcPts val="81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podría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alojarse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83041" y="5462929"/>
            <a:ext cx="27514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2715" marR="5080" indent="-1206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1800" spc="-2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copia</a:t>
            </a: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seguridad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1800" spc="-4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nivel</a:t>
            </a:r>
            <a:r>
              <a:rPr dirty="0" sz="1800" spc="-5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18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operativo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949786" y="4978141"/>
            <a:ext cx="262255" cy="544830"/>
            <a:chOff x="6949786" y="4978141"/>
            <a:chExt cx="262255" cy="544830"/>
          </a:xfrm>
        </p:grpSpPr>
        <p:sp>
          <p:nvSpPr>
            <p:cNvPr id="6" name="object 6" descr=""/>
            <p:cNvSpPr/>
            <p:nvPr/>
          </p:nvSpPr>
          <p:spPr>
            <a:xfrm>
              <a:off x="6994016" y="5064937"/>
              <a:ext cx="198755" cy="439420"/>
            </a:xfrm>
            <a:custGeom>
              <a:avLst/>
              <a:gdLst/>
              <a:ahLst/>
              <a:cxnLst/>
              <a:rect l="l" t="t" r="r" b="b"/>
              <a:pathLst>
                <a:path w="198754" h="439420">
                  <a:moveTo>
                    <a:pt x="198500" y="438988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949786" y="4978141"/>
              <a:ext cx="104775" cy="128270"/>
            </a:xfrm>
            <a:custGeom>
              <a:avLst/>
              <a:gdLst/>
              <a:ahLst/>
              <a:cxnLst/>
              <a:rect l="l" t="t" r="r" b="b"/>
              <a:pathLst>
                <a:path w="104775" h="128270">
                  <a:moveTo>
                    <a:pt x="4991" y="0"/>
                  </a:moveTo>
                  <a:lnTo>
                    <a:pt x="0" y="127698"/>
                  </a:lnTo>
                  <a:lnTo>
                    <a:pt x="104152" y="80606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106667" y="1594103"/>
            <a:ext cx="2453640" cy="1952625"/>
            <a:chOff x="6106667" y="1594103"/>
            <a:chExt cx="2453640" cy="1952625"/>
          </a:xfrm>
        </p:grpSpPr>
        <p:sp>
          <p:nvSpPr>
            <p:cNvPr id="9" name="object 9" descr=""/>
            <p:cNvSpPr/>
            <p:nvPr/>
          </p:nvSpPr>
          <p:spPr>
            <a:xfrm>
              <a:off x="6121145" y="1848992"/>
              <a:ext cx="2425065" cy="1683385"/>
            </a:xfrm>
            <a:custGeom>
              <a:avLst/>
              <a:gdLst/>
              <a:ahLst/>
              <a:cxnLst/>
              <a:rect l="l" t="t" r="r" b="b"/>
              <a:pathLst>
                <a:path w="2425065" h="1683385">
                  <a:moveTo>
                    <a:pt x="2424683" y="0"/>
                  </a:moveTo>
                  <a:lnTo>
                    <a:pt x="2405151" y="43215"/>
                  </a:lnTo>
                  <a:lnTo>
                    <a:pt x="2371483" y="70654"/>
                  </a:lnTo>
                  <a:lnTo>
                    <a:pt x="2322483" y="96764"/>
                  </a:lnTo>
                  <a:lnTo>
                    <a:pt x="2259163" y="121341"/>
                  </a:lnTo>
                  <a:lnTo>
                    <a:pt x="2222451" y="132992"/>
                  </a:lnTo>
                  <a:lnTo>
                    <a:pt x="2182539" y="144185"/>
                  </a:lnTo>
                  <a:lnTo>
                    <a:pt x="2139555" y="154895"/>
                  </a:lnTo>
                  <a:lnTo>
                    <a:pt x="2093626" y="165095"/>
                  </a:lnTo>
                  <a:lnTo>
                    <a:pt x="2044878" y="174762"/>
                  </a:lnTo>
                  <a:lnTo>
                    <a:pt x="1993437" y="183870"/>
                  </a:lnTo>
                  <a:lnTo>
                    <a:pt x="1939432" y="192394"/>
                  </a:lnTo>
                  <a:lnTo>
                    <a:pt x="1882988" y="200308"/>
                  </a:lnTo>
                  <a:lnTo>
                    <a:pt x="1824233" y="207588"/>
                  </a:lnTo>
                  <a:lnTo>
                    <a:pt x="1763293" y="214209"/>
                  </a:lnTo>
                  <a:lnTo>
                    <a:pt x="1700295" y="220144"/>
                  </a:lnTo>
                  <a:lnTo>
                    <a:pt x="1635366" y="225370"/>
                  </a:lnTo>
                  <a:lnTo>
                    <a:pt x="1568633" y="229861"/>
                  </a:lnTo>
                  <a:lnTo>
                    <a:pt x="1500222" y="233592"/>
                  </a:lnTo>
                  <a:lnTo>
                    <a:pt x="1430261" y="236537"/>
                  </a:lnTo>
                  <a:lnTo>
                    <a:pt x="1358876" y="238672"/>
                  </a:lnTo>
                  <a:lnTo>
                    <a:pt x="1286194" y="239972"/>
                  </a:lnTo>
                  <a:lnTo>
                    <a:pt x="1212342" y="240411"/>
                  </a:lnTo>
                  <a:lnTo>
                    <a:pt x="1138489" y="239972"/>
                  </a:lnTo>
                  <a:lnTo>
                    <a:pt x="1065807" y="238672"/>
                  </a:lnTo>
                  <a:lnTo>
                    <a:pt x="994422" y="236537"/>
                  </a:lnTo>
                  <a:lnTo>
                    <a:pt x="924461" y="233592"/>
                  </a:lnTo>
                  <a:lnTo>
                    <a:pt x="856050" y="229861"/>
                  </a:lnTo>
                  <a:lnTo>
                    <a:pt x="789317" y="225370"/>
                  </a:lnTo>
                  <a:lnTo>
                    <a:pt x="724388" y="220144"/>
                  </a:lnTo>
                  <a:lnTo>
                    <a:pt x="661390" y="214209"/>
                  </a:lnTo>
                  <a:lnTo>
                    <a:pt x="600450" y="207588"/>
                  </a:lnTo>
                  <a:lnTo>
                    <a:pt x="541695" y="200308"/>
                  </a:lnTo>
                  <a:lnTo>
                    <a:pt x="485251" y="192394"/>
                  </a:lnTo>
                  <a:lnTo>
                    <a:pt x="431246" y="183870"/>
                  </a:lnTo>
                  <a:lnTo>
                    <a:pt x="379805" y="174762"/>
                  </a:lnTo>
                  <a:lnTo>
                    <a:pt x="331057" y="165095"/>
                  </a:lnTo>
                  <a:lnTo>
                    <a:pt x="285128" y="154895"/>
                  </a:lnTo>
                  <a:lnTo>
                    <a:pt x="242144" y="144185"/>
                  </a:lnTo>
                  <a:lnTo>
                    <a:pt x="202232" y="132992"/>
                  </a:lnTo>
                  <a:lnTo>
                    <a:pt x="165520" y="121341"/>
                  </a:lnTo>
                  <a:lnTo>
                    <a:pt x="102200" y="96764"/>
                  </a:lnTo>
                  <a:lnTo>
                    <a:pt x="53200" y="70654"/>
                  </a:lnTo>
                  <a:lnTo>
                    <a:pt x="19532" y="43215"/>
                  </a:lnTo>
                  <a:lnTo>
                    <a:pt x="0" y="0"/>
                  </a:lnTo>
                  <a:lnTo>
                    <a:pt x="0" y="1442466"/>
                  </a:lnTo>
                  <a:lnTo>
                    <a:pt x="19532" y="1485681"/>
                  </a:lnTo>
                  <a:lnTo>
                    <a:pt x="53200" y="1513120"/>
                  </a:lnTo>
                  <a:lnTo>
                    <a:pt x="102200" y="1539230"/>
                  </a:lnTo>
                  <a:lnTo>
                    <a:pt x="165520" y="1563807"/>
                  </a:lnTo>
                  <a:lnTo>
                    <a:pt x="202232" y="1575458"/>
                  </a:lnTo>
                  <a:lnTo>
                    <a:pt x="242144" y="1586651"/>
                  </a:lnTo>
                  <a:lnTo>
                    <a:pt x="285128" y="1597361"/>
                  </a:lnTo>
                  <a:lnTo>
                    <a:pt x="331057" y="1607561"/>
                  </a:lnTo>
                  <a:lnTo>
                    <a:pt x="379805" y="1617228"/>
                  </a:lnTo>
                  <a:lnTo>
                    <a:pt x="431246" y="1626336"/>
                  </a:lnTo>
                  <a:lnTo>
                    <a:pt x="485251" y="1634860"/>
                  </a:lnTo>
                  <a:lnTo>
                    <a:pt x="541695" y="1642774"/>
                  </a:lnTo>
                  <a:lnTo>
                    <a:pt x="600450" y="1650054"/>
                  </a:lnTo>
                  <a:lnTo>
                    <a:pt x="661390" y="1656675"/>
                  </a:lnTo>
                  <a:lnTo>
                    <a:pt x="724388" y="1662610"/>
                  </a:lnTo>
                  <a:lnTo>
                    <a:pt x="789317" y="1667836"/>
                  </a:lnTo>
                  <a:lnTo>
                    <a:pt x="856050" y="1672327"/>
                  </a:lnTo>
                  <a:lnTo>
                    <a:pt x="924461" y="1676058"/>
                  </a:lnTo>
                  <a:lnTo>
                    <a:pt x="994422" y="1679003"/>
                  </a:lnTo>
                  <a:lnTo>
                    <a:pt x="1065807" y="1681138"/>
                  </a:lnTo>
                  <a:lnTo>
                    <a:pt x="1138489" y="1682438"/>
                  </a:lnTo>
                  <a:lnTo>
                    <a:pt x="1212342" y="1682877"/>
                  </a:lnTo>
                  <a:lnTo>
                    <a:pt x="1286194" y="1682438"/>
                  </a:lnTo>
                  <a:lnTo>
                    <a:pt x="1358876" y="1681138"/>
                  </a:lnTo>
                  <a:lnTo>
                    <a:pt x="1430261" y="1679003"/>
                  </a:lnTo>
                  <a:lnTo>
                    <a:pt x="1500222" y="1676058"/>
                  </a:lnTo>
                  <a:lnTo>
                    <a:pt x="1568633" y="1672327"/>
                  </a:lnTo>
                  <a:lnTo>
                    <a:pt x="1635366" y="1667836"/>
                  </a:lnTo>
                  <a:lnTo>
                    <a:pt x="1700295" y="1662610"/>
                  </a:lnTo>
                  <a:lnTo>
                    <a:pt x="1763293" y="1656675"/>
                  </a:lnTo>
                  <a:lnTo>
                    <a:pt x="1824233" y="1650054"/>
                  </a:lnTo>
                  <a:lnTo>
                    <a:pt x="1882988" y="1642774"/>
                  </a:lnTo>
                  <a:lnTo>
                    <a:pt x="1939432" y="1634860"/>
                  </a:lnTo>
                  <a:lnTo>
                    <a:pt x="1993437" y="1626336"/>
                  </a:lnTo>
                  <a:lnTo>
                    <a:pt x="2044878" y="1617228"/>
                  </a:lnTo>
                  <a:lnTo>
                    <a:pt x="2093626" y="1607561"/>
                  </a:lnTo>
                  <a:lnTo>
                    <a:pt x="2139555" y="1597361"/>
                  </a:lnTo>
                  <a:lnTo>
                    <a:pt x="2182539" y="1586651"/>
                  </a:lnTo>
                  <a:lnTo>
                    <a:pt x="2222451" y="1575458"/>
                  </a:lnTo>
                  <a:lnTo>
                    <a:pt x="2259163" y="1563807"/>
                  </a:lnTo>
                  <a:lnTo>
                    <a:pt x="2322483" y="1539230"/>
                  </a:lnTo>
                  <a:lnTo>
                    <a:pt x="2371483" y="1513120"/>
                  </a:lnTo>
                  <a:lnTo>
                    <a:pt x="2405151" y="1485681"/>
                  </a:lnTo>
                  <a:lnTo>
                    <a:pt x="2424683" y="1442466"/>
                  </a:lnTo>
                  <a:lnTo>
                    <a:pt x="242468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121145" y="1608581"/>
              <a:ext cx="2425065" cy="481330"/>
            </a:xfrm>
            <a:custGeom>
              <a:avLst/>
              <a:gdLst/>
              <a:ahLst/>
              <a:cxnLst/>
              <a:rect l="l" t="t" r="r" b="b"/>
              <a:pathLst>
                <a:path w="2425065" h="481330">
                  <a:moveTo>
                    <a:pt x="1212342" y="0"/>
                  </a:moveTo>
                  <a:lnTo>
                    <a:pt x="1138489" y="438"/>
                  </a:lnTo>
                  <a:lnTo>
                    <a:pt x="1065807" y="1738"/>
                  </a:lnTo>
                  <a:lnTo>
                    <a:pt x="994422" y="3873"/>
                  </a:lnTo>
                  <a:lnTo>
                    <a:pt x="924461" y="6818"/>
                  </a:lnTo>
                  <a:lnTo>
                    <a:pt x="856050" y="10549"/>
                  </a:lnTo>
                  <a:lnTo>
                    <a:pt x="789317" y="15040"/>
                  </a:lnTo>
                  <a:lnTo>
                    <a:pt x="724388" y="20266"/>
                  </a:lnTo>
                  <a:lnTo>
                    <a:pt x="661390" y="26201"/>
                  </a:lnTo>
                  <a:lnTo>
                    <a:pt x="600450" y="32822"/>
                  </a:lnTo>
                  <a:lnTo>
                    <a:pt x="541695" y="40102"/>
                  </a:lnTo>
                  <a:lnTo>
                    <a:pt x="485251" y="48016"/>
                  </a:lnTo>
                  <a:lnTo>
                    <a:pt x="431246" y="56540"/>
                  </a:lnTo>
                  <a:lnTo>
                    <a:pt x="379805" y="65648"/>
                  </a:lnTo>
                  <a:lnTo>
                    <a:pt x="331057" y="75315"/>
                  </a:lnTo>
                  <a:lnTo>
                    <a:pt x="285128" y="85515"/>
                  </a:lnTo>
                  <a:lnTo>
                    <a:pt x="242144" y="96225"/>
                  </a:lnTo>
                  <a:lnTo>
                    <a:pt x="202232" y="107418"/>
                  </a:lnTo>
                  <a:lnTo>
                    <a:pt x="165520" y="119069"/>
                  </a:lnTo>
                  <a:lnTo>
                    <a:pt x="102200" y="143646"/>
                  </a:lnTo>
                  <a:lnTo>
                    <a:pt x="53200" y="169756"/>
                  </a:lnTo>
                  <a:lnTo>
                    <a:pt x="19532" y="197195"/>
                  </a:lnTo>
                  <a:lnTo>
                    <a:pt x="0" y="240410"/>
                  </a:lnTo>
                  <a:lnTo>
                    <a:pt x="2212" y="255056"/>
                  </a:lnTo>
                  <a:lnTo>
                    <a:pt x="34386" y="297499"/>
                  </a:lnTo>
                  <a:lnTo>
                    <a:pt x="75847" y="324299"/>
                  </a:lnTo>
                  <a:lnTo>
                    <a:pt x="132134" y="349667"/>
                  </a:lnTo>
                  <a:lnTo>
                    <a:pt x="202232" y="373403"/>
                  </a:lnTo>
                  <a:lnTo>
                    <a:pt x="242144" y="384596"/>
                  </a:lnTo>
                  <a:lnTo>
                    <a:pt x="285128" y="395306"/>
                  </a:lnTo>
                  <a:lnTo>
                    <a:pt x="331057" y="405506"/>
                  </a:lnTo>
                  <a:lnTo>
                    <a:pt x="379805" y="415173"/>
                  </a:lnTo>
                  <a:lnTo>
                    <a:pt x="431246" y="424281"/>
                  </a:lnTo>
                  <a:lnTo>
                    <a:pt x="485251" y="432805"/>
                  </a:lnTo>
                  <a:lnTo>
                    <a:pt x="541695" y="440719"/>
                  </a:lnTo>
                  <a:lnTo>
                    <a:pt x="600450" y="447999"/>
                  </a:lnTo>
                  <a:lnTo>
                    <a:pt x="661390" y="454620"/>
                  </a:lnTo>
                  <a:lnTo>
                    <a:pt x="724388" y="460555"/>
                  </a:lnTo>
                  <a:lnTo>
                    <a:pt x="789317" y="465781"/>
                  </a:lnTo>
                  <a:lnTo>
                    <a:pt x="856050" y="470272"/>
                  </a:lnTo>
                  <a:lnTo>
                    <a:pt x="924461" y="474003"/>
                  </a:lnTo>
                  <a:lnTo>
                    <a:pt x="994422" y="476948"/>
                  </a:lnTo>
                  <a:lnTo>
                    <a:pt x="1065807" y="479083"/>
                  </a:lnTo>
                  <a:lnTo>
                    <a:pt x="1138489" y="480383"/>
                  </a:lnTo>
                  <a:lnTo>
                    <a:pt x="1212342" y="480821"/>
                  </a:lnTo>
                  <a:lnTo>
                    <a:pt x="1286194" y="480383"/>
                  </a:lnTo>
                  <a:lnTo>
                    <a:pt x="1358876" y="479083"/>
                  </a:lnTo>
                  <a:lnTo>
                    <a:pt x="1430261" y="476948"/>
                  </a:lnTo>
                  <a:lnTo>
                    <a:pt x="1500222" y="474003"/>
                  </a:lnTo>
                  <a:lnTo>
                    <a:pt x="1568633" y="470272"/>
                  </a:lnTo>
                  <a:lnTo>
                    <a:pt x="1635366" y="465781"/>
                  </a:lnTo>
                  <a:lnTo>
                    <a:pt x="1700295" y="460555"/>
                  </a:lnTo>
                  <a:lnTo>
                    <a:pt x="1763293" y="454620"/>
                  </a:lnTo>
                  <a:lnTo>
                    <a:pt x="1824233" y="447999"/>
                  </a:lnTo>
                  <a:lnTo>
                    <a:pt x="1882988" y="440719"/>
                  </a:lnTo>
                  <a:lnTo>
                    <a:pt x="1939432" y="432805"/>
                  </a:lnTo>
                  <a:lnTo>
                    <a:pt x="1993437" y="424281"/>
                  </a:lnTo>
                  <a:lnTo>
                    <a:pt x="2044878" y="415173"/>
                  </a:lnTo>
                  <a:lnTo>
                    <a:pt x="2093626" y="405506"/>
                  </a:lnTo>
                  <a:lnTo>
                    <a:pt x="2139555" y="395306"/>
                  </a:lnTo>
                  <a:lnTo>
                    <a:pt x="2182539" y="384596"/>
                  </a:lnTo>
                  <a:lnTo>
                    <a:pt x="2222451" y="373403"/>
                  </a:lnTo>
                  <a:lnTo>
                    <a:pt x="2259163" y="361752"/>
                  </a:lnTo>
                  <a:lnTo>
                    <a:pt x="2322483" y="337175"/>
                  </a:lnTo>
                  <a:lnTo>
                    <a:pt x="2371483" y="311065"/>
                  </a:lnTo>
                  <a:lnTo>
                    <a:pt x="2405151" y="283626"/>
                  </a:lnTo>
                  <a:lnTo>
                    <a:pt x="2424683" y="240410"/>
                  </a:lnTo>
                  <a:lnTo>
                    <a:pt x="2422471" y="225765"/>
                  </a:lnTo>
                  <a:lnTo>
                    <a:pt x="2390297" y="183322"/>
                  </a:lnTo>
                  <a:lnTo>
                    <a:pt x="2348836" y="156522"/>
                  </a:lnTo>
                  <a:lnTo>
                    <a:pt x="2292549" y="131154"/>
                  </a:lnTo>
                  <a:lnTo>
                    <a:pt x="2222451" y="107418"/>
                  </a:lnTo>
                  <a:lnTo>
                    <a:pt x="2182539" y="96225"/>
                  </a:lnTo>
                  <a:lnTo>
                    <a:pt x="2139555" y="85515"/>
                  </a:lnTo>
                  <a:lnTo>
                    <a:pt x="2093626" y="75315"/>
                  </a:lnTo>
                  <a:lnTo>
                    <a:pt x="2044878" y="65648"/>
                  </a:lnTo>
                  <a:lnTo>
                    <a:pt x="1993437" y="56540"/>
                  </a:lnTo>
                  <a:lnTo>
                    <a:pt x="1939432" y="48016"/>
                  </a:lnTo>
                  <a:lnTo>
                    <a:pt x="1882988" y="40102"/>
                  </a:lnTo>
                  <a:lnTo>
                    <a:pt x="1824233" y="32822"/>
                  </a:lnTo>
                  <a:lnTo>
                    <a:pt x="1763293" y="26201"/>
                  </a:lnTo>
                  <a:lnTo>
                    <a:pt x="1700295" y="20266"/>
                  </a:lnTo>
                  <a:lnTo>
                    <a:pt x="1635366" y="15040"/>
                  </a:lnTo>
                  <a:lnTo>
                    <a:pt x="1568633" y="10549"/>
                  </a:lnTo>
                  <a:lnTo>
                    <a:pt x="1500222" y="6818"/>
                  </a:lnTo>
                  <a:lnTo>
                    <a:pt x="1430261" y="3873"/>
                  </a:lnTo>
                  <a:lnTo>
                    <a:pt x="1358876" y="1738"/>
                  </a:lnTo>
                  <a:lnTo>
                    <a:pt x="1286194" y="438"/>
                  </a:lnTo>
                  <a:lnTo>
                    <a:pt x="1212342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21145" y="1608581"/>
              <a:ext cx="2425065" cy="1923414"/>
            </a:xfrm>
            <a:custGeom>
              <a:avLst/>
              <a:gdLst/>
              <a:ahLst/>
              <a:cxnLst/>
              <a:rect l="l" t="t" r="r" b="b"/>
              <a:pathLst>
                <a:path w="2425065" h="1923414">
                  <a:moveTo>
                    <a:pt x="2424683" y="240411"/>
                  </a:moveTo>
                  <a:lnTo>
                    <a:pt x="2405151" y="283626"/>
                  </a:lnTo>
                  <a:lnTo>
                    <a:pt x="2371483" y="311065"/>
                  </a:lnTo>
                  <a:lnTo>
                    <a:pt x="2322483" y="337175"/>
                  </a:lnTo>
                  <a:lnTo>
                    <a:pt x="2259163" y="361752"/>
                  </a:lnTo>
                  <a:lnTo>
                    <a:pt x="2222451" y="373403"/>
                  </a:lnTo>
                  <a:lnTo>
                    <a:pt x="2182539" y="384596"/>
                  </a:lnTo>
                  <a:lnTo>
                    <a:pt x="2139555" y="395306"/>
                  </a:lnTo>
                  <a:lnTo>
                    <a:pt x="2093626" y="405506"/>
                  </a:lnTo>
                  <a:lnTo>
                    <a:pt x="2044878" y="415173"/>
                  </a:lnTo>
                  <a:lnTo>
                    <a:pt x="1993437" y="424281"/>
                  </a:lnTo>
                  <a:lnTo>
                    <a:pt x="1939432" y="432805"/>
                  </a:lnTo>
                  <a:lnTo>
                    <a:pt x="1882988" y="440719"/>
                  </a:lnTo>
                  <a:lnTo>
                    <a:pt x="1824233" y="447999"/>
                  </a:lnTo>
                  <a:lnTo>
                    <a:pt x="1763293" y="454620"/>
                  </a:lnTo>
                  <a:lnTo>
                    <a:pt x="1700295" y="460555"/>
                  </a:lnTo>
                  <a:lnTo>
                    <a:pt x="1635366" y="465781"/>
                  </a:lnTo>
                  <a:lnTo>
                    <a:pt x="1568633" y="470272"/>
                  </a:lnTo>
                  <a:lnTo>
                    <a:pt x="1500222" y="474003"/>
                  </a:lnTo>
                  <a:lnTo>
                    <a:pt x="1430261" y="476948"/>
                  </a:lnTo>
                  <a:lnTo>
                    <a:pt x="1358876" y="479083"/>
                  </a:lnTo>
                  <a:lnTo>
                    <a:pt x="1286194" y="480383"/>
                  </a:lnTo>
                  <a:lnTo>
                    <a:pt x="1212341" y="480822"/>
                  </a:lnTo>
                  <a:lnTo>
                    <a:pt x="1138489" y="480383"/>
                  </a:lnTo>
                  <a:lnTo>
                    <a:pt x="1065807" y="479083"/>
                  </a:lnTo>
                  <a:lnTo>
                    <a:pt x="994422" y="476948"/>
                  </a:lnTo>
                  <a:lnTo>
                    <a:pt x="924461" y="474003"/>
                  </a:lnTo>
                  <a:lnTo>
                    <a:pt x="856050" y="470272"/>
                  </a:lnTo>
                  <a:lnTo>
                    <a:pt x="789317" y="465781"/>
                  </a:lnTo>
                  <a:lnTo>
                    <a:pt x="724388" y="460555"/>
                  </a:lnTo>
                  <a:lnTo>
                    <a:pt x="661390" y="454620"/>
                  </a:lnTo>
                  <a:lnTo>
                    <a:pt x="600450" y="447999"/>
                  </a:lnTo>
                  <a:lnTo>
                    <a:pt x="541695" y="440719"/>
                  </a:lnTo>
                  <a:lnTo>
                    <a:pt x="485251" y="432805"/>
                  </a:lnTo>
                  <a:lnTo>
                    <a:pt x="431246" y="424281"/>
                  </a:lnTo>
                  <a:lnTo>
                    <a:pt x="379805" y="415173"/>
                  </a:lnTo>
                  <a:lnTo>
                    <a:pt x="331057" y="405506"/>
                  </a:lnTo>
                  <a:lnTo>
                    <a:pt x="285128" y="395306"/>
                  </a:lnTo>
                  <a:lnTo>
                    <a:pt x="242144" y="384596"/>
                  </a:lnTo>
                  <a:lnTo>
                    <a:pt x="202232" y="373403"/>
                  </a:lnTo>
                  <a:lnTo>
                    <a:pt x="165520" y="361752"/>
                  </a:lnTo>
                  <a:lnTo>
                    <a:pt x="102200" y="337175"/>
                  </a:lnTo>
                  <a:lnTo>
                    <a:pt x="53200" y="311065"/>
                  </a:lnTo>
                  <a:lnTo>
                    <a:pt x="19532" y="283626"/>
                  </a:lnTo>
                  <a:lnTo>
                    <a:pt x="0" y="240411"/>
                  </a:lnTo>
                  <a:lnTo>
                    <a:pt x="2212" y="225765"/>
                  </a:lnTo>
                  <a:lnTo>
                    <a:pt x="34386" y="183322"/>
                  </a:lnTo>
                  <a:lnTo>
                    <a:pt x="75847" y="156522"/>
                  </a:lnTo>
                  <a:lnTo>
                    <a:pt x="132134" y="131154"/>
                  </a:lnTo>
                  <a:lnTo>
                    <a:pt x="202232" y="107418"/>
                  </a:lnTo>
                  <a:lnTo>
                    <a:pt x="242144" y="96225"/>
                  </a:lnTo>
                  <a:lnTo>
                    <a:pt x="285128" y="85515"/>
                  </a:lnTo>
                  <a:lnTo>
                    <a:pt x="331057" y="75315"/>
                  </a:lnTo>
                  <a:lnTo>
                    <a:pt x="379805" y="65648"/>
                  </a:lnTo>
                  <a:lnTo>
                    <a:pt x="431246" y="56540"/>
                  </a:lnTo>
                  <a:lnTo>
                    <a:pt x="485251" y="48016"/>
                  </a:lnTo>
                  <a:lnTo>
                    <a:pt x="541695" y="40102"/>
                  </a:lnTo>
                  <a:lnTo>
                    <a:pt x="600450" y="32822"/>
                  </a:lnTo>
                  <a:lnTo>
                    <a:pt x="661390" y="26201"/>
                  </a:lnTo>
                  <a:lnTo>
                    <a:pt x="724388" y="20266"/>
                  </a:lnTo>
                  <a:lnTo>
                    <a:pt x="789317" y="15040"/>
                  </a:lnTo>
                  <a:lnTo>
                    <a:pt x="856050" y="10549"/>
                  </a:lnTo>
                  <a:lnTo>
                    <a:pt x="924461" y="6818"/>
                  </a:lnTo>
                  <a:lnTo>
                    <a:pt x="994422" y="3873"/>
                  </a:lnTo>
                  <a:lnTo>
                    <a:pt x="1065807" y="1738"/>
                  </a:lnTo>
                  <a:lnTo>
                    <a:pt x="1138489" y="438"/>
                  </a:lnTo>
                  <a:lnTo>
                    <a:pt x="1212341" y="0"/>
                  </a:lnTo>
                  <a:lnTo>
                    <a:pt x="1286194" y="438"/>
                  </a:lnTo>
                  <a:lnTo>
                    <a:pt x="1358876" y="1738"/>
                  </a:lnTo>
                  <a:lnTo>
                    <a:pt x="1430261" y="3873"/>
                  </a:lnTo>
                  <a:lnTo>
                    <a:pt x="1500222" y="6818"/>
                  </a:lnTo>
                  <a:lnTo>
                    <a:pt x="1568633" y="10549"/>
                  </a:lnTo>
                  <a:lnTo>
                    <a:pt x="1635366" y="15040"/>
                  </a:lnTo>
                  <a:lnTo>
                    <a:pt x="1700295" y="20266"/>
                  </a:lnTo>
                  <a:lnTo>
                    <a:pt x="1763293" y="26201"/>
                  </a:lnTo>
                  <a:lnTo>
                    <a:pt x="1824233" y="32822"/>
                  </a:lnTo>
                  <a:lnTo>
                    <a:pt x="1882988" y="40102"/>
                  </a:lnTo>
                  <a:lnTo>
                    <a:pt x="1939432" y="48016"/>
                  </a:lnTo>
                  <a:lnTo>
                    <a:pt x="1993437" y="56540"/>
                  </a:lnTo>
                  <a:lnTo>
                    <a:pt x="2044878" y="65648"/>
                  </a:lnTo>
                  <a:lnTo>
                    <a:pt x="2093626" y="75315"/>
                  </a:lnTo>
                  <a:lnTo>
                    <a:pt x="2139555" y="85515"/>
                  </a:lnTo>
                  <a:lnTo>
                    <a:pt x="2182539" y="96225"/>
                  </a:lnTo>
                  <a:lnTo>
                    <a:pt x="2222451" y="107418"/>
                  </a:lnTo>
                  <a:lnTo>
                    <a:pt x="2259163" y="119069"/>
                  </a:lnTo>
                  <a:lnTo>
                    <a:pt x="2322483" y="143646"/>
                  </a:lnTo>
                  <a:lnTo>
                    <a:pt x="2371483" y="169756"/>
                  </a:lnTo>
                  <a:lnTo>
                    <a:pt x="2405151" y="197195"/>
                  </a:lnTo>
                  <a:lnTo>
                    <a:pt x="2424683" y="240411"/>
                  </a:lnTo>
                  <a:close/>
                </a:path>
                <a:path w="2425065" h="1923414">
                  <a:moveTo>
                    <a:pt x="2424683" y="240411"/>
                  </a:moveTo>
                  <a:lnTo>
                    <a:pt x="2424683" y="1682877"/>
                  </a:lnTo>
                  <a:lnTo>
                    <a:pt x="2422471" y="1697522"/>
                  </a:lnTo>
                  <a:lnTo>
                    <a:pt x="2390297" y="1739965"/>
                  </a:lnTo>
                  <a:lnTo>
                    <a:pt x="2348836" y="1766765"/>
                  </a:lnTo>
                  <a:lnTo>
                    <a:pt x="2292549" y="1792133"/>
                  </a:lnTo>
                  <a:lnTo>
                    <a:pt x="2222451" y="1815869"/>
                  </a:lnTo>
                  <a:lnTo>
                    <a:pt x="2182539" y="1827062"/>
                  </a:lnTo>
                  <a:lnTo>
                    <a:pt x="2139555" y="1837772"/>
                  </a:lnTo>
                  <a:lnTo>
                    <a:pt x="2093626" y="1847972"/>
                  </a:lnTo>
                  <a:lnTo>
                    <a:pt x="2044878" y="1857639"/>
                  </a:lnTo>
                  <a:lnTo>
                    <a:pt x="1993437" y="1866747"/>
                  </a:lnTo>
                  <a:lnTo>
                    <a:pt x="1939432" y="1875271"/>
                  </a:lnTo>
                  <a:lnTo>
                    <a:pt x="1882988" y="1883185"/>
                  </a:lnTo>
                  <a:lnTo>
                    <a:pt x="1824233" y="1890465"/>
                  </a:lnTo>
                  <a:lnTo>
                    <a:pt x="1763293" y="1897086"/>
                  </a:lnTo>
                  <a:lnTo>
                    <a:pt x="1700295" y="1903021"/>
                  </a:lnTo>
                  <a:lnTo>
                    <a:pt x="1635366" y="1908247"/>
                  </a:lnTo>
                  <a:lnTo>
                    <a:pt x="1568633" y="1912738"/>
                  </a:lnTo>
                  <a:lnTo>
                    <a:pt x="1500222" y="1916469"/>
                  </a:lnTo>
                  <a:lnTo>
                    <a:pt x="1430261" y="1919414"/>
                  </a:lnTo>
                  <a:lnTo>
                    <a:pt x="1358876" y="1921549"/>
                  </a:lnTo>
                  <a:lnTo>
                    <a:pt x="1286194" y="1922849"/>
                  </a:lnTo>
                  <a:lnTo>
                    <a:pt x="1212341" y="1923288"/>
                  </a:lnTo>
                  <a:lnTo>
                    <a:pt x="1138489" y="1922849"/>
                  </a:lnTo>
                  <a:lnTo>
                    <a:pt x="1065807" y="1921549"/>
                  </a:lnTo>
                  <a:lnTo>
                    <a:pt x="994422" y="1919414"/>
                  </a:lnTo>
                  <a:lnTo>
                    <a:pt x="924461" y="1916469"/>
                  </a:lnTo>
                  <a:lnTo>
                    <a:pt x="856050" y="1912738"/>
                  </a:lnTo>
                  <a:lnTo>
                    <a:pt x="789317" y="1908247"/>
                  </a:lnTo>
                  <a:lnTo>
                    <a:pt x="724388" y="1903021"/>
                  </a:lnTo>
                  <a:lnTo>
                    <a:pt x="661390" y="1897086"/>
                  </a:lnTo>
                  <a:lnTo>
                    <a:pt x="600450" y="1890465"/>
                  </a:lnTo>
                  <a:lnTo>
                    <a:pt x="541695" y="1883185"/>
                  </a:lnTo>
                  <a:lnTo>
                    <a:pt x="485251" y="1875271"/>
                  </a:lnTo>
                  <a:lnTo>
                    <a:pt x="431246" y="1866747"/>
                  </a:lnTo>
                  <a:lnTo>
                    <a:pt x="379805" y="1857639"/>
                  </a:lnTo>
                  <a:lnTo>
                    <a:pt x="331057" y="1847972"/>
                  </a:lnTo>
                  <a:lnTo>
                    <a:pt x="285128" y="1837772"/>
                  </a:lnTo>
                  <a:lnTo>
                    <a:pt x="242144" y="1827062"/>
                  </a:lnTo>
                  <a:lnTo>
                    <a:pt x="202232" y="1815869"/>
                  </a:lnTo>
                  <a:lnTo>
                    <a:pt x="165520" y="1804218"/>
                  </a:lnTo>
                  <a:lnTo>
                    <a:pt x="102200" y="1779641"/>
                  </a:lnTo>
                  <a:lnTo>
                    <a:pt x="53200" y="1753531"/>
                  </a:lnTo>
                  <a:lnTo>
                    <a:pt x="19532" y="1726092"/>
                  </a:lnTo>
                  <a:lnTo>
                    <a:pt x="0" y="1682877"/>
                  </a:lnTo>
                  <a:lnTo>
                    <a:pt x="0" y="240411"/>
                  </a:lnTo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709629" y="1721128"/>
            <a:ext cx="140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16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679435" y="3703320"/>
            <a:ext cx="881380" cy="388620"/>
            <a:chOff x="7679435" y="3703320"/>
            <a:chExt cx="881380" cy="388620"/>
          </a:xfrm>
        </p:grpSpPr>
        <p:sp>
          <p:nvSpPr>
            <p:cNvPr id="14" name="object 14" descr=""/>
            <p:cNvSpPr/>
            <p:nvPr/>
          </p:nvSpPr>
          <p:spPr>
            <a:xfrm>
              <a:off x="7693913" y="3717798"/>
              <a:ext cx="852169" cy="360045"/>
            </a:xfrm>
            <a:custGeom>
              <a:avLst/>
              <a:gdLst/>
              <a:ahLst/>
              <a:cxnLst/>
              <a:rect l="l" t="t" r="r" b="b"/>
              <a:pathLst>
                <a:path w="852170" h="360045">
                  <a:moveTo>
                    <a:pt x="851916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851916" y="359663"/>
                  </a:lnTo>
                  <a:lnTo>
                    <a:pt x="851916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693913" y="3717798"/>
              <a:ext cx="852169" cy="360045"/>
            </a:xfrm>
            <a:custGeom>
              <a:avLst/>
              <a:gdLst/>
              <a:ahLst/>
              <a:cxnLst/>
              <a:rect l="l" t="t" r="r" b="b"/>
              <a:pathLst>
                <a:path w="852170" h="360045">
                  <a:moveTo>
                    <a:pt x="0" y="359663"/>
                  </a:moveTo>
                  <a:lnTo>
                    <a:pt x="851916" y="359663"/>
                  </a:lnTo>
                  <a:lnTo>
                    <a:pt x="851916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6024371" y="3703320"/>
            <a:ext cx="902335" cy="388620"/>
            <a:chOff x="6024371" y="3703320"/>
            <a:chExt cx="902335" cy="388620"/>
          </a:xfrm>
        </p:grpSpPr>
        <p:sp>
          <p:nvSpPr>
            <p:cNvPr id="17" name="object 17" descr=""/>
            <p:cNvSpPr/>
            <p:nvPr/>
          </p:nvSpPr>
          <p:spPr>
            <a:xfrm>
              <a:off x="6038849" y="3717798"/>
              <a:ext cx="873760" cy="360045"/>
            </a:xfrm>
            <a:custGeom>
              <a:avLst/>
              <a:gdLst/>
              <a:ahLst/>
              <a:cxnLst/>
              <a:rect l="l" t="t" r="r" b="b"/>
              <a:pathLst>
                <a:path w="873759" h="360045">
                  <a:moveTo>
                    <a:pt x="873251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873251" y="359663"/>
                  </a:lnTo>
                  <a:lnTo>
                    <a:pt x="87325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38849" y="3717798"/>
              <a:ext cx="873760" cy="360045"/>
            </a:xfrm>
            <a:custGeom>
              <a:avLst/>
              <a:gdLst/>
              <a:ahLst/>
              <a:cxnLst/>
              <a:rect l="l" t="t" r="r" b="b"/>
              <a:pathLst>
                <a:path w="873759" h="360045">
                  <a:moveTo>
                    <a:pt x="0" y="359663"/>
                  </a:moveTo>
                  <a:lnTo>
                    <a:pt x="873251" y="359663"/>
                  </a:lnTo>
                  <a:lnTo>
                    <a:pt x="873251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002742" y="4094548"/>
            <a:ext cx="915669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Archivo plano: tabla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1800" spc="-8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655977" y="4102092"/>
            <a:ext cx="915669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Archivo plano: tabla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1800" spc="-8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315200" y="4978141"/>
            <a:ext cx="262255" cy="544830"/>
            <a:chOff x="7315200" y="4978141"/>
            <a:chExt cx="262255" cy="544830"/>
          </a:xfrm>
        </p:grpSpPr>
        <p:sp>
          <p:nvSpPr>
            <p:cNvPr id="22" name="object 22" descr=""/>
            <p:cNvSpPr/>
            <p:nvPr/>
          </p:nvSpPr>
          <p:spPr>
            <a:xfrm>
              <a:off x="7334250" y="5064937"/>
              <a:ext cx="198755" cy="439420"/>
            </a:xfrm>
            <a:custGeom>
              <a:avLst/>
              <a:gdLst/>
              <a:ahLst/>
              <a:cxnLst/>
              <a:rect l="l" t="t" r="r" b="b"/>
              <a:pathLst>
                <a:path w="198754" h="439420">
                  <a:moveTo>
                    <a:pt x="0" y="438988"/>
                  </a:moveTo>
                  <a:lnTo>
                    <a:pt x="198501" y="0"/>
                  </a:lnTo>
                </a:path>
              </a:pathLst>
            </a:custGeom>
            <a:ln w="3810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472828" y="4978141"/>
              <a:ext cx="104775" cy="128270"/>
            </a:xfrm>
            <a:custGeom>
              <a:avLst/>
              <a:gdLst/>
              <a:ahLst/>
              <a:cxnLst/>
              <a:rect l="l" t="t" r="r" b="b"/>
              <a:pathLst>
                <a:path w="104775" h="128270">
                  <a:moveTo>
                    <a:pt x="99161" y="0"/>
                  </a:moveTo>
                  <a:lnTo>
                    <a:pt x="0" y="80606"/>
                  </a:lnTo>
                  <a:lnTo>
                    <a:pt x="104152" y="127698"/>
                  </a:lnTo>
                  <a:lnTo>
                    <a:pt x="99161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22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Tablas</a:t>
            </a:r>
            <a:r>
              <a:rPr dirty="0" spc="-145"/>
              <a:t> </a:t>
            </a:r>
            <a:r>
              <a:rPr dirty="0" spc="-10"/>
              <a:t>Externas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5156835" cy="430847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principales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ventajas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hacer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copia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seguridad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vez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alojados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y,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nunca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menos</a:t>
            </a:r>
            <a:r>
              <a:rPr dirty="0" sz="28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contenido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2685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archivo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cambie</a:t>
            </a:r>
            <a:endParaRPr sz="2800">
              <a:latin typeface="Calibri"/>
              <a:cs typeface="Calibri"/>
            </a:endParaRPr>
          </a:p>
          <a:p>
            <a:pPr marL="182880" marR="123189" indent="-170815">
              <a:lnSpc>
                <a:spcPct val="80000"/>
              </a:lnSpc>
              <a:spcBef>
                <a:spcPts val="8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muy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similar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estándar,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excepto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hecho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adicional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final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90392" y="5151396"/>
            <a:ext cx="27514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2715" marR="5080" indent="-1206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1800" spc="-2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copia</a:t>
            </a: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seguridad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1800" spc="-4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nivel</a:t>
            </a:r>
            <a:r>
              <a:rPr dirty="0" sz="1800" spc="-5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18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operativo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833654" y="4648960"/>
            <a:ext cx="276225" cy="565150"/>
            <a:chOff x="6833654" y="4648960"/>
            <a:chExt cx="276225" cy="565150"/>
          </a:xfrm>
        </p:grpSpPr>
        <p:sp>
          <p:nvSpPr>
            <p:cNvPr id="6" name="object 6" descr=""/>
            <p:cNvSpPr/>
            <p:nvPr/>
          </p:nvSpPr>
          <p:spPr>
            <a:xfrm>
              <a:off x="6877494" y="4735372"/>
              <a:ext cx="213360" cy="459740"/>
            </a:xfrm>
            <a:custGeom>
              <a:avLst/>
              <a:gdLst/>
              <a:ahLst/>
              <a:cxnLst/>
              <a:rect l="l" t="t" r="r" b="b"/>
              <a:pathLst>
                <a:path w="213359" h="459739">
                  <a:moveTo>
                    <a:pt x="212915" y="459181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833654" y="4648960"/>
              <a:ext cx="104139" cy="128270"/>
            </a:xfrm>
            <a:custGeom>
              <a:avLst/>
              <a:gdLst/>
              <a:ahLst/>
              <a:cxnLst/>
              <a:rect l="l" t="t" r="r" b="b"/>
              <a:pathLst>
                <a:path w="104140" h="128270">
                  <a:moveTo>
                    <a:pt x="3771" y="0"/>
                  </a:moveTo>
                  <a:lnTo>
                    <a:pt x="0" y="127736"/>
                  </a:lnTo>
                  <a:lnTo>
                    <a:pt x="103695" y="79654"/>
                  </a:lnTo>
                  <a:lnTo>
                    <a:pt x="3771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5940552" y="1385316"/>
            <a:ext cx="2598420" cy="2030095"/>
            <a:chOff x="5940552" y="1385316"/>
            <a:chExt cx="2598420" cy="2030095"/>
          </a:xfrm>
        </p:grpSpPr>
        <p:sp>
          <p:nvSpPr>
            <p:cNvPr id="9" name="object 9" descr=""/>
            <p:cNvSpPr/>
            <p:nvPr/>
          </p:nvSpPr>
          <p:spPr>
            <a:xfrm>
              <a:off x="5955030" y="1649920"/>
              <a:ext cx="2569845" cy="1751330"/>
            </a:xfrm>
            <a:custGeom>
              <a:avLst/>
              <a:gdLst/>
              <a:ahLst/>
              <a:cxnLst/>
              <a:rect l="l" t="t" r="r" b="b"/>
              <a:pathLst>
                <a:path w="2569845" h="1751329">
                  <a:moveTo>
                    <a:pt x="2569464" y="0"/>
                  </a:moveTo>
                  <a:lnTo>
                    <a:pt x="2550197" y="43395"/>
                  </a:lnTo>
                  <a:lnTo>
                    <a:pt x="2516949" y="71012"/>
                  </a:lnTo>
                  <a:lnTo>
                    <a:pt x="2468503" y="97359"/>
                  </a:lnTo>
                  <a:lnTo>
                    <a:pt x="2405822" y="122248"/>
                  </a:lnTo>
                  <a:lnTo>
                    <a:pt x="2369446" y="134088"/>
                  </a:lnTo>
                  <a:lnTo>
                    <a:pt x="2329872" y="145493"/>
                  </a:lnTo>
                  <a:lnTo>
                    <a:pt x="2287222" y="156440"/>
                  </a:lnTo>
                  <a:lnTo>
                    <a:pt x="2241615" y="166905"/>
                  </a:lnTo>
                  <a:lnTo>
                    <a:pt x="2193174" y="176864"/>
                  </a:lnTo>
                  <a:lnTo>
                    <a:pt x="2142017" y="186296"/>
                  </a:lnTo>
                  <a:lnTo>
                    <a:pt x="2088265" y="195175"/>
                  </a:lnTo>
                  <a:lnTo>
                    <a:pt x="2032040" y="203479"/>
                  </a:lnTo>
                  <a:lnTo>
                    <a:pt x="1973460" y="211184"/>
                  </a:lnTo>
                  <a:lnTo>
                    <a:pt x="1912648" y="218266"/>
                  </a:lnTo>
                  <a:lnTo>
                    <a:pt x="1849723" y="224702"/>
                  </a:lnTo>
                  <a:lnTo>
                    <a:pt x="1784807" y="230469"/>
                  </a:lnTo>
                  <a:lnTo>
                    <a:pt x="1718018" y="235544"/>
                  </a:lnTo>
                  <a:lnTo>
                    <a:pt x="1649478" y="239902"/>
                  </a:lnTo>
                  <a:lnTo>
                    <a:pt x="1579308" y="243520"/>
                  </a:lnTo>
                  <a:lnTo>
                    <a:pt x="1507628" y="246375"/>
                  </a:lnTo>
                  <a:lnTo>
                    <a:pt x="1434558" y="248443"/>
                  </a:lnTo>
                  <a:lnTo>
                    <a:pt x="1360219" y="249701"/>
                  </a:lnTo>
                  <a:lnTo>
                    <a:pt x="1284731" y="250126"/>
                  </a:lnTo>
                  <a:lnTo>
                    <a:pt x="1209244" y="249701"/>
                  </a:lnTo>
                  <a:lnTo>
                    <a:pt x="1134905" y="248443"/>
                  </a:lnTo>
                  <a:lnTo>
                    <a:pt x="1061835" y="246375"/>
                  </a:lnTo>
                  <a:lnTo>
                    <a:pt x="990155" y="243520"/>
                  </a:lnTo>
                  <a:lnTo>
                    <a:pt x="919985" y="239902"/>
                  </a:lnTo>
                  <a:lnTo>
                    <a:pt x="851445" y="235544"/>
                  </a:lnTo>
                  <a:lnTo>
                    <a:pt x="784656" y="230469"/>
                  </a:lnTo>
                  <a:lnTo>
                    <a:pt x="719740" y="224702"/>
                  </a:lnTo>
                  <a:lnTo>
                    <a:pt x="656815" y="218266"/>
                  </a:lnTo>
                  <a:lnTo>
                    <a:pt x="596003" y="211184"/>
                  </a:lnTo>
                  <a:lnTo>
                    <a:pt x="537423" y="203479"/>
                  </a:lnTo>
                  <a:lnTo>
                    <a:pt x="481198" y="195175"/>
                  </a:lnTo>
                  <a:lnTo>
                    <a:pt x="427446" y="186296"/>
                  </a:lnTo>
                  <a:lnTo>
                    <a:pt x="376289" y="176864"/>
                  </a:lnTo>
                  <a:lnTo>
                    <a:pt x="327848" y="166905"/>
                  </a:lnTo>
                  <a:lnTo>
                    <a:pt x="282241" y="156440"/>
                  </a:lnTo>
                  <a:lnTo>
                    <a:pt x="239591" y="145493"/>
                  </a:lnTo>
                  <a:lnTo>
                    <a:pt x="200017" y="134088"/>
                  </a:lnTo>
                  <a:lnTo>
                    <a:pt x="163641" y="122248"/>
                  </a:lnTo>
                  <a:lnTo>
                    <a:pt x="100960" y="97359"/>
                  </a:lnTo>
                  <a:lnTo>
                    <a:pt x="52514" y="71012"/>
                  </a:lnTo>
                  <a:lnTo>
                    <a:pt x="19266" y="43395"/>
                  </a:lnTo>
                  <a:lnTo>
                    <a:pt x="0" y="0"/>
                  </a:lnTo>
                  <a:lnTo>
                    <a:pt x="0" y="1500758"/>
                  </a:lnTo>
                  <a:lnTo>
                    <a:pt x="19266" y="1544154"/>
                  </a:lnTo>
                  <a:lnTo>
                    <a:pt x="52514" y="1571771"/>
                  </a:lnTo>
                  <a:lnTo>
                    <a:pt x="100960" y="1598118"/>
                  </a:lnTo>
                  <a:lnTo>
                    <a:pt x="163641" y="1623007"/>
                  </a:lnTo>
                  <a:lnTo>
                    <a:pt x="200017" y="1634847"/>
                  </a:lnTo>
                  <a:lnTo>
                    <a:pt x="239591" y="1646252"/>
                  </a:lnTo>
                  <a:lnTo>
                    <a:pt x="282241" y="1657199"/>
                  </a:lnTo>
                  <a:lnTo>
                    <a:pt x="327848" y="1667664"/>
                  </a:lnTo>
                  <a:lnTo>
                    <a:pt x="376289" y="1677623"/>
                  </a:lnTo>
                  <a:lnTo>
                    <a:pt x="427446" y="1687055"/>
                  </a:lnTo>
                  <a:lnTo>
                    <a:pt x="481198" y="1695934"/>
                  </a:lnTo>
                  <a:lnTo>
                    <a:pt x="537423" y="1704238"/>
                  </a:lnTo>
                  <a:lnTo>
                    <a:pt x="596003" y="1711943"/>
                  </a:lnTo>
                  <a:lnTo>
                    <a:pt x="656815" y="1719025"/>
                  </a:lnTo>
                  <a:lnTo>
                    <a:pt x="719740" y="1725461"/>
                  </a:lnTo>
                  <a:lnTo>
                    <a:pt x="784656" y="1731228"/>
                  </a:lnTo>
                  <a:lnTo>
                    <a:pt x="851445" y="1736303"/>
                  </a:lnTo>
                  <a:lnTo>
                    <a:pt x="919985" y="1740661"/>
                  </a:lnTo>
                  <a:lnTo>
                    <a:pt x="990155" y="1744279"/>
                  </a:lnTo>
                  <a:lnTo>
                    <a:pt x="1061835" y="1747134"/>
                  </a:lnTo>
                  <a:lnTo>
                    <a:pt x="1134905" y="1749202"/>
                  </a:lnTo>
                  <a:lnTo>
                    <a:pt x="1209244" y="1750460"/>
                  </a:lnTo>
                  <a:lnTo>
                    <a:pt x="1284731" y="1750885"/>
                  </a:lnTo>
                  <a:lnTo>
                    <a:pt x="1360219" y="1750460"/>
                  </a:lnTo>
                  <a:lnTo>
                    <a:pt x="1434558" y="1749202"/>
                  </a:lnTo>
                  <a:lnTo>
                    <a:pt x="1507628" y="1747134"/>
                  </a:lnTo>
                  <a:lnTo>
                    <a:pt x="1579308" y="1744279"/>
                  </a:lnTo>
                  <a:lnTo>
                    <a:pt x="1649478" y="1740661"/>
                  </a:lnTo>
                  <a:lnTo>
                    <a:pt x="1718018" y="1736303"/>
                  </a:lnTo>
                  <a:lnTo>
                    <a:pt x="1784807" y="1731228"/>
                  </a:lnTo>
                  <a:lnTo>
                    <a:pt x="1849723" y="1725461"/>
                  </a:lnTo>
                  <a:lnTo>
                    <a:pt x="1912648" y="1719025"/>
                  </a:lnTo>
                  <a:lnTo>
                    <a:pt x="1973460" y="1711943"/>
                  </a:lnTo>
                  <a:lnTo>
                    <a:pt x="2032040" y="1704238"/>
                  </a:lnTo>
                  <a:lnTo>
                    <a:pt x="2088265" y="1695934"/>
                  </a:lnTo>
                  <a:lnTo>
                    <a:pt x="2142017" y="1687055"/>
                  </a:lnTo>
                  <a:lnTo>
                    <a:pt x="2193174" y="1677623"/>
                  </a:lnTo>
                  <a:lnTo>
                    <a:pt x="2241615" y="1667664"/>
                  </a:lnTo>
                  <a:lnTo>
                    <a:pt x="2287222" y="1657199"/>
                  </a:lnTo>
                  <a:lnTo>
                    <a:pt x="2329872" y="1646252"/>
                  </a:lnTo>
                  <a:lnTo>
                    <a:pt x="2369446" y="1634847"/>
                  </a:lnTo>
                  <a:lnTo>
                    <a:pt x="2405822" y="1623007"/>
                  </a:lnTo>
                  <a:lnTo>
                    <a:pt x="2468503" y="1598118"/>
                  </a:lnTo>
                  <a:lnTo>
                    <a:pt x="2516949" y="1571771"/>
                  </a:lnTo>
                  <a:lnTo>
                    <a:pt x="2550197" y="1544154"/>
                  </a:lnTo>
                  <a:lnTo>
                    <a:pt x="2569464" y="1500758"/>
                  </a:lnTo>
                  <a:lnTo>
                    <a:pt x="256946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955030" y="1399794"/>
              <a:ext cx="2569845" cy="500380"/>
            </a:xfrm>
            <a:custGeom>
              <a:avLst/>
              <a:gdLst/>
              <a:ahLst/>
              <a:cxnLst/>
              <a:rect l="l" t="t" r="r" b="b"/>
              <a:pathLst>
                <a:path w="2569845" h="500380">
                  <a:moveTo>
                    <a:pt x="1284731" y="0"/>
                  </a:moveTo>
                  <a:lnTo>
                    <a:pt x="1209244" y="424"/>
                  </a:lnTo>
                  <a:lnTo>
                    <a:pt x="1134905" y="1682"/>
                  </a:lnTo>
                  <a:lnTo>
                    <a:pt x="1061835" y="3751"/>
                  </a:lnTo>
                  <a:lnTo>
                    <a:pt x="990155" y="6606"/>
                  </a:lnTo>
                  <a:lnTo>
                    <a:pt x="919985" y="10224"/>
                  </a:lnTo>
                  <a:lnTo>
                    <a:pt x="851445" y="14582"/>
                  </a:lnTo>
                  <a:lnTo>
                    <a:pt x="784656" y="19656"/>
                  </a:lnTo>
                  <a:lnTo>
                    <a:pt x="719740" y="25423"/>
                  </a:lnTo>
                  <a:lnTo>
                    <a:pt x="656815" y="31860"/>
                  </a:lnTo>
                  <a:lnTo>
                    <a:pt x="596003" y="38942"/>
                  </a:lnTo>
                  <a:lnTo>
                    <a:pt x="537423" y="46647"/>
                  </a:lnTo>
                  <a:lnTo>
                    <a:pt x="481198" y="54950"/>
                  </a:lnTo>
                  <a:lnTo>
                    <a:pt x="427446" y="63830"/>
                  </a:lnTo>
                  <a:lnTo>
                    <a:pt x="376289" y="73261"/>
                  </a:lnTo>
                  <a:lnTo>
                    <a:pt x="327848" y="83221"/>
                  </a:lnTo>
                  <a:lnTo>
                    <a:pt x="282241" y="93686"/>
                  </a:lnTo>
                  <a:lnTo>
                    <a:pt x="239591" y="104633"/>
                  </a:lnTo>
                  <a:lnTo>
                    <a:pt x="200017" y="116038"/>
                  </a:lnTo>
                  <a:lnTo>
                    <a:pt x="163641" y="127877"/>
                  </a:lnTo>
                  <a:lnTo>
                    <a:pt x="100960" y="152767"/>
                  </a:lnTo>
                  <a:lnTo>
                    <a:pt x="52514" y="179114"/>
                  </a:lnTo>
                  <a:lnTo>
                    <a:pt x="19266" y="206731"/>
                  </a:lnTo>
                  <a:lnTo>
                    <a:pt x="0" y="250126"/>
                  </a:lnTo>
                  <a:lnTo>
                    <a:pt x="2180" y="264823"/>
                  </a:lnTo>
                  <a:lnTo>
                    <a:pt x="33930" y="307477"/>
                  </a:lnTo>
                  <a:lnTo>
                    <a:pt x="74898" y="334482"/>
                  </a:lnTo>
                  <a:lnTo>
                    <a:pt x="130581" y="360124"/>
                  </a:lnTo>
                  <a:lnTo>
                    <a:pt x="200017" y="384214"/>
                  </a:lnTo>
                  <a:lnTo>
                    <a:pt x="239591" y="395619"/>
                  </a:lnTo>
                  <a:lnTo>
                    <a:pt x="282241" y="406566"/>
                  </a:lnTo>
                  <a:lnTo>
                    <a:pt x="327848" y="417031"/>
                  </a:lnTo>
                  <a:lnTo>
                    <a:pt x="376289" y="426991"/>
                  </a:lnTo>
                  <a:lnTo>
                    <a:pt x="427446" y="436422"/>
                  </a:lnTo>
                  <a:lnTo>
                    <a:pt x="481198" y="445302"/>
                  </a:lnTo>
                  <a:lnTo>
                    <a:pt x="537423" y="453605"/>
                  </a:lnTo>
                  <a:lnTo>
                    <a:pt x="596003" y="461310"/>
                  </a:lnTo>
                  <a:lnTo>
                    <a:pt x="656815" y="468392"/>
                  </a:lnTo>
                  <a:lnTo>
                    <a:pt x="719740" y="474829"/>
                  </a:lnTo>
                  <a:lnTo>
                    <a:pt x="784656" y="480596"/>
                  </a:lnTo>
                  <a:lnTo>
                    <a:pt x="851445" y="485670"/>
                  </a:lnTo>
                  <a:lnTo>
                    <a:pt x="919985" y="490028"/>
                  </a:lnTo>
                  <a:lnTo>
                    <a:pt x="990155" y="493646"/>
                  </a:lnTo>
                  <a:lnTo>
                    <a:pt x="1061835" y="496501"/>
                  </a:lnTo>
                  <a:lnTo>
                    <a:pt x="1134905" y="498570"/>
                  </a:lnTo>
                  <a:lnTo>
                    <a:pt x="1209244" y="499828"/>
                  </a:lnTo>
                  <a:lnTo>
                    <a:pt x="1284731" y="500252"/>
                  </a:lnTo>
                  <a:lnTo>
                    <a:pt x="1360219" y="499828"/>
                  </a:lnTo>
                  <a:lnTo>
                    <a:pt x="1434558" y="498570"/>
                  </a:lnTo>
                  <a:lnTo>
                    <a:pt x="1507628" y="496501"/>
                  </a:lnTo>
                  <a:lnTo>
                    <a:pt x="1579308" y="493646"/>
                  </a:lnTo>
                  <a:lnTo>
                    <a:pt x="1649478" y="490028"/>
                  </a:lnTo>
                  <a:lnTo>
                    <a:pt x="1718018" y="485670"/>
                  </a:lnTo>
                  <a:lnTo>
                    <a:pt x="1784807" y="480596"/>
                  </a:lnTo>
                  <a:lnTo>
                    <a:pt x="1849723" y="474829"/>
                  </a:lnTo>
                  <a:lnTo>
                    <a:pt x="1912648" y="468392"/>
                  </a:lnTo>
                  <a:lnTo>
                    <a:pt x="1973460" y="461310"/>
                  </a:lnTo>
                  <a:lnTo>
                    <a:pt x="2032040" y="453605"/>
                  </a:lnTo>
                  <a:lnTo>
                    <a:pt x="2088265" y="445302"/>
                  </a:lnTo>
                  <a:lnTo>
                    <a:pt x="2142017" y="436422"/>
                  </a:lnTo>
                  <a:lnTo>
                    <a:pt x="2193174" y="426991"/>
                  </a:lnTo>
                  <a:lnTo>
                    <a:pt x="2241615" y="417031"/>
                  </a:lnTo>
                  <a:lnTo>
                    <a:pt x="2287222" y="406566"/>
                  </a:lnTo>
                  <a:lnTo>
                    <a:pt x="2329872" y="395619"/>
                  </a:lnTo>
                  <a:lnTo>
                    <a:pt x="2369446" y="384214"/>
                  </a:lnTo>
                  <a:lnTo>
                    <a:pt x="2405822" y="372375"/>
                  </a:lnTo>
                  <a:lnTo>
                    <a:pt x="2468503" y="347485"/>
                  </a:lnTo>
                  <a:lnTo>
                    <a:pt x="2516949" y="321138"/>
                  </a:lnTo>
                  <a:lnTo>
                    <a:pt x="2550197" y="293521"/>
                  </a:lnTo>
                  <a:lnTo>
                    <a:pt x="2569464" y="250126"/>
                  </a:lnTo>
                  <a:lnTo>
                    <a:pt x="2567283" y="235429"/>
                  </a:lnTo>
                  <a:lnTo>
                    <a:pt x="2535533" y="192775"/>
                  </a:lnTo>
                  <a:lnTo>
                    <a:pt x="2494565" y="165770"/>
                  </a:lnTo>
                  <a:lnTo>
                    <a:pt x="2438882" y="140128"/>
                  </a:lnTo>
                  <a:lnTo>
                    <a:pt x="2369446" y="116038"/>
                  </a:lnTo>
                  <a:lnTo>
                    <a:pt x="2329872" y="104633"/>
                  </a:lnTo>
                  <a:lnTo>
                    <a:pt x="2287222" y="93686"/>
                  </a:lnTo>
                  <a:lnTo>
                    <a:pt x="2241615" y="83221"/>
                  </a:lnTo>
                  <a:lnTo>
                    <a:pt x="2193174" y="73261"/>
                  </a:lnTo>
                  <a:lnTo>
                    <a:pt x="2142017" y="63830"/>
                  </a:lnTo>
                  <a:lnTo>
                    <a:pt x="2088265" y="54950"/>
                  </a:lnTo>
                  <a:lnTo>
                    <a:pt x="2032040" y="46647"/>
                  </a:lnTo>
                  <a:lnTo>
                    <a:pt x="1973460" y="38942"/>
                  </a:lnTo>
                  <a:lnTo>
                    <a:pt x="1912648" y="31860"/>
                  </a:lnTo>
                  <a:lnTo>
                    <a:pt x="1849723" y="25423"/>
                  </a:lnTo>
                  <a:lnTo>
                    <a:pt x="1784807" y="19656"/>
                  </a:lnTo>
                  <a:lnTo>
                    <a:pt x="1718018" y="14582"/>
                  </a:lnTo>
                  <a:lnTo>
                    <a:pt x="1649478" y="10224"/>
                  </a:lnTo>
                  <a:lnTo>
                    <a:pt x="1579308" y="6606"/>
                  </a:lnTo>
                  <a:lnTo>
                    <a:pt x="1507628" y="3751"/>
                  </a:lnTo>
                  <a:lnTo>
                    <a:pt x="1434558" y="1682"/>
                  </a:lnTo>
                  <a:lnTo>
                    <a:pt x="1360219" y="424"/>
                  </a:lnTo>
                  <a:lnTo>
                    <a:pt x="1284731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955030" y="1399794"/>
              <a:ext cx="2569845" cy="2001520"/>
            </a:xfrm>
            <a:custGeom>
              <a:avLst/>
              <a:gdLst/>
              <a:ahLst/>
              <a:cxnLst/>
              <a:rect l="l" t="t" r="r" b="b"/>
              <a:pathLst>
                <a:path w="2569845" h="2001520">
                  <a:moveTo>
                    <a:pt x="2569464" y="250126"/>
                  </a:moveTo>
                  <a:lnTo>
                    <a:pt x="2550197" y="293521"/>
                  </a:lnTo>
                  <a:lnTo>
                    <a:pt x="2516949" y="321138"/>
                  </a:lnTo>
                  <a:lnTo>
                    <a:pt x="2468503" y="347485"/>
                  </a:lnTo>
                  <a:lnTo>
                    <a:pt x="2405822" y="372375"/>
                  </a:lnTo>
                  <a:lnTo>
                    <a:pt x="2369446" y="384214"/>
                  </a:lnTo>
                  <a:lnTo>
                    <a:pt x="2329872" y="395619"/>
                  </a:lnTo>
                  <a:lnTo>
                    <a:pt x="2287222" y="406566"/>
                  </a:lnTo>
                  <a:lnTo>
                    <a:pt x="2241615" y="417031"/>
                  </a:lnTo>
                  <a:lnTo>
                    <a:pt x="2193174" y="426991"/>
                  </a:lnTo>
                  <a:lnTo>
                    <a:pt x="2142017" y="436422"/>
                  </a:lnTo>
                  <a:lnTo>
                    <a:pt x="2088265" y="445302"/>
                  </a:lnTo>
                  <a:lnTo>
                    <a:pt x="2032040" y="453605"/>
                  </a:lnTo>
                  <a:lnTo>
                    <a:pt x="1973460" y="461310"/>
                  </a:lnTo>
                  <a:lnTo>
                    <a:pt x="1912648" y="468392"/>
                  </a:lnTo>
                  <a:lnTo>
                    <a:pt x="1849723" y="474829"/>
                  </a:lnTo>
                  <a:lnTo>
                    <a:pt x="1784807" y="480596"/>
                  </a:lnTo>
                  <a:lnTo>
                    <a:pt x="1718018" y="485670"/>
                  </a:lnTo>
                  <a:lnTo>
                    <a:pt x="1649478" y="490028"/>
                  </a:lnTo>
                  <a:lnTo>
                    <a:pt x="1579308" y="493646"/>
                  </a:lnTo>
                  <a:lnTo>
                    <a:pt x="1507628" y="496501"/>
                  </a:lnTo>
                  <a:lnTo>
                    <a:pt x="1434558" y="498570"/>
                  </a:lnTo>
                  <a:lnTo>
                    <a:pt x="1360219" y="499828"/>
                  </a:lnTo>
                  <a:lnTo>
                    <a:pt x="1284732" y="500252"/>
                  </a:lnTo>
                  <a:lnTo>
                    <a:pt x="1209244" y="499828"/>
                  </a:lnTo>
                  <a:lnTo>
                    <a:pt x="1134905" y="498570"/>
                  </a:lnTo>
                  <a:lnTo>
                    <a:pt x="1061835" y="496501"/>
                  </a:lnTo>
                  <a:lnTo>
                    <a:pt x="990155" y="493646"/>
                  </a:lnTo>
                  <a:lnTo>
                    <a:pt x="919985" y="490028"/>
                  </a:lnTo>
                  <a:lnTo>
                    <a:pt x="851445" y="485670"/>
                  </a:lnTo>
                  <a:lnTo>
                    <a:pt x="784656" y="480596"/>
                  </a:lnTo>
                  <a:lnTo>
                    <a:pt x="719740" y="474829"/>
                  </a:lnTo>
                  <a:lnTo>
                    <a:pt x="656815" y="468392"/>
                  </a:lnTo>
                  <a:lnTo>
                    <a:pt x="596003" y="461310"/>
                  </a:lnTo>
                  <a:lnTo>
                    <a:pt x="537423" y="453605"/>
                  </a:lnTo>
                  <a:lnTo>
                    <a:pt x="481198" y="445302"/>
                  </a:lnTo>
                  <a:lnTo>
                    <a:pt x="427446" y="436422"/>
                  </a:lnTo>
                  <a:lnTo>
                    <a:pt x="376289" y="426991"/>
                  </a:lnTo>
                  <a:lnTo>
                    <a:pt x="327848" y="417031"/>
                  </a:lnTo>
                  <a:lnTo>
                    <a:pt x="282241" y="406566"/>
                  </a:lnTo>
                  <a:lnTo>
                    <a:pt x="239591" y="395619"/>
                  </a:lnTo>
                  <a:lnTo>
                    <a:pt x="200017" y="384214"/>
                  </a:lnTo>
                  <a:lnTo>
                    <a:pt x="163641" y="372375"/>
                  </a:lnTo>
                  <a:lnTo>
                    <a:pt x="100960" y="347485"/>
                  </a:lnTo>
                  <a:lnTo>
                    <a:pt x="52514" y="321138"/>
                  </a:lnTo>
                  <a:lnTo>
                    <a:pt x="19266" y="293521"/>
                  </a:lnTo>
                  <a:lnTo>
                    <a:pt x="0" y="250126"/>
                  </a:lnTo>
                  <a:lnTo>
                    <a:pt x="2180" y="235429"/>
                  </a:lnTo>
                  <a:lnTo>
                    <a:pt x="33930" y="192775"/>
                  </a:lnTo>
                  <a:lnTo>
                    <a:pt x="74898" y="165770"/>
                  </a:lnTo>
                  <a:lnTo>
                    <a:pt x="130581" y="140128"/>
                  </a:lnTo>
                  <a:lnTo>
                    <a:pt x="200017" y="116038"/>
                  </a:lnTo>
                  <a:lnTo>
                    <a:pt x="239591" y="104633"/>
                  </a:lnTo>
                  <a:lnTo>
                    <a:pt x="282241" y="93686"/>
                  </a:lnTo>
                  <a:lnTo>
                    <a:pt x="327848" y="83221"/>
                  </a:lnTo>
                  <a:lnTo>
                    <a:pt x="376289" y="73261"/>
                  </a:lnTo>
                  <a:lnTo>
                    <a:pt x="427446" y="63830"/>
                  </a:lnTo>
                  <a:lnTo>
                    <a:pt x="481198" y="54950"/>
                  </a:lnTo>
                  <a:lnTo>
                    <a:pt x="537423" y="46647"/>
                  </a:lnTo>
                  <a:lnTo>
                    <a:pt x="596003" y="38942"/>
                  </a:lnTo>
                  <a:lnTo>
                    <a:pt x="656815" y="31860"/>
                  </a:lnTo>
                  <a:lnTo>
                    <a:pt x="719740" y="25423"/>
                  </a:lnTo>
                  <a:lnTo>
                    <a:pt x="784656" y="19656"/>
                  </a:lnTo>
                  <a:lnTo>
                    <a:pt x="851445" y="14582"/>
                  </a:lnTo>
                  <a:lnTo>
                    <a:pt x="919985" y="10224"/>
                  </a:lnTo>
                  <a:lnTo>
                    <a:pt x="990155" y="6606"/>
                  </a:lnTo>
                  <a:lnTo>
                    <a:pt x="1061835" y="3751"/>
                  </a:lnTo>
                  <a:lnTo>
                    <a:pt x="1134905" y="1682"/>
                  </a:lnTo>
                  <a:lnTo>
                    <a:pt x="1209244" y="424"/>
                  </a:lnTo>
                  <a:lnTo>
                    <a:pt x="1284732" y="0"/>
                  </a:lnTo>
                  <a:lnTo>
                    <a:pt x="1360219" y="424"/>
                  </a:lnTo>
                  <a:lnTo>
                    <a:pt x="1434558" y="1682"/>
                  </a:lnTo>
                  <a:lnTo>
                    <a:pt x="1507628" y="3751"/>
                  </a:lnTo>
                  <a:lnTo>
                    <a:pt x="1579308" y="6606"/>
                  </a:lnTo>
                  <a:lnTo>
                    <a:pt x="1649478" y="10224"/>
                  </a:lnTo>
                  <a:lnTo>
                    <a:pt x="1718018" y="14582"/>
                  </a:lnTo>
                  <a:lnTo>
                    <a:pt x="1784807" y="19656"/>
                  </a:lnTo>
                  <a:lnTo>
                    <a:pt x="1849723" y="25423"/>
                  </a:lnTo>
                  <a:lnTo>
                    <a:pt x="1912648" y="31860"/>
                  </a:lnTo>
                  <a:lnTo>
                    <a:pt x="1973460" y="38942"/>
                  </a:lnTo>
                  <a:lnTo>
                    <a:pt x="2032040" y="46647"/>
                  </a:lnTo>
                  <a:lnTo>
                    <a:pt x="2088265" y="54950"/>
                  </a:lnTo>
                  <a:lnTo>
                    <a:pt x="2142017" y="63830"/>
                  </a:lnTo>
                  <a:lnTo>
                    <a:pt x="2193174" y="73261"/>
                  </a:lnTo>
                  <a:lnTo>
                    <a:pt x="2241615" y="83221"/>
                  </a:lnTo>
                  <a:lnTo>
                    <a:pt x="2287222" y="93686"/>
                  </a:lnTo>
                  <a:lnTo>
                    <a:pt x="2329872" y="104633"/>
                  </a:lnTo>
                  <a:lnTo>
                    <a:pt x="2369446" y="116038"/>
                  </a:lnTo>
                  <a:lnTo>
                    <a:pt x="2405822" y="127877"/>
                  </a:lnTo>
                  <a:lnTo>
                    <a:pt x="2468503" y="152767"/>
                  </a:lnTo>
                  <a:lnTo>
                    <a:pt x="2516949" y="179114"/>
                  </a:lnTo>
                  <a:lnTo>
                    <a:pt x="2550197" y="206731"/>
                  </a:lnTo>
                  <a:lnTo>
                    <a:pt x="2569464" y="250126"/>
                  </a:lnTo>
                  <a:close/>
                </a:path>
                <a:path w="2569845" h="2001520">
                  <a:moveTo>
                    <a:pt x="2569464" y="250126"/>
                  </a:moveTo>
                  <a:lnTo>
                    <a:pt x="2569464" y="1750885"/>
                  </a:lnTo>
                  <a:lnTo>
                    <a:pt x="2567283" y="1765582"/>
                  </a:lnTo>
                  <a:lnTo>
                    <a:pt x="2535533" y="1808236"/>
                  </a:lnTo>
                  <a:lnTo>
                    <a:pt x="2494565" y="1835241"/>
                  </a:lnTo>
                  <a:lnTo>
                    <a:pt x="2438882" y="1860883"/>
                  </a:lnTo>
                  <a:lnTo>
                    <a:pt x="2369446" y="1884973"/>
                  </a:lnTo>
                  <a:lnTo>
                    <a:pt x="2329872" y="1896378"/>
                  </a:lnTo>
                  <a:lnTo>
                    <a:pt x="2287222" y="1907325"/>
                  </a:lnTo>
                  <a:lnTo>
                    <a:pt x="2241615" y="1917790"/>
                  </a:lnTo>
                  <a:lnTo>
                    <a:pt x="2193174" y="1927750"/>
                  </a:lnTo>
                  <a:lnTo>
                    <a:pt x="2142017" y="1937181"/>
                  </a:lnTo>
                  <a:lnTo>
                    <a:pt x="2088265" y="1946061"/>
                  </a:lnTo>
                  <a:lnTo>
                    <a:pt x="2032040" y="1954364"/>
                  </a:lnTo>
                  <a:lnTo>
                    <a:pt x="1973460" y="1962069"/>
                  </a:lnTo>
                  <a:lnTo>
                    <a:pt x="1912648" y="1969151"/>
                  </a:lnTo>
                  <a:lnTo>
                    <a:pt x="1849723" y="1975588"/>
                  </a:lnTo>
                  <a:lnTo>
                    <a:pt x="1784807" y="1981355"/>
                  </a:lnTo>
                  <a:lnTo>
                    <a:pt x="1718018" y="1986429"/>
                  </a:lnTo>
                  <a:lnTo>
                    <a:pt x="1649478" y="1990787"/>
                  </a:lnTo>
                  <a:lnTo>
                    <a:pt x="1579308" y="1994405"/>
                  </a:lnTo>
                  <a:lnTo>
                    <a:pt x="1507628" y="1997260"/>
                  </a:lnTo>
                  <a:lnTo>
                    <a:pt x="1434558" y="1999329"/>
                  </a:lnTo>
                  <a:lnTo>
                    <a:pt x="1360219" y="2000587"/>
                  </a:lnTo>
                  <a:lnTo>
                    <a:pt x="1284732" y="2001012"/>
                  </a:lnTo>
                  <a:lnTo>
                    <a:pt x="1209244" y="2000587"/>
                  </a:lnTo>
                  <a:lnTo>
                    <a:pt x="1134905" y="1999329"/>
                  </a:lnTo>
                  <a:lnTo>
                    <a:pt x="1061835" y="1997260"/>
                  </a:lnTo>
                  <a:lnTo>
                    <a:pt x="990155" y="1994405"/>
                  </a:lnTo>
                  <a:lnTo>
                    <a:pt x="919985" y="1990787"/>
                  </a:lnTo>
                  <a:lnTo>
                    <a:pt x="851445" y="1986429"/>
                  </a:lnTo>
                  <a:lnTo>
                    <a:pt x="784656" y="1981355"/>
                  </a:lnTo>
                  <a:lnTo>
                    <a:pt x="719740" y="1975588"/>
                  </a:lnTo>
                  <a:lnTo>
                    <a:pt x="656815" y="1969151"/>
                  </a:lnTo>
                  <a:lnTo>
                    <a:pt x="596003" y="1962069"/>
                  </a:lnTo>
                  <a:lnTo>
                    <a:pt x="537423" y="1954364"/>
                  </a:lnTo>
                  <a:lnTo>
                    <a:pt x="481198" y="1946061"/>
                  </a:lnTo>
                  <a:lnTo>
                    <a:pt x="427446" y="1937181"/>
                  </a:lnTo>
                  <a:lnTo>
                    <a:pt x="376289" y="1927750"/>
                  </a:lnTo>
                  <a:lnTo>
                    <a:pt x="327848" y="1917790"/>
                  </a:lnTo>
                  <a:lnTo>
                    <a:pt x="282241" y="1907325"/>
                  </a:lnTo>
                  <a:lnTo>
                    <a:pt x="239591" y="1896378"/>
                  </a:lnTo>
                  <a:lnTo>
                    <a:pt x="200017" y="1884973"/>
                  </a:lnTo>
                  <a:lnTo>
                    <a:pt x="163641" y="1873134"/>
                  </a:lnTo>
                  <a:lnTo>
                    <a:pt x="100960" y="1848244"/>
                  </a:lnTo>
                  <a:lnTo>
                    <a:pt x="52514" y="1821897"/>
                  </a:lnTo>
                  <a:lnTo>
                    <a:pt x="19266" y="1794280"/>
                  </a:lnTo>
                  <a:lnTo>
                    <a:pt x="0" y="1750885"/>
                  </a:lnTo>
                  <a:lnTo>
                    <a:pt x="0" y="250126"/>
                  </a:lnTo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573133" y="1516163"/>
            <a:ext cx="140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16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606283" y="3579876"/>
            <a:ext cx="932815" cy="403860"/>
            <a:chOff x="7606283" y="3579876"/>
            <a:chExt cx="932815" cy="403860"/>
          </a:xfrm>
        </p:grpSpPr>
        <p:sp>
          <p:nvSpPr>
            <p:cNvPr id="14" name="object 14" descr=""/>
            <p:cNvSpPr/>
            <p:nvPr/>
          </p:nvSpPr>
          <p:spPr>
            <a:xfrm>
              <a:off x="7620761" y="3594354"/>
              <a:ext cx="904240" cy="375285"/>
            </a:xfrm>
            <a:custGeom>
              <a:avLst/>
              <a:gdLst/>
              <a:ahLst/>
              <a:cxnLst/>
              <a:rect l="l" t="t" r="r" b="b"/>
              <a:pathLst>
                <a:path w="904240" h="375285">
                  <a:moveTo>
                    <a:pt x="903731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903731" y="374904"/>
                  </a:lnTo>
                  <a:lnTo>
                    <a:pt x="903731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620761" y="3594354"/>
              <a:ext cx="904240" cy="375285"/>
            </a:xfrm>
            <a:custGeom>
              <a:avLst/>
              <a:gdLst/>
              <a:ahLst/>
              <a:cxnLst/>
              <a:rect l="l" t="t" r="r" b="b"/>
              <a:pathLst>
                <a:path w="904240" h="375285">
                  <a:moveTo>
                    <a:pt x="0" y="374904"/>
                  </a:moveTo>
                  <a:lnTo>
                    <a:pt x="903731" y="374904"/>
                  </a:lnTo>
                  <a:lnTo>
                    <a:pt x="903731" y="0"/>
                  </a:lnTo>
                  <a:lnTo>
                    <a:pt x="0" y="0"/>
                  </a:lnTo>
                  <a:lnTo>
                    <a:pt x="0" y="374904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5852159" y="3579876"/>
            <a:ext cx="955675" cy="403860"/>
            <a:chOff x="5852159" y="3579876"/>
            <a:chExt cx="955675" cy="403860"/>
          </a:xfrm>
        </p:grpSpPr>
        <p:sp>
          <p:nvSpPr>
            <p:cNvPr id="17" name="object 17" descr=""/>
            <p:cNvSpPr/>
            <p:nvPr/>
          </p:nvSpPr>
          <p:spPr>
            <a:xfrm>
              <a:off x="5866637" y="3594354"/>
              <a:ext cx="927100" cy="375285"/>
            </a:xfrm>
            <a:custGeom>
              <a:avLst/>
              <a:gdLst/>
              <a:ahLst/>
              <a:cxnLst/>
              <a:rect l="l" t="t" r="r" b="b"/>
              <a:pathLst>
                <a:path w="927100" h="375285">
                  <a:moveTo>
                    <a:pt x="926591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926591" y="374904"/>
                  </a:lnTo>
                  <a:lnTo>
                    <a:pt x="9265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866637" y="3594354"/>
              <a:ext cx="927100" cy="375285"/>
            </a:xfrm>
            <a:custGeom>
              <a:avLst/>
              <a:gdLst/>
              <a:ahLst/>
              <a:cxnLst/>
              <a:rect l="l" t="t" r="r" b="b"/>
              <a:pathLst>
                <a:path w="927100" h="375285">
                  <a:moveTo>
                    <a:pt x="0" y="374904"/>
                  </a:moveTo>
                  <a:lnTo>
                    <a:pt x="926591" y="374904"/>
                  </a:lnTo>
                  <a:lnTo>
                    <a:pt x="926591" y="0"/>
                  </a:lnTo>
                  <a:lnTo>
                    <a:pt x="0" y="0"/>
                  </a:lnTo>
                  <a:lnTo>
                    <a:pt x="0" y="374904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733343" y="3985614"/>
            <a:ext cx="115951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Archivo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plano:</a:t>
            </a:r>
            <a:r>
              <a:rPr dirty="0" sz="1800" spc="-3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1800" spc="-8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485791" y="3993615"/>
            <a:ext cx="115951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Archivo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plano:</a:t>
            </a:r>
            <a:r>
              <a:rPr dirty="0" sz="1800" spc="-3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1800" spc="-8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220711" y="4648960"/>
            <a:ext cx="276225" cy="565150"/>
            <a:chOff x="7220711" y="4648960"/>
            <a:chExt cx="276225" cy="565150"/>
          </a:xfrm>
        </p:grpSpPr>
        <p:sp>
          <p:nvSpPr>
            <p:cNvPr id="22" name="object 22" descr=""/>
            <p:cNvSpPr/>
            <p:nvPr/>
          </p:nvSpPr>
          <p:spPr>
            <a:xfrm>
              <a:off x="7239761" y="4735372"/>
              <a:ext cx="213360" cy="459740"/>
            </a:xfrm>
            <a:custGeom>
              <a:avLst/>
              <a:gdLst/>
              <a:ahLst/>
              <a:cxnLst/>
              <a:rect l="l" t="t" r="r" b="b"/>
              <a:pathLst>
                <a:path w="213359" h="459739">
                  <a:moveTo>
                    <a:pt x="0" y="459181"/>
                  </a:moveTo>
                  <a:lnTo>
                    <a:pt x="212915" y="0"/>
                  </a:lnTo>
                </a:path>
              </a:pathLst>
            </a:custGeom>
            <a:ln w="3810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392822" y="4648960"/>
              <a:ext cx="104139" cy="128270"/>
            </a:xfrm>
            <a:custGeom>
              <a:avLst/>
              <a:gdLst/>
              <a:ahLst/>
              <a:cxnLst/>
              <a:rect l="l" t="t" r="r" b="b"/>
              <a:pathLst>
                <a:path w="104140" h="128270">
                  <a:moveTo>
                    <a:pt x="99923" y="0"/>
                  </a:moveTo>
                  <a:lnTo>
                    <a:pt x="0" y="79654"/>
                  </a:lnTo>
                  <a:lnTo>
                    <a:pt x="103695" y="127736"/>
                  </a:lnTo>
                  <a:lnTo>
                    <a:pt x="99923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23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Tablas</a:t>
            </a:r>
            <a:r>
              <a:rPr dirty="0" spc="-145"/>
              <a:t> </a:t>
            </a:r>
            <a:r>
              <a:rPr dirty="0" spc="-10"/>
              <a:t>Externas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81620" cy="382905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aparece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rojo)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diapositivas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SQL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estándar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creación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  <a:p>
            <a:pPr marL="182880" marR="25082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ORGANIZATION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EXTERNAL: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indica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cree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endParaRPr sz="2800">
              <a:latin typeface="Calibri"/>
              <a:cs typeface="Calibri"/>
            </a:endParaRPr>
          </a:p>
          <a:p>
            <a:pPr marL="182880" marR="113792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TYPE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ORACLE_LOADER: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Loader 	(producto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Oracle)</a:t>
            </a:r>
            <a:endParaRPr sz="2800">
              <a:latin typeface="Calibri"/>
              <a:cs typeface="Calibri"/>
            </a:endParaRPr>
          </a:p>
          <a:p>
            <a:pPr marL="182880" marR="93345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DEFAULT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DIRECTORY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def_dir1: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directorio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archivo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Tablas</a:t>
            </a:r>
            <a:r>
              <a:rPr dirty="0" spc="-145"/>
              <a:t> </a:t>
            </a:r>
            <a:r>
              <a:rPr dirty="0" spc="-10"/>
              <a:t>Externas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25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175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56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/>
              <a:t>ACCESS</a:t>
            </a:r>
            <a:r>
              <a:rPr dirty="0" spc="-55"/>
              <a:t> </a:t>
            </a:r>
            <a:r>
              <a:rPr dirty="0" spc="-25"/>
              <a:t>PARAMETERS:</a:t>
            </a:r>
            <a:r>
              <a:rPr dirty="0" spc="-40"/>
              <a:t> </a:t>
            </a:r>
            <a:r>
              <a:rPr dirty="0"/>
              <a:t>cómo</a:t>
            </a:r>
            <a:r>
              <a:rPr dirty="0" spc="-60"/>
              <a:t> </a:t>
            </a:r>
            <a:r>
              <a:rPr dirty="0"/>
              <a:t>leer</a:t>
            </a:r>
            <a:r>
              <a:rPr dirty="0" spc="-60"/>
              <a:t> </a:t>
            </a:r>
            <a:r>
              <a:rPr dirty="0"/>
              <a:t>el</a:t>
            </a:r>
            <a:r>
              <a:rPr dirty="0" spc="-65"/>
              <a:t> </a:t>
            </a:r>
            <a:r>
              <a:rPr dirty="0" spc="-10"/>
              <a:t>archivo</a:t>
            </a:r>
          </a:p>
          <a:p>
            <a:pPr marL="182880" marR="21717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RECORDS</a:t>
            </a:r>
            <a:r>
              <a:rPr dirty="0" spc="-95"/>
              <a:t> </a:t>
            </a:r>
            <a:r>
              <a:rPr dirty="0"/>
              <a:t>DELIMITED</a:t>
            </a:r>
            <a:r>
              <a:rPr dirty="0" spc="-105"/>
              <a:t> </a:t>
            </a:r>
            <a:r>
              <a:rPr dirty="0"/>
              <a:t>BY</a:t>
            </a:r>
            <a:r>
              <a:rPr dirty="0" spc="-105"/>
              <a:t> </a:t>
            </a:r>
            <a:r>
              <a:rPr dirty="0"/>
              <a:t>NEWLINE:</a:t>
            </a:r>
            <a:r>
              <a:rPr dirty="0" spc="-85"/>
              <a:t> </a:t>
            </a:r>
            <a:r>
              <a:rPr dirty="0"/>
              <a:t>cómo</a:t>
            </a:r>
            <a:r>
              <a:rPr dirty="0" spc="-100"/>
              <a:t> </a:t>
            </a:r>
            <a:r>
              <a:rPr dirty="0"/>
              <a:t>identificar</a:t>
            </a:r>
            <a:r>
              <a:rPr dirty="0" spc="-80"/>
              <a:t> </a:t>
            </a:r>
            <a:r>
              <a:rPr dirty="0" spc="-25"/>
              <a:t>el </a:t>
            </a:r>
            <a:r>
              <a:rPr dirty="0" spc="-25"/>
              <a:t>	</a:t>
            </a:r>
            <a:r>
              <a:rPr dirty="0"/>
              <a:t>principio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/>
              <a:t>una</a:t>
            </a:r>
            <a:r>
              <a:rPr dirty="0" spc="-75"/>
              <a:t> </a:t>
            </a:r>
            <a:r>
              <a:rPr dirty="0"/>
              <a:t>nueva</a:t>
            </a:r>
            <a:r>
              <a:rPr dirty="0" spc="-70"/>
              <a:t> </a:t>
            </a:r>
            <a:r>
              <a:rPr dirty="0" spc="-20"/>
              <a:t>fila</a:t>
            </a: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FIELDS:</a:t>
            </a:r>
            <a:r>
              <a:rPr dirty="0" spc="-50"/>
              <a:t> </a:t>
            </a:r>
            <a:r>
              <a:rPr dirty="0" spc="-10"/>
              <a:t>especificaciones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nombre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campo</a:t>
            </a:r>
            <a:r>
              <a:rPr dirty="0" spc="-40"/>
              <a:t> </a:t>
            </a:r>
            <a:r>
              <a:rPr dirty="0"/>
              <a:t>y</a:t>
            </a:r>
            <a:r>
              <a:rPr dirty="0" spc="-60"/>
              <a:t> </a:t>
            </a:r>
            <a:r>
              <a:rPr dirty="0"/>
              <a:t>tipo</a:t>
            </a:r>
            <a:r>
              <a:rPr dirty="0" spc="-45"/>
              <a:t> </a:t>
            </a:r>
            <a:r>
              <a:rPr dirty="0" spc="-25"/>
              <a:t>de </a:t>
            </a:r>
            <a:r>
              <a:rPr dirty="0" spc="-25"/>
              <a:t>	</a:t>
            </a:r>
            <a:r>
              <a:rPr dirty="0" spc="-20"/>
              <a:t>dato</a:t>
            </a:r>
          </a:p>
          <a:p>
            <a:pPr marL="182880" marR="45212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pc="-25"/>
              <a:t>LOCATION:</a:t>
            </a:r>
            <a:r>
              <a:rPr dirty="0" spc="-80"/>
              <a:t> </a:t>
            </a:r>
            <a:r>
              <a:rPr dirty="0"/>
              <a:t>nombre</a:t>
            </a:r>
            <a:r>
              <a:rPr dirty="0" spc="-60"/>
              <a:t> </a:t>
            </a:r>
            <a:r>
              <a:rPr dirty="0"/>
              <a:t>del</a:t>
            </a:r>
            <a:r>
              <a:rPr dirty="0" spc="-80"/>
              <a:t> </a:t>
            </a:r>
            <a:r>
              <a:rPr dirty="0"/>
              <a:t>archivo</a:t>
            </a:r>
            <a:r>
              <a:rPr dirty="0" spc="-85"/>
              <a:t> </a:t>
            </a:r>
            <a:r>
              <a:rPr dirty="0"/>
              <a:t>real</a:t>
            </a:r>
            <a:r>
              <a:rPr dirty="0" spc="-90"/>
              <a:t> </a:t>
            </a:r>
            <a:r>
              <a:rPr dirty="0"/>
              <a:t>que</a:t>
            </a:r>
            <a:r>
              <a:rPr dirty="0" spc="-70"/>
              <a:t> </a:t>
            </a:r>
            <a:r>
              <a:rPr dirty="0"/>
              <a:t>contiene</a:t>
            </a:r>
            <a:r>
              <a:rPr dirty="0" spc="-70"/>
              <a:t> </a:t>
            </a:r>
            <a:r>
              <a:rPr dirty="0" spc="-25"/>
              <a:t>los </a:t>
            </a:r>
            <a:r>
              <a:rPr dirty="0" spc="-25"/>
              <a:t>	</a:t>
            </a:r>
            <a:r>
              <a:rPr dirty="0" spc="-10"/>
              <a:t>datos</a:t>
            </a:r>
          </a:p>
          <a:p>
            <a:pPr marL="182880" marR="226695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Un</a:t>
            </a:r>
            <a:r>
              <a:rPr dirty="0" spc="-65"/>
              <a:t> </a:t>
            </a:r>
            <a:r>
              <a:rPr dirty="0"/>
              <a:t>ejemplo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la</a:t>
            </a:r>
            <a:r>
              <a:rPr dirty="0" spc="-75"/>
              <a:t> </a:t>
            </a:r>
            <a:r>
              <a:rPr dirty="0"/>
              <a:t>nueva</a:t>
            </a:r>
            <a:r>
              <a:rPr dirty="0" spc="-55"/>
              <a:t> </a:t>
            </a:r>
            <a:r>
              <a:rPr dirty="0"/>
              <a:t>sintaxis</a:t>
            </a:r>
            <a:r>
              <a:rPr dirty="0" spc="-50"/>
              <a:t> </a:t>
            </a:r>
            <a:r>
              <a:rPr dirty="0"/>
              <a:t>se</a:t>
            </a:r>
            <a:r>
              <a:rPr dirty="0" spc="-55"/>
              <a:t> </a:t>
            </a:r>
            <a:r>
              <a:rPr dirty="0"/>
              <a:t>muestra</a:t>
            </a:r>
            <a:r>
              <a:rPr dirty="0" spc="-45"/>
              <a:t> </a:t>
            </a:r>
            <a:r>
              <a:rPr dirty="0"/>
              <a:t>en</a:t>
            </a:r>
            <a:r>
              <a:rPr dirty="0" spc="-65"/>
              <a:t> </a:t>
            </a:r>
            <a:r>
              <a:rPr dirty="0"/>
              <a:t>rojo</a:t>
            </a:r>
            <a:r>
              <a:rPr dirty="0" spc="-65"/>
              <a:t> </a:t>
            </a:r>
            <a:r>
              <a:rPr dirty="0" spc="-25"/>
              <a:t>en </a:t>
            </a:r>
            <a:r>
              <a:rPr dirty="0" spc="-25"/>
              <a:t>	</a:t>
            </a:r>
            <a:r>
              <a:rPr dirty="0"/>
              <a:t>la</a:t>
            </a:r>
            <a:r>
              <a:rPr dirty="0" spc="-65"/>
              <a:t> </a:t>
            </a:r>
            <a:r>
              <a:rPr dirty="0"/>
              <a:t>siguiente</a:t>
            </a:r>
            <a:r>
              <a:rPr dirty="0" spc="-55"/>
              <a:t> </a:t>
            </a:r>
            <a:r>
              <a:rPr dirty="0" spc="-10"/>
              <a:t>diapositiva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464121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85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 spc="-30"/>
              <a:t>Tablas</a:t>
            </a:r>
            <a:r>
              <a:rPr dirty="0" spc="-95"/>
              <a:t> </a:t>
            </a:r>
            <a:r>
              <a:rPr dirty="0" spc="-10"/>
              <a:t>Externas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93191" y="1251203"/>
            <a:ext cx="8345805" cy="4887595"/>
          </a:xfrm>
          <a:custGeom>
            <a:avLst/>
            <a:gdLst/>
            <a:ahLst/>
            <a:cxnLst/>
            <a:rect l="l" t="t" r="r" b="b"/>
            <a:pathLst>
              <a:path w="8345805" h="4887595">
                <a:moveTo>
                  <a:pt x="8345424" y="0"/>
                </a:moveTo>
                <a:lnTo>
                  <a:pt x="0" y="0"/>
                </a:lnTo>
                <a:lnTo>
                  <a:pt x="0" y="4887468"/>
                </a:lnTo>
                <a:lnTo>
                  <a:pt x="8345424" y="4887468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80289" y="1220862"/>
            <a:ext cx="8333740" cy="4901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6540" marR="4283075" indent="-24384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6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6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emp_load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(employee_number</a:t>
            </a:r>
            <a:r>
              <a:rPr dirty="0" sz="1600" spc="-114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CHAR(5),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employee_dob</a:t>
            </a:r>
            <a:r>
              <a:rPr dirty="0" sz="16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CHAR(20),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employee_last_name</a:t>
            </a:r>
            <a:r>
              <a:rPr dirty="0" sz="1600" spc="-1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CHAR(20),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employee_first_name</a:t>
            </a:r>
            <a:r>
              <a:rPr dirty="0" sz="1600" spc="-1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CHAR(15),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employee_middle_name</a:t>
            </a:r>
            <a:r>
              <a:rPr dirty="0" sz="1600" spc="-1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CHAR(15),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employee_hire_date</a:t>
            </a:r>
            <a:r>
              <a:rPr dirty="0" sz="1600" spc="-1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DATE)</a:t>
            </a:r>
            <a:endParaRPr sz="1600">
              <a:latin typeface="Courier New"/>
              <a:cs typeface="Courier New"/>
            </a:endParaRPr>
          </a:p>
          <a:p>
            <a:pPr marL="378460" marR="5628005" indent="-366395">
              <a:lnSpc>
                <a:spcPct val="100000"/>
              </a:lnSpc>
            </a:pP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ORGANIZATION</a:t>
            </a:r>
            <a:r>
              <a:rPr dirty="0" sz="1600" spc="-10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EXTERNAL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(TYPE</a:t>
            </a:r>
            <a:r>
              <a:rPr dirty="0" sz="1600" spc="-4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ORACLE_LOADER</a:t>
            </a:r>
            <a:endParaRPr sz="1600">
              <a:latin typeface="Courier New"/>
              <a:cs typeface="Courier New"/>
            </a:endParaRPr>
          </a:p>
          <a:p>
            <a:pPr marL="500380" marR="4651375">
              <a:lnSpc>
                <a:spcPct val="100000"/>
              </a:lnSpc>
            </a:pP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DEFAULT</a:t>
            </a:r>
            <a:r>
              <a:rPr dirty="0" sz="16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DIRECTORY</a:t>
            </a:r>
            <a:r>
              <a:rPr dirty="0" sz="1600" spc="-6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def_dir1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ACCESS</a:t>
            </a:r>
            <a:r>
              <a:rPr dirty="0" sz="1600" spc="-5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PARAMETERS</a:t>
            </a:r>
            <a:endParaRPr sz="16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</a:pP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(RECORDS</a:t>
            </a:r>
            <a:r>
              <a:rPr dirty="0" sz="1600" spc="-4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DELIMITED</a:t>
            </a:r>
            <a:r>
              <a:rPr dirty="0" sz="1600" spc="-5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BY</a:t>
            </a:r>
            <a:r>
              <a:rPr dirty="0" sz="1600" spc="-4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NEWLINE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</a:pP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FIELDS</a:t>
            </a:r>
            <a:r>
              <a:rPr dirty="0" sz="1600" spc="-8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(employee_number</a:t>
            </a:r>
            <a:r>
              <a:rPr dirty="0" sz="16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CHAR(2),</a:t>
            </a:r>
            <a:endParaRPr sz="1600">
              <a:latin typeface="Courier New"/>
              <a:cs typeface="Courier New"/>
            </a:endParaRPr>
          </a:p>
          <a:p>
            <a:pPr marL="2333625" marR="2327910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employee_dob</a:t>
            </a:r>
            <a:r>
              <a:rPr dirty="0" sz="16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CHAR(20),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employee_last_name</a:t>
            </a:r>
            <a:r>
              <a:rPr dirty="0" sz="1600" spc="-1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CHAR(18),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employee_first_name</a:t>
            </a:r>
            <a:r>
              <a:rPr dirty="0" sz="1600" spc="-1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CHAR(11),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employee_middle_name</a:t>
            </a:r>
            <a:r>
              <a:rPr dirty="0" sz="1600" spc="-1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CHAR(11),</a:t>
            </a:r>
            <a:endParaRPr sz="1600">
              <a:latin typeface="Courier New"/>
              <a:cs typeface="Courier New"/>
            </a:endParaRPr>
          </a:p>
          <a:p>
            <a:pPr marL="2333625"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employee_hire_date</a:t>
            </a:r>
            <a:r>
              <a:rPr dirty="0" sz="16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CHAR(10)</a:t>
            </a:r>
            <a:r>
              <a:rPr dirty="0" sz="16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date_format</a:t>
            </a:r>
            <a:r>
              <a:rPr dirty="0" sz="16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DATE</a:t>
            </a:r>
            <a:r>
              <a:rPr dirty="0" sz="16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20" b="1">
                <a:solidFill>
                  <a:srgbClr val="4E3629"/>
                </a:solidFill>
                <a:latin typeface="Courier New"/>
                <a:cs typeface="Courier New"/>
              </a:rPr>
              <a:t>mask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"mm/dd/yyyy"))</a:t>
            </a:r>
            <a:endParaRPr sz="16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</a:pP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LOCATION</a:t>
            </a:r>
            <a:r>
              <a:rPr dirty="0" sz="16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('info.dat'));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00"/>
              <a:t> </a:t>
            </a:r>
            <a:r>
              <a:rPr dirty="0" spc="-10"/>
              <a:t>Dictionary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326765" y="4270122"/>
            <a:ext cx="2492375" cy="2266950"/>
            <a:chOff x="3326765" y="4270122"/>
            <a:chExt cx="2492375" cy="2266950"/>
          </a:xfrm>
        </p:grpSpPr>
        <p:sp>
          <p:nvSpPr>
            <p:cNvPr id="4" name="object 4" descr=""/>
            <p:cNvSpPr/>
            <p:nvPr/>
          </p:nvSpPr>
          <p:spPr>
            <a:xfrm>
              <a:off x="3341370" y="4564380"/>
              <a:ext cx="2463165" cy="1957705"/>
            </a:xfrm>
            <a:custGeom>
              <a:avLst/>
              <a:gdLst/>
              <a:ahLst/>
              <a:cxnLst/>
              <a:rect l="l" t="t" r="r" b="b"/>
              <a:pathLst>
                <a:path w="2463165" h="1957704">
                  <a:moveTo>
                    <a:pt x="2462783" y="0"/>
                  </a:moveTo>
                  <a:lnTo>
                    <a:pt x="2444317" y="48518"/>
                  </a:lnTo>
                  <a:lnTo>
                    <a:pt x="2412450" y="79394"/>
                  </a:lnTo>
                  <a:lnTo>
                    <a:pt x="2366015" y="108852"/>
                  </a:lnTo>
                  <a:lnTo>
                    <a:pt x="2305938" y="136680"/>
                  </a:lnTo>
                  <a:lnTo>
                    <a:pt x="2233142" y="162668"/>
                  </a:lnTo>
                  <a:lnTo>
                    <a:pt x="2192262" y="174907"/>
                  </a:lnTo>
                  <a:lnTo>
                    <a:pt x="2148550" y="186608"/>
                  </a:lnTo>
                  <a:lnTo>
                    <a:pt x="2102119" y="197743"/>
                  </a:lnTo>
                  <a:lnTo>
                    <a:pt x="2053087" y="208288"/>
                  </a:lnTo>
                  <a:lnTo>
                    <a:pt x="2001567" y="218215"/>
                  </a:lnTo>
                  <a:lnTo>
                    <a:pt x="1947676" y="227499"/>
                  </a:lnTo>
                  <a:lnTo>
                    <a:pt x="1891529" y="236114"/>
                  </a:lnTo>
                  <a:lnTo>
                    <a:pt x="1833241" y="244032"/>
                  </a:lnTo>
                  <a:lnTo>
                    <a:pt x="1772929" y="251228"/>
                  </a:lnTo>
                  <a:lnTo>
                    <a:pt x="1710707" y="257676"/>
                  </a:lnTo>
                  <a:lnTo>
                    <a:pt x="1646692" y="263350"/>
                  </a:lnTo>
                  <a:lnTo>
                    <a:pt x="1580997" y="268222"/>
                  </a:lnTo>
                  <a:lnTo>
                    <a:pt x="1513740" y="272267"/>
                  </a:lnTo>
                  <a:lnTo>
                    <a:pt x="1445036" y="275459"/>
                  </a:lnTo>
                  <a:lnTo>
                    <a:pt x="1374999" y="277772"/>
                  </a:lnTo>
                  <a:lnTo>
                    <a:pt x="1303746" y="279179"/>
                  </a:lnTo>
                  <a:lnTo>
                    <a:pt x="1231391" y="279654"/>
                  </a:lnTo>
                  <a:lnTo>
                    <a:pt x="1159037" y="279179"/>
                  </a:lnTo>
                  <a:lnTo>
                    <a:pt x="1087784" y="277772"/>
                  </a:lnTo>
                  <a:lnTo>
                    <a:pt x="1017747" y="275459"/>
                  </a:lnTo>
                  <a:lnTo>
                    <a:pt x="949043" y="272267"/>
                  </a:lnTo>
                  <a:lnTo>
                    <a:pt x="881786" y="268222"/>
                  </a:lnTo>
                  <a:lnTo>
                    <a:pt x="816091" y="263350"/>
                  </a:lnTo>
                  <a:lnTo>
                    <a:pt x="752076" y="257676"/>
                  </a:lnTo>
                  <a:lnTo>
                    <a:pt x="689854" y="251228"/>
                  </a:lnTo>
                  <a:lnTo>
                    <a:pt x="629542" y="244032"/>
                  </a:lnTo>
                  <a:lnTo>
                    <a:pt x="571254" y="236114"/>
                  </a:lnTo>
                  <a:lnTo>
                    <a:pt x="515107" y="227499"/>
                  </a:lnTo>
                  <a:lnTo>
                    <a:pt x="461216" y="218215"/>
                  </a:lnTo>
                  <a:lnTo>
                    <a:pt x="409696" y="208288"/>
                  </a:lnTo>
                  <a:lnTo>
                    <a:pt x="360664" y="197743"/>
                  </a:lnTo>
                  <a:lnTo>
                    <a:pt x="314233" y="186608"/>
                  </a:lnTo>
                  <a:lnTo>
                    <a:pt x="270521" y="174907"/>
                  </a:lnTo>
                  <a:lnTo>
                    <a:pt x="229641" y="162668"/>
                  </a:lnTo>
                  <a:lnTo>
                    <a:pt x="191711" y="149917"/>
                  </a:lnTo>
                  <a:lnTo>
                    <a:pt x="125159" y="122983"/>
                  </a:lnTo>
                  <a:lnTo>
                    <a:pt x="71787" y="94314"/>
                  </a:lnTo>
                  <a:lnTo>
                    <a:pt x="32521" y="64120"/>
                  </a:lnTo>
                  <a:lnTo>
                    <a:pt x="8284" y="32612"/>
                  </a:lnTo>
                  <a:lnTo>
                    <a:pt x="0" y="0"/>
                  </a:lnTo>
                  <a:lnTo>
                    <a:pt x="0" y="1677924"/>
                  </a:lnTo>
                  <a:lnTo>
                    <a:pt x="18466" y="1726442"/>
                  </a:lnTo>
                  <a:lnTo>
                    <a:pt x="50333" y="1757318"/>
                  </a:lnTo>
                  <a:lnTo>
                    <a:pt x="96768" y="1786776"/>
                  </a:lnTo>
                  <a:lnTo>
                    <a:pt x="156845" y="1814604"/>
                  </a:lnTo>
                  <a:lnTo>
                    <a:pt x="229641" y="1840592"/>
                  </a:lnTo>
                  <a:lnTo>
                    <a:pt x="270521" y="1852831"/>
                  </a:lnTo>
                  <a:lnTo>
                    <a:pt x="314233" y="1864532"/>
                  </a:lnTo>
                  <a:lnTo>
                    <a:pt x="360664" y="1875667"/>
                  </a:lnTo>
                  <a:lnTo>
                    <a:pt x="409696" y="1886212"/>
                  </a:lnTo>
                  <a:lnTo>
                    <a:pt x="461216" y="1896139"/>
                  </a:lnTo>
                  <a:lnTo>
                    <a:pt x="515107" y="1905423"/>
                  </a:lnTo>
                  <a:lnTo>
                    <a:pt x="571254" y="1914038"/>
                  </a:lnTo>
                  <a:lnTo>
                    <a:pt x="629542" y="1921956"/>
                  </a:lnTo>
                  <a:lnTo>
                    <a:pt x="689854" y="1929152"/>
                  </a:lnTo>
                  <a:lnTo>
                    <a:pt x="752076" y="1935600"/>
                  </a:lnTo>
                  <a:lnTo>
                    <a:pt x="816091" y="1941274"/>
                  </a:lnTo>
                  <a:lnTo>
                    <a:pt x="881786" y="1946146"/>
                  </a:lnTo>
                  <a:lnTo>
                    <a:pt x="949043" y="1950191"/>
                  </a:lnTo>
                  <a:lnTo>
                    <a:pt x="1017747" y="1953383"/>
                  </a:lnTo>
                  <a:lnTo>
                    <a:pt x="1087784" y="1955696"/>
                  </a:lnTo>
                  <a:lnTo>
                    <a:pt x="1159037" y="1957103"/>
                  </a:lnTo>
                  <a:lnTo>
                    <a:pt x="1231391" y="1957578"/>
                  </a:lnTo>
                  <a:lnTo>
                    <a:pt x="1303746" y="1957103"/>
                  </a:lnTo>
                  <a:lnTo>
                    <a:pt x="1374999" y="1955696"/>
                  </a:lnTo>
                  <a:lnTo>
                    <a:pt x="1445036" y="1953383"/>
                  </a:lnTo>
                  <a:lnTo>
                    <a:pt x="1513740" y="1950191"/>
                  </a:lnTo>
                  <a:lnTo>
                    <a:pt x="1580997" y="1946146"/>
                  </a:lnTo>
                  <a:lnTo>
                    <a:pt x="1646692" y="1941274"/>
                  </a:lnTo>
                  <a:lnTo>
                    <a:pt x="1710707" y="1935600"/>
                  </a:lnTo>
                  <a:lnTo>
                    <a:pt x="1772929" y="1929152"/>
                  </a:lnTo>
                  <a:lnTo>
                    <a:pt x="1833241" y="1921956"/>
                  </a:lnTo>
                  <a:lnTo>
                    <a:pt x="1891529" y="1914038"/>
                  </a:lnTo>
                  <a:lnTo>
                    <a:pt x="1947676" y="1905423"/>
                  </a:lnTo>
                  <a:lnTo>
                    <a:pt x="2001567" y="1896139"/>
                  </a:lnTo>
                  <a:lnTo>
                    <a:pt x="2053087" y="1886212"/>
                  </a:lnTo>
                  <a:lnTo>
                    <a:pt x="2102119" y="1875667"/>
                  </a:lnTo>
                  <a:lnTo>
                    <a:pt x="2148550" y="1864532"/>
                  </a:lnTo>
                  <a:lnTo>
                    <a:pt x="2192262" y="1852831"/>
                  </a:lnTo>
                  <a:lnTo>
                    <a:pt x="2233142" y="1840592"/>
                  </a:lnTo>
                  <a:lnTo>
                    <a:pt x="2271072" y="1827841"/>
                  </a:lnTo>
                  <a:lnTo>
                    <a:pt x="2337624" y="1800907"/>
                  </a:lnTo>
                  <a:lnTo>
                    <a:pt x="2390996" y="1772238"/>
                  </a:lnTo>
                  <a:lnTo>
                    <a:pt x="2430262" y="1742044"/>
                  </a:lnTo>
                  <a:lnTo>
                    <a:pt x="2454499" y="1710536"/>
                  </a:lnTo>
                  <a:lnTo>
                    <a:pt x="2462783" y="1677924"/>
                  </a:lnTo>
                  <a:lnTo>
                    <a:pt x="246278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41370" y="4284727"/>
              <a:ext cx="2463165" cy="559435"/>
            </a:xfrm>
            <a:custGeom>
              <a:avLst/>
              <a:gdLst/>
              <a:ahLst/>
              <a:cxnLst/>
              <a:rect l="l" t="t" r="r" b="b"/>
              <a:pathLst>
                <a:path w="2463165" h="559435">
                  <a:moveTo>
                    <a:pt x="1231391" y="0"/>
                  </a:moveTo>
                  <a:lnTo>
                    <a:pt x="1159037" y="474"/>
                  </a:lnTo>
                  <a:lnTo>
                    <a:pt x="1087784" y="1881"/>
                  </a:lnTo>
                  <a:lnTo>
                    <a:pt x="1017747" y="4194"/>
                  </a:lnTo>
                  <a:lnTo>
                    <a:pt x="949043" y="7386"/>
                  </a:lnTo>
                  <a:lnTo>
                    <a:pt x="881786" y="11431"/>
                  </a:lnTo>
                  <a:lnTo>
                    <a:pt x="816091" y="16303"/>
                  </a:lnTo>
                  <a:lnTo>
                    <a:pt x="752076" y="21977"/>
                  </a:lnTo>
                  <a:lnTo>
                    <a:pt x="689854" y="28425"/>
                  </a:lnTo>
                  <a:lnTo>
                    <a:pt x="629542" y="35621"/>
                  </a:lnTo>
                  <a:lnTo>
                    <a:pt x="571254" y="43539"/>
                  </a:lnTo>
                  <a:lnTo>
                    <a:pt x="515107" y="52154"/>
                  </a:lnTo>
                  <a:lnTo>
                    <a:pt x="461216" y="61438"/>
                  </a:lnTo>
                  <a:lnTo>
                    <a:pt x="409696" y="71365"/>
                  </a:lnTo>
                  <a:lnTo>
                    <a:pt x="360664" y="81910"/>
                  </a:lnTo>
                  <a:lnTo>
                    <a:pt x="314233" y="93045"/>
                  </a:lnTo>
                  <a:lnTo>
                    <a:pt x="270521" y="104746"/>
                  </a:lnTo>
                  <a:lnTo>
                    <a:pt x="229641" y="116985"/>
                  </a:lnTo>
                  <a:lnTo>
                    <a:pt x="191711" y="129736"/>
                  </a:lnTo>
                  <a:lnTo>
                    <a:pt x="125159" y="156670"/>
                  </a:lnTo>
                  <a:lnTo>
                    <a:pt x="71787" y="185339"/>
                  </a:lnTo>
                  <a:lnTo>
                    <a:pt x="32521" y="215533"/>
                  </a:lnTo>
                  <a:lnTo>
                    <a:pt x="8284" y="247041"/>
                  </a:lnTo>
                  <a:lnTo>
                    <a:pt x="0" y="279654"/>
                  </a:lnTo>
                  <a:lnTo>
                    <a:pt x="2090" y="296085"/>
                  </a:lnTo>
                  <a:lnTo>
                    <a:pt x="32521" y="343774"/>
                  </a:lnTo>
                  <a:lnTo>
                    <a:pt x="71787" y="373968"/>
                  </a:lnTo>
                  <a:lnTo>
                    <a:pt x="125159" y="402637"/>
                  </a:lnTo>
                  <a:lnTo>
                    <a:pt x="191711" y="429571"/>
                  </a:lnTo>
                  <a:lnTo>
                    <a:pt x="229641" y="442322"/>
                  </a:lnTo>
                  <a:lnTo>
                    <a:pt x="270521" y="454561"/>
                  </a:lnTo>
                  <a:lnTo>
                    <a:pt x="314233" y="466262"/>
                  </a:lnTo>
                  <a:lnTo>
                    <a:pt x="360664" y="477397"/>
                  </a:lnTo>
                  <a:lnTo>
                    <a:pt x="409696" y="487942"/>
                  </a:lnTo>
                  <a:lnTo>
                    <a:pt x="461216" y="497869"/>
                  </a:lnTo>
                  <a:lnTo>
                    <a:pt x="515107" y="507153"/>
                  </a:lnTo>
                  <a:lnTo>
                    <a:pt x="571254" y="515768"/>
                  </a:lnTo>
                  <a:lnTo>
                    <a:pt x="629542" y="523686"/>
                  </a:lnTo>
                  <a:lnTo>
                    <a:pt x="689854" y="530882"/>
                  </a:lnTo>
                  <a:lnTo>
                    <a:pt x="752076" y="537330"/>
                  </a:lnTo>
                  <a:lnTo>
                    <a:pt x="816091" y="543004"/>
                  </a:lnTo>
                  <a:lnTo>
                    <a:pt x="881786" y="547876"/>
                  </a:lnTo>
                  <a:lnTo>
                    <a:pt x="949043" y="551921"/>
                  </a:lnTo>
                  <a:lnTo>
                    <a:pt x="1017747" y="555113"/>
                  </a:lnTo>
                  <a:lnTo>
                    <a:pt x="1087784" y="557426"/>
                  </a:lnTo>
                  <a:lnTo>
                    <a:pt x="1159037" y="558833"/>
                  </a:lnTo>
                  <a:lnTo>
                    <a:pt x="1231391" y="559308"/>
                  </a:lnTo>
                  <a:lnTo>
                    <a:pt x="1303746" y="558833"/>
                  </a:lnTo>
                  <a:lnTo>
                    <a:pt x="1374999" y="557426"/>
                  </a:lnTo>
                  <a:lnTo>
                    <a:pt x="1445036" y="555113"/>
                  </a:lnTo>
                  <a:lnTo>
                    <a:pt x="1513740" y="551921"/>
                  </a:lnTo>
                  <a:lnTo>
                    <a:pt x="1580997" y="547876"/>
                  </a:lnTo>
                  <a:lnTo>
                    <a:pt x="1646692" y="543004"/>
                  </a:lnTo>
                  <a:lnTo>
                    <a:pt x="1710707" y="537330"/>
                  </a:lnTo>
                  <a:lnTo>
                    <a:pt x="1772929" y="530882"/>
                  </a:lnTo>
                  <a:lnTo>
                    <a:pt x="1833241" y="523686"/>
                  </a:lnTo>
                  <a:lnTo>
                    <a:pt x="1891529" y="515768"/>
                  </a:lnTo>
                  <a:lnTo>
                    <a:pt x="1947676" y="507153"/>
                  </a:lnTo>
                  <a:lnTo>
                    <a:pt x="2001567" y="497869"/>
                  </a:lnTo>
                  <a:lnTo>
                    <a:pt x="2053087" y="487942"/>
                  </a:lnTo>
                  <a:lnTo>
                    <a:pt x="2102119" y="477397"/>
                  </a:lnTo>
                  <a:lnTo>
                    <a:pt x="2148550" y="466262"/>
                  </a:lnTo>
                  <a:lnTo>
                    <a:pt x="2192262" y="454561"/>
                  </a:lnTo>
                  <a:lnTo>
                    <a:pt x="2233142" y="442322"/>
                  </a:lnTo>
                  <a:lnTo>
                    <a:pt x="2271072" y="429571"/>
                  </a:lnTo>
                  <a:lnTo>
                    <a:pt x="2337624" y="402637"/>
                  </a:lnTo>
                  <a:lnTo>
                    <a:pt x="2390996" y="373968"/>
                  </a:lnTo>
                  <a:lnTo>
                    <a:pt x="2430262" y="343774"/>
                  </a:lnTo>
                  <a:lnTo>
                    <a:pt x="2454499" y="312266"/>
                  </a:lnTo>
                  <a:lnTo>
                    <a:pt x="2462783" y="279654"/>
                  </a:lnTo>
                  <a:lnTo>
                    <a:pt x="2460693" y="263222"/>
                  </a:lnTo>
                  <a:lnTo>
                    <a:pt x="2430262" y="215533"/>
                  </a:lnTo>
                  <a:lnTo>
                    <a:pt x="2390996" y="185339"/>
                  </a:lnTo>
                  <a:lnTo>
                    <a:pt x="2337624" y="156670"/>
                  </a:lnTo>
                  <a:lnTo>
                    <a:pt x="2271072" y="129736"/>
                  </a:lnTo>
                  <a:lnTo>
                    <a:pt x="2233142" y="116985"/>
                  </a:lnTo>
                  <a:lnTo>
                    <a:pt x="2192262" y="104746"/>
                  </a:lnTo>
                  <a:lnTo>
                    <a:pt x="2148550" y="93045"/>
                  </a:lnTo>
                  <a:lnTo>
                    <a:pt x="2102119" y="81910"/>
                  </a:lnTo>
                  <a:lnTo>
                    <a:pt x="2053087" y="71365"/>
                  </a:lnTo>
                  <a:lnTo>
                    <a:pt x="2001567" y="61438"/>
                  </a:lnTo>
                  <a:lnTo>
                    <a:pt x="1947676" y="52154"/>
                  </a:lnTo>
                  <a:lnTo>
                    <a:pt x="1891529" y="43539"/>
                  </a:lnTo>
                  <a:lnTo>
                    <a:pt x="1833241" y="35621"/>
                  </a:lnTo>
                  <a:lnTo>
                    <a:pt x="1772929" y="28425"/>
                  </a:lnTo>
                  <a:lnTo>
                    <a:pt x="1710707" y="21977"/>
                  </a:lnTo>
                  <a:lnTo>
                    <a:pt x="1646692" y="16303"/>
                  </a:lnTo>
                  <a:lnTo>
                    <a:pt x="1580997" y="11431"/>
                  </a:lnTo>
                  <a:lnTo>
                    <a:pt x="1513740" y="7386"/>
                  </a:lnTo>
                  <a:lnTo>
                    <a:pt x="1445036" y="4194"/>
                  </a:lnTo>
                  <a:lnTo>
                    <a:pt x="1374999" y="1881"/>
                  </a:lnTo>
                  <a:lnTo>
                    <a:pt x="1303746" y="474"/>
                  </a:lnTo>
                  <a:lnTo>
                    <a:pt x="1231391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341370" y="4284727"/>
              <a:ext cx="2463165" cy="2237740"/>
            </a:xfrm>
            <a:custGeom>
              <a:avLst/>
              <a:gdLst/>
              <a:ahLst/>
              <a:cxnLst/>
              <a:rect l="l" t="t" r="r" b="b"/>
              <a:pathLst>
                <a:path w="2463165" h="2237740">
                  <a:moveTo>
                    <a:pt x="2462783" y="279654"/>
                  </a:moveTo>
                  <a:lnTo>
                    <a:pt x="2444317" y="328172"/>
                  </a:lnTo>
                  <a:lnTo>
                    <a:pt x="2412450" y="359048"/>
                  </a:lnTo>
                  <a:lnTo>
                    <a:pt x="2366015" y="388506"/>
                  </a:lnTo>
                  <a:lnTo>
                    <a:pt x="2305938" y="416334"/>
                  </a:lnTo>
                  <a:lnTo>
                    <a:pt x="2233142" y="442322"/>
                  </a:lnTo>
                  <a:lnTo>
                    <a:pt x="2192262" y="454561"/>
                  </a:lnTo>
                  <a:lnTo>
                    <a:pt x="2148550" y="466262"/>
                  </a:lnTo>
                  <a:lnTo>
                    <a:pt x="2102119" y="477397"/>
                  </a:lnTo>
                  <a:lnTo>
                    <a:pt x="2053087" y="487942"/>
                  </a:lnTo>
                  <a:lnTo>
                    <a:pt x="2001567" y="497869"/>
                  </a:lnTo>
                  <a:lnTo>
                    <a:pt x="1947676" y="507153"/>
                  </a:lnTo>
                  <a:lnTo>
                    <a:pt x="1891529" y="515768"/>
                  </a:lnTo>
                  <a:lnTo>
                    <a:pt x="1833241" y="523686"/>
                  </a:lnTo>
                  <a:lnTo>
                    <a:pt x="1772929" y="530882"/>
                  </a:lnTo>
                  <a:lnTo>
                    <a:pt x="1710707" y="537330"/>
                  </a:lnTo>
                  <a:lnTo>
                    <a:pt x="1646692" y="543004"/>
                  </a:lnTo>
                  <a:lnTo>
                    <a:pt x="1580997" y="547876"/>
                  </a:lnTo>
                  <a:lnTo>
                    <a:pt x="1513740" y="551921"/>
                  </a:lnTo>
                  <a:lnTo>
                    <a:pt x="1445036" y="555113"/>
                  </a:lnTo>
                  <a:lnTo>
                    <a:pt x="1374999" y="557426"/>
                  </a:lnTo>
                  <a:lnTo>
                    <a:pt x="1303746" y="558833"/>
                  </a:lnTo>
                  <a:lnTo>
                    <a:pt x="1231391" y="559308"/>
                  </a:lnTo>
                  <a:lnTo>
                    <a:pt x="1159037" y="558833"/>
                  </a:lnTo>
                  <a:lnTo>
                    <a:pt x="1087784" y="557426"/>
                  </a:lnTo>
                  <a:lnTo>
                    <a:pt x="1017747" y="555113"/>
                  </a:lnTo>
                  <a:lnTo>
                    <a:pt x="949043" y="551921"/>
                  </a:lnTo>
                  <a:lnTo>
                    <a:pt x="881786" y="547876"/>
                  </a:lnTo>
                  <a:lnTo>
                    <a:pt x="816091" y="543004"/>
                  </a:lnTo>
                  <a:lnTo>
                    <a:pt x="752076" y="537330"/>
                  </a:lnTo>
                  <a:lnTo>
                    <a:pt x="689854" y="530882"/>
                  </a:lnTo>
                  <a:lnTo>
                    <a:pt x="629542" y="523686"/>
                  </a:lnTo>
                  <a:lnTo>
                    <a:pt x="571254" y="515768"/>
                  </a:lnTo>
                  <a:lnTo>
                    <a:pt x="515107" y="507153"/>
                  </a:lnTo>
                  <a:lnTo>
                    <a:pt x="461216" y="497869"/>
                  </a:lnTo>
                  <a:lnTo>
                    <a:pt x="409696" y="487942"/>
                  </a:lnTo>
                  <a:lnTo>
                    <a:pt x="360664" y="477397"/>
                  </a:lnTo>
                  <a:lnTo>
                    <a:pt x="314233" y="466262"/>
                  </a:lnTo>
                  <a:lnTo>
                    <a:pt x="270521" y="454561"/>
                  </a:lnTo>
                  <a:lnTo>
                    <a:pt x="229641" y="442322"/>
                  </a:lnTo>
                  <a:lnTo>
                    <a:pt x="191711" y="429571"/>
                  </a:lnTo>
                  <a:lnTo>
                    <a:pt x="125159" y="402637"/>
                  </a:lnTo>
                  <a:lnTo>
                    <a:pt x="71787" y="373968"/>
                  </a:lnTo>
                  <a:lnTo>
                    <a:pt x="32521" y="343774"/>
                  </a:lnTo>
                  <a:lnTo>
                    <a:pt x="8284" y="312266"/>
                  </a:lnTo>
                  <a:lnTo>
                    <a:pt x="0" y="279654"/>
                  </a:lnTo>
                  <a:lnTo>
                    <a:pt x="2090" y="263222"/>
                  </a:lnTo>
                  <a:lnTo>
                    <a:pt x="32521" y="215533"/>
                  </a:lnTo>
                  <a:lnTo>
                    <a:pt x="71787" y="185339"/>
                  </a:lnTo>
                  <a:lnTo>
                    <a:pt x="125159" y="156670"/>
                  </a:lnTo>
                  <a:lnTo>
                    <a:pt x="191711" y="129736"/>
                  </a:lnTo>
                  <a:lnTo>
                    <a:pt x="229641" y="116985"/>
                  </a:lnTo>
                  <a:lnTo>
                    <a:pt x="270521" y="104746"/>
                  </a:lnTo>
                  <a:lnTo>
                    <a:pt x="314233" y="93045"/>
                  </a:lnTo>
                  <a:lnTo>
                    <a:pt x="360664" y="81910"/>
                  </a:lnTo>
                  <a:lnTo>
                    <a:pt x="409696" y="71365"/>
                  </a:lnTo>
                  <a:lnTo>
                    <a:pt x="461216" y="61438"/>
                  </a:lnTo>
                  <a:lnTo>
                    <a:pt x="515107" y="52154"/>
                  </a:lnTo>
                  <a:lnTo>
                    <a:pt x="571254" y="43539"/>
                  </a:lnTo>
                  <a:lnTo>
                    <a:pt x="629542" y="35621"/>
                  </a:lnTo>
                  <a:lnTo>
                    <a:pt x="689854" y="28425"/>
                  </a:lnTo>
                  <a:lnTo>
                    <a:pt x="752076" y="21977"/>
                  </a:lnTo>
                  <a:lnTo>
                    <a:pt x="816091" y="16303"/>
                  </a:lnTo>
                  <a:lnTo>
                    <a:pt x="881786" y="11431"/>
                  </a:lnTo>
                  <a:lnTo>
                    <a:pt x="949043" y="7386"/>
                  </a:lnTo>
                  <a:lnTo>
                    <a:pt x="1017747" y="4194"/>
                  </a:lnTo>
                  <a:lnTo>
                    <a:pt x="1087784" y="1881"/>
                  </a:lnTo>
                  <a:lnTo>
                    <a:pt x="1159037" y="474"/>
                  </a:lnTo>
                  <a:lnTo>
                    <a:pt x="1231391" y="0"/>
                  </a:lnTo>
                  <a:lnTo>
                    <a:pt x="1303746" y="474"/>
                  </a:lnTo>
                  <a:lnTo>
                    <a:pt x="1374999" y="1881"/>
                  </a:lnTo>
                  <a:lnTo>
                    <a:pt x="1445036" y="4194"/>
                  </a:lnTo>
                  <a:lnTo>
                    <a:pt x="1513740" y="7386"/>
                  </a:lnTo>
                  <a:lnTo>
                    <a:pt x="1580997" y="11431"/>
                  </a:lnTo>
                  <a:lnTo>
                    <a:pt x="1646692" y="16303"/>
                  </a:lnTo>
                  <a:lnTo>
                    <a:pt x="1710707" y="21977"/>
                  </a:lnTo>
                  <a:lnTo>
                    <a:pt x="1772929" y="28425"/>
                  </a:lnTo>
                  <a:lnTo>
                    <a:pt x="1833241" y="35621"/>
                  </a:lnTo>
                  <a:lnTo>
                    <a:pt x="1891529" y="43539"/>
                  </a:lnTo>
                  <a:lnTo>
                    <a:pt x="1947676" y="52154"/>
                  </a:lnTo>
                  <a:lnTo>
                    <a:pt x="2001567" y="61438"/>
                  </a:lnTo>
                  <a:lnTo>
                    <a:pt x="2053087" y="71365"/>
                  </a:lnTo>
                  <a:lnTo>
                    <a:pt x="2102119" y="81910"/>
                  </a:lnTo>
                  <a:lnTo>
                    <a:pt x="2148550" y="93045"/>
                  </a:lnTo>
                  <a:lnTo>
                    <a:pt x="2192262" y="104746"/>
                  </a:lnTo>
                  <a:lnTo>
                    <a:pt x="2233142" y="116985"/>
                  </a:lnTo>
                  <a:lnTo>
                    <a:pt x="2271072" y="129736"/>
                  </a:lnTo>
                  <a:lnTo>
                    <a:pt x="2337624" y="156670"/>
                  </a:lnTo>
                  <a:lnTo>
                    <a:pt x="2390996" y="185339"/>
                  </a:lnTo>
                  <a:lnTo>
                    <a:pt x="2430262" y="215533"/>
                  </a:lnTo>
                  <a:lnTo>
                    <a:pt x="2454499" y="247041"/>
                  </a:lnTo>
                  <a:lnTo>
                    <a:pt x="2462783" y="279654"/>
                  </a:lnTo>
                  <a:close/>
                </a:path>
                <a:path w="2463165" h="2237740">
                  <a:moveTo>
                    <a:pt x="2462783" y="279654"/>
                  </a:moveTo>
                  <a:lnTo>
                    <a:pt x="2462783" y="1957578"/>
                  </a:lnTo>
                  <a:lnTo>
                    <a:pt x="2460693" y="1974009"/>
                  </a:lnTo>
                  <a:lnTo>
                    <a:pt x="2430262" y="2021698"/>
                  </a:lnTo>
                  <a:lnTo>
                    <a:pt x="2390996" y="2051892"/>
                  </a:lnTo>
                  <a:lnTo>
                    <a:pt x="2337624" y="2080561"/>
                  </a:lnTo>
                  <a:lnTo>
                    <a:pt x="2271072" y="2107495"/>
                  </a:lnTo>
                  <a:lnTo>
                    <a:pt x="2233142" y="2120246"/>
                  </a:lnTo>
                  <a:lnTo>
                    <a:pt x="2192262" y="2132485"/>
                  </a:lnTo>
                  <a:lnTo>
                    <a:pt x="2148550" y="2144186"/>
                  </a:lnTo>
                  <a:lnTo>
                    <a:pt x="2102119" y="2155321"/>
                  </a:lnTo>
                  <a:lnTo>
                    <a:pt x="2053087" y="2165866"/>
                  </a:lnTo>
                  <a:lnTo>
                    <a:pt x="2001567" y="2175793"/>
                  </a:lnTo>
                  <a:lnTo>
                    <a:pt x="1947676" y="2185077"/>
                  </a:lnTo>
                  <a:lnTo>
                    <a:pt x="1891529" y="2193692"/>
                  </a:lnTo>
                  <a:lnTo>
                    <a:pt x="1833241" y="2201610"/>
                  </a:lnTo>
                  <a:lnTo>
                    <a:pt x="1772929" y="2208806"/>
                  </a:lnTo>
                  <a:lnTo>
                    <a:pt x="1710707" y="2215254"/>
                  </a:lnTo>
                  <a:lnTo>
                    <a:pt x="1646692" y="2220928"/>
                  </a:lnTo>
                  <a:lnTo>
                    <a:pt x="1580997" y="2225800"/>
                  </a:lnTo>
                  <a:lnTo>
                    <a:pt x="1513740" y="2229845"/>
                  </a:lnTo>
                  <a:lnTo>
                    <a:pt x="1445036" y="2233037"/>
                  </a:lnTo>
                  <a:lnTo>
                    <a:pt x="1374999" y="2235350"/>
                  </a:lnTo>
                  <a:lnTo>
                    <a:pt x="1303746" y="2236757"/>
                  </a:lnTo>
                  <a:lnTo>
                    <a:pt x="1231391" y="2237232"/>
                  </a:lnTo>
                  <a:lnTo>
                    <a:pt x="1159037" y="2236757"/>
                  </a:lnTo>
                  <a:lnTo>
                    <a:pt x="1087784" y="2235350"/>
                  </a:lnTo>
                  <a:lnTo>
                    <a:pt x="1017747" y="2233037"/>
                  </a:lnTo>
                  <a:lnTo>
                    <a:pt x="949043" y="2229845"/>
                  </a:lnTo>
                  <a:lnTo>
                    <a:pt x="881786" y="2225800"/>
                  </a:lnTo>
                  <a:lnTo>
                    <a:pt x="816091" y="2220928"/>
                  </a:lnTo>
                  <a:lnTo>
                    <a:pt x="752076" y="2215254"/>
                  </a:lnTo>
                  <a:lnTo>
                    <a:pt x="689854" y="2208806"/>
                  </a:lnTo>
                  <a:lnTo>
                    <a:pt x="629542" y="2201610"/>
                  </a:lnTo>
                  <a:lnTo>
                    <a:pt x="571254" y="2193692"/>
                  </a:lnTo>
                  <a:lnTo>
                    <a:pt x="515107" y="2185077"/>
                  </a:lnTo>
                  <a:lnTo>
                    <a:pt x="461216" y="2175793"/>
                  </a:lnTo>
                  <a:lnTo>
                    <a:pt x="409696" y="2165866"/>
                  </a:lnTo>
                  <a:lnTo>
                    <a:pt x="360664" y="2155321"/>
                  </a:lnTo>
                  <a:lnTo>
                    <a:pt x="314233" y="2144186"/>
                  </a:lnTo>
                  <a:lnTo>
                    <a:pt x="270521" y="2132485"/>
                  </a:lnTo>
                  <a:lnTo>
                    <a:pt x="229641" y="2120246"/>
                  </a:lnTo>
                  <a:lnTo>
                    <a:pt x="191711" y="2107495"/>
                  </a:lnTo>
                  <a:lnTo>
                    <a:pt x="125159" y="2080561"/>
                  </a:lnTo>
                  <a:lnTo>
                    <a:pt x="71787" y="2051892"/>
                  </a:lnTo>
                  <a:lnTo>
                    <a:pt x="32521" y="2021698"/>
                  </a:lnTo>
                  <a:lnTo>
                    <a:pt x="8284" y="1990190"/>
                  </a:lnTo>
                  <a:lnTo>
                    <a:pt x="0" y="1957578"/>
                  </a:lnTo>
                  <a:lnTo>
                    <a:pt x="0" y="279654"/>
                  </a:lnTo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83552" y="1415417"/>
            <a:ext cx="8139430" cy="32924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63373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Existen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Oracle: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emitir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acceder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ambos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tablas: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seleccionar,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insertar,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actualizar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suprimir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puede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seleccionar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algn="ctr" marL="197485">
              <a:lnSpc>
                <a:spcPct val="100000"/>
              </a:lnSpc>
              <a:spcBef>
                <a:spcPts val="1435"/>
              </a:spcBef>
            </a:pPr>
            <a:r>
              <a:rPr dirty="0" sz="1600" b="1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16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787140" y="5023103"/>
            <a:ext cx="1610995" cy="1186180"/>
            <a:chOff x="3787140" y="5023103"/>
            <a:chExt cx="1610995" cy="1186180"/>
          </a:xfrm>
        </p:grpSpPr>
        <p:sp>
          <p:nvSpPr>
            <p:cNvPr id="9" name="object 9" descr=""/>
            <p:cNvSpPr/>
            <p:nvPr/>
          </p:nvSpPr>
          <p:spPr>
            <a:xfrm>
              <a:off x="3801618" y="5037581"/>
              <a:ext cx="462280" cy="285115"/>
            </a:xfrm>
            <a:custGeom>
              <a:avLst/>
              <a:gdLst/>
              <a:ahLst/>
              <a:cxnLst/>
              <a:rect l="l" t="t" r="r" b="b"/>
              <a:pathLst>
                <a:path w="462279" h="285114">
                  <a:moveTo>
                    <a:pt x="461772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461772" y="284988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01618" y="5037581"/>
              <a:ext cx="462280" cy="285115"/>
            </a:xfrm>
            <a:custGeom>
              <a:avLst/>
              <a:gdLst/>
              <a:ahLst/>
              <a:cxnLst/>
              <a:rect l="l" t="t" r="r" b="b"/>
              <a:pathLst>
                <a:path w="462279" h="285114">
                  <a:moveTo>
                    <a:pt x="0" y="284988"/>
                  </a:moveTo>
                  <a:lnTo>
                    <a:pt x="461772" y="284988"/>
                  </a:lnTo>
                  <a:lnTo>
                    <a:pt x="461772" y="0"/>
                  </a:lnTo>
                  <a:lnTo>
                    <a:pt x="0" y="0"/>
                  </a:lnTo>
                  <a:lnTo>
                    <a:pt x="0" y="284988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01618" y="5909309"/>
              <a:ext cx="462280" cy="285115"/>
            </a:xfrm>
            <a:custGeom>
              <a:avLst/>
              <a:gdLst/>
              <a:ahLst/>
              <a:cxnLst/>
              <a:rect l="l" t="t" r="r" b="b"/>
              <a:pathLst>
                <a:path w="462279" h="285114">
                  <a:moveTo>
                    <a:pt x="461772" y="0"/>
                  </a:moveTo>
                  <a:lnTo>
                    <a:pt x="0" y="0"/>
                  </a:lnTo>
                  <a:lnTo>
                    <a:pt x="0" y="284987"/>
                  </a:lnTo>
                  <a:lnTo>
                    <a:pt x="461772" y="284987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01618" y="5909309"/>
              <a:ext cx="462280" cy="285115"/>
            </a:xfrm>
            <a:custGeom>
              <a:avLst/>
              <a:gdLst/>
              <a:ahLst/>
              <a:cxnLst/>
              <a:rect l="l" t="t" r="r" b="b"/>
              <a:pathLst>
                <a:path w="462279" h="285114">
                  <a:moveTo>
                    <a:pt x="0" y="284987"/>
                  </a:moveTo>
                  <a:lnTo>
                    <a:pt x="461772" y="284987"/>
                  </a:lnTo>
                  <a:lnTo>
                    <a:pt x="461772" y="0"/>
                  </a:lnTo>
                  <a:lnTo>
                    <a:pt x="0" y="0"/>
                  </a:lnTo>
                  <a:lnTo>
                    <a:pt x="0" y="284987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01618" y="5478017"/>
              <a:ext cx="462280" cy="285115"/>
            </a:xfrm>
            <a:custGeom>
              <a:avLst/>
              <a:gdLst/>
              <a:ahLst/>
              <a:cxnLst/>
              <a:rect l="l" t="t" r="r" b="b"/>
              <a:pathLst>
                <a:path w="462279" h="285114">
                  <a:moveTo>
                    <a:pt x="461772" y="0"/>
                  </a:moveTo>
                  <a:lnTo>
                    <a:pt x="0" y="0"/>
                  </a:lnTo>
                  <a:lnTo>
                    <a:pt x="0" y="284987"/>
                  </a:lnTo>
                  <a:lnTo>
                    <a:pt x="461772" y="284987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01618" y="5478017"/>
              <a:ext cx="462280" cy="285115"/>
            </a:xfrm>
            <a:custGeom>
              <a:avLst/>
              <a:gdLst/>
              <a:ahLst/>
              <a:cxnLst/>
              <a:rect l="l" t="t" r="r" b="b"/>
              <a:pathLst>
                <a:path w="462279" h="285114">
                  <a:moveTo>
                    <a:pt x="0" y="284987"/>
                  </a:moveTo>
                  <a:lnTo>
                    <a:pt x="461772" y="284987"/>
                  </a:lnTo>
                  <a:lnTo>
                    <a:pt x="461772" y="0"/>
                  </a:lnTo>
                  <a:lnTo>
                    <a:pt x="0" y="0"/>
                  </a:lnTo>
                  <a:lnTo>
                    <a:pt x="0" y="284987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921758" y="5037581"/>
              <a:ext cx="462280" cy="285115"/>
            </a:xfrm>
            <a:custGeom>
              <a:avLst/>
              <a:gdLst/>
              <a:ahLst/>
              <a:cxnLst/>
              <a:rect l="l" t="t" r="r" b="b"/>
              <a:pathLst>
                <a:path w="462279" h="285114">
                  <a:moveTo>
                    <a:pt x="461772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461772" y="284988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921758" y="5037581"/>
              <a:ext cx="462280" cy="285115"/>
            </a:xfrm>
            <a:custGeom>
              <a:avLst/>
              <a:gdLst/>
              <a:ahLst/>
              <a:cxnLst/>
              <a:rect l="l" t="t" r="r" b="b"/>
              <a:pathLst>
                <a:path w="462279" h="285114">
                  <a:moveTo>
                    <a:pt x="0" y="284988"/>
                  </a:moveTo>
                  <a:lnTo>
                    <a:pt x="461772" y="284988"/>
                  </a:lnTo>
                  <a:lnTo>
                    <a:pt x="461772" y="0"/>
                  </a:lnTo>
                  <a:lnTo>
                    <a:pt x="0" y="0"/>
                  </a:lnTo>
                  <a:lnTo>
                    <a:pt x="0" y="284988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21758" y="5468873"/>
              <a:ext cx="462280" cy="285115"/>
            </a:xfrm>
            <a:custGeom>
              <a:avLst/>
              <a:gdLst/>
              <a:ahLst/>
              <a:cxnLst/>
              <a:rect l="l" t="t" r="r" b="b"/>
              <a:pathLst>
                <a:path w="462279" h="285114">
                  <a:moveTo>
                    <a:pt x="461772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461772" y="284988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21758" y="5468873"/>
              <a:ext cx="462280" cy="285115"/>
            </a:xfrm>
            <a:custGeom>
              <a:avLst/>
              <a:gdLst/>
              <a:ahLst/>
              <a:cxnLst/>
              <a:rect l="l" t="t" r="r" b="b"/>
              <a:pathLst>
                <a:path w="462279" h="285114">
                  <a:moveTo>
                    <a:pt x="0" y="284988"/>
                  </a:moveTo>
                  <a:lnTo>
                    <a:pt x="461772" y="284988"/>
                  </a:lnTo>
                  <a:lnTo>
                    <a:pt x="461772" y="0"/>
                  </a:lnTo>
                  <a:lnTo>
                    <a:pt x="0" y="0"/>
                  </a:lnTo>
                  <a:lnTo>
                    <a:pt x="0" y="284988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921758" y="5889497"/>
              <a:ext cx="462280" cy="287020"/>
            </a:xfrm>
            <a:custGeom>
              <a:avLst/>
              <a:gdLst/>
              <a:ahLst/>
              <a:cxnLst/>
              <a:rect l="l" t="t" r="r" b="b"/>
              <a:pathLst>
                <a:path w="462279" h="287020">
                  <a:moveTo>
                    <a:pt x="461772" y="0"/>
                  </a:moveTo>
                  <a:lnTo>
                    <a:pt x="0" y="0"/>
                  </a:lnTo>
                  <a:lnTo>
                    <a:pt x="0" y="286511"/>
                  </a:lnTo>
                  <a:lnTo>
                    <a:pt x="461772" y="286511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921758" y="5889497"/>
              <a:ext cx="462280" cy="287020"/>
            </a:xfrm>
            <a:custGeom>
              <a:avLst/>
              <a:gdLst/>
              <a:ahLst/>
              <a:cxnLst/>
              <a:rect l="l" t="t" r="r" b="b"/>
              <a:pathLst>
                <a:path w="462279" h="287020">
                  <a:moveTo>
                    <a:pt x="0" y="286511"/>
                  </a:moveTo>
                  <a:lnTo>
                    <a:pt x="461772" y="286511"/>
                  </a:lnTo>
                  <a:lnTo>
                    <a:pt x="461772" y="0"/>
                  </a:lnTo>
                  <a:lnTo>
                    <a:pt x="0" y="0"/>
                  </a:lnTo>
                  <a:lnTo>
                    <a:pt x="0" y="286511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27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00"/>
              <a:t> </a:t>
            </a:r>
            <a:r>
              <a:rPr dirty="0" spc="-10"/>
              <a:t>Dictionary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098665" cy="241554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creadas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contiene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empleados,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departamentos,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cargos,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3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datos:</a:t>
            </a:r>
            <a:endParaRPr sz="2800">
              <a:latin typeface="Calibri"/>
              <a:cs typeface="Calibri"/>
            </a:endParaRPr>
          </a:p>
          <a:p>
            <a:pPr marL="530860" marR="1149350" indent="-175260">
              <a:lnSpc>
                <a:spcPts val="2590"/>
              </a:lnSpc>
              <a:spcBef>
                <a:spcPts val="475"/>
              </a:spcBef>
            </a:pPr>
            <a:r>
              <a:rPr dirty="0" sz="2400" spc="-1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DICTIONARY,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USER_OBJECTS,</a:t>
            </a:r>
            <a:r>
              <a:rPr dirty="0" sz="24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USER_TABLES, USER_SEGMENTS,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USER_INDEXES,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451733" y="4026279"/>
            <a:ext cx="2589530" cy="2309495"/>
            <a:chOff x="3451733" y="4026279"/>
            <a:chExt cx="2589530" cy="2309495"/>
          </a:xfrm>
        </p:grpSpPr>
        <p:sp>
          <p:nvSpPr>
            <p:cNvPr id="5" name="object 5" descr=""/>
            <p:cNvSpPr/>
            <p:nvPr/>
          </p:nvSpPr>
          <p:spPr>
            <a:xfrm>
              <a:off x="3466338" y="4325872"/>
              <a:ext cx="2560320" cy="1995170"/>
            </a:xfrm>
            <a:custGeom>
              <a:avLst/>
              <a:gdLst/>
              <a:ahLst/>
              <a:cxnLst/>
              <a:rect l="l" t="t" r="r" b="b"/>
              <a:pathLst>
                <a:path w="2560320" h="1995170">
                  <a:moveTo>
                    <a:pt x="2560320" y="0"/>
                  </a:moveTo>
                  <a:lnTo>
                    <a:pt x="2542405" y="47780"/>
                  </a:lnTo>
                  <a:lnTo>
                    <a:pt x="2511458" y="78250"/>
                  </a:lnTo>
                  <a:lnTo>
                    <a:pt x="2466315" y="107389"/>
                  </a:lnTo>
                  <a:lnTo>
                    <a:pt x="2407843" y="135004"/>
                  </a:lnTo>
                  <a:lnTo>
                    <a:pt x="2336905" y="160902"/>
                  </a:lnTo>
                  <a:lnTo>
                    <a:pt x="2297031" y="173148"/>
                  </a:lnTo>
                  <a:lnTo>
                    <a:pt x="2254365" y="184892"/>
                  </a:lnTo>
                  <a:lnTo>
                    <a:pt x="2209016" y="196110"/>
                  </a:lnTo>
                  <a:lnTo>
                    <a:pt x="2161090" y="206780"/>
                  </a:lnTo>
                  <a:lnTo>
                    <a:pt x="2110696" y="216875"/>
                  </a:lnTo>
                  <a:lnTo>
                    <a:pt x="2057942" y="226374"/>
                  </a:lnTo>
                  <a:lnTo>
                    <a:pt x="2002936" y="235250"/>
                  </a:lnTo>
                  <a:lnTo>
                    <a:pt x="1945787" y="243481"/>
                  </a:lnTo>
                  <a:lnTo>
                    <a:pt x="1886601" y="251043"/>
                  </a:lnTo>
                  <a:lnTo>
                    <a:pt x="1825489" y="257910"/>
                  </a:lnTo>
                  <a:lnTo>
                    <a:pt x="1762556" y="264060"/>
                  </a:lnTo>
                  <a:lnTo>
                    <a:pt x="1697912" y="269468"/>
                  </a:lnTo>
                  <a:lnTo>
                    <a:pt x="1631665" y="274110"/>
                  </a:lnTo>
                  <a:lnTo>
                    <a:pt x="1563922" y="277962"/>
                  </a:lnTo>
                  <a:lnTo>
                    <a:pt x="1494792" y="280999"/>
                  </a:lnTo>
                  <a:lnTo>
                    <a:pt x="1424383" y="283199"/>
                  </a:lnTo>
                  <a:lnTo>
                    <a:pt x="1352803" y="284536"/>
                  </a:lnTo>
                  <a:lnTo>
                    <a:pt x="1280160" y="284987"/>
                  </a:lnTo>
                  <a:lnTo>
                    <a:pt x="1207516" y="284536"/>
                  </a:lnTo>
                  <a:lnTo>
                    <a:pt x="1135936" y="283199"/>
                  </a:lnTo>
                  <a:lnTo>
                    <a:pt x="1065527" y="280999"/>
                  </a:lnTo>
                  <a:lnTo>
                    <a:pt x="996397" y="277962"/>
                  </a:lnTo>
                  <a:lnTo>
                    <a:pt x="928654" y="274110"/>
                  </a:lnTo>
                  <a:lnTo>
                    <a:pt x="862407" y="269468"/>
                  </a:lnTo>
                  <a:lnTo>
                    <a:pt x="797763" y="264060"/>
                  </a:lnTo>
                  <a:lnTo>
                    <a:pt x="734830" y="257910"/>
                  </a:lnTo>
                  <a:lnTo>
                    <a:pt x="673718" y="251043"/>
                  </a:lnTo>
                  <a:lnTo>
                    <a:pt x="614532" y="243481"/>
                  </a:lnTo>
                  <a:lnTo>
                    <a:pt x="557383" y="235250"/>
                  </a:lnTo>
                  <a:lnTo>
                    <a:pt x="502377" y="226374"/>
                  </a:lnTo>
                  <a:lnTo>
                    <a:pt x="449623" y="216875"/>
                  </a:lnTo>
                  <a:lnTo>
                    <a:pt x="399229" y="206780"/>
                  </a:lnTo>
                  <a:lnTo>
                    <a:pt x="351303" y="196110"/>
                  </a:lnTo>
                  <a:lnTo>
                    <a:pt x="305954" y="184892"/>
                  </a:lnTo>
                  <a:lnTo>
                    <a:pt x="263288" y="173148"/>
                  </a:lnTo>
                  <a:lnTo>
                    <a:pt x="223414" y="160902"/>
                  </a:lnTo>
                  <a:lnTo>
                    <a:pt x="186441" y="148180"/>
                  </a:lnTo>
                  <a:lnTo>
                    <a:pt x="121628" y="121399"/>
                  </a:lnTo>
                  <a:lnTo>
                    <a:pt x="69712" y="92998"/>
                  </a:lnTo>
                  <a:lnTo>
                    <a:pt x="31559" y="63170"/>
                  </a:lnTo>
                  <a:lnTo>
                    <a:pt x="8034" y="32106"/>
                  </a:lnTo>
                  <a:lnTo>
                    <a:pt x="0" y="0"/>
                  </a:lnTo>
                  <a:lnTo>
                    <a:pt x="0" y="1709927"/>
                  </a:lnTo>
                  <a:lnTo>
                    <a:pt x="17914" y="1757708"/>
                  </a:lnTo>
                  <a:lnTo>
                    <a:pt x="48861" y="1788178"/>
                  </a:lnTo>
                  <a:lnTo>
                    <a:pt x="94004" y="1817317"/>
                  </a:lnTo>
                  <a:lnTo>
                    <a:pt x="152476" y="1844932"/>
                  </a:lnTo>
                  <a:lnTo>
                    <a:pt x="223414" y="1870830"/>
                  </a:lnTo>
                  <a:lnTo>
                    <a:pt x="263288" y="1883076"/>
                  </a:lnTo>
                  <a:lnTo>
                    <a:pt x="305954" y="1894820"/>
                  </a:lnTo>
                  <a:lnTo>
                    <a:pt x="351303" y="1906038"/>
                  </a:lnTo>
                  <a:lnTo>
                    <a:pt x="399229" y="1916708"/>
                  </a:lnTo>
                  <a:lnTo>
                    <a:pt x="449623" y="1926803"/>
                  </a:lnTo>
                  <a:lnTo>
                    <a:pt x="502377" y="1936302"/>
                  </a:lnTo>
                  <a:lnTo>
                    <a:pt x="557383" y="1945178"/>
                  </a:lnTo>
                  <a:lnTo>
                    <a:pt x="614532" y="1953409"/>
                  </a:lnTo>
                  <a:lnTo>
                    <a:pt x="673718" y="1960971"/>
                  </a:lnTo>
                  <a:lnTo>
                    <a:pt x="734830" y="1967838"/>
                  </a:lnTo>
                  <a:lnTo>
                    <a:pt x="797763" y="1973988"/>
                  </a:lnTo>
                  <a:lnTo>
                    <a:pt x="862407" y="1979396"/>
                  </a:lnTo>
                  <a:lnTo>
                    <a:pt x="928654" y="1984038"/>
                  </a:lnTo>
                  <a:lnTo>
                    <a:pt x="996397" y="1987890"/>
                  </a:lnTo>
                  <a:lnTo>
                    <a:pt x="1065527" y="1990927"/>
                  </a:lnTo>
                  <a:lnTo>
                    <a:pt x="1135936" y="1993127"/>
                  </a:lnTo>
                  <a:lnTo>
                    <a:pt x="1207516" y="1994464"/>
                  </a:lnTo>
                  <a:lnTo>
                    <a:pt x="1280160" y="1994915"/>
                  </a:lnTo>
                  <a:lnTo>
                    <a:pt x="1352803" y="1994464"/>
                  </a:lnTo>
                  <a:lnTo>
                    <a:pt x="1424383" y="1993127"/>
                  </a:lnTo>
                  <a:lnTo>
                    <a:pt x="1494792" y="1990927"/>
                  </a:lnTo>
                  <a:lnTo>
                    <a:pt x="1563922" y="1987890"/>
                  </a:lnTo>
                  <a:lnTo>
                    <a:pt x="1631665" y="1984038"/>
                  </a:lnTo>
                  <a:lnTo>
                    <a:pt x="1697912" y="1979396"/>
                  </a:lnTo>
                  <a:lnTo>
                    <a:pt x="1762556" y="1973988"/>
                  </a:lnTo>
                  <a:lnTo>
                    <a:pt x="1825489" y="1967838"/>
                  </a:lnTo>
                  <a:lnTo>
                    <a:pt x="1886601" y="1960971"/>
                  </a:lnTo>
                  <a:lnTo>
                    <a:pt x="1945787" y="1953409"/>
                  </a:lnTo>
                  <a:lnTo>
                    <a:pt x="2002936" y="1945178"/>
                  </a:lnTo>
                  <a:lnTo>
                    <a:pt x="2057942" y="1936302"/>
                  </a:lnTo>
                  <a:lnTo>
                    <a:pt x="2110696" y="1926803"/>
                  </a:lnTo>
                  <a:lnTo>
                    <a:pt x="2161090" y="1916708"/>
                  </a:lnTo>
                  <a:lnTo>
                    <a:pt x="2209016" y="1906038"/>
                  </a:lnTo>
                  <a:lnTo>
                    <a:pt x="2254365" y="1894820"/>
                  </a:lnTo>
                  <a:lnTo>
                    <a:pt x="2297031" y="1883076"/>
                  </a:lnTo>
                  <a:lnTo>
                    <a:pt x="2336905" y="1870830"/>
                  </a:lnTo>
                  <a:lnTo>
                    <a:pt x="2373878" y="1858108"/>
                  </a:lnTo>
                  <a:lnTo>
                    <a:pt x="2438691" y="1831327"/>
                  </a:lnTo>
                  <a:lnTo>
                    <a:pt x="2490607" y="1802926"/>
                  </a:lnTo>
                  <a:lnTo>
                    <a:pt x="2528760" y="1773098"/>
                  </a:lnTo>
                  <a:lnTo>
                    <a:pt x="2552285" y="1742034"/>
                  </a:lnTo>
                  <a:lnTo>
                    <a:pt x="2560320" y="1709927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466338" y="4040884"/>
              <a:ext cx="2560320" cy="570230"/>
            </a:xfrm>
            <a:custGeom>
              <a:avLst/>
              <a:gdLst/>
              <a:ahLst/>
              <a:cxnLst/>
              <a:rect l="l" t="t" r="r" b="b"/>
              <a:pathLst>
                <a:path w="2560320" h="570229">
                  <a:moveTo>
                    <a:pt x="1280160" y="0"/>
                  </a:moveTo>
                  <a:lnTo>
                    <a:pt x="1207516" y="451"/>
                  </a:lnTo>
                  <a:lnTo>
                    <a:pt x="1135936" y="1788"/>
                  </a:lnTo>
                  <a:lnTo>
                    <a:pt x="1065527" y="3988"/>
                  </a:lnTo>
                  <a:lnTo>
                    <a:pt x="996397" y="7025"/>
                  </a:lnTo>
                  <a:lnTo>
                    <a:pt x="928654" y="10877"/>
                  </a:lnTo>
                  <a:lnTo>
                    <a:pt x="862407" y="15519"/>
                  </a:lnTo>
                  <a:lnTo>
                    <a:pt x="797763" y="20927"/>
                  </a:lnTo>
                  <a:lnTo>
                    <a:pt x="734830" y="27077"/>
                  </a:lnTo>
                  <a:lnTo>
                    <a:pt x="673718" y="33944"/>
                  </a:lnTo>
                  <a:lnTo>
                    <a:pt x="614532" y="41506"/>
                  </a:lnTo>
                  <a:lnTo>
                    <a:pt x="557383" y="49737"/>
                  </a:lnTo>
                  <a:lnTo>
                    <a:pt x="502377" y="58613"/>
                  </a:lnTo>
                  <a:lnTo>
                    <a:pt x="449623" y="68112"/>
                  </a:lnTo>
                  <a:lnTo>
                    <a:pt x="399229" y="78207"/>
                  </a:lnTo>
                  <a:lnTo>
                    <a:pt x="351303" y="88877"/>
                  </a:lnTo>
                  <a:lnTo>
                    <a:pt x="305954" y="100095"/>
                  </a:lnTo>
                  <a:lnTo>
                    <a:pt x="263288" y="111839"/>
                  </a:lnTo>
                  <a:lnTo>
                    <a:pt x="223414" y="124085"/>
                  </a:lnTo>
                  <a:lnTo>
                    <a:pt x="186441" y="136807"/>
                  </a:lnTo>
                  <a:lnTo>
                    <a:pt x="121628" y="163588"/>
                  </a:lnTo>
                  <a:lnTo>
                    <a:pt x="69712" y="191989"/>
                  </a:lnTo>
                  <a:lnTo>
                    <a:pt x="31559" y="221817"/>
                  </a:lnTo>
                  <a:lnTo>
                    <a:pt x="8034" y="252881"/>
                  </a:lnTo>
                  <a:lnTo>
                    <a:pt x="0" y="284988"/>
                  </a:lnTo>
                  <a:lnTo>
                    <a:pt x="2026" y="301159"/>
                  </a:lnTo>
                  <a:lnTo>
                    <a:pt x="31559" y="348158"/>
                  </a:lnTo>
                  <a:lnTo>
                    <a:pt x="69712" y="377986"/>
                  </a:lnTo>
                  <a:lnTo>
                    <a:pt x="121628" y="406387"/>
                  </a:lnTo>
                  <a:lnTo>
                    <a:pt x="186441" y="433168"/>
                  </a:lnTo>
                  <a:lnTo>
                    <a:pt x="223414" y="445890"/>
                  </a:lnTo>
                  <a:lnTo>
                    <a:pt x="263288" y="458136"/>
                  </a:lnTo>
                  <a:lnTo>
                    <a:pt x="305954" y="469880"/>
                  </a:lnTo>
                  <a:lnTo>
                    <a:pt x="351303" y="481098"/>
                  </a:lnTo>
                  <a:lnTo>
                    <a:pt x="399229" y="491768"/>
                  </a:lnTo>
                  <a:lnTo>
                    <a:pt x="449623" y="501863"/>
                  </a:lnTo>
                  <a:lnTo>
                    <a:pt x="502377" y="511362"/>
                  </a:lnTo>
                  <a:lnTo>
                    <a:pt x="557383" y="520238"/>
                  </a:lnTo>
                  <a:lnTo>
                    <a:pt x="614532" y="528469"/>
                  </a:lnTo>
                  <a:lnTo>
                    <a:pt x="673718" y="536031"/>
                  </a:lnTo>
                  <a:lnTo>
                    <a:pt x="734830" y="542898"/>
                  </a:lnTo>
                  <a:lnTo>
                    <a:pt x="797763" y="549048"/>
                  </a:lnTo>
                  <a:lnTo>
                    <a:pt x="862407" y="554456"/>
                  </a:lnTo>
                  <a:lnTo>
                    <a:pt x="928654" y="559098"/>
                  </a:lnTo>
                  <a:lnTo>
                    <a:pt x="996397" y="562950"/>
                  </a:lnTo>
                  <a:lnTo>
                    <a:pt x="1065527" y="565987"/>
                  </a:lnTo>
                  <a:lnTo>
                    <a:pt x="1135936" y="568187"/>
                  </a:lnTo>
                  <a:lnTo>
                    <a:pt x="1207516" y="569524"/>
                  </a:lnTo>
                  <a:lnTo>
                    <a:pt x="1280160" y="569976"/>
                  </a:lnTo>
                  <a:lnTo>
                    <a:pt x="1352803" y="569524"/>
                  </a:lnTo>
                  <a:lnTo>
                    <a:pt x="1424383" y="568187"/>
                  </a:lnTo>
                  <a:lnTo>
                    <a:pt x="1494792" y="565987"/>
                  </a:lnTo>
                  <a:lnTo>
                    <a:pt x="1563922" y="562950"/>
                  </a:lnTo>
                  <a:lnTo>
                    <a:pt x="1631665" y="559098"/>
                  </a:lnTo>
                  <a:lnTo>
                    <a:pt x="1697912" y="554456"/>
                  </a:lnTo>
                  <a:lnTo>
                    <a:pt x="1762556" y="549048"/>
                  </a:lnTo>
                  <a:lnTo>
                    <a:pt x="1825489" y="542898"/>
                  </a:lnTo>
                  <a:lnTo>
                    <a:pt x="1886601" y="536031"/>
                  </a:lnTo>
                  <a:lnTo>
                    <a:pt x="1945787" y="528469"/>
                  </a:lnTo>
                  <a:lnTo>
                    <a:pt x="2002936" y="520238"/>
                  </a:lnTo>
                  <a:lnTo>
                    <a:pt x="2057942" y="511362"/>
                  </a:lnTo>
                  <a:lnTo>
                    <a:pt x="2110696" y="501863"/>
                  </a:lnTo>
                  <a:lnTo>
                    <a:pt x="2161090" y="491768"/>
                  </a:lnTo>
                  <a:lnTo>
                    <a:pt x="2209016" y="481098"/>
                  </a:lnTo>
                  <a:lnTo>
                    <a:pt x="2254365" y="469880"/>
                  </a:lnTo>
                  <a:lnTo>
                    <a:pt x="2297031" y="458136"/>
                  </a:lnTo>
                  <a:lnTo>
                    <a:pt x="2336905" y="445890"/>
                  </a:lnTo>
                  <a:lnTo>
                    <a:pt x="2373878" y="433168"/>
                  </a:lnTo>
                  <a:lnTo>
                    <a:pt x="2438691" y="406387"/>
                  </a:lnTo>
                  <a:lnTo>
                    <a:pt x="2490607" y="377986"/>
                  </a:lnTo>
                  <a:lnTo>
                    <a:pt x="2528760" y="348158"/>
                  </a:lnTo>
                  <a:lnTo>
                    <a:pt x="2552285" y="317094"/>
                  </a:lnTo>
                  <a:lnTo>
                    <a:pt x="2560320" y="284988"/>
                  </a:lnTo>
                  <a:lnTo>
                    <a:pt x="2558293" y="268816"/>
                  </a:lnTo>
                  <a:lnTo>
                    <a:pt x="2528760" y="221817"/>
                  </a:lnTo>
                  <a:lnTo>
                    <a:pt x="2490607" y="191989"/>
                  </a:lnTo>
                  <a:lnTo>
                    <a:pt x="2438691" y="163588"/>
                  </a:lnTo>
                  <a:lnTo>
                    <a:pt x="2373878" y="136807"/>
                  </a:lnTo>
                  <a:lnTo>
                    <a:pt x="2336905" y="124085"/>
                  </a:lnTo>
                  <a:lnTo>
                    <a:pt x="2297031" y="111839"/>
                  </a:lnTo>
                  <a:lnTo>
                    <a:pt x="2254365" y="100095"/>
                  </a:lnTo>
                  <a:lnTo>
                    <a:pt x="2209016" y="88877"/>
                  </a:lnTo>
                  <a:lnTo>
                    <a:pt x="2161090" y="78207"/>
                  </a:lnTo>
                  <a:lnTo>
                    <a:pt x="2110696" y="68112"/>
                  </a:lnTo>
                  <a:lnTo>
                    <a:pt x="2057942" y="58613"/>
                  </a:lnTo>
                  <a:lnTo>
                    <a:pt x="2002936" y="49737"/>
                  </a:lnTo>
                  <a:lnTo>
                    <a:pt x="1945787" y="41506"/>
                  </a:lnTo>
                  <a:lnTo>
                    <a:pt x="1886601" y="33944"/>
                  </a:lnTo>
                  <a:lnTo>
                    <a:pt x="1825489" y="27077"/>
                  </a:lnTo>
                  <a:lnTo>
                    <a:pt x="1762556" y="20927"/>
                  </a:lnTo>
                  <a:lnTo>
                    <a:pt x="1697912" y="15519"/>
                  </a:lnTo>
                  <a:lnTo>
                    <a:pt x="1631665" y="10877"/>
                  </a:lnTo>
                  <a:lnTo>
                    <a:pt x="1563922" y="7025"/>
                  </a:lnTo>
                  <a:lnTo>
                    <a:pt x="1494792" y="3988"/>
                  </a:lnTo>
                  <a:lnTo>
                    <a:pt x="1424383" y="1788"/>
                  </a:lnTo>
                  <a:lnTo>
                    <a:pt x="1352803" y="451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466338" y="4040884"/>
              <a:ext cx="2560320" cy="2280285"/>
            </a:xfrm>
            <a:custGeom>
              <a:avLst/>
              <a:gdLst/>
              <a:ahLst/>
              <a:cxnLst/>
              <a:rect l="l" t="t" r="r" b="b"/>
              <a:pathLst>
                <a:path w="2560320" h="2280285">
                  <a:moveTo>
                    <a:pt x="2560319" y="284988"/>
                  </a:moveTo>
                  <a:lnTo>
                    <a:pt x="2542405" y="332768"/>
                  </a:lnTo>
                  <a:lnTo>
                    <a:pt x="2511458" y="363238"/>
                  </a:lnTo>
                  <a:lnTo>
                    <a:pt x="2466315" y="392377"/>
                  </a:lnTo>
                  <a:lnTo>
                    <a:pt x="2407843" y="419992"/>
                  </a:lnTo>
                  <a:lnTo>
                    <a:pt x="2336905" y="445890"/>
                  </a:lnTo>
                  <a:lnTo>
                    <a:pt x="2297031" y="458136"/>
                  </a:lnTo>
                  <a:lnTo>
                    <a:pt x="2254365" y="469880"/>
                  </a:lnTo>
                  <a:lnTo>
                    <a:pt x="2209016" y="481098"/>
                  </a:lnTo>
                  <a:lnTo>
                    <a:pt x="2161090" y="491768"/>
                  </a:lnTo>
                  <a:lnTo>
                    <a:pt x="2110696" y="501863"/>
                  </a:lnTo>
                  <a:lnTo>
                    <a:pt x="2057942" y="511362"/>
                  </a:lnTo>
                  <a:lnTo>
                    <a:pt x="2002936" y="520238"/>
                  </a:lnTo>
                  <a:lnTo>
                    <a:pt x="1945787" y="528469"/>
                  </a:lnTo>
                  <a:lnTo>
                    <a:pt x="1886601" y="536031"/>
                  </a:lnTo>
                  <a:lnTo>
                    <a:pt x="1825489" y="542898"/>
                  </a:lnTo>
                  <a:lnTo>
                    <a:pt x="1762556" y="549048"/>
                  </a:lnTo>
                  <a:lnTo>
                    <a:pt x="1697912" y="554456"/>
                  </a:lnTo>
                  <a:lnTo>
                    <a:pt x="1631665" y="559098"/>
                  </a:lnTo>
                  <a:lnTo>
                    <a:pt x="1563922" y="562950"/>
                  </a:lnTo>
                  <a:lnTo>
                    <a:pt x="1494792" y="565987"/>
                  </a:lnTo>
                  <a:lnTo>
                    <a:pt x="1424383" y="568187"/>
                  </a:lnTo>
                  <a:lnTo>
                    <a:pt x="1352803" y="569524"/>
                  </a:lnTo>
                  <a:lnTo>
                    <a:pt x="1280159" y="569976"/>
                  </a:lnTo>
                  <a:lnTo>
                    <a:pt x="1207516" y="569524"/>
                  </a:lnTo>
                  <a:lnTo>
                    <a:pt x="1135936" y="568187"/>
                  </a:lnTo>
                  <a:lnTo>
                    <a:pt x="1065527" y="565987"/>
                  </a:lnTo>
                  <a:lnTo>
                    <a:pt x="996397" y="562950"/>
                  </a:lnTo>
                  <a:lnTo>
                    <a:pt x="928654" y="559098"/>
                  </a:lnTo>
                  <a:lnTo>
                    <a:pt x="862407" y="554456"/>
                  </a:lnTo>
                  <a:lnTo>
                    <a:pt x="797763" y="549048"/>
                  </a:lnTo>
                  <a:lnTo>
                    <a:pt x="734830" y="542898"/>
                  </a:lnTo>
                  <a:lnTo>
                    <a:pt x="673718" y="536031"/>
                  </a:lnTo>
                  <a:lnTo>
                    <a:pt x="614532" y="528469"/>
                  </a:lnTo>
                  <a:lnTo>
                    <a:pt x="557383" y="520238"/>
                  </a:lnTo>
                  <a:lnTo>
                    <a:pt x="502377" y="511362"/>
                  </a:lnTo>
                  <a:lnTo>
                    <a:pt x="449623" y="501863"/>
                  </a:lnTo>
                  <a:lnTo>
                    <a:pt x="399229" y="491768"/>
                  </a:lnTo>
                  <a:lnTo>
                    <a:pt x="351303" y="481098"/>
                  </a:lnTo>
                  <a:lnTo>
                    <a:pt x="305954" y="469880"/>
                  </a:lnTo>
                  <a:lnTo>
                    <a:pt x="263288" y="458136"/>
                  </a:lnTo>
                  <a:lnTo>
                    <a:pt x="223414" y="445890"/>
                  </a:lnTo>
                  <a:lnTo>
                    <a:pt x="186441" y="433168"/>
                  </a:lnTo>
                  <a:lnTo>
                    <a:pt x="121628" y="406387"/>
                  </a:lnTo>
                  <a:lnTo>
                    <a:pt x="69712" y="377986"/>
                  </a:lnTo>
                  <a:lnTo>
                    <a:pt x="31559" y="348158"/>
                  </a:lnTo>
                  <a:lnTo>
                    <a:pt x="8034" y="317094"/>
                  </a:lnTo>
                  <a:lnTo>
                    <a:pt x="0" y="284988"/>
                  </a:lnTo>
                  <a:lnTo>
                    <a:pt x="2026" y="268816"/>
                  </a:lnTo>
                  <a:lnTo>
                    <a:pt x="31559" y="221817"/>
                  </a:lnTo>
                  <a:lnTo>
                    <a:pt x="69712" y="191989"/>
                  </a:lnTo>
                  <a:lnTo>
                    <a:pt x="121628" y="163588"/>
                  </a:lnTo>
                  <a:lnTo>
                    <a:pt x="186441" y="136807"/>
                  </a:lnTo>
                  <a:lnTo>
                    <a:pt x="223414" y="124085"/>
                  </a:lnTo>
                  <a:lnTo>
                    <a:pt x="263288" y="111839"/>
                  </a:lnTo>
                  <a:lnTo>
                    <a:pt x="305954" y="100095"/>
                  </a:lnTo>
                  <a:lnTo>
                    <a:pt x="351303" y="88877"/>
                  </a:lnTo>
                  <a:lnTo>
                    <a:pt x="399229" y="78207"/>
                  </a:lnTo>
                  <a:lnTo>
                    <a:pt x="449623" y="68112"/>
                  </a:lnTo>
                  <a:lnTo>
                    <a:pt x="502377" y="58613"/>
                  </a:lnTo>
                  <a:lnTo>
                    <a:pt x="557383" y="49737"/>
                  </a:lnTo>
                  <a:lnTo>
                    <a:pt x="614532" y="41506"/>
                  </a:lnTo>
                  <a:lnTo>
                    <a:pt x="673718" y="33944"/>
                  </a:lnTo>
                  <a:lnTo>
                    <a:pt x="734830" y="27077"/>
                  </a:lnTo>
                  <a:lnTo>
                    <a:pt x="797763" y="20927"/>
                  </a:lnTo>
                  <a:lnTo>
                    <a:pt x="862407" y="15519"/>
                  </a:lnTo>
                  <a:lnTo>
                    <a:pt x="928654" y="10877"/>
                  </a:lnTo>
                  <a:lnTo>
                    <a:pt x="996397" y="7025"/>
                  </a:lnTo>
                  <a:lnTo>
                    <a:pt x="1065527" y="3988"/>
                  </a:lnTo>
                  <a:lnTo>
                    <a:pt x="1135936" y="1788"/>
                  </a:lnTo>
                  <a:lnTo>
                    <a:pt x="1207516" y="451"/>
                  </a:lnTo>
                  <a:lnTo>
                    <a:pt x="1280159" y="0"/>
                  </a:lnTo>
                  <a:lnTo>
                    <a:pt x="1352803" y="451"/>
                  </a:lnTo>
                  <a:lnTo>
                    <a:pt x="1424383" y="1788"/>
                  </a:lnTo>
                  <a:lnTo>
                    <a:pt x="1494792" y="3988"/>
                  </a:lnTo>
                  <a:lnTo>
                    <a:pt x="1563922" y="7025"/>
                  </a:lnTo>
                  <a:lnTo>
                    <a:pt x="1631665" y="10877"/>
                  </a:lnTo>
                  <a:lnTo>
                    <a:pt x="1697912" y="15519"/>
                  </a:lnTo>
                  <a:lnTo>
                    <a:pt x="1762556" y="20927"/>
                  </a:lnTo>
                  <a:lnTo>
                    <a:pt x="1825489" y="27077"/>
                  </a:lnTo>
                  <a:lnTo>
                    <a:pt x="1886601" y="33944"/>
                  </a:lnTo>
                  <a:lnTo>
                    <a:pt x="1945787" y="41506"/>
                  </a:lnTo>
                  <a:lnTo>
                    <a:pt x="2002936" y="49737"/>
                  </a:lnTo>
                  <a:lnTo>
                    <a:pt x="2057942" y="58613"/>
                  </a:lnTo>
                  <a:lnTo>
                    <a:pt x="2110696" y="68112"/>
                  </a:lnTo>
                  <a:lnTo>
                    <a:pt x="2161090" y="78207"/>
                  </a:lnTo>
                  <a:lnTo>
                    <a:pt x="2209016" y="88877"/>
                  </a:lnTo>
                  <a:lnTo>
                    <a:pt x="2254365" y="100095"/>
                  </a:lnTo>
                  <a:lnTo>
                    <a:pt x="2297031" y="111839"/>
                  </a:lnTo>
                  <a:lnTo>
                    <a:pt x="2336905" y="124085"/>
                  </a:lnTo>
                  <a:lnTo>
                    <a:pt x="2373878" y="136807"/>
                  </a:lnTo>
                  <a:lnTo>
                    <a:pt x="2438691" y="163588"/>
                  </a:lnTo>
                  <a:lnTo>
                    <a:pt x="2490607" y="191989"/>
                  </a:lnTo>
                  <a:lnTo>
                    <a:pt x="2528760" y="221817"/>
                  </a:lnTo>
                  <a:lnTo>
                    <a:pt x="2552285" y="252881"/>
                  </a:lnTo>
                  <a:lnTo>
                    <a:pt x="2560319" y="284988"/>
                  </a:lnTo>
                  <a:close/>
                </a:path>
                <a:path w="2560320" h="2280285">
                  <a:moveTo>
                    <a:pt x="2560319" y="284988"/>
                  </a:moveTo>
                  <a:lnTo>
                    <a:pt x="2560319" y="1994916"/>
                  </a:lnTo>
                  <a:lnTo>
                    <a:pt x="2558293" y="2011087"/>
                  </a:lnTo>
                  <a:lnTo>
                    <a:pt x="2528760" y="2058086"/>
                  </a:lnTo>
                  <a:lnTo>
                    <a:pt x="2490607" y="2087914"/>
                  </a:lnTo>
                  <a:lnTo>
                    <a:pt x="2438691" y="2116315"/>
                  </a:lnTo>
                  <a:lnTo>
                    <a:pt x="2373878" y="2143096"/>
                  </a:lnTo>
                  <a:lnTo>
                    <a:pt x="2336905" y="2155818"/>
                  </a:lnTo>
                  <a:lnTo>
                    <a:pt x="2297031" y="2168064"/>
                  </a:lnTo>
                  <a:lnTo>
                    <a:pt x="2254365" y="2179808"/>
                  </a:lnTo>
                  <a:lnTo>
                    <a:pt x="2209016" y="2191026"/>
                  </a:lnTo>
                  <a:lnTo>
                    <a:pt x="2161090" y="2201696"/>
                  </a:lnTo>
                  <a:lnTo>
                    <a:pt x="2110696" y="2211791"/>
                  </a:lnTo>
                  <a:lnTo>
                    <a:pt x="2057942" y="2221290"/>
                  </a:lnTo>
                  <a:lnTo>
                    <a:pt x="2002936" y="2230166"/>
                  </a:lnTo>
                  <a:lnTo>
                    <a:pt x="1945787" y="2238397"/>
                  </a:lnTo>
                  <a:lnTo>
                    <a:pt x="1886601" y="2245959"/>
                  </a:lnTo>
                  <a:lnTo>
                    <a:pt x="1825489" y="2252826"/>
                  </a:lnTo>
                  <a:lnTo>
                    <a:pt x="1762556" y="2258976"/>
                  </a:lnTo>
                  <a:lnTo>
                    <a:pt x="1697912" y="2264384"/>
                  </a:lnTo>
                  <a:lnTo>
                    <a:pt x="1631665" y="2269026"/>
                  </a:lnTo>
                  <a:lnTo>
                    <a:pt x="1563922" y="2272878"/>
                  </a:lnTo>
                  <a:lnTo>
                    <a:pt x="1494792" y="2275915"/>
                  </a:lnTo>
                  <a:lnTo>
                    <a:pt x="1424383" y="2278115"/>
                  </a:lnTo>
                  <a:lnTo>
                    <a:pt x="1352803" y="2279452"/>
                  </a:lnTo>
                  <a:lnTo>
                    <a:pt x="1280159" y="2279904"/>
                  </a:lnTo>
                  <a:lnTo>
                    <a:pt x="1207516" y="2279452"/>
                  </a:lnTo>
                  <a:lnTo>
                    <a:pt x="1135936" y="2278115"/>
                  </a:lnTo>
                  <a:lnTo>
                    <a:pt x="1065527" y="2275915"/>
                  </a:lnTo>
                  <a:lnTo>
                    <a:pt x="996397" y="2272878"/>
                  </a:lnTo>
                  <a:lnTo>
                    <a:pt x="928654" y="2269026"/>
                  </a:lnTo>
                  <a:lnTo>
                    <a:pt x="862407" y="2264384"/>
                  </a:lnTo>
                  <a:lnTo>
                    <a:pt x="797763" y="2258976"/>
                  </a:lnTo>
                  <a:lnTo>
                    <a:pt x="734830" y="2252826"/>
                  </a:lnTo>
                  <a:lnTo>
                    <a:pt x="673718" y="2245959"/>
                  </a:lnTo>
                  <a:lnTo>
                    <a:pt x="614532" y="2238397"/>
                  </a:lnTo>
                  <a:lnTo>
                    <a:pt x="557383" y="2230166"/>
                  </a:lnTo>
                  <a:lnTo>
                    <a:pt x="502377" y="2221290"/>
                  </a:lnTo>
                  <a:lnTo>
                    <a:pt x="449623" y="2211791"/>
                  </a:lnTo>
                  <a:lnTo>
                    <a:pt x="399229" y="2201696"/>
                  </a:lnTo>
                  <a:lnTo>
                    <a:pt x="351303" y="2191026"/>
                  </a:lnTo>
                  <a:lnTo>
                    <a:pt x="305954" y="2179808"/>
                  </a:lnTo>
                  <a:lnTo>
                    <a:pt x="263288" y="2168064"/>
                  </a:lnTo>
                  <a:lnTo>
                    <a:pt x="223414" y="2155818"/>
                  </a:lnTo>
                  <a:lnTo>
                    <a:pt x="186441" y="2143096"/>
                  </a:lnTo>
                  <a:lnTo>
                    <a:pt x="121628" y="2116315"/>
                  </a:lnTo>
                  <a:lnTo>
                    <a:pt x="69712" y="2087914"/>
                  </a:lnTo>
                  <a:lnTo>
                    <a:pt x="31559" y="2058086"/>
                  </a:lnTo>
                  <a:lnTo>
                    <a:pt x="8034" y="2027022"/>
                  </a:lnTo>
                  <a:lnTo>
                    <a:pt x="0" y="1994916"/>
                  </a:lnTo>
                  <a:lnTo>
                    <a:pt x="0" y="284988"/>
                  </a:lnTo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096606" y="4196694"/>
            <a:ext cx="13735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1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930396" y="4792979"/>
            <a:ext cx="1673860" cy="1209040"/>
            <a:chOff x="3930396" y="4792979"/>
            <a:chExt cx="1673860" cy="1209040"/>
          </a:xfrm>
        </p:grpSpPr>
        <p:sp>
          <p:nvSpPr>
            <p:cNvPr id="10" name="object 10" descr=""/>
            <p:cNvSpPr/>
            <p:nvPr/>
          </p:nvSpPr>
          <p:spPr>
            <a:xfrm>
              <a:off x="3944874" y="4807457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480060" y="0"/>
                  </a:moveTo>
                  <a:lnTo>
                    <a:pt x="0" y="0"/>
                  </a:lnTo>
                  <a:lnTo>
                    <a:pt x="0" y="291083"/>
                  </a:lnTo>
                  <a:lnTo>
                    <a:pt x="480060" y="291083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944874" y="4807457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0" y="291083"/>
                  </a:moveTo>
                  <a:lnTo>
                    <a:pt x="480060" y="291083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1083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944874" y="5695949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480060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480060" y="291084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944874" y="5695949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0" y="291084"/>
                  </a:moveTo>
                  <a:lnTo>
                    <a:pt x="480060" y="291084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944874" y="5257037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480060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480060" y="291084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944874" y="5257037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0" y="291084"/>
                  </a:moveTo>
                  <a:lnTo>
                    <a:pt x="480060" y="291084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109210" y="4807457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480060" y="0"/>
                  </a:moveTo>
                  <a:lnTo>
                    <a:pt x="0" y="0"/>
                  </a:lnTo>
                  <a:lnTo>
                    <a:pt x="0" y="291083"/>
                  </a:lnTo>
                  <a:lnTo>
                    <a:pt x="480060" y="291083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109210" y="4807457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0" y="291083"/>
                  </a:moveTo>
                  <a:lnTo>
                    <a:pt x="480060" y="291083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1083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109210" y="5247893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480060" y="0"/>
                  </a:moveTo>
                  <a:lnTo>
                    <a:pt x="0" y="0"/>
                  </a:lnTo>
                  <a:lnTo>
                    <a:pt x="0" y="291083"/>
                  </a:lnTo>
                  <a:lnTo>
                    <a:pt x="480060" y="291083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109210" y="5247893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0" y="291083"/>
                  </a:moveTo>
                  <a:lnTo>
                    <a:pt x="480060" y="291083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1083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109210" y="5677661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480060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480060" y="291084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109210" y="5677661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0" y="291084"/>
                  </a:moveTo>
                  <a:lnTo>
                    <a:pt x="480060" y="291084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28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00"/>
              <a:t> </a:t>
            </a:r>
            <a:r>
              <a:rPr dirty="0" spc="-10"/>
              <a:t>Dictionary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68725" y="4413378"/>
            <a:ext cx="2272665" cy="1922145"/>
            <a:chOff x="3768725" y="4413378"/>
            <a:chExt cx="2272665" cy="1922145"/>
          </a:xfrm>
        </p:grpSpPr>
        <p:sp>
          <p:nvSpPr>
            <p:cNvPr id="4" name="object 4" descr=""/>
            <p:cNvSpPr/>
            <p:nvPr/>
          </p:nvSpPr>
          <p:spPr>
            <a:xfrm>
              <a:off x="3783329" y="4664584"/>
              <a:ext cx="2243455" cy="1656714"/>
            </a:xfrm>
            <a:custGeom>
              <a:avLst/>
              <a:gdLst/>
              <a:ahLst/>
              <a:cxnLst/>
              <a:rect l="l" t="t" r="r" b="b"/>
              <a:pathLst>
                <a:path w="2243454" h="1656714">
                  <a:moveTo>
                    <a:pt x="2243328" y="0"/>
                  </a:moveTo>
                  <a:lnTo>
                    <a:pt x="2222298" y="45832"/>
                  </a:lnTo>
                  <a:lnTo>
                    <a:pt x="2186145" y="74783"/>
                  </a:lnTo>
                  <a:lnTo>
                    <a:pt x="2133663" y="102161"/>
                  </a:lnTo>
                  <a:lnTo>
                    <a:pt x="2066036" y="127717"/>
                  </a:lnTo>
                  <a:lnTo>
                    <a:pt x="2026912" y="139733"/>
                  </a:lnTo>
                  <a:lnTo>
                    <a:pt x="1984446" y="151199"/>
                  </a:lnTo>
                  <a:lnTo>
                    <a:pt x="1938784" y="162086"/>
                  </a:lnTo>
                  <a:lnTo>
                    <a:pt x="1890074" y="172360"/>
                  </a:lnTo>
                  <a:lnTo>
                    <a:pt x="1838466" y="181992"/>
                  </a:lnTo>
                  <a:lnTo>
                    <a:pt x="1784105" y="190950"/>
                  </a:lnTo>
                  <a:lnTo>
                    <a:pt x="1727140" y="199203"/>
                  </a:lnTo>
                  <a:lnTo>
                    <a:pt x="1667719" y="206719"/>
                  </a:lnTo>
                  <a:lnTo>
                    <a:pt x="1605990" y="213468"/>
                  </a:lnTo>
                  <a:lnTo>
                    <a:pt x="1542100" y="219418"/>
                  </a:lnTo>
                  <a:lnTo>
                    <a:pt x="1476197" y="224538"/>
                  </a:lnTo>
                  <a:lnTo>
                    <a:pt x="1408429" y="228798"/>
                  </a:lnTo>
                  <a:lnTo>
                    <a:pt x="1338944" y="232165"/>
                  </a:lnTo>
                  <a:lnTo>
                    <a:pt x="1267890" y="234608"/>
                  </a:lnTo>
                  <a:lnTo>
                    <a:pt x="1195414" y="236097"/>
                  </a:lnTo>
                  <a:lnTo>
                    <a:pt x="1121664" y="236600"/>
                  </a:lnTo>
                  <a:lnTo>
                    <a:pt x="1047913" y="236097"/>
                  </a:lnTo>
                  <a:lnTo>
                    <a:pt x="975437" y="234608"/>
                  </a:lnTo>
                  <a:lnTo>
                    <a:pt x="904383" y="232165"/>
                  </a:lnTo>
                  <a:lnTo>
                    <a:pt x="834898" y="228798"/>
                  </a:lnTo>
                  <a:lnTo>
                    <a:pt x="767130" y="224538"/>
                  </a:lnTo>
                  <a:lnTo>
                    <a:pt x="701227" y="219418"/>
                  </a:lnTo>
                  <a:lnTo>
                    <a:pt x="637337" y="213468"/>
                  </a:lnTo>
                  <a:lnTo>
                    <a:pt x="575608" y="206719"/>
                  </a:lnTo>
                  <a:lnTo>
                    <a:pt x="516187" y="199203"/>
                  </a:lnTo>
                  <a:lnTo>
                    <a:pt x="459222" y="190950"/>
                  </a:lnTo>
                  <a:lnTo>
                    <a:pt x="404861" y="181992"/>
                  </a:lnTo>
                  <a:lnTo>
                    <a:pt x="353253" y="172360"/>
                  </a:lnTo>
                  <a:lnTo>
                    <a:pt x="304543" y="162086"/>
                  </a:lnTo>
                  <a:lnTo>
                    <a:pt x="258881" y="151199"/>
                  </a:lnTo>
                  <a:lnTo>
                    <a:pt x="216415" y="139733"/>
                  </a:lnTo>
                  <a:lnTo>
                    <a:pt x="177291" y="127717"/>
                  </a:lnTo>
                  <a:lnTo>
                    <a:pt x="109664" y="102161"/>
                  </a:lnTo>
                  <a:lnTo>
                    <a:pt x="57182" y="74783"/>
                  </a:lnTo>
                  <a:lnTo>
                    <a:pt x="21029" y="45832"/>
                  </a:lnTo>
                  <a:lnTo>
                    <a:pt x="0" y="0"/>
                  </a:lnTo>
                  <a:lnTo>
                    <a:pt x="0" y="1419606"/>
                  </a:lnTo>
                  <a:lnTo>
                    <a:pt x="21029" y="1465438"/>
                  </a:lnTo>
                  <a:lnTo>
                    <a:pt x="57182" y="1494389"/>
                  </a:lnTo>
                  <a:lnTo>
                    <a:pt x="109664" y="1521767"/>
                  </a:lnTo>
                  <a:lnTo>
                    <a:pt x="177291" y="1547323"/>
                  </a:lnTo>
                  <a:lnTo>
                    <a:pt x="216415" y="1559339"/>
                  </a:lnTo>
                  <a:lnTo>
                    <a:pt x="258881" y="1570805"/>
                  </a:lnTo>
                  <a:lnTo>
                    <a:pt x="304543" y="1581692"/>
                  </a:lnTo>
                  <a:lnTo>
                    <a:pt x="353253" y="1591966"/>
                  </a:lnTo>
                  <a:lnTo>
                    <a:pt x="404861" y="1601598"/>
                  </a:lnTo>
                  <a:lnTo>
                    <a:pt x="459222" y="1610556"/>
                  </a:lnTo>
                  <a:lnTo>
                    <a:pt x="516187" y="1618809"/>
                  </a:lnTo>
                  <a:lnTo>
                    <a:pt x="575608" y="1626325"/>
                  </a:lnTo>
                  <a:lnTo>
                    <a:pt x="637337" y="1633074"/>
                  </a:lnTo>
                  <a:lnTo>
                    <a:pt x="701227" y="1639024"/>
                  </a:lnTo>
                  <a:lnTo>
                    <a:pt x="767130" y="1644144"/>
                  </a:lnTo>
                  <a:lnTo>
                    <a:pt x="834898" y="1648404"/>
                  </a:lnTo>
                  <a:lnTo>
                    <a:pt x="904383" y="1651771"/>
                  </a:lnTo>
                  <a:lnTo>
                    <a:pt x="975437" y="1654214"/>
                  </a:lnTo>
                  <a:lnTo>
                    <a:pt x="1047913" y="1655703"/>
                  </a:lnTo>
                  <a:lnTo>
                    <a:pt x="1121664" y="1656207"/>
                  </a:lnTo>
                  <a:lnTo>
                    <a:pt x="1195414" y="1655703"/>
                  </a:lnTo>
                  <a:lnTo>
                    <a:pt x="1267890" y="1654214"/>
                  </a:lnTo>
                  <a:lnTo>
                    <a:pt x="1338944" y="1651771"/>
                  </a:lnTo>
                  <a:lnTo>
                    <a:pt x="1408429" y="1648404"/>
                  </a:lnTo>
                  <a:lnTo>
                    <a:pt x="1476197" y="1644144"/>
                  </a:lnTo>
                  <a:lnTo>
                    <a:pt x="1542100" y="1639024"/>
                  </a:lnTo>
                  <a:lnTo>
                    <a:pt x="1605990" y="1633074"/>
                  </a:lnTo>
                  <a:lnTo>
                    <a:pt x="1667719" y="1626325"/>
                  </a:lnTo>
                  <a:lnTo>
                    <a:pt x="1727140" y="1618809"/>
                  </a:lnTo>
                  <a:lnTo>
                    <a:pt x="1784105" y="1610556"/>
                  </a:lnTo>
                  <a:lnTo>
                    <a:pt x="1838466" y="1601598"/>
                  </a:lnTo>
                  <a:lnTo>
                    <a:pt x="1890074" y="1591966"/>
                  </a:lnTo>
                  <a:lnTo>
                    <a:pt x="1938784" y="1581692"/>
                  </a:lnTo>
                  <a:lnTo>
                    <a:pt x="1984446" y="1570805"/>
                  </a:lnTo>
                  <a:lnTo>
                    <a:pt x="2026912" y="1559339"/>
                  </a:lnTo>
                  <a:lnTo>
                    <a:pt x="2066036" y="1547323"/>
                  </a:lnTo>
                  <a:lnTo>
                    <a:pt x="2133663" y="1521767"/>
                  </a:lnTo>
                  <a:lnTo>
                    <a:pt x="2186145" y="1494389"/>
                  </a:lnTo>
                  <a:lnTo>
                    <a:pt x="2222298" y="1465438"/>
                  </a:lnTo>
                  <a:lnTo>
                    <a:pt x="2243328" y="1419606"/>
                  </a:lnTo>
                  <a:lnTo>
                    <a:pt x="224332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3329" y="4427983"/>
              <a:ext cx="2243455" cy="473709"/>
            </a:xfrm>
            <a:custGeom>
              <a:avLst/>
              <a:gdLst/>
              <a:ahLst/>
              <a:cxnLst/>
              <a:rect l="l" t="t" r="r" b="b"/>
              <a:pathLst>
                <a:path w="2243454" h="473710">
                  <a:moveTo>
                    <a:pt x="1121664" y="0"/>
                  </a:moveTo>
                  <a:lnTo>
                    <a:pt x="1047913" y="503"/>
                  </a:lnTo>
                  <a:lnTo>
                    <a:pt x="975437" y="1992"/>
                  </a:lnTo>
                  <a:lnTo>
                    <a:pt x="904383" y="4435"/>
                  </a:lnTo>
                  <a:lnTo>
                    <a:pt x="834898" y="7802"/>
                  </a:lnTo>
                  <a:lnTo>
                    <a:pt x="767130" y="12062"/>
                  </a:lnTo>
                  <a:lnTo>
                    <a:pt x="701227" y="17182"/>
                  </a:lnTo>
                  <a:lnTo>
                    <a:pt x="637337" y="23132"/>
                  </a:lnTo>
                  <a:lnTo>
                    <a:pt x="575608" y="29881"/>
                  </a:lnTo>
                  <a:lnTo>
                    <a:pt x="516187" y="37397"/>
                  </a:lnTo>
                  <a:lnTo>
                    <a:pt x="459222" y="45650"/>
                  </a:lnTo>
                  <a:lnTo>
                    <a:pt x="404861" y="54608"/>
                  </a:lnTo>
                  <a:lnTo>
                    <a:pt x="353253" y="64240"/>
                  </a:lnTo>
                  <a:lnTo>
                    <a:pt x="304543" y="74514"/>
                  </a:lnTo>
                  <a:lnTo>
                    <a:pt x="258881" y="85401"/>
                  </a:lnTo>
                  <a:lnTo>
                    <a:pt x="216415" y="96867"/>
                  </a:lnTo>
                  <a:lnTo>
                    <a:pt x="177291" y="108883"/>
                  </a:lnTo>
                  <a:lnTo>
                    <a:pt x="109664" y="134439"/>
                  </a:lnTo>
                  <a:lnTo>
                    <a:pt x="57182" y="161817"/>
                  </a:lnTo>
                  <a:lnTo>
                    <a:pt x="21029" y="190768"/>
                  </a:lnTo>
                  <a:lnTo>
                    <a:pt x="0" y="236600"/>
                  </a:lnTo>
                  <a:lnTo>
                    <a:pt x="2385" y="252157"/>
                  </a:lnTo>
                  <a:lnTo>
                    <a:pt x="36991" y="297090"/>
                  </a:lnTo>
                  <a:lnTo>
                    <a:pt x="81456" y="325286"/>
                  </a:lnTo>
                  <a:lnTo>
                    <a:pt x="141658" y="351784"/>
                  </a:lnTo>
                  <a:lnTo>
                    <a:pt x="216415" y="376334"/>
                  </a:lnTo>
                  <a:lnTo>
                    <a:pt x="258881" y="387800"/>
                  </a:lnTo>
                  <a:lnTo>
                    <a:pt x="304543" y="398687"/>
                  </a:lnTo>
                  <a:lnTo>
                    <a:pt x="353253" y="408961"/>
                  </a:lnTo>
                  <a:lnTo>
                    <a:pt x="404861" y="418593"/>
                  </a:lnTo>
                  <a:lnTo>
                    <a:pt x="459222" y="427551"/>
                  </a:lnTo>
                  <a:lnTo>
                    <a:pt x="516187" y="435804"/>
                  </a:lnTo>
                  <a:lnTo>
                    <a:pt x="575608" y="443320"/>
                  </a:lnTo>
                  <a:lnTo>
                    <a:pt x="637337" y="450069"/>
                  </a:lnTo>
                  <a:lnTo>
                    <a:pt x="701227" y="456019"/>
                  </a:lnTo>
                  <a:lnTo>
                    <a:pt x="767130" y="461139"/>
                  </a:lnTo>
                  <a:lnTo>
                    <a:pt x="834898" y="465399"/>
                  </a:lnTo>
                  <a:lnTo>
                    <a:pt x="904383" y="468766"/>
                  </a:lnTo>
                  <a:lnTo>
                    <a:pt x="975437" y="471209"/>
                  </a:lnTo>
                  <a:lnTo>
                    <a:pt x="1047913" y="472698"/>
                  </a:lnTo>
                  <a:lnTo>
                    <a:pt x="1121664" y="473201"/>
                  </a:lnTo>
                  <a:lnTo>
                    <a:pt x="1195414" y="472698"/>
                  </a:lnTo>
                  <a:lnTo>
                    <a:pt x="1267890" y="471209"/>
                  </a:lnTo>
                  <a:lnTo>
                    <a:pt x="1338944" y="468766"/>
                  </a:lnTo>
                  <a:lnTo>
                    <a:pt x="1408429" y="465399"/>
                  </a:lnTo>
                  <a:lnTo>
                    <a:pt x="1476197" y="461139"/>
                  </a:lnTo>
                  <a:lnTo>
                    <a:pt x="1542100" y="456019"/>
                  </a:lnTo>
                  <a:lnTo>
                    <a:pt x="1605990" y="450069"/>
                  </a:lnTo>
                  <a:lnTo>
                    <a:pt x="1667719" y="443320"/>
                  </a:lnTo>
                  <a:lnTo>
                    <a:pt x="1727140" y="435804"/>
                  </a:lnTo>
                  <a:lnTo>
                    <a:pt x="1784105" y="427551"/>
                  </a:lnTo>
                  <a:lnTo>
                    <a:pt x="1838466" y="418593"/>
                  </a:lnTo>
                  <a:lnTo>
                    <a:pt x="1890074" y="408961"/>
                  </a:lnTo>
                  <a:lnTo>
                    <a:pt x="1938784" y="398687"/>
                  </a:lnTo>
                  <a:lnTo>
                    <a:pt x="1984446" y="387800"/>
                  </a:lnTo>
                  <a:lnTo>
                    <a:pt x="2026912" y="376334"/>
                  </a:lnTo>
                  <a:lnTo>
                    <a:pt x="2066036" y="364318"/>
                  </a:lnTo>
                  <a:lnTo>
                    <a:pt x="2133663" y="338762"/>
                  </a:lnTo>
                  <a:lnTo>
                    <a:pt x="2186145" y="311384"/>
                  </a:lnTo>
                  <a:lnTo>
                    <a:pt x="2222298" y="282433"/>
                  </a:lnTo>
                  <a:lnTo>
                    <a:pt x="2243328" y="236600"/>
                  </a:lnTo>
                  <a:lnTo>
                    <a:pt x="2240942" y="221044"/>
                  </a:lnTo>
                  <a:lnTo>
                    <a:pt x="2206336" y="176111"/>
                  </a:lnTo>
                  <a:lnTo>
                    <a:pt x="2161871" y="147915"/>
                  </a:lnTo>
                  <a:lnTo>
                    <a:pt x="2101669" y="121417"/>
                  </a:lnTo>
                  <a:lnTo>
                    <a:pt x="2026912" y="96867"/>
                  </a:lnTo>
                  <a:lnTo>
                    <a:pt x="1984446" y="85401"/>
                  </a:lnTo>
                  <a:lnTo>
                    <a:pt x="1938784" y="74514"/>
                  </a:lnTo>
                  <a:lnTo>
                    <a:pt x="1890074" y="64240"/>
                  </a:lnTo>
                  <a:lnTo>
                    <a:pt x="1838466" y="54608"/>
                  </a:lnTo>
                  <a:lnTo>
                    <a:pt x="1784105" y="45650"/>
                  </a:lnTo>
                  <a:lnTo>
                    <a:pt x="1727140" y="37397"/>
                  </a:lnTo>
                  <a:lnTo>
                    <a:pt x="1667719" y="29881"/>
                  </a:lnTo>
                  <a:lnTo>
                    <a:pt x="1605990" y="23132"/>
                  </a:lnTo>
                  <a:lnTo>
                    <a:pt x="1542100" y="17182"/>
                  </a:lnTo>
                  <a:lnTo>
                    <a:pt x="1476197" y="12062"/>
                  </a:lnTo>
                  <a:lnTo>
                    <a:pt x="1408429" y="7802"/>
                  </a:lnTo>
                  <a:lnTo>
                    <a:pt x="1338944" y="4435"/>
                  </a:lnTo>
                  <a:lnTo>
                    <a:pt x="1267890" y="1992"/>
                  </a:lnTo>
                  <a:lnTo>
                    <a:pt x="1195414" y="50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783329" y="4427983"/>
              <a:ext cx="2243455" cy="1892935"/>
            </a:xfrm>
            <a:custGeom>
              <a:avLst/>
              <a:gdLst/>
              <a:ahLst/>
              <a:cxnLst/>
              <a:rect l="l" t="t" r="r" b="b"/>
              <a:pathLst>
                <a:path w="2243454" h="1892935">
                  <a:moveTo>
                    <a:pt x="2243328" y="236600"/>
                  </a:moveTo>
                  <a:lnTo>
                    <a:pt x="2222298" y="282433"/>
                  </a:lnTo>
                  <a:lnTo>
                    <a:pt x="2186145" y="311384"/>
                  </a:lnTo>
                  <a:lnTo>
                    <a:pt x="2133663" y="338762"/>
                  </a:lnTo>
                  <a:lnTo>
                    <a:pt x="2066036" y="364318"/>
                  </a:lnTo>
                  <a:lnTo>
                    <a:pt x="2026912" y="376334"/>
                  </a:lnTo>
                  <a:lnTo>
                    <a:pt x="1984446" y="387800"/>
                  </a:lnTo>
                  <a:lnTo>
                    <a:pt x="1938784" y="398687"/>
                  </a:lnTo>
                  <a:lnTo>
                    <a:pt x="1890074" y="408961"/>
                  </a:lnTo>
                  <a:lnTo>
                    <a:pt x="1838466" y="418593"/>
                  </a:lnTo>
                  <a:lnTo>
                    <a:pt x="1784105" y="427551"/>
                  </a:lnTo>
                  <a:lnTo>
                    <a:pt x="1727140" y="435804"/>
                  </a:lnTo>
                  <a:lnTo>
                    <a:pt x="1667719" y="443320"/>
                  </a:lnTo>
                  <a:lnTo>
                    <a:pt x="1605990" y="450069"/>
                  </a:lnTo>
                  <a:lnTo>
                    <a:pt x="1542100" y="456019"/>
                  </a:lnTo>
                  <a:lnTo>
                    <a:pt x="1476197" y="461139"/>
                  </a:lnTo>
                  <a:lnTo>
                    <a:pt x="1408429" y="465399"/>
                  </a:lnTo>
                  <a:lnTo>
                    <a:pt x="1338944" y="468766"/>
                  </a:lnTo>
                  <a:lnTo>
                    <a:pt x="1267890" y="471209"/>
                  </a:lnTo>
                  <a:lnTo>
                    <a:pt x="1195414" y="472698"/>
                  </a:lnTo>
                  <a:lnTo>
                    <a:pt x="1121664" y="473201"/>
                  </a:lnTo>
                  <a:lnTo>
                    <a:pt x="1047913" y="472698"/>
                  </a:lnTo>
                  <a:lnTo>
                    <a:pt x="975437" y="471209"/>
                  </a:lnTo>
                  <a:lnTo>
                    <a:pt x="904383" y="468766"/>
                  </a:lnTo>
                  <a:lnTo>
                    <a:pt x="834898" y="465399"/>
                  </a:lnTo>
                  <a:lnTo>
                    <a:pt x="767130" y="461139"/>
                  </a:lnTo>
                  <a:lnTo>
                    <a:pt x="701227" y="456019"/>
                  </a:lnTo>
                  <a:lnTo>
                    <a:pt x="637337" y="450069"/>
                  </a:lnTo>
                  <a:lnTo>
                    <a:pt x="575608" y="443320"/>
                  </a:lnTo>
                  <a:lnTo>
                    <a:pt x="516187" y="435804"/>
                  </a:lnTo>
                  <a:lnTo>
                    <a:pt x="459222" y="427551"/>
                  </a:lnTo>
                  <a:lnTo>
                    <a:pt x="404861" y="418593"/>
                  </a:lnTo>
                  <a:lnTo>
                    <a:pt x="353253" y="408961"/>
                  </a:lnTo>
                  <a:lnTo>
                    <a:pt x="304543" y="398687"/>
                  </a:lnTo>
                  <a:lnTo>
                    <a:pt x="258881" y="387800"/>
                  </a:lnTo>
                  <a:lnTo>
                    <a:pt x="216415" y="376334"/>
                  </a:lnTo>
                  <a:lnTo>
                    <a:pt x="177291" y="364318"/>
                  </a:lnTo>
                  <a:lnTo>
                    <a:pt x="109664" y="338762"/>
                  </a:lnTo>
                  <a:lnTo>
                    <a:pt x="57182" y="311384"/>
                  </a:lnTo>
                  <a:lnTo>
                    <a:pt x="21029" y="282433"/>
                  </a:lnTo>
                  <a:lnTo>
                    <a:pt x="0" y="236600"/>
                  </a:lnTo>
                  <a:lnTo>
                    <a:pt x="2385" y="221044"/>
                  </a:lnTo>
                  <a:lnTo>
                    <a:pt x="36991" y="176111"/>
                  </a:lnTo>
                  <a:lnTo>
                    <a:pt x="81456" y="147915"/>
                  </a:lnTo>
                  <a:lnTo>
                    <a:pt x="141658" y="121417"/>
                  </a:lnTo>
                  <a:lnTo>
                    <a:pt x="216415" y="96867"/>
                  </a:lnTo>
                  <a:lnTo>
                    <a:pt x="258881" y="85401"/>
                  </a:lnTo>
                  <a:lnTo>
                    <a:pt x="304543" y="74514"/>
                  </a:lnTo>
                  <a:lnTo>
                    <a:pt x="353253" y="64240"/>
                  </a:lnTo>
                  <a:lnTo>
                    <a:pt x="404861" y="54608"/>
                  </a:lnTo>
                  <a:lnTo>
                    <a:pt x="459222" y="45650"/>
                  </a:lnTo>
                  <a:lnTo>
                    <a:pt x="516187" y="37397"/>
                  </a:lnTo>
                  <a:lnTo>
                    <a:pt x="575608" y="29881"/>
                  </a:lnTo>
                  <a:lnTo>
                    <a:pt x="637337" y="23132"/>
                  </a:lnTo>
                  <a:lnTo>
                    <a:pt x="701227" y="17182"/>
                  </a:lnTo>
                  <a:lnTo>
                    <a:pt x="767130" y="12062"/>
                  </a:lnTo>
                  <a:lnTo>
                    <a:pt x="834898" y="7802"/>
                  </a:lnTo>
                  <a:lnTo>
                    <a:pt x="904383" y="4435"/>
                  </a:lnTo>
                  <a:lnTo>
                    <a:pt x="975437" y="1992"/>
                  </a:lnTo>
                  <a:lnTo>
                    <a:pt x="1047913" y="503"/>
                  </a:lnTo>
                  <a:lnTo>
                    <a:pt x="1121664" y="0"/>
                  </a:lnTo>
                  <a:lnTo>
                    <a:pt x="1195414" y="503"/>
                  </a:lnTo>
                  <a:lnTo>
                    <a:pt x="1267890" y="1992"/>
                  </a:lnTo>
                  <a:lnTo>
                    <a:pt x="1338944" y="4435"/>
                  </a:lnTo>
                  <a:lnTo>
                    <a:pt x="1408429" y="7802"/>
                  </a:lnTo>
                  <a:lnTo>
                    <a:pt x="1476197" y="12062"/>
                  </a:lnTo>
                  <a:lnTo>
                    <a:pt x="1542100" y="17182"/>
                  </a:lnTo>
                  <a:lnTo>
                    <a:pt x="1605990" y="23132"/>
                  </a:lnTo>
                  <a:lnTo>
                    <a:pt x="1667719" y="29881"/>
                  </a:lnTo>
                  <a:lnTo>
                    <a:pt x="1727140" y="37397"/>
                  </a:lnTo>
                  <a:lnTo>
                    <a:pt x="1784105" y="45650"/>
                  </a:lnTo>
                  <a:lnTo>
                    <a:pt x="1838466" y="54608"/>
                  </a:lnTo>
                  <a:lnTo>
                    <a:pt x="1890074" y="64240"/>
                  </a:lnTo>
                  <a:lnTo>
                    <a:pt x="1938784" y="74514"/>
                  </a:lnTo>
                  <a:lnTo>
                    <a:pt x="1984446" y="85401"/>
                  </a:lnTo>
                  <a:lnTo>
                    <a:pt x="2026912" y="96867"/>
                  </a:lnTo>
                  <a:lnTo>
                    <a:pt x="2066036" y="108883"/>
                  </a:lnTo>
                  <a:lnTo>
                    <a:pt x="2133663" y="134439"/>
                  </a:lnTo>
                  <a:lnTo>
                    <a:pt x="2186145" y="161817"/>
                  </a:lnTo>
                  <a:lnTo>
                    <a:pt x="2222298" y="190768"/>
                  </a:lnTo>
                  <a:lnTo>
                    <a:pt x="2243328" y="236600"/>
                  </a:lnTo>
                  <a:close/>
                </a:path>
                <a:path w="2243454" h="1892935">
                  <a:moveTo>
                    <a:pt x="2243328" y="236600"/>
                  </a:moveTo>
                  <a:lnTo>
                    <a:pt x="2243328" y="1656207"/>
                  </a:lnTo>
                  <a:lnTo>
                    <a:pt x="2240942" y="1671763"/>
                  </a:lnTo>
                  <a:lnTo>
                    <a:pt x="2206336" y="1716696"/>
                  </a:lnTo>
                  <a:lnTo>
                    <a:pt x="2161871" y="1744892"/>
                  </a:lnTo>
                  <a:lnTo>
                    <a:pt x="2101669" y="1771390"/>
                  </a:lnTo>
                  <a:lnTo>
                    <a:pt x="2026912" y="1795940"/>
                  </a:lnTo>
                  <a:lnTo>
                    <a:pt x="1984446" y="1807406"/>
                  </a:lnTo>
                  <a:lnTo>
                    <a:pt x="1938784" y="1818293"/>
                  </a:lnTo>
                  <a:lnTo>
                    <a:pt x="1890074" y="1828567"/>
                  </a:lnTo>
                  <a:lnTo>
                    <a:pt x="1838466" y="1838199"/>
                  </a:lnTo>
                  <a:lnTo>
                    <a:pt x="1784105" y="1847157"/>
                  </a:lnTo>
                  <a:lnTo>
                    <a:pt x="1727140" y="1855410"/>
                  </a:lnTo>
                  <a:lnTo>
                    <a:pt x="1667719" y="1862926"/>
                  </a:lnTo>
                  <a:lnTo>
                    <a:pt x="1605990" y="1869675"/>
                  </a:lnTo>
                  <a:lnTo>
                    <a:pt x="1542100" y="1875625"/>
                  </a:lnTo>
                  <a:lnTo>
                    <a:pt x="1476197" y="1880745"/>
                  </a:lnTo>
                  <a:lnTo>
                    <a:pt x="1408429" y="1885005"/>
                  </a:lnTo>
                  <a:lnTo>
                    <a:pt x="1338944" y="1888372"/>
                  </a:lnTo>
                  <a:lnTo>
                    <a:pt x="1267890" y="1890815"/>
                  </a:lnTo>
                  <a:lnTo>
                    <a:pt x="1195414" y="1892304"/>
                  </a:lnTo>
                  <a:lnTo>
                    <a:pt x="1121664" y="1892808"/>
                  </a:lnTo>
                  <a:lnTo>
                    <a:pt x="1047913" y="1892304"/>
                  </a:lnTo>
                  <a:lnTo>
                    <a:pt x="975437" y="1890815"/>
                  </a:lnTo>
                  <a:lnTo>
                    <a:pt x="904383" y="1888372"/>
                  </a:lnTo>
                  <a:lnTo>
                    <a:pt x="834898" y="1885005"/>
                  </a:lnTo>
                  <a:lnTo>
                    <a:pt x="767130" y="1880745"/>
                  </a:lnTo>
                  <a:lnTo>
                    <a:pt x="701227" y="1875625"/>
                  </a:lnTo>
                  <a:lnTo>
                    <a:pt x="637337" y="1869675"/>
                  </a:lnTo>
                  <a:lnTo>
                    <a:pt x="575608" y="1862926"/>
                  </a:lnTo>
                  <a:lnTo>
                    <a:pt x="516187" y="1855410"/>
                  </a:lnTo>
                  <a:lnTo>
                    <a:pt x="459222" y="1847157"/>
                  </a:lnTo>
                  <a:lnTo>
                    <a:pt x="404861" y="1838199"/>
                  </a:lnTo>
                  <a:lnTo>
                    <a:pt x="353253" y="1828567"/>
                  </a:lnTo>
                  <a:lnTo>
                    <a:pt x="304543" y="1818293"/>
                  </a:lnTo>
                  <a:lnTo>
                    <a:pt x="258881" y="1807406"/>
                  </a:lnTo>
                  <a:lnTo>
                    <a:pt x="216415" y="1795940"/>
                  </a:lnTo>
                  <a:lnTo>
                    <a:pt x="177291" y="1783924"/>
                  </a:lnTo>
                  <a:lnTo>
                    <a:pt x="109664" y="1758368"/>
                  </a:lnTo>
                  <a:lnTo>
                    <a:pt x="57182" y="1730990"/>
                  </a:lnTo>
                  <a:lnTo>
                    <a:pt x="21029" y="1702039"/>
                  </a:lnTo>
                  <a:lnTo>
                    <a:pt x="0" y="1656207"/>
                  </a:lnTo>
                  <a:lnTo>
                    <a:pt x="0" y="236600"/>
                  </a:lnTo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83552" y="1415417"/>
            <a:ext cx="8092440" cy="33940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59385" marR="50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diccionario</a:t>
            </a:r>
            <a:r>
              <a:rPr dirty="0" u="heavy" sz="2800" spc="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son</a:t>
            </a:r>
            <a:r>
              <a:rPr dirty="0" u="heavy" sz="2800" spc="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propiedad</a:t>
            </a:r>
            <a:r>
              <a:rPr dirty="0" u="heavy" sz="2800" spc="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800" spc="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Oracle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especial</a:t>
            </a:r>
            <a:r>
              <a:rPr dirty="0" u="heavy" sz="2800" spc="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llamado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SYS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y</a:t>
            </a:r>
            <a:r>
              <a:rPr dirty="0" u="heavy" sz="2800" spc="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solo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deben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utilizar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sentencias</a:t>
            </a:r>
            <a:r>
              <a:rPr dirty="0" u="heavy" sz="2800" spc="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SELECT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trabajar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cualquiera</a:t>
            </a:r>
            <a:r>
              <a:rPr dirty="0" u="heavy" sz="2800" spc="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estas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  <a:p>
            <a:pPr marL="182880" marR="29845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proteger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acceso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accidental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creadas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través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acceden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diccionario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algn="ctr" marL="904240">
              <a:lnSpc>
                <a:spcPts val="1135"/>
              </a:lnSpc>
            </a:pPr>
            <a:r>
              <a:rPr dirty="0" sz="1600" b="1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16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187952" y="5050535"/>
            <a:ext cx="1469390" cy="1007744"/>
            <a:chOff x="4187952" y="5050535"/>
            <a:chExt cx="1469390" cy="1007744"/>
          </a:xfrm>
        </p:grpSpPr>
        <p:sp>
          <p:nvSpPr>
            <p:cNvPr id="9" name="object 9" descr=""/>
            <p:cNvSpPr/>
            <p:nvPr/>
          </p:nvSpPr>
          <p:spPr>
            <a:xfrm>
              <a:off x="4202430" y="5065013"/>
              <a:ext cx="421005" cy="242570"/>
            </a:xfrm>
            <a:custGeom>
              <a:avLst/>
              <a:gdLst/>
              <a:ahLst/>
              <a:cxnLst/>
              <a:rect l="l" t="t" r="r" b="b"/>
              <a:pathLst>
                <a:path w="421004" h="242570">
                  <a:moveTo>
                    <a:pt x="420624" y="0"/>
                  </a:moveTo>
                  <a:lnTo>
                    <a:pt x="0" y="0"/>
                  </a:lnTo>
                  <a:lnTo>
                    <a:pt x="0" y="242316"/>
                  </a:lnTo>
                  <a:lnTo>
                    <a:pt x="420624" y="242316"/>
                  </a:lnTo>
                  <a:lnTo>
                    <a:pt x="42062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202430" y="5065013"/>
              <a:ext cx="421005" cy="242570"/>
            </a:xfrm>
            <a:custGeom>
              <a:avLst/>
              <a:gdLst/>
              <a:ahLst/>
              <a:cxnLst/>
              <a:rect l="l" t="t" r="r" b="b"/>
              <a:pathLst>
                <a:path w="421004" h="242570">
                  <a:moveTo>
                    <a:pt x="0" y="242316"/>
                  </a:moveTo>
                  <a:lnTo>
                    <a:pt x="420624" y="242316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242316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202430" y="5802629"/>
              <a:ext cx="421005" cy="241300"/>
            </a:xfrm>
            <a:custGeom>
              <a:avLst/>
              <a:gdLst/>
              <a:ahLst/>
              <a:cxnLst/>
              <a:rect l="l" t="t" r="r" b="b"/>
              <a:pathLst>
                <a:path w="421004" h="241300">
                  <a:moveTo>
                    <a:pt x="420624" y="0"/>
                  </a:moveTo>
                  <a:lnTo>
                    <a:pt x="0" y="0"/>
                  </a:lnTo>
                  <a:lnTo>
                    <a:pt x="0" y="240792"/>
                  </a:lnTo>
                  <a:lnTo>
                    <a:pt x="420624" y="240792"/>
                  </a:lnTo>
                  <a:lnTo>
                    <a:pt x="42062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02430" y="5802629"/>
              <a:ext cx="421005" cy="241300"/>
            </a:xfrm>
            <a:custGeom>
              <a:avLst/>
              <a:gdLst/>
              <a:ahLst/>
              <a:cxnLst/>
              <a:rect l="l" t="t" r="r" b="b"/>
              <a:pathLst>
                <a:path w="421004" h="241300">
                  <a:moveTo>
                    <a:pt x="0" y="240792"/>
                  </a:moveTo>
                  <a:lnTo>
                    <a:pt x="420624" y="240792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240792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202430" y="5438393"/>
              <a:ext cx="421005" cy="241300"/>
            </a:xfrm>
            <a:custGeom>
              <a:avLst/>
              <a:gdLst/>
              <a:ahLst/>
              <a:cxnLst/>
              <a:rect l="l" t="t" r="r" b="b"/>
              <a:pathLst>
                <a:path w="421004" h="241300">
                  <a:moveTo>
                    <a:pt x="420624" y="0"/>
                  </a:moveTo>
                  <a:lnTo>
                    <a:pt x="0" y="0"/>
                  </a:lnTo>
                  <a:lnTo>
                    <a:pt x="0" y="240791"/>
                  </a:lnTo>
                  <a:lnTo>
                    <a:pt x="420624" y="240791"/>
                  </a:lnTo>
                  <a:lnTo>
                    <a:pt x="42062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202430" y="5438393"/>
              <a:ext cx="421005" cy="241300"/>
            </a:xfrm>
            <a:custGeom>
              <a:avLst/>
              <a:gdLst/>
              <a:ahLst/>
              <a:cxnLst/>
              <a:rect l="l" t="t" r="r" b="b"/>
              <a:pathLst>
                <a:path w="421004" h="241300">
                  <a:moveTo>
                    <a:pt x="0" y="240791"/>
                  </a:moveTo>
                  <a:lnTo>
                    <a:pt x="420624" y="240791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240791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221986" y="5065013"/>
              <a:ext cx="421005" cy="242570"/>
            </a:xfrm>
            <a:custGeom>
              <a:avLst/>
              <a:gdLst/>
              <a:ahLst/>
              <a:cxnLst/>
              <a:rect l="l" t="t" r="r" b="b"/>
              <a:pathLst>
                <a:path w="421004" h="242570">
                  <a:moveTo>
                    <a:pt x="420624" y="0"/>
                  </a:moveTo>
                  <a:lnTo>
                    <a:pt x="0" y="0"/>
                  </a:lnTo>
                  <a:lnTo>
                    <a:pt x="0" y="242316"/>
                  </a:lnTo>
                  <a:lnTo>
                    <a:pt x="420624" y="242316"/>
                  </a:lnTo>
                  <a:lnTo>
                    <a:pt x="420624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221986" y="5065013"/>
              <a:ext cx="421005" cy="242570"/>
            </a:xfrm>
            <a:custGeom>
              <a:avLst/>
              <a:gdLst/>
              <a:ahLst/>
              <a:cxnLst/>
              <a:rect l="l" t="t" r="r" b="b"/>
              <a:pathLst>
                <a:path w="421004" h="242570">
                  <a:moveTo>
                    <a:pt x="0" y="242316"/>
                  </a:moveTo>
                  <a:lnTo>
                    <a:pt x="420624" y="242316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242316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221986" y="5430773"/>
              <a:ext cx="421005" cy="241300"/>
            </a:xfrm>
            <a:custGeom>
              <a:avLst/>
              <a:gdLst/>
              <a:ahLst/>
              <a:cxnLst/>
              <a:rect l="l" t="t" r="r" b="b"/>
              <a:pathLst>
                <a:path w="421004" h="241300">
                  <a:moveTo>
                    <a:pt x="420624" y="0"/>
                  </a:moveTo>
                  <a:lnTo>
                    <a:pt x="0" y="0"/>
                  </a:lnTo>
                  <a:lnTo>
                    <a:pt x="0" y="240791"/>
                  </a:lnTo>
                  <a:lnTo>
                    <a:pt x="420624" y="240791"/>
                  </a:lnTo>
                  <a:lnTo>
                    <a:pt x="420624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221986" y="5430773"/>
              <a:ext cx="421005" cy="241300"/>
            </a:xfrm>
            <a:custGeom>
              <a:avLst/>
              <a:gdLst/>
              <a:ahLst/>
              <a:cxnLst/>
              <a:rect l="l" t="t" r="r" b="b"/>
              <a:pathLst>
                <a:path w="421004" h="241300">
                  <a:moveTo>
                    <a:pt x="0" y="240791"/>
                  </a:moveTo>
                  <a:lnTo>
                    <a:pt x="420624" y="240791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240791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221986" y="5787389"/>
              <a:ext cx="421005" cy="241300"/>
            </a:xfrm>
            <a:custGeom>
              <a:avLst/>
              <a:gdLst/>
              <a:ahLst/>
              <a:cxnLst/>
              <a:rect l="l" t="t" r="r" b="b"/>
              <a:pathLst>
                <a:path w="421004" h="241300">
                  <a:moveTo>
                    <a:pt x="420624" y="0"/>
                  </a:moveTo>
                  <a:lnTo>
                    <a:pt x="0" y="0"/>
                  </a:lnTo>
                  <a:lnTo>
                    <a:pt x="0" y="240792"/>
                  </a:lnTo>
                  <a:lnTo>
                    <a:pt x="420624" y="240792"/>
                  </a:lnTo>
                  <a:lnTo>
                    <a:pt x="420624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221986" y="5787389"/>
              <a:ext cx="421005" cy="241300"/>
            </a:xfrm>
            <a:custGeom>
              <a:avLst/>
              <a:gdLst/>
              <a:ahLst/>
              <a:cxnLst/>
              <a:rect l="l" t="t" r="r" b="b"/>
              <a:pathLst>
                <a:path w="421004" h="241300">
                  <a:moveTo>
                    <a:pt x="0" y="240792"/>
                  </a:moveTo>
                  <a:lnTo>
                    <a:pt x="420624" y="240792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240792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29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00"/>
              <a:t> </a:t>
            </a:r>
            <a:r>
              <a:rPr dirty="0" spc="-10"/>
              <a:t>Dictionary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23859" cy="19888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intenta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realizar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inserciones,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actualizaciones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supresiones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operación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poner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peligro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integridad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277996" y="3648327"/>
            <a:ext cx="2589530" cy="2310765"/>
            <a:chOff x="3277996" y="3648327"/>
            <a:chExt cx="2589530" cy="2310765"/>
          </a:xfrm>
        </p:grpSpPr>
        <p:sp>
          <p:nvSpPr>
            <p:cNvPr id="5" name="object 5" descr=""/>
            <p:cNvSpPr/>
            <p:nvPr/>
          </p:nvSpPr>
          <p:spPr>
            <a:xfrm>
              <a:off x="3292601" y="3948111"/>
              <a:ext cx="2560320" cy="1996439"/>
            </a:xfrm>
            <a:custGeom>
              <a:avLst/>
              <a:gdLst/>
              <a:ahLst/>
              <a:cxnLst/>
              <a:rect l="l" t="t" r="r" b="b"/>
              <a:pathLst>
                <a:path w="2560320" h="1996439">
                  <a:moveTo>
                    <a:pt x="2560320" y="0"/>
                  </a:moveTo>
                  <a:lnTo>
                    <a:pt x="2542405" y="47814"/>
                  </a:lnTo>
                  <a:lnTo>
                    <a:pt x="2511458" y="78306"/>
                  </a:lnTo>
                  <a:lnTo>
                    <a:pt x="2466315" y="107465"/>
                  </a:lnTo>
                  <a:lnTo>
                    <a:pt x="2407843" y="135098"/>
                  </a:lnTo>
                  <a:lnTo>
                    <a:pt x="2336905" y="161014"/>
                  </a:lnTo>
                  <a:lnTo>
                    <a:pt x="2297031" y="173267"/>
                  </a:lnTo>
                  <a:lnTo>
                    <a:pt x="2254365" y="185019"/>
                  </a:lnTo>
                  <a:lnTo>
                    <a:pt x="2209016" y="196245"/>
                  </a:lnTo>
                  <a:lnTo>
                    <a:pt x="2161090" y="206921"/>
                  </a:lnTo>
                  <a:lnTo>
                    <a:pt x="2110696" y="217023"/>
                  </a:lnTo>
                  <a:lnTo>
                    <a:pt x="2057942" y="226528"/>
                  </a:lnTo>
                  <a:lnTo>
                    <a:pt x="2002936" y="235410"/>
                  </a:lnTo>
                  <a:lnTo>
                    <a:pt x="1945787" y="243646"/>
                  </a:lnTo>
                  <a:lnTo>
                    <a:pt x="1886601" y="251212"/>
                  </a:lnTo>
                  <a:lnTo>
                    <a:pt x="1825489" y="258084"/>
                  </a:lnTo>
                  <a:lnTo>
                    <a:pt x="1762556" y="264238"/>
                  </a:lnTo>
                  <a:lnTo>
                    <a:pt x="1697912" y="269649"/>
                  </a:lnTo>
                  <a:lnTo>
                    <a:pt x="1631665" y="274294"/>
                  </a:lnTo>
                  <a:lnTo>
                    <a:pt x="1563922" y="278148"/>
                  </a:lnTo>
                  <a:lnTo>
                    <a:pt x="1494792" y="281187"/>
                  </a:lnTo>
                  <a:lnTo>
                    <a:pt x="1424383" y="283388"/>
                  </a:lnTo>
                  <a:lnTo>
                    <a:pt x="1352803" y="284727"/>
                  </a:lnTo>
                  <a:lnTo>
                    <a:pt x="1280160" y="285178"/>
                  </a:lnTo>
                  <a:lnTo>
                    <a:pt x="1207516" y="284727"/>
                  </a:lnTo>
                  <a:lnTo>
                    <a:pt x="1135936" y="283388"/>
                  </a:lnTo>
                  <a:lnTo>
                    <a:pt x="1065527" y="281187"/>
                  </a:lnTo>
                  <a:lnTo>
                    <a:pt x="996397" y="278148"/>
                  </a:lnTo>
                  <a:lnTo>
                    <a:pt x="928654" y="274294"/>
                  </a:lnTo>
                  <a:lnTo>
                    <a:pt x="862407" y="269649"/>
                  </a:lnTo>
                  <a:lnTo>
                    <a:pt x="797763" y="264238"/>
                  </a:lnTo>
                  <a:lnTo>
                    <a:pt x="734830" y="258084"/>
                  </a:lnTo>
                  <a:lnTo>
                    <a:pt x="673718" y="251212"/>
                  </a:lnTo>
                  <a:lnTo>
                    <a:pt x="614532" y="243646"/>
                  </a:lnTo>
                  <a:lnTo>
                    <a:pt x="557383" y="235410"/>
                  </a:lnTo>
                  <a:lnTo>
                    <a:pt x="502377" y="226528"/>
                  </a:lnTo>
                  <a:lnTo>
                    <a:pt x="449623" y="217023"/>
                  </a:lnTo>
                  <a:lnTo>
                    <a:pt x="399229" y="206921"/>
                  </a:lnTo>
                  <a:lnTo>
                    <a:pt x="351303" y="196245"/>
                  </a:lnTo>
                  <a:lnTo>
                    <a:pt x="305954" y="185019"/>
                  </a:lnTo>
                  <a:lnTo>
                    <a:pt x="263288" y="173267"/>
                  </a:lnTo>
                  <a:lnTo>
                    <a:pt x="223414" y="161014"/>
                  </a:lnTo>
                  <a:lnTo>
                    <a:pt x="186441" y="148283"/>
                  </a:lnTo>
                  <a:lnTo>
                    <a:pt x="121628" y="121484"/>
                  </a:lnTo>
                  <a:lnTo>
                    <a:pt x="69712" y="93064"/>
                  </a:lnTo>
                  <a:lnTo>
                    <a:pt x="31559" y="63215"/>
                  </a:lnTo>
                  <a:lnTo>
                    <a:pt x="8034" y="32129"/>
                  </a:lnTo>
                  <a:lnTo>
                    <a:pt x="0" y="0"/>
                  </a:lnTo>
                  <a:lnTo>
                    <a:pt x="0" y="1711070"/>
                  </a:lnTo>
                  <a:lnTo>
                    <a:pt x="17914" y="1758885"/>
                  </a:lnTo>
                  <a:lnTo>
                    <a:pt x="48861" y="1789377"/>
                  </a:lnTo>
                  <a:lnTo>
                    <a:pt x="94004" y="1818536"/>
                  </a:lnTo>
                  <a:lnTo>
                    <a:pt x="152476" y="1846169"/>
                  </a:lnTo>
                  <a:lnTo>
                    <a:pt x="223414" y="1872085"/>
                  </a:lnTo>
                  <a:lnTo>
                    <a:pt x="263288" y="1884338"/>
                  </a:lnTo>
                  <a:lnTo>
                    <a:pt x="305954" y="1896090"/>
                  </a:lnTo>
                  <a:lnTo>
                    <a:pt x="351303" y="1907316"/>
                  </a:lnTo>
                  <a:lnTo>
                    <a:pt x="399229" y="1917992"/>
                  </a:lnTo>
                  <a:lnTo>
                    <a:pt x="449623" y="1928094"/>
                  </a:lnTo>
                  <a:lnTo>
                    <a:pt x="502377" y="1937599"/>
                  </a:lnTo>
                  <a:lnTo>
                    <a:pt x="557383" y="1946481"/>
                  </a:lnTo>
                  <a:lnTo>
                    <a:pt x="614532" y="1954717"/>
                  </a:lnTo>
                  <a:lnTo>
                    <a:pt x="673718" y="1962283"/>
                  </a:lnTo>
                  <a:lnTo>
                    <a:pt x="734830" y="1969155"/>
                  </a:lnTo>
                  <a:lnTo>
                    <a:pt x="797763" y="1975309"/>
                  </a:lnTo>
                  <a:lnTo>
                    <a:pt x="862407" y="1980720"/>
                  </a:lnTo>
                  <a:lnTo>
                    <a:pt x="928654" y="1985365"/>
                  </a:lnTo>
                  <a:lnTo>
                    <a:pt x="996397" y="1989219"/>
                  </a:lnTo>
                  <a:lnTo>
                    <a:pt x="1065527" y="1992258"/>
                  </a:lnTo>
                  <a:lnTo>
                    <a:pt x="1135936" y="1994459"/>
                  </a:lnTo>
                  <a:lnTo>
                    <a:pt x="1207516" y="1995798"/>
                  </a:lnTo>
                  <a:lnTo>
                    <a:pt x="1280160" y="1996249"/>
                  </a:lnTo>
                  <a:lnTo>
                    <a:pt x="1352803" y="1995798"/>
                  </a:lnTo>
                  <a:lnTo>
                    <a:pt x="1424383" y="1994459"/>
                  </a:lnTo>
                  <a:lnTo>
                    <a:pt x="1494792" y="1992258"/>
                  </a:lnTo>
                  <a:lnTo>
                    <a:pt x="1563922" y="1989219"/>
                  </a:lnTo>
                  <a:lnTo>
                    <a:pt x="1631665" y="1985365"/>
                  </a:lnTo>
                  <a:lnTo>
                    <a:pt x="1697912" y="1980720"/>
                  </a:lnTo>
                  <a:lnTo>
                    <a:pt x="1762556" y="1975309"/>
                  </a:lnTo>
                  <a:lnTo>
                    <a:pt x="1825489" y="1969155"/>
                  </a:lnTo>
                  <a:lnTo>
                    <a:pt x="1886601" y="1962283"/>
                  </a:lnTo>
                  <a:lnTo>
                    <a:pt x="1945787" y="1954717"/>
                  </a:lnTo>
                  <a:lnTo>
                    <a:pt x="2002936" y="1946481"/>
                  </a:lnTo>
                  <a:lnTo>
                    <a:pt x="2057942" y="1937599"/>
                  </a:lnTo>
                  <a:lnTo>
                    <a:pt x="2110696" y="1928094"/>
                  </a:lnTo>
                  <a:lnTo>
                    <a:pt x="2161090" y="1917992"/>
                  </a:lnTo>
                  <a:lnTo>
                    <a:pt x="2209016" y="1907316"/>
                  </a:lnTo>
                  <a:lnTo>
                    <a:pt x="2254365" y="1896090"/>
                  </a:lnTo>
                  <a:lnTo>
                    <a:pt x="2297031" y="1884338"/>
                  </a:lnTo>
                  <a:lnTo>
                    <a:pt x="2336905" y="1872085"/>
                  </a:lnTo>
                  <a:lnTo>
                    <a:pt x="2373878" y="1859354"/>
                  </a:lnTo>
                  <a:lnTo>
                    <a:pt x="2438691" y="1832555"/>
                  </a:lnTo>
                  <a:lnTo>
                    <a:pt x="2490607" y="1804135"/>
                  </a:lnTo>
                  <a:lnTo>
                    <a:pt x="2528760" y="1774286"/>
                  </a:lnTo>
                  <a:lnTo>
                    <a:pt x="2552285" y="1743200"/>
                  </a:lnTo>
                  <a:lnTo>
                    <a:pt x="2560320" y="1711070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292601" y="3662932"/>
              <a:ext cx="2560320" cy="570865"/>
            </a:xfrm>
            <a:custGeom>
              <a:avLst/>
              <a:gdLst/>
              <a:ahLst/>
              <a:cxnLst/>
              <a:rect l="l" t="t" r="r" b="b"/>
              <a:pathLst>
                <a:path w="2560320" h="570864">
                  <a:moveTo>
                    <a:pt x="1280160" y="0"/>
                  </a:moveTo>
                  <a:lnTo>
                    <a:pt x="1207516" y="451"/>
                  </a:lnTo>
                  <a:lnTo>
                    <a:pt x="1135936" y="1789"/>
                  </a:lnTo>
                  <a:lnTo>
                    <a:pt x="1065527" y="3990"/>
                  </a:lnTo>
                  <a:lnTo>
                    <a:pt x="996397" y="7030"/>
                  </a:lnTo>
                  <a:lnTo>
                    <a:pt x="928654" y="10884"/>
                  </a:lnTo>
                  <a:lnTo>
                    <a:pt x="862407" y="15529"/>
                  </a:lnTo>
                  <a:lnTo>
                    <a:pt x="797763" y="20940"/>
                  </a:lnTo>
                  <a:lnTo>
                    <a:pt x="734830" y="27093"/>
                  </a:lnTo>
                  <a:lnTo>
                    <a:pt x="673718" y="33965"/>
                  </a:lnTo>
                  <a:lnTo>
                    <a:pt x="614532" y="41531"/>
                  </a:lnTo>
                  <a:lnTo>
                    <a:pt x="557383" y="49767"/>
                  </a:lnTo>
                  <a:lnTo>
                    <a:pt x="502377" y="58650"/>
                  </a:lnTo>
                  <a:lnTo>
                    <a:pt x="449623" y="68154"/>
                  </a:lnTo>
                  <a:lnTo>
                    <a:pt x="399229" y="78256"/>
                  </a:lnTo>
                  <a:lnTo>
                    <a:pt x="351303" y="88933"/>
                  </a:lnTo>
                  <a:lnTo>
                    <a:pt x="305954" y="100159"/>
                  </a:lnTo>
                  <a:lnTo>
                    <a:pt x="263288" y="111910"/>
                  </a:lnTo>
                  <a:lnTo>
                    <a:pt x="223414" y="124164"/>
                  </a:lnTo>
                  <a:lnTo>
                    <a:pt x="186441" y="136895"/>
                  </a:lnTo>
                  <a:lnTo>
                    <a:pt x="121628" y="163693"/>
                  </a:lnTo>
                  <a:lnTo>
                    <a:pt x="69712" y="192114"/>
                  </a:lnTo>
                  <a:lnTo>
                    <a:pt x="31559" y="221963"/>
                  </a:lnTo>
                  <a:lnTo>
                    <a:pt x="8034" y="253048"/>
                  </a:lnTo>
                  <a:lnTo>
                    <a:pt x="0" y="285178"/>
                  </a:lnTo>
                  <a:lnTo>
                    <a:pt x="2026" y="301361"/>
                  </a:lnTo>
                  <a:lnTo>
                    <a:pt x="31559" y="348393"/>
                  </a:lnTo>
                  <a:lnTo>
                    <a:pt x="69712" y="378242"/>
                  </a:lnTo>
                  <a:lnTo>
                    <a:pt x="121628" y="406663"/>
                  </a:lnTo>
                  <a:lnTo>
                    <a:pt x="186441" y="433461"/>
                  </a:lnTo>
                  <a:lnTo>
                    <a:pt x="223414" y="446192"/>
                  </a:lnTo>
                  <a:lnTo>
                    <a:pt x="263288" y="458446"/>
                  </a:lnTo>
                  <a:lnTo>
                    <a:pt x="305954" y="470197"/>
                  </a:lnTo>
                  <a:lnTo>
                    <a:pt x="351303" y="481423"/>
                  </a:lnTo>
                  <a:lnTo>
                    <a:pt x="399229" y="492100"/>
                  </a:lnTo>
                  <a:lnTo>
                    <a:pt x="449623" y="502202"/>
                  </a:lnTo>
                  <a:lnTo>
                    <a:pt x="502377" y="511706"/>
                  </a:lnTo>
                  <a:lnTo>
                    <a:pt x="557383" y="520589"/>
                  </a:lnTo>
                  <a:lnTo>
                    <a:pt x="614532" y="528825"/>
                  </a:lnTo>
                  <a:lnTo>
                    <a:pt x="673718" y="536391"/>
                  </a:lnTo>
                  <a:lnTo>
                    <a:pt x="734830" y="543263"/>
                  </a:lnTo>
                  <a:lnTo>
                    <a:pt x="797763" y="549416"/>
                  </a:lnTo>
                  <a:lnTo>
                    <a:pt x="862407" y="554827"/>
                  </a:lnTo>
                  <a:lnTo>
                    <a:pt x="928654" y="559472"/>
                  </a:lnTo>
                  <a:lnTo>
                    <a:pt x="996397" y="563326"/>
                  </a:lnTo>
                  <a:lnTo>
                    <a:pt x="1065527" y="566366"/>
                  </a:lnTo>
                  <a:lnTo>
                    <a:pt x="1135936" y="568567"/>
                  </a:lnTo>
                  <a:lnTo>
                    <a:pt x="1207516" y="569905"/>
                  </a:lnTo>
                  <a:lnTo>
                    <a:pt x="1280160" y="570357"/>
                  </a:lnTo>
                  <a:lnTo>
                    <a:pt x="1352803" y="569905"/>
                  </a:lnTo>
                  <a:lnTo>
                    <a:pt x="1424383" y="568567"/>
                  </a:lnTo>
                  <a:lnTo>
                    <a:pt x="1494792" y="566366"/>
                  </a:lnTo>
                  <a:lnTo>
                    <a:pt x="1563922" y="563326"/>
                  </a:lnTo>
                  <a:lnTo>
                    <a:pt x="1631665" y="559472"/>
                  </a:lnTo>
                  <a:lnTo>
                    <a:pt x="1697912" y="554827"/>
                  </a:lnTo>
                  <a:lnTo>
                    <a:pt x="1762556" y="549416"/>
                  </a:lnTo>
                  <a:lnTo>
                    <a:pt x="1825489" y="543263"/>
                  </a:lnTo>
                  <a:lnTo>
                    <a:pt x="1886601" y="536391"/>
                  </a:lnTo>
                  <a:lnTo>
                    <a:pt x="1945787" y="528825"/>
                  </a:lnTo>
                  <a:lnTo>
                    <a:pt x="2002936" y="520589"/>
                  </a:lnTo>
                  <a:lnTo>
                    <a:pt x="2057942" y="511706"/>
                  </a:lnTo>
                  <a:lnTo>
                    <a:pt x="2110696" y="502202"/>
                  </a:lnTo>
                  <a:lnTo>
                    <a:pt x="2161090" y="492100"/>
                  </a:lnTo>
                  <a:lnTo>
                    <a:pt x="2209016" y="481423"/>
                  </a:lnTo>
                  <a:lnTo>
                    <a:pt x="2254365" y="470197"/>
                  </a:lnTo>
                  <a:lnTo>
                    <a:pt x="2297031" y="458446"/>
                  </a:lnTo>
                  <a:lnTo>
                    <a:pt x="2336905" y="446192"/>
                  </a:lnTo>
                  <a:lnTo>
                    <a:pt x="2373878" y="433461"/>
                  </a:lnTo>
                  <a:lnTo>
                    <a:pt x="2438691" y="406663"/>
                  </a:lnTo>
                  <a:lnTo>
                    <a:pt x="2490607" y="378242"/>
                  </a:lnTo>
                  <a:lnTo>
                    <a:pt x="2528760" y="348393"/>
                  </a:lnTo>
                  <a:lnTo>
                    <a:pt x="2552285" y="317308"/>
                  </a:lnTo>
                  <a:lnTo>
                    <a:pt x="2560320" y="285178"/>
                  </a:lnTo>
                  <a:lnTo>
                    <a:pt x="2558293" y="268995"/>
                  </a:lnTo>
                  <a:lnTo>
                    <a:pt x="2528760" y="221963"/>
                  </a:lnTo>
                  <a:lnTo>
                    <a:pt x="2490607" y="192114"/>
                  </a:lnTo>
                  <a:lnTo>
                    <a:pt x="2438691" y="163693"/>
                  </a:lnTo>
                  <a:lnTo>
                    <a:pt x="2373878" y="136895"/>
                  </a:lnTo>
                  <a:lnTo>
                    <a:pt x="2336905" y="124164"/>
                  </a:lnTo>
                  <a:lnTo>
                    <a:pt x="2297031" y="111910"/>
                  </a:lnTo>
                  <a:lnTo>
                    <a:pt x="2254365" y="100159"/>
                  </a:lnTo>
                  <a:lnTo>
                    <a:pt x="2209016" y="88933"/>
                  </a:lnTo>
                  <a:lnTo>
                    <a:pt x="2161090" y="78256"/>
                  </a:lnTo>
                  <a:lnTo>
                    <a:pt x="2110696" y="68154"/>
                  </a:lnTo>
                  <a:lnTo>
                    <a:pt x="2057942" y="58650"/>
                  </a:lnTo>
                  <a:lnTo>
                    <a:pt x="2002936" y="49767"/>
                  </a:lnTo>
                  <a:lnTo>
                    <a:pt x="1945787" y="41531"/>
                  </a:lnTo>
                  <a:lnTo>
                    <a:pt x="1886601" y="33965"/>
                  </a:lnTo>
                  <a:lnTo>
                    <a:pt x="1825489" y="27093"/>
                  </a:lnTo>
                  <a:lnTo>
                    <a:pt x="1762556" y="20940"/>
                  </a:lnTo>
                  <a:lnTo>
                    <a:pt x="1697912" y="15529"/>
                  </a:lnTo>
                  <a:lnTo>
                    <a:pt x="1631665" y="10884"/>
                  </a:lnTo>
                  <a:lnTo>
                    <a:pt x="1563922" y="7030"/>
                  </a:lnTo>
                  <a:lnTo>
                    <a:pt x="1494792" y="3990"/>
                  </a:lnTo>
                  <a:lnTo>
                    <a:pt x="1424383" y="1789"/>
                  </a:lnTo>
                  <a:lnTo>
                    <a:pt x="1352803" y="451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92601" y="3662932"/>
              <a:ext cx="2560320" cy="2281555"/>
            </a:xfrm>
            <a:custGeom>
              <a:avLst/>
              <a:gdLst/>
              <a:ahLst/>
              <a:cxnLst/>
              <a:rect l="l" t="t" r="r" b="b"/>
              <a:pathLst>
                <a:path w="2560320" h="2281554">
                  <a:moveTo>
                    <a:pt x="2560320" y="285178"/>
                  </a:moveTo>
                  <a:lnTo>
                    <a:pt x="2542405" y="332993"/>
                  </a:lnTo>
                  <a:lnTo>
                    <a:pt x="2511458" y="363484"/>
                  </a:lnTo>
                  <a:lnTo>
                    <a:pt x="2466315" y="392643"/>
                  </a:lnTo>
                  <a:lnTo>
                    <a:pt x="2407843" y="420277"/>
                  </a:lnTo>
                  <a:lnTo>
                    <a:pt x="2336905" y="446192"/>
                  </a:lnTo>
                  <a:lnTo>
                    <a:pt x="2297031" y="458446"/>
                  </a:lnTo>
                  <a:lnTo>
                    <a:pt x="2254365" y="470197"/>
                  </a:lnTo>
                  <a:lnTo>
                    <a:pt x="2209016" y="481423"/>
                  </a:lnTo>
                  <a:lnTo>
                    <a:pt x="2161090" y="492100"/>
                  </a:lnTo>
                  <a:lnTo>
                    <a:pt x="2110696" y="502202"/>
                  </a:lnTo>
                  <a:lnTo>
                    <a:pt x="2057942" y="511706"/>
                  </a:lnTo>
                  <a:lnTo>
                    <a:pt x="2002936" y="520589"/>
                  </a:lnTo>
                  <a:lnTo>
                    <a:pt x="1945787" y="528825"/>
                  </a:lnTo>
                  <a:lnTo>
                    <a:pt x="1886601" y="536391"/>
                  </a:lnTo>
                  <a:lnTo>
                    <a:pt x="1825489" y="543263"/>
                  </a:lnTo>
                  <a:lnTo>
                    <a:pt x="1762556" y="549416"/>
                  </a:lnTo>
                  <a:lnTo>
                    <a:pt x="1697912" y="554827"/>
                  </a:lnTo>
                  <a:lnTo>
                    <a:pt x="1631665" y="559472"/>
                  </a:lnTo>
                  <a:lnTo>
                    <a:pt x="1563922" y="563326"/>
                  </a:lnTo>
                  <a:lnTo>
                    <a:pt x="1494792" y="566366"/>
                  </a:lnTo>
                  <a:lnTo>
                    <a:pt x="1424383" y="568567"/>
                  </a:lnTo>
                  <a:lnTo>
                    <a:pt x="1352803" y="569905"/>
                  </a:lnTo>
                  <a:lnTo>
                    <a:pt x="1280160" y="570357"/>
                  </a:lnTo>
                  <a:lnTo>
                    <a:pt x="1207516" y="569905"/>
                  </a:lnTo>
                  <a:lnTo>
                    <a:pt x="1135936" y="568567"/>
                  </a:lnTo>
                  <a:lnTo>
                    <a:pt x="1065527" y="566366"/>
                  </a:lnTo>
                  <a:lnTo>
                    <a:pt x="996397" y="563326"/>
                  </a:lnTo>
                  <a:lnTo>
                    <a:pt x="928654" y="559472"/>
                  </a:lnTo>
                  <a:lnTo>
                    <a:pt x="862407" y="554827"/>
                  </a:lnTo>
                  <a:lnTo>
                    <a:pt x="797763" y="549416"/>
                  </a:lnTo>
                  <a:lnTo>
                    <a:pt x="734830" y="543263"/>
                  </a:lnTo>
                  <a:lnTo>
                    <a:pt x="673718" y="536391"/>
                  </a:lnTo>
                  <a:lnTo>
                    <a:pt x="614532" y="528825"/>
                  </a:lnTo>
                  <a:lnTo>
                    <a:pt x="557383" y="520589"/>
                  </a:lnTo>
                  <a:lnTo>
                    <a:pt x="502377" y="511706"/>
                  </a:lnTo>
                  <a:lnTo>
                    <a:pt x="449623" y="502202"/>
                  </a:lnTo>
                  <a:lnTo>
                    <a:pt x="399229" y="492100"/>
                  </a:lnTo>
                  <a:lnTo>
                    <a:pt x="351303" y="481423"/>
                  </a:lnTo>
                  <a:lnTo>
                    <a:pt x="305954" y="470197"/>
                  </a:lnTo>
                  <a:lnTo>
                    <a:pt x="263288" y="458446"/>
                  </a:lnTo>
                  <a:lnTo>
                    <a:pt x="223414" y="446192"/>
                  </a:lnTo>
                  <a:lnTo>
                    <a:pt x="186441" y="433461"/>
                  </a:lnTo>
                  <a:lnTo>
                    <a:pt x="121628" y="406663"/>
                  </a:lnTo>
                  <a:lnTo>
                    <a:pt x="69712" y="378242"/>
                  </a:lnTo>
                  <a:lnTo>
                    <a:pt x="31559" y="348393"/>
                  </a:lnTo>
                  <a:lnTo>
                    <a:pt x="8034" y="317308"/>
                  </a:lnTo>
                  <a:lnTo>
                    <a:pt x="0" y="285178"/>
                  </a:lnTo>
                  <a:lnTo>
                    <a:pt x="2026" y="268995"/>
                  </a:lnTo>
                  <a:lnTo>
                    <a:pt x="31559" y="221963"/>
                  </a:lnTo>
                  <a:lnTo>
                    <a:pt x="69712" y="192114"/>
                  </a:lnTo>
                  <a:lnTo>
                    <a:pt x="121628" y="163693"/>
                  </a:lnTo>
                  <a:lnTo>
                    <a:pt x="186441" y="136895"/>
                  </a:lnTo>
                  <a:lnTo>
                    <a:pt x="223414" y="124164"/>
                  </a:lnTo>
                  <a:lnTo>
                    <a:pt x="263288" y="111910"/>
                  </a:lnTo>
                  <a:lnTo>
                    <a:pt x="305954" y="100159"/>
                  </a:lnTo>
                  <a:lnTo>
                    <a:pt x="351303" y="88933"/>
                  </a:lnTo>
                  <a:lnTo>
                    <a:pt x="399229" y="78256"/>
                  </a:lnTo>
                  <a:lnTo>
                    <a:pt x="449623" y="68154"/>
                  </a:lnTo>
                  <a:lnTo>
                    <a:pt x="502377" y="58650"/>
                  </a:lnTo>
                  <a:lnTo>
                    <a:pt x="557383" y="49767"/>
                  </a:lnTo>
                  <a:lnTo>
                    <a:pt x="614532" y="41531"/>
                  </a:lnTo>
                  <a:lnTo>
                    <a:pt x="673718" y="33965"/>
                  </a:lnTo>
                  <a:lnTo>
                    <a:pt x="734830" y="27093"/>
                  </a:lnTo>
                  <a:lnTo>
                    <a:pt x="797763" y="20940"/>
                  </a:lnTo>
                  <a:lnTo>
                    <a:pt x="862407" y="15529"/>
                  </a:lnTo>
                  <a:lnTo>
                    <a:pt x="928654" y="10884"/>
                  </a:lnTo>
                  <a:lnTo>
                    <a:pt x="996397" y="7030"/>
                  </a:lnTo>
                  <a:lnTo>
                    <a:pt x="1065527" y="3990"/>
                  </a:lnTo>
                  <a:lnTo>
                    <a:pt x="1135936" y="1789"/>
                  </a:lnTo>
                  <a:lnTo>
                    <a:pt x="1207516" y="451"/>
                  </a:lnTo>
                  <a:lnTo>
                    <a:pt x="1280160" y="0"/>
                  </a:lnTo>
                  <a:lnTo>
                    <a:pt x="1352803" y="451"/>
                  </a:lnTo>
                  <a:lnTo>
                    <a:pt x="1424383" y="1789"/>
                  </a:lnTo>
                  <a:lnTo>
                    <a:pt x="1494792" y="3990"/>
                  </a:lnTo>
                  <a:lnTo>
                    <a:pt x="1563922" y="7030"/>
                  </a:lnTo>
                  <a:lnTo>
                    <a:pt x="1631665" y="10884"/>
                  </a:lnTo>
                  <a:lnTo>
                    <a:pt x="1697912" y="15529"/>
                  </a:lnTo>
                  <a:lnTo>
                    <a:pt x="1762556" y="20940"/>
                  </a:lnTo>
                  <a:lnTo>
                    <a:pt x="1825489" y="27093"/>
                  </a:lnTo>
                  <a:lnTo>
                    <a:pt x="1886601" y="33965"/>
                  </a:lnTo>
                  <a:lnTo>
                    <a:pt x="1945787" y="41531"/>
                  </a:lnTo>
                  <a:lnTo>
                    <a:pt x="2002936" y="49767"/>
                  </a:lnTo>
                  <a:lnTo>
                    <a:pt x="2057942" y="58650"/>
                  </a:lnTo>
                  <a:lnTo>
                    <a:pt x="2110696" y="68154"/>
                  </a:lnTo>
                  <a:lnTo>
                    <a:pt x="2161090" y="78256"/>
                  </a:lnTo>
                  <a:lnTo>
                    <a:pt x="2209016" y="88933"/>
                  </a:lnTo>
                  <a:lnTo>
                    <a:pt x="2254365" y="100159"/>
                  </a:lnTo>
                  <a:lnTo>
                    <a:pt x="2297031" y="111910"/>
                  </a:lnTo>
                  <a:lnTo>
                    <a:pt x="2336905" y="124164"/>
                  </a:lnTo>
                  <a:lnTo>
                    <a:pt x="2373878" y="136895"/>
                  </a:lnTo>
                  <a:lnTo>
                    <a:pt x="2438691" y="163693"/>
                  </a:lnTo>
                  <a:lnTo>
                    <a:pt x="2490607" y="192114"/>
                  </a:lnTo>
                  <a:lnTo>
                    <a:pt x="2528760" y="221963"/>
                  </a:lnTo>
                  <a:lnTo>
                    <a:pt x="2552285" y="253048"/>
                  </a:lnTo>
                  <a:lnTo>
                    <a:pt x="2560320" y="285178"/>
                  </a:lnTo>
                  <a:close/>
                </a:path>
                <a:path w="2560320" h="2281554">
                  <a:moveTo>
                    <a:pt x="2560320" y="285178"/>
                  </a:moveTo>
                  <a:lnTo>
                    <a:pt x="2560320" y="1996249"/>
                  </a:lnTo>
                  <a:lnTo>
                    <a:pt x="2558293" y="2012432"/>
                  </a:lnTo>
                  <a:lnTo>
                    <a:pt x="2528760" y="2059464"/>
                  </a:lnTo>
                  <a:lnTo>
                    <a:pt x="2490607" y="2089313"/>
                  </a:lnTo>
                  <a:lnTo>
                    <a:pt x="2438691" y="2117734"/>
                  </a:lnTo>
                  <a:lnTo>
                    <a:pt x="2373878" y="2144532"/>
                  </a:lnTo>
                  <a:lnTo>
                    <a:pt x="2336905" y="2157263"/>
                  </a:lnTo>
                  <a:lnTo>
                    <a:pt x="2297031" y="2169517"/>
                  </a:lnTo>
                  <a:lnTo>
                    <a:pt x="2254365" y="2181268"/>
                  </a:lnTo>
                  <a:lnTo>
                    <a:pt x="2209016" y="2192494"/>
                  </a:lnTo>
                  <a:lnTo>
                    <a:pt x="2161090" y="2203171"/>
                  </a:lnTo>
                  <a:lnTo>
                    <a:pt x="2110696" y="2213273"/>
                  </a:lnTo>
                  <a:lnTo>
                    <a:pt x="2057942" y="2222777"/>
                  </a:lnTo>
                  <a:lnTo>
                    <a:pt x="2002936" y="2231660"/>
                  </a:lnTo>
                  <a:lnTo>
                    <a:pt x="1945787" y="2239896"/>
                  </a:lnTo>
                  <a:lnTo>
                    <a:pt x="1886601" y="2247462"/>
                  </a:lnTo>
                  <a:lnTo>
                    <a:pt x="1825489" y="2254334"/>
                  </a:lnTo>
                  <a:lnTo>
                    <a:pt x="1762556" y="2260487"/>
                  </a:lnTo>
                  <a:lnTo>
                    <a:pt x="1697912" y="2265898"/>
                  </a:lnTo>
                  <a:lnTo>
                    <a:pt x="1631665" y="2270543"/>
                  </a:lnTo>
                  <a:lnTo>
                    <a:pt x="1563922" y="2274397"/>
                  </a:lnTo>
                  <a:lnTo>
                    <a:pt x="1494792" y="2277437"/>
                  </a:lnTo>
                  <a:lnTo>
                    <a:pt x="1424383" y="2279638"/>
                  </a:lnTo>
                  <a:lnTo>
                    <a:pt x="1352803" y="2280976"/>
                  </a:lnTo>
                  <a:lnTo>
                    <a:pt x="1280160" y="2281428"/>
                  </a:lnTo>
                  <a:lnTo>
                    <a:pt x="1207516" y="2280976"/>
                  </a:lnTo>
                  <a:lnTo>
                    <a:pt x="1135936" y="2279638"/>
                  </a:lnTo>
                  <a:lnTo>
                    <a:pt x="1065527" y="2277437"/>
                  </a:lnTo>
                  <a:lnTo>
                    <a:pt x="996397" y="2274397"/>
                  </a:lnTo>
                  <a:lnTo>
                    <a:pt x="928654" y="2270543"/>
                  </a:lnTo>
                  <a:lnTo>
                    <a:pt x="862407" y="2265898"/>
                  </a:lnTo>
                  <a:lnTo>
                    <a:pt x="797763" y="2260487"/>
                  </a:lnTo>
                  <a:lnTo>
                    <a:pt x="734830" y="2254334"/>
                  </a:lnTo>
                  <a:lnTo>
                    <a:pt x="673718" y="2247462"/>
                  </a:lnTo>
                  <a:lnTo>
                    <a:pt x="614532" y="2239896"/>
                  </a:lnTo>
                  <a:lnTo>
                    <a:pt x="557383" y="2231660"/>
                  </a:lnTo>
                  <a:lnTo>
                    <a:pt x="502377" y="2222777"/>
                  </a:lnTo>
                  <a:lnTo>
                    <a:pt x="449623" y="2213273"/>
                  </a:lnTo>
                  <a:lnTo>
                    <a:pt x="399229" y="2203171"/>
                  </a:lnTo>
                  <a:lnTo>
                    <a:pt x="351303" y="2192494"/>
                  </a:lnTo>
                  <a:lnTo>
                    <a:pt x="305954" y="2181268"/>
                  </a:lnTo>
                  <a:lnTo>
                    <a:pt x="263288" y="2169517"/>
                  </a:lnTo>
                  <a:lnTo>
                    <a:pt x="223414" y="2157263"/>
                  </a:lnTo>
                  <a:lnTo>
                    <a:pt x="186441" y="2144532"/>
                  </a:lnTo>
                  <a:lnTo>
                    <a:pt x="121628" y="2117734"/>
                  </a:lnTo>
                  <a:lnTo>
                    <a:pt x="69712" y="2089313"/>
                  </a:lnTo>
                  <a:lnTo>
                    <a:pt x="31559" y="2059464"/>
                  </a:lnTo>
                  <a:lnTo>
                    <a:pt x="8034" y="2028379"/>
                  </a:lnTo>
                  <a:lnTo>
                    <a:pt x="0" y="1996249"/>
                  </a:lnTo>
                  <a:lnTo>
                    <a:pt x="0" y="285178"/>
                  </a:lnTo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922871" y="3819768"/>
            <a:ext cx="140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16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756659" y="4416552"/>
            <a:ext cx="1673860" cy="1209040"/>
            <a:chOff x="3756659" y="4416552"/>
            <a:chExt cx="1673860" cy="1209040"/>
          </a:xfrm>
        </p:grpSpPr>
        <p:sp>
          <p:nvSpPr>
            <p:cNvPr id="10" name="object 10" descr=""/>
            <p:cNvSpPr/>
            <p:nvPr/>
          </p:nvSpPr>
          <p:spPr>
            <a:xfrm>
              <a:off x="3771137" y="4431030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480060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480060" y="291084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71137" y="4431030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0" y="291084"/>
                  </a:moveTo>
                  <a:lnTo>
                    <a:pt x="480060" y="291084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771137" y="5319522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480060" y="0"/>
                  </a:moveTo>
                  <a:lnTo>
                    <a:pt x="0" y="0"/>
                  </a:lnTo>
                  <a:lnTo>
                    <a:pt x="0" y="291083"/>
                  </a:lnTo>
                  <a:lnTo>
                    <a:pt x="480060" y="291083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771137" y="5319522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0" y="291083"/>
                  </a:moveTo>
                  <a:lnTo>
                    <a:pt x="480060" y="291083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1083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771137" y="4880610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480060" y="0"/>
                  </a:moveTo>
                  <a:lnTo>
                    <a:pt x="0" y="0"/>
                  </a:lnTo>
                  <a:lnTo>
                    <a:pt x="0" y="291083"/>
                  </a:lnTo>
                  <a:lnTo>
                    <a:pt x="480060" y="291083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771137" y="4880610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0" y="291083"/>
                  </a:moveTo>
                  <a:lnTo>
                    <a:pt x="480060" y="291083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1083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935473" y="4431030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480060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480060" y="291084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35473" y="4431030"/>
              <a:ext cx="480059" cy="291465"/>
            </a:xfrm>
            <a:custGeom>
              <a:avLst/>
              <a:gdLst/>
              <a:ahLst/>
              <a:cxnLst/>
              <a:rect l="l" t="t" r="r" b="b"/>
              <a:pathLst>
                <a:path w="480060" h="291464">
                  <a:moveTo>
                    <a:pt x="0" y="291084"/>
                  </a:moveTo>
                  <a:lnTo>
                    <a:pt x="480060" y="291084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35473" y="4869942"/>
              <a:ext cx="480059" cy="292735"/>
            </a:xfrm>
            <a:custGeom>
              <a:avLst/>
              <a:gdLst/>
              <a:ahLst/>
              <a:cxnLst/>
              <a:rect l="l" t="t" r="r" b="b"/>
              <a:pathLst>
                <a:path w="480060" h="292735">
                  <a:moveTo>
                    <a:pt x="480060" y="0"/>
                  </a:moveTo>
                  <a:lnTo>
                    <a:pt x="0" y="0"/>
                  </a:lnTo>
                  <a:lnTo>
                    <a:pt x="0" y="292607"/>
                  </a:lnTo>
                  <a:lnTo>
                    <a:pt x="480060" y="292607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935473" y="4869942"/>
              <a:ext cx="480059" cy="292735"/>
            </a:xfrm>
            <a:custGeom>
              <a:avLst/>
              <a:gdLst/>
              <a:ahLst/>
              <a:cxnLst/>
              <a:rect l="l" t="t" r="r" b="b"/>
              <a:pathLst>
                <a:path w="480060" h="292735">
                  <a:moveTo>
                    <a:pt x="0" y="292607"/>
                  </a:moveTo>
                  <a:lnTo>
                    <a:pt x="480060" y="292607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935473" y="5299710"/>
              <a:ext cx="480059" cy="292735"/>
            </a:xfrm>
            <a:custGeom>
              <a:avLst/>
              <a:gdLst/>
              <a:ahLst/>
              <a:cxnLst/>
              <a:rect l="l" t="t" r="r" b="b"/>
              <a:pathLst>
                <a:path w="480060" h="292735">
                  <a:moveTo>
                    <a:pt x="480060" y="0"/>
                  </a:moveTo>
                  <a:lnTo>
                    <a:pt x="0" y="0"/>
                  </a:lnTo>
                  <a:lnTo>
                    <a:pt x="0" y="292607"/>
                  </a:lnTo>
                  <a:lnTo>
                    <a:pt x="480060" y="292607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35473" y="5299710"/>
              <a:ext cx="480059" cy="292735"/>
            </a:xfrm>
            <a:custGeom>
              <a:avLst/>
              <a:gdLst/>
              <a:ahLst/>
              <a:cxnLst/>
              <a:rect l="l" t="t" r="r" b="b"/>
              <a:pathLst>
                <a:path w="480060" h="292735">
                  <a:moveTo>
                    <a:pt x="0" y="292607"/>
                  </a:moveTo>
                  <a:lnTo>
                    <a:pt x="480060" y="292607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28956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30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00"/>
              <a:t> </a:t>
            </a:r>
            <a:r>
              <a:rPr dirty="0" spc="-10"/>
              <a:t>Dictionary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31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75625" cy="28587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interfaz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Commands,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saber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trabajando</a:t>
            </a:r>
            <a:endParaRPr sz="2800">
              <a:latin typeface="Calibri"/>
              <a:cs typeface="Calibri"/>
            </a:endParaRPr>
          </a:p>
          <a:p>
            <a:pPr marL="182880" marR="58419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Oracle,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bastante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sencillo: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ponga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como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prefijo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buscando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USER_xxx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o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ALL_xxx,</a:t>
            </a:r>
            <a:endParaRPr sz="2800">
              <a:latin typeface="Calibri"/>
              <a:cs typeface="Calibri"/>
            </a:endParaRPr>
          </a:p>
          <a:p>
            <a:pPr marL="184150">
              <a:lnSpc>
                <a:spcPts val="2970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donde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xxx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4325111"/>
            <a:ext cx="8347075" cy="59753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080" rIns="0" bIns="0" rtlCol="0" vert="horz">
            <a:spAutoFit/>
          </a:bodyPr>
          <a:lstStyle/>
          <a:p>
            <a:pPr marR="4925060">
              <a:lnSpc>
                <a:spcPts val="2160"/>
              </a:lnSpc>
              <a:spcBef>
                <a:spcPts val="4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table_name,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status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USER_TABLES;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7576" y="5276088"/>
            <a:ext cx="8345805" cy="59753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715" rIns="0" bIns="0" rtlCol="0" vert="horz">
            <a:spAutoFit/>
          </a:bodyPr>
          <a:lstStyle/>
          <a:p>
            <a:pPr marR="4924425">
              <a:lnSpc>
                <a:spcPts val="2160"/>
              </a:lnSpc>
              <a:spcBef>
                <a:spcPts val="4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table_name,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status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ALL_TABLES;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00"/>
              <a:t> </a:t>
            </a:r>
            <a:r>
              <a:rPr dirty="0" spc="-10"/>
              <a:t>Dictionary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Creación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 spc="-10"/>
              <a:t>tablas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32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242809" cy="16046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tanto,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investigar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índices, 	simplemente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seleccione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USER_INDEXES;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desea 	información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acerca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secuencias,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USER_SEQUENCES,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3191" y="3160776"/>
            <a:ext cx="8345805" cy="59753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3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*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user_indexes;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3931920"/>
            <a:ext cx="8345805" cy="87376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4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*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user_objects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object_type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'SEQUENCE';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2025-06-01T17:48:58Z</dcterms:created>
  <dcterms:modified xsi:type="dcterms:W3CDTF">2025-06-01T17:48:58Z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2025-02-17T00:00:00Z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 (Build 24D60) Quartz PDFContext</vt:lpwstr>
  </property>
</Properties>
</file>