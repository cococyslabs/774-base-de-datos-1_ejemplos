
<file path=[Content_Types].xml><?xml version="1.0" encoding="utf-8"?>
<Types xmlns="http://schemas.openxmlformats.org/package/2006/content-types">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docProps/app.xml" ContentType="application/vnd.openxmlformats-officedocument.extended-properties+xml"/>
  <Override PartName="/docProps/core.xml" ContentType="application/vnd.openxmlformats-package.core-properties+xml"/>
  <Override PartName="/ppt/theme/theme1.xml" ContentType="application/vnd.openxmlformats-officedocument.theme+xml"/>
  <Override PartName="/ppt/presProps.xml" ContentType="application/vnd.openxmlformats-officedocument.presentationml.presProps+xml"/>
  <Override PartName="/ppt/viewProps.xml" ContentType="application/vnd.openxmlformats-officedocument.presentationml.viewProps+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Default Extension="jpg" ContentType="image/jpg"/>
  <Default Extension="png" ContentType="image/png"/>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Override PartName="/ppt/slides/slide14.xml" ContentType="application/vnd.openxmlformats-officedocument.presentationml.slide+xml"/>
  <Override PartName="/ppt/notesSlides/notesSlide14.xml" ContentType="application/vnd.openxmlformats-officedocument.presentationml.notesSlide+xml"/>
  <Override PartName="/ppt/slides/slide15.xml" ContentType="application/vnd.openxmlformats-officedocument.presentationml.slide+xml"/>
  <Override PartName="/ppt/notesSlides/notesSlide15.xml" ContentType="application/vnd.openxmlformats-officedocument.presentationml.notesSlide+xml"/>
  <Override PartName="/ppt/slides/slide16.xml" ContentType="application/vnd.openxmlformats-officedocument.presentationml.slide+xml"/>
  <Override PartName="/ppt/notesSlides/notesSlide16.xml" ContentType="application/vnd.openxmlformats-officedocument.presentationml.notesSlide+xml"/>
  <Override PartName="/ppt/slides/slide17.xml" ContentType="application/vnd.openxmlformats-officedocument.presentationml.slide+xml"/>
  <Override PartName="/ppt/notesSlides/notesSlide17.xml" ContentType="application/vnd.openxmlformats-officedocument.presentationml.notesSlide+xml"/>
  <Override PartName="/ppt/slides/slide18.xml" ContentType="application/vnd.openxmlformats-officedocument.presentationml.slide+xml"/>
  <Override PartName="/ppt/notesSlides/notesSlide18.xml" ContentType="application/vnd.openxmlformats-officedocument.presentationml.notesSlide+xml"/>
  <Override PartName="/ppt/slides/slide19.xml" ContentType="application/vnd.openxmlformats-officedocument.presentationml.slide+xml"/>
  <Override PartName="/ppt/notesSlides/notesSlide19.xml" ContentType="application/vnd.openxmlformats-officedocument.presentationml.notesSlide+xml"/>
  <Override PartName="/docProps/custom.xml" ContentType="application/vnd.openxmlformats-officedocument.custom-propertie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officeDocument/2006/relationships/extended-properties" Target="docProps/app.xml"/><Relationship Id="rId3" Type="http://schemas.openxmlformats.org/package/2006/relationships/metadata/core-properties" Target="docProps/core.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 id="271" r:id="rId21"/>
    <p:sldId id="272" r:id="rId22"/>
    <p:sldId id="273" r:id="rId23"/>
    <p:sldId id="274" r:id="rId24"/>
  </p:sldIdLst>
  <p:sldSz cx="9144000" cy="6858000"/>
  <p:notesSz cx="9144000" cy="6858000"/>
  <p:defaultTextStyle>
    <a:defPPr>
      <a:defRPr kern="0"/>
    </a:def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p:cViewPr varScale="1">
        <p:scale>
          <a:sx n="78" d="100"/>
          <a:sy n="78" d="100"/>
        </p:scale>
        <p:origin x="-1536" y="-84"/>
      </p:cViewPr>
      <p:guideLst>
        <p:guide orient="horz" pos="2880"/>
        <p:guide pos="2160"/>
      </p:guideLst>
    </p:cSldViewPr>
  </p:slideViewPr>
  <p:notesTextViewPr>
    <p:cViewPr>
      <p:scale>
        <a:sx n="100" d="100"/>
        <a:sy n="100" d="100"/>
      </p:scale>
      <p:origin x="0" y="0"/>
    </p:cViewPr>
  </p:notesTextViewPr>
  <p:gridSpacing cx="78028800" cy="780288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theme" Target="theme/theme1.xml"/><Relationship Id="rId3" Type="http://schemas.openxmlformats.org/officeDocument/2006/relationships/viewProps" Target="viewProps.xml"/><Relationship Id="rId4" Type="http://schemas.openxmlformats.org/officeDocument/2006/relationships/presProps" Target="presProps.xml"/><Relationship Id="rId5" Type="http://schemas.openxmlformats.org/officeDocument/2006/relationships/tableStyles" Target="tableStyles.xml"/><Relationship Id="rId6" Type="http://schemas.openxmlformats.org/officeDocument/2006/relationships/slide" Target="slides/slide1.xml"/><Relationship Id="rId7" Type="http://schemas.openxmlformats.org/officeDocument/2006/relationships/slide" Target="slides/slide2.xml"/><Relationship Id="rId8" Type="http://schemas.openxmlformats.org/officeDocument/2006/relationships/slide" Target="slides/slide3.xml"/><Relationship Id="rId9" Type="http://schemas.openxmlformats.org/officeDocument/2006/relationships/slide" Target="slides/slide4.xml"/><Relationship Id="rId10" Type="http://schemas.openxmlformats.org/officeDocument/2006/relationships/slide" Target="slides/slide5.xml"/><Relationship Id="rId11" Type="http://schemas.openxmlformats.org/officeDocument/2006/relationships/slide" Target="slides/slide6.xml"/><Relationship Id="rId12" Type="http://schemas.openxmlformats.org/officeDocument/2006/relationships/slide" Target="slides/slide7.xml"/><Relationship Id="rId13" Type="http://schemas.openxmlformats.org/officeDocument/2006/relationships/slide" Target="slides/slide8.xml"/><Relationship Id="rId14" Type="http://schemas.openxmlformats.org/officeDocument/2006/relationships/slide" Target="slides/slide9.xml"/><Relationship Id="rId15" Type="http://schemas.openxmlformats.org/officeDocument/2006/relationships/slide" Target="slides/slide10.xml"/><Relationship Id="rId16" Type="http://schemas.openxmlformats.org/officeDocument/2006/relationships/slide" Target="slides/slide11.xml"/><Relationship Id="rId17" Type="http://schemas.openxmlformats.org/officeDocument/2006/relationships/slide" Target="slides/slide12.xml"/><Relationship Id="rId18" Type="http://schemas.openxmlformats.org/officeDocument/2006/relationships/slide" Target="slides/slide13.xml"/><Relationship Id="rId19" Type="http://schemas.openxmlformats.org/officeDocument/2006/relationships/slide" Target="slides/slide14.xml"/><Relationship Id="rId20" Type="http://schemas.openxmlformats.org/officeDocument/2006/relationships/slide" Target="slides/slide15.xml"/><Relationship Id="rId21" Type="http://schemas.openxmlformats.org/officeDocument/2006/relationships/slide" Target="slides/slide16.xml"/><Relationship Id="rId22" Type="http://schemas.openxmlformats.org/officeDocument/2006/relationships/slide" Target="slides/slide17.xml"/><Relationship Id="rId23" Type="http://schemas.openxmlformats.org/officeDocument/2006/relationships/slide" Target="slides/slide18.xml"/><Relationship Id="rId24" Type="http://schemas.openxmlformats.org/officeDocument/2006/relationships/slide" Target="slides/slide19.xml"/></Relationships>

</file>

<file path=ppt/notesSlides/_rels/notesSlide1.xml.rels><?xml version="1.0" encoding="UTF-8" standalone="yes"?>
<Relationships xmlns="http://schemas.openxmlformats.org/package/2006/relationships"><Relationship Id="rId1"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slide" Target="../slides/slide19.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2" name=""/>
        <p:cNvGrpSpPr/>
        <p:nvPr/>
      </p:nvGrpSpPr>
      <p:grpSpPr>
        <a:xfrm>
          <a:off x="0" y="0"/>
          <a:ext cx="0" cy="0"/>
          <a:chOff x="0" y="0"/>
          <a:chExt cx="0" cy="0"/>
        </a:xfrm>
      </p:grpSpPr>
      <p:sp>
        <p:nvSpPr>
          <p:cNvPr id="1" name="Notes Placeholder"/>
          <p:cNvSpPr>
            <a:spLocks noGrp="1"/>
          </p:cNvSpPr>
          <p:nvPr>
            <p:ph type="body" idx="1"/>
          </p:nvPr>
        </p:nvSpPr>
        <p:spPr/>
        <p:txBody>
          <a:bodyPr>
            <a:normAutofit/>
          </a:bodyPr>
          <a:lstStyle/>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2" name=""/>
        <p:cNvGrpSpPr/>
        <p:nvPr/>
      </p:nvGrpSpPr>
      <p:grpSpPr>
        <a:xfrm>
          <a:off x="0" y="0"/>
          <a:ext cx="0" cy="0"/>
          <a:chOff x="0" y="0"/>
          <a:chExt cx="0" cy="0"/>
        </a:xfrm>
      </p:grpSpPr>
      <p:sp>
        <p:nvSpPr>
          <p:cNvPr id="1" name="Notes Placeholder"/>
          <p:cNvSpPr>
            <a:spLocks noGrp="1"/>
          </p:cNvSpPr>
          <p:nvPr>
            <p:ph type="body" idx="1"/>
          </p:nvPr>
        </p:nvSpPr>
        <p:spPr/>
        <p:txBody>
          <a:bodyPr>
            <a:normAutofit/>
          </a:bodyPr>
          <a:lstStyle/>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2" name=""/>
        <p:cNvGrpSpPr/>
        <p:nvPr/>
      </p:nvGrpSpPr>
      <p:grpSpPr>
        <a:xfrm>
          <a:off x="0" y="0"/>
          <a:ext cx="0" cy="0"/>
          <a:chOff x="0" y="0"/>
          <a:chExt cx="0" cy="0"/>
        </a:xfrm>
      </p:grpSpPr>
      <p:sp>
        <p:nvSpPr>
          <p:cNvPr id="1" name="Notes Placeholder"/>
          <p:cNvSpPr>
            <a:spLocks noGrp="1"/>
          </p:cNvSpPr>
          <p:nvPr>
            <p:ph type="body" idx="1"/>
          </p:nvPr>
        </p:nvSpPr>
        <p:spPr/>
        <p:txBody>
          <a:bodyPr>
            <a:normAutofit/>
          </a:bodyPr>
          <a:lstStyle/>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2" name=""/>
        <p:cNvGrpSpPr/>
        <p:nvPr/>
      </p:nvGrpSpPr>
      <p:grpSpPr>
        <a:xfrm>
          <a:off x="0" y="0"/>
          <a:ext cx="0" cy="0"/>
          <a:chOff x="0" y="0"/>
          <a:chExt cx="0" cy="0"/>
        </a:xfrm>
      </p:grpSpPr>
      <p:sp>
        <p:nvSpPr>
          <p:cNvPr id="1" name="Notes Placeholder"/>
          <p:cNvSpPr>
            <a:spLocks noGrp="1"/>
          </p:cNvSpPr>
          <p:nvPr>
            <p:ph type="body" idx="1"/>
          </p:nvPr>
        </p:nvSpPr>
        <p:spPr/>
        <p:txBody>
          <a:bodyPr>
            <a:normAutofit/>
          </a:bodyPr>
          <a:lstStyle/>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2" name=""/>
        <p:cNvGrpSpPr/>
        <p:nvPr/>
      </p:nvGrpSpPr>
      <p:grpSpPr>
        <a:xfrm>
          <a:off x="0" y="0"/>
          <a:ext cx="0" cy="0"/>
          <a:chOff x="0" y="0"/>
          <a:chExt cx="0" cy="0"/>
        </a:xfrm>
      </p:grpSpPr>
      <p:sp>
        <p:nvSpPr>
          <p:cNvPr id="1" name="Notes Placeholder"/>
          <p:cNvSpPr>
            <a:spLocks noGrp="1"/>
          </p:cNvSpPr>
          <p:nvPr>
            <p:ph type="body" idx="1"/>
          </p:nvPr>
        </p:nvSpPr>
        <p:spPr/>
        <p:txBody>
          <a:bodyPr>
            <a:normAutofit/>
          </a:bodyPr>
          <a:lstStyle/>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2" name=""/>
        <p:cNvGrpSpPr/>
        <p:nvPr/>
      </p:nvGrpSpPr>
      <p:grpSpPr>
        <a:xfrm>
          <a:off x="0" y="0"/>
          <a:ext cx="0" cy="0"/>
          <a:chOff x="0" y="0"/>
          <a:chExt cx="0" cy="0"/>
        </a:xfrm>
      </p:grpSpPr>
      <p:sp>
        <p:nvSpPr>
          <p:cNvPr id="1" name="Notes Placeholder"/>
          <p:cNvSpPr>
            <a:spLocks noGrp="1"/>
          </p:cNvSpPr>
          <p:nvPr>
            <p:ph type="body" idx="1"/>
          </p:nvPr>
        </p:nvSpPr>
        <p:spPr/>
        <p:txBody>
          <a:bodyPr>
            <a:normAutofit/>
          </a:bodyPr>
          <a:lstStyle/>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2" name=""/>
        <p:cNvGrpSpPr/>
        <p:nvPr/>
      </p:nvGrpSpPr>
      <p:grpSpPr>
        <a:xfrm>
          <a:off x="0" y="0"/>
          <a:ext cx="0" cy="0"/>
          <a:chOff x="0" y="0"/>
          <a:chExt cx="0" cy="0"/>
        </a:xfrm>
      </p:grpSpPr>
      <p:sp>
        <p:nvSpPr>
          <p:cNvPr id="1" name="Notes Placeholder"/>
          <p:cNvSpPr>
            <a:spLocks noGrp="1"/>
          </p:cNvSpPr>
          <p:nvPr>
            <p:ph type="body" idx="1"/>
          </p:nvPr>
        </p:nvSpPr>
        <p:spPr/>
        <p:txBody>
          <a:bodyPr>
            <a:normAutofit/>
          </a:bodyPr>
          <a:lstStyle/>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2" name=""/>
        <p:cNvGrpSpPr/>
        <p:nvPr/>
      </p:nvGrpSpPr>
      <p:grpSpPr>
        <a:xfrm>
          <a:off x="0" y="0"/>
          <a:ext cx="0" cy="0"/>
          <a:chOff x="0" y="0"/>
          <a:chExt cx="0" cy="0"/>
        </a:xfrm>
      </p:grpSpPr>
      <p:sp>
        <p:nvSpPr>
          <p:cNvPr id="1" name="Notes Placeholder"/>
          <p:cNvSpPr>
            <a:spLocks noGrp="1"/>
          </p:cNvSpPr>
          <p:nvPr>
            <p:ph type="body" idx="1"/>
          </p:nvPr>
        </p:nvSpPr>
        <p:spPr/>
        <p:txBody>
          <a:bodyPr>
            <a:normAutofit/>
          </a:bodyPr>
          <a:lstStyle/>
          <a:p>
            <a:r>
              <a:t>Presenter</a:t>
            </a:r>
          </a:p>
          <a:p>
            <a:r>
              <a:t>2023-02-15 21:30:04</a:t>
            </a:r>
          </a:p>
          <a:p>
            <a:r>
              <a:t>--------------------------------------------</a:t>
            </a:r>
          </a:p>
          <a:p>
            <a:r>
              <a:t>Las fracciones de segundos pueden ser importantes para algunas empresas. La moneda y los mercados de valores deben conocer la hora exacta a la que se producen transacciones, ya que los precios pueden cambiar cientos de veces en un segundo, por lo que deben poder realizar un seguimiento de la hora precisa de transacciones/fluctuaciones de precios hasta las fracciones de segundo.</a:t>
            </a: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2" name=""/>
        <p:cNvGrpSpPr/>
        <p:nvPr/>
      </p:nvGrpSpPr>
      <p:grpSpPr>
        <a:xfrm>
          <a:off x="0" y="0"/>
          <a:ext cx="0" cy="0"/>
          <a:chOff x="0" y="0"/>
          <a:chExt cx="0" cy="0"/>
        </a:xfrm>
      </p:grpSpPr>
      <p:sp>
        <p:nvSpPr>
          <p:cNvPr id="1" name="Notes Placeholder"/>
          <p:cNvSpPr>
            <a:spLocks noGrp="1"/>
          </p:cNvSpPr>
          <p:nvPr>
            <p:ph type="body" idx="1"/>
          </p:nvPr>
        </p:nvSpPr>
        <p:spPr/>
        <p:txBody>
          <a:bodyPr>
            <a:normAutofit/>
          </a:bodyPr>
          <a:lstStyle/>
          <a:p>
            <a:r>
              <a:t>Presenter</a:t>
            </a:r>
          </a:p>
          <a:p>
            <a:r>
              <a:t>2023-02-15 21:30:04</a:t>
            </a:r>
          </a:p>
          <a:p>
            <a:r>
              <a:t>--------------------------------------------</a:t>
            </a:r>
          </a:p>
          <a:p>
            <a:r>
              <a:t>La tabla time_ex1 tiene una columna de tipo TIMESTAMP. Introduce un valor TIMESTAMP como un literal.</a:t>
            </a:r>
          </a:p>
          <a:p>
            <a:r>
              <a:t>Utiliza la función SYSDATE, pero SYSDATE solo devuelve la hora hasta el segundo más cercano, por lo que no se registra ningún microsegundo.</a:t>
            </a:r>
          </a:p>
          <a:p>
            <a:r>
              <a:t>Utiliza la función SYSTIMESTAMP. Esto es similar a SYSDATE, pero también devuelve fracciones de segundos, por lo que se inserta la hora hasta el microsegundo más próximo.</a:t>
            </a: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2" name=""/>
        <p:cNvGrpSpPr/>
        <p:nvPr/>
      </p:nvGrpSpPr>
      <p:grpSpPr>
        <a:xfrm>
          <a:off x="0" y="0"/>
          <a:ext cx="0" cy="0"/>
          <a:chOff x="0" y="0"/>
          <a:chExt cx="0" cy="0"/>
        </a:xfrm>
      </p:grpSpPr>
      <p:sp>
        <p:nvSpPr>
          <p:cNvPr id="1" name="Notes Placeholder"/>
          <p:cNvSpPr>
            <a:spLocks noGrp="1"/>
          </p:cNvSpPr>
          <p:nvPr>
            <p:ph type="body" idx="1"/>
          </p:nvPr>
        </p:nvSpPr>
        <p:spPr/>
        <p:txBody>
          <a:bodyPr>
            <a:normAutofit/>
          </a:bodyPr>
          <a:lstStyle/>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2" name=""/>
        <p:cNvGrpSpPr/>
        <p:nvPr/>
      </p:nvGrpSpPr>
      <p:grpSpPr>
        <a:xfrm>
          <a:off x="0" y="0"/>
          <a:ext cx="0" cy="0"/>
          <a:chOff x="0" y="0"/>
          <a:chExt cx="0" cy="0"/>
        </a:xfrm>
      </p:grpSpPr>
      <p:sp>
        <p:nvSpPr>
          <p:cNvPr id="1" name="Notes Placeholder"/>
          <p:cNvSpPr>
            <a:spLocks noGrp="1"/>
          </p:cNvSpPr>
          <p:nvPr>
            <p:ph type="body" idx="1"/>
          </p:nvPr>
        </p:nvSpPr>
        <p:spPr/>
        <p:txBody>
          <a:bodyPr>
            <a:normAutofit/>
          </a:bodyPr>
          <a:lstStyle/>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2" name=""/>
        <p:cNvGrpSpPr/>
        <p:nvPr/>
      </p:nvGrpSpPr>
      <p:grpSpPr>
        <a:xfrm>
          <a:off x="0" y="0"/>
          <a:ext cx="0" cy="0"/>
          <a:chOff x="0" y="0"/>
          <a:chExt cx="0" cy="0"/>
        </a:xfrm>
      </p:grpSpPr>
      <p:sp>
        <p:nvSpPr>
          <p:cNvPr id="1" name="Notes Placeholder"/>
          <p:cNvSpPr>
            <a:spLocks noGrp="1"/>
          </p:cNvSpPr>
          <p:nvPr>
            <p:ph type="body" idx="1"/>
          </p:nvPr>
        </p:nvSpPr>
        <p:spPr/>
        <p:txBody>
          <a:bodyPr>
            <a:normAutofit/>
          </a:bodyPr>
          <a:lstStyle/>
          <a:p>
            <a:r>
              <a:t>Presenter</a:t>
            </a:r>
          </a:p>
          <a:p>
            <a:r>
              <a:t>2023-02-15 21:30:04</a:t>
            </a:r>
          </a:p>
          <a:p>
            <a:r>
              <a:t>--------------------------------------------</a:t>
            </a:r>
          </a:p>
          <a:p>
            <a:r>
              <a:t>La tabla time_ex2 tiene una columna de tipo TIMESTAMP WITH TIME ZONE. </a:t>
            </a:r>
          </a:p>
          <a:p>
            <a:r>
              <a:t>Utiliza la función SYSTIMESTAMP para agregar la hora con el desplazamiento de UTC. Como el servidor APEX está ubicado en California, EE. UU., la zona horaria es UTC - 7:00 (Hora Oficial del Pacífico o PST) Introduce un valor literal TIMESTAMP WITH LOCAL TIME con la hora local de UTC+2:00.</a:t>
            </a: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2" name=""/>
        <p:cNvGrpSpPr/>
        <p:nvPr/>
      </p:nvGrpSpPr>
      <p:grpSpPr>
        <a:xfrm>
          <a:off x="0" y="0"/>
          <a:ext cx="0" cy="0"/>
          <a:chOff x="0" y="0"/>
          <a:chExt cx="0" cy="0"/>
        </a:xfrm>
      </p:grpSpPr>
      <p:sp>
        <p:nvSpPr>
          <p:cNvPr id="1" name="Notes Placeholder"/>
          <p:cNvSpPr>
            <a:spLocks noGrp="1"/>
          </p:cNvSpPr>
          <p:nvPr>
            <p:ph type="body" idx="1"/>
          </p:nvPr>
        </p:nvSpPr>
        <p:spPr/>
        <p:txBody>
          <a:bodyPr>
            <a:normAutofit/>
          </a:bodyPr>
          <a:lstStyle/>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2" name=""/>
        <p:cNvGrpSpPr/>
        <p:nvPr/>
      </p:nvGrpSpPr>
      <p:grpSpPr>
        <a:xfrm>
          <a:off x="0" y="0"/>
          <a:ext cx="0" cy="0"/>
          <a:chOff x="0" y="0"/>
          <a:chExt cx="0" cy="0"/>
        </a:xfrm>
      </p:grpSpPr>
      <p:sp>
        <p:nvSpPr>
          <p:cNvPr id="1" name="Notes Placeholder"/>
          <p:cNvSpPr>
            <a:spLocks noGrp="1"/>
          </p:cNvSpPr>
          <p:nvPr>
            <p:ph type="body" idx="1"/>
          </p:nvPr>
        </p:nvSpPr>
        <p:spPr/>
        <p:txBody>
          <a:bodyPr>
            <a:normAutofit/>
          </a:bodyPr>
          <a:lstStyle/>
          <a:p>
            <a:r>
              <a:t>Presenter</a:t>
            </a:r>
          </a:p>
          <a:p>
            <a:r>
              <a:t>2023-02-15 21:30:05</a:t>
            </a:r>
          </a:p>
          <a:p>
            <a:r>
              <a:t>--------------------------------------------</a:t>
            </a:r>
          </a:p>
          <a:p>
            <a:r>
              <a:t>El tipo de dato TIMESTAMP WITH LOCAL TIME ZONE almacena el registro de hora sin la información de zona horaria. Convierte la hora para la zona horaria de la base de datos cada vez que se envían los datos a y desde un cliente. Debido a las limitaciones de la versión en línea alojado de APEX, el ejemplo anterior siempre mostrará la hora local como UTC -07:00 (PST).</a:t>
            </a: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2" name=""/>
        <p:cNvGrpSpPr/>
        <p:nvPr/>
      </p:nvGrpSpPr>
      <p:grpSpPr>
        <a:xfrm>
          <a:off x="0" y="0"/>
          <a:ext cx="0" cy="0"/>
          <a:chOff x="0" y="0"/>
          <a:chExt cx="0" cy="0"/>
        </a:xfrm>
      </p:grpSpPr>
      <p:sp>
        <p:nvSpPr>
          <p:cNvPr id="1" name="Notes Placeholder"/>
          <p:cNvSpPr>
            <a:spLocks noGrp="1"/>
          </p:cNvSpPr>
          <p:nvPr>
            <p:ph type="body" idx="1"/>
          </p:nvPr>
        </p:nvSpPr>
        <p:spPr/>
        <p:txBody>
          <a:bodyPr>
            <a:normAutofit/>
          </a:bodyPr>
          <a:lstStyle/>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2" name=""/>
        <p:cNvGrpSpPr/>
        <p:nvPr/>
      </p:nvGrpSpPr>
      <p:grpSpPr>
        <a:xfrm>
          <a:off x="0" y="0"/>
          <a:ext cx="0" cy="0"/>
          <a:chOff x="0" y="0"/>
          <a:chExt cx="0" cy="0"/>
        </a:xfrm>
      </p:grpSpPr>
      <p:sp>
        <p:nvSpPr>
          <p:cNvPr id="1" name="Notes Placeholder"/>
          <p:cNvSpPr>
            <a:spLocks noGrp="1"/>
          </p:cNvSpPr>
          <p:nvPr>
            <p:ph type="body" idx="1"/>
          </p:nvPr>
        </p:nvSpPr>
        <p:spPr/>
        <p:txBody>
          <a:bodyPr>
            <a:normAutofit/>
          </a:bodyPr>
          <a:lstStyle/>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2" name=""/>
        <p:cNvGrpSpPr/>
        <p:nvPr/>
      </p:nvGrpSpPr>
      <p:grpSpPr>
        <a:xfrm>
          <a:off x="0" y="0"/>
          <a:ext cx="0" cy="0"/>
          <a:chOff x="0" y="0"/>
          <a:chExt cx="0" cy="0"/>
        </a:xfrm>
      </p:grpSpPr>
      <p:sp>
        <p:nvSpPr>
          <p:cNvPr id="1" name="Notes Placeholder"/>
          <p:cNvSpPr>
            <a:spLocks noGrp="1"/>
          </p:cNvSpPr>
          <p:nvPr>
            <p:ph type="body" idx="1"/>
          </p:nvPr>
        </p:nvSpPr>
        <p:spPr/>
        <p:txBody>
          <a:bodyPr>
            <a:normAutofit/>
          </a:bodyPr>
          <a:lstStyle/>
          <a:p>
            <a:r>
              <a:t>Presenter</a:t>
            </a:r>
          </a:p>
          <a:p>
            <a:r>
              <a:t>2023-02-15 21:30:05</a:t>
            </a:r>
          </a:p>
          <a:p>
            <a:r>
              <a:t>--------------------------------------------</a:t>
            </a:r>
          </a:p>
          <a:p>
            <a:r>
              <a:t>La tabla se crea con 2 columnas de tipo INTERVAL YEAR TO MONTHS. </a:t>
            </a:r>
          </a:p>
          <a:p>
            <a:r>
              <a:t>La sentencia INSERT agrega un INTERVALO de 120 meses (10 años) a Loan_duration1 y un intervalo de 3 años y 6 meses a loan_duration2.</a:t>
            </a:r>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2" name=""/>
        <p:cNvGrpSpPr/>
        <p:nvPr/>
      </p:nvGrpSpPr>
      <p:grpSpPr>
        <a:xfrm>
          <a:off x="0" y="0"/>
          <a:ext cx="0" cy="0"/>
          <a:chOff x="0" y="0"/>
          <a:chExt cx="0" cy="0"/>
        </a:xfrm>
      </p:grpSpPr>
      <p:sp>
        <p:nvSpPr>
          <p:cNvPr id="1" name="Notes Placeholder"/>
          <p:cNvSpPr>
            <a:spLocks noGrp="1"/>
          </p:cNvSpPr>
          <p:nvPr>
            <p:ph type="body" idx="1"/>
          </p:nvPr>
        </p:nvSpPr>
        <p:spPr/>
        <p:txBody>
          <a:bodyPr>
            <a:normAutofit/>
          </a:bodyPr>
          <a:lstStyle/>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2" name=""/>
        <p:cNvGrpSpPr/>
        <p:nvPr/>
      </p:nvGrpSpPr>
      <p:grpSpPr>
        <a:xfrm>
          <a:off x="0" y="0"/>
          <a:ext cx="0" cy="0"/>
          <a:chOff x="0" y="0"/>
          <a:chExt cx="0" cy="0"/>
        </a:xfrm>
      </p:grpSpPr>
      <p:sp>
        <p:nvSpPr>
          <p:cNvPr id="1" name="Notes Placeholder"/>
          <p:cNvSpPr>
            <a:spLocks noGrp="1"/>
          </p:cNvSpPr>
          <p:nvPr>
            <p:ph type="body" idx="1"/>
          </p:nvPr>
        </p:nvSpPr>
        <p:spPr/>
        <p:txBody>
          <a:bodyPr>
            <a:normAutofit/>
          </a:bodyPr>
          <a:lstStyle/>
          <a:p>
            <a:r>
              <a:t>Presenter</a:t>
            </a:r>
          </a:p>
          <a:p>
            <a:r>
              <a:t>2023-02-15 21:30:06</a:t>
            </a:r>
          </a:p>
          <a:p>
            <a:r>
              <a:t>--------------------------------------------</a:t>
            </a:r>
          </a:p>
          <a:p>
            <a:r>
              <a:t>Esta tabla se crea con 2 columnas INTERVAL DAY TO SECOND.</a:t>
            </a:r>
          </a:p>
          <a:p>
            <a:r>
              <a:t>La sentencia INSERT agrega un INTERVALO de 25 días a day_duration1 y 4 días, 10 horas, 30 minutos y        10 segundos a day_duration2. La sentencia SELECT toma la fecha actual y agrega las duraciones almacenados en las columnas.</a:t>
            </a: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type="obj">
  <p:cSld name="Title Slide">
    <p:spTree>
      <p:nvGrpSpPr>
        <p:cNvPr id="1" name=""/>
        <p:cNvGrpSpPr/>
        <p:nvPr/>
      </p:nvGrpSpPr>
      <p:grpSpPr>
        <a:xfrm>
          <a:off x="0" y="0"/>
          <a:ext cx="0" cy="0"/>
          <a:chOff x="0" y="0"/>
          <a:chExt cx="0" cy="0"/>
        </a:xfrm>
      </p:grpSpPr>
      <p:sp>
        <p:nvSpPr>
          <p:cNvPr id="2" name="Holder 2"/>
          <p:cNvSpPr>
            <a:spLocks noGrp="1"/>
          </p:cNvSpPr>
          <p:nvPr>
            <p:ph type="ctrTitle"/>
          </p:nvPr>
        </p:nvSpPr>
        <p:spPr>
          <a:xfrm>
            <a:off x="685800" y="2125980"/>
            <a:ext cx="7772400" cy="1440180"/>
          </a:xfrm>
          <a:prstGeom prst="rect">
            <a:avLst/>
          </a:prstGeom>
        </p:spPr>
        <p:txBody>
          <a:bodyPr wrap="square" lIns="0" tIns="0" rIns="0" bIns="0">
            <a:spAutoFit/>
          </a:bodyPr>
          <a:lstStyle>
            <a:lvl1pPr>
              <a:defRPr sz="3300" b="0" i="0">
                <a:solidFill>
                  <a:srgbClr val="4E3629"/>
                </a:solidFill>
                <a:latin typeface="Calibri"/>
                <a:cs typeface="Calibri"/>
              </a:defRPr>
            </a:lvl1pPr>
          </a:lstStyle>
          <a:p/>
        </p:txBody>
      </p:sp>
      <p:sp>
        <p:nvSpPr>
          <p:cNvPr id="3" name="Holder 3"/>
          <p:cNvSpPr>
            <a:spLocks noGrp="1"/>
          </p:cNvSpPr>
          <p:nvPr>
            <p:ph type="subTitle" idx="4"/>
          </p:nvPr>
        </p:nvSpPr>
        <p:spPr>
          <a:xfrm>
            <a:off x="1371600" y="3840480"/>
            <a:ext cx="6400800" cy="1714500"/>
          </a:xfrm>
          <a:prstGeom prst="rect">
            <a:avLst/>
          </a:prstGeom>
        </p:spPr>
        <p:txBody>
          <a:bodyPr wrap="square" lIns="0" tIns="0" rIns="0" bIns="0">
            <a:spAutoFit/>
          </a:bodyPr>
          <a:lstStyle>
            <a:lvl1pPr>
              <a:defRPr sz="2800" b="0" i="0">
                <a:solidFill>
                  <a:srgbClr val="4E3629"/>
                </a:solidFill>
                <a:latin typeface="Calibri"/>
                <a:cs typeface="Calibri"/>
              </a:defRPr>
            </a:lvl1pPr>
          </a:lstStyle>
          <a:p/>
        </p:txBody>
      </p:sp>
      <p:sp>
        <p:nvSpPr>
          <p:cNvPr id="4" name="Holder 4"/>
          <p:cNvSpPr>
            <a:spLocks noGrp="1"/>
          </p:cNvSpPr>
          <p:nvPr>
            <p:ph type="ftr" idx="5" sz="quarter"/>
          </p:nvPr>
        </p:nvSpPr>
        <p:spPr/>
        <p:txBody>
          <a:bodyPr lIns="0" tIns="0" rIns="0" bIns="0"/>
          <a:lstStyle>
            <a:lvl1pPr>
              <a:defRPr sz="850" b="0" i="0">
                <a:solidFill>
                  <a:srgbClr val="4E3629"/>
                </a:solidFill>
                <a:latin typeface="Calibri"/>
                <a:cs typeface="Calibri"/>
              </a:defRPr>
            </a:lvl1pPr>
          </a:lstStyle>
          <a:p>
            <a:pPr marL="12700">
              <a:lnSpc>
                <a:spcPts val="910"/>
              </a:lnSpc>
            </a:pPr>
            <a:r>
              <a:rPr dirty="0"/>
              <a:t>Copyright</a:t>
            </a:r>
            <a:r>
              <a:rPr dirty="0" spc="-35"/>
              <a:t> </a:t>
            </a:r>
            <a:r>
              <a:rPr dirty="0"/>
              <a:t>©</a:t>
            </a:r>
            <a:r>
              <a:rPr dirty="0" spc="-40"/>
              <a:t> </a:t>
            </a:r>
            <a:r>
              <a:rPr dirty="0"/>
              <a:t>2020,</a:t>
            </a:r>
            <a:r>
              <a:rPr dirty="0" spc="-45"/>
              <a:t> </a:t>
            </a:r>
            <a:r>
              <a:rPr dirty="0"/>
              <a:t>Oracle</a:t>
            </a:r>
            <a:r>
              <a:rPr dirty="0" spc="-30"/>
              <a:t> </a:t>
            </a:r>
            <a:r>
              <a:rPr dirty="0"/>
              <a:t>y/o</a:t>
            </a:r>
            <a:r>
              <a:rPr dirty="0" spc="-30"/>
              <a:t> </a:t>
            </a:r>
            <a:r>
              <a:rPr dirty="0"/>
              <a:t>sus</a:t>
            </a:r>
            <a:r>
              <a:rPr dirty="0" spc="-35"/>
              <a:t> </a:t>
            </a:r>
            <a:r>
              <a:rPr dirty="0"/>
              <a:t>filiales.</a:t>
            </a:r>
            <a:r>
              <a:rPr dirty="0" spc="-10"/>
              <a:t> </a:t>
            </a:r>
            <a:r>
              <a:rPr dirty="0"/>
              <a:t>Todos</a:t>
            </a:r>
            <a:r>
              <a:rPr dirty="0" spc="-35"/>
              <a:t> </a:t>
            </a:r>
            <a:r>
              <a:rPr dirty="0"/>
              <a:t>los</a:t>
            </a:r>
            <a:r>
              <a:rPr dirty="0" spc="-25"/>
              <a:t> </a:t>
            </a:r>
            <a:r>
              <a:rPr dirty="0"/>
              <a:t>derechos</a:t>
            </a:r>
            <a:r>
              <a:rPr dirty="0" spc="-5"/>
              <a:t> </a:t>
            </a:r>
            <a:r>
              <a:rPr dirty="0" spc="-10"/>
              <a:t>reservados.</a:t>
            </a:r>
          </a:p>
        </p:txBody>
      </p:sp>
      <p:sp>
        <p:nvSpPr>
          <p:cNvPr id="5" name="Holder 5"/>
          <p:cNvSpPr>
            <a:spLocks noGrp="1"/>
          </p:cNvSpPr>
          <p:nvPr>
            <p:ph type="dt" idx="6" sz="half"/>
          </p:nvPr>
        </p:nvSpPr>
        <p:spPr/>
        <p:txBody>
          <a:bodyPr lIns="0" tIns="0" rIns="0" bIns="0"/>
          <a:lstStyle>
            <a:lvl1pPr>
              <a:defRPr sz="850" b="0" i="0">
                <a:solidFill>
                  <a:srgbClr val="4E3629"/>
                </a:solidFill>
                <a:latin typeface="Calibri"/>
                <a:cs typeface="Calibri"/>
              </a:defRPr>
            </a:lvl1pPr>
          </a:lstStyle>
          <a:p>
            <a:pPr marL="12700">
              <a:lnSpc>
                <a:spcPts val="855"/>
              </a:lnSpc>
            </a:pPr>
            <a:r>
              <a:rPr dirty="0"/>
              <a:t>DP</a:t>
            </a:r>
            <a:r>
              <a:rPr dirty="0" spc="-10"/>
              <a:t> </a:t>
            </a:r>
            <a:r>
              <a:rPr dirty="0"/>
              <a:t>13-</a:t>
            </a:r>
            <a:r>
              <a:rPr dirty="0" spc="-50"/>
              <a:t>2</a:t>
            </a:r>
          </a:p>
          <a:p>
            <a:pPr marL="12700">
              <a:lnSpc>
                <a:spcPts val="965"/>
              </a:lnSpc>
            </a:pPr>
            <a:r>
              <a:rPr dirty="0"/>
              <a:t>Uso</a:t>
            </a:r>
            <a:r>
              <a:rPr dirty="0" spc="-30"/>
              <a:t> </a:t>
            </a:r>
            <a:r>
              <a:rPr dirty="0"/>
              <a:t>de</a:t>
            </a:r>
            <a:r>
              <a:rPr dirty="0" spc="-20"/>
              <a:t> </a:t>
            </a:r>
            <a:r>
              <a:rPr dirty="0"/>
              <a:t>Tipos</a:t>
            </a:r>
            <a:r>
              <a:rPr dirty="0" spc="-20"/>
              <a:t> </a:t>
            </a:r>
            <a:r>
              <a:rPr dirty="0"/>
              <a:t>de</a:t>
            </a:r>
            <a:r>
              <a:rPr dirty="0" spc="-15"/>
              <a:t> </a:t>
            </a:r>
            <a:r>
              <a:rPr dirty="0" spc="-20"/>
              <a:t>Dato</a:t>
            </a:r>
          </a:p>
        </p:txBody>
      </p:sp>
      <p:sp>
        <p:nvSpPr>
          <p:cNvPr id="6" name="Holder 6"/>
          <p:cNvSpPr>
            <a:spLocks noGrp="1"/>
          </p:cNvSpPr>
          <p:nvPr>
            <p:ph type="sldNum" idx="7" sz="quarter"/>
          </p:nvPr>
        </p:nvSpPr>
        <p:spPr/>
        <p:txBody>
          <a:bodyPr lIns="0" tIns="0" rIns="0" bIns="0"/>
          <a:lstStyle>
            <a:lvl1pPr>
              <a:defRPr sz="850" b="0" i="0">
                <a:solidFill>
                  <a:srgbClr val="4E3629"/>
                </a:solidFill>
                <a:latin typeface="Calibri"/>
                <a:cs typeface="Calibri"/>
              </a:defRPr>
            </a:lvl1pPr>
          </a:lstStyle>
          <a:p>
            <a:pPr marL="12700">
              <a:lnSpc>
                <a:spcPts val="910"/>
              </a:lnSpc>
            </a:pPr>
            <a:fld id="{81D60167-4931-47E6-BA6A-407CBD079E47}" type="slidenum">
              <a:rPr dirty="0" spc="-25"/>
              <a:t>#</a:t>
            </a:fld>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type="obj">
  <p:cSld name="Title and Content">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defRPr sz="3300" b="0" i="0">
                <a:solidFill>
                  <a:srgbClr val="4E3629"/>
                </a:solidFill>
                <a:latin typeface="Calibri"/>
                <a:cs typeface="Calibri"/>
              </a:defRPr>
            </a:lvl1pPr>
          </a:lstStyle>
          <a:p/>
        </p:txBody>
      </p:sp>
      <p:sp>
        <p:nvSpPr>
          <p:cNvPr id="3" name="Holder 3"/>
          <p:cNvSpPr>
            <a:spLocks noGrp="1"/>
          </p:cNvSpPr>
          <p:nvPr>
            <p:ph type="body" idx="1"/>
          </p:nvPr>
        </p:nvSpPr>
        <p:spPr/>
        <p:txBody>
          <a:bodyPr lIns="0" tIns="0" rIns="0" bIns="0"/>
          <a:lstStyle>
            <a:lvl1pPr>
              <a:defRPr sz="2800" b="0" i="0">
                <a:solidFill>
                  <a:srgbClr val="4E3629"/>
                </a:solidFill>
                <a:latin typeface="Calibri"/>
                <a:cs typeface="Calibri"/>
              </a:defRPr>
            </a:lvl1pPr>
          </a:lstStyle>
          <a:p/>
        </p:txBody>
      </p:sp>
      <p:sp>
        <p:nvSpPr>
          <p:cNvPr id="4" name="Holder 4"/>
          <p:cNvSpPr>
            <a:spLocks noGrp="1"/>
          </p:cNvSpPr>
          <p:nvPr>
            <p:ph type="ftr" idx="5" sz="quarter"/>
          </p:nvPr>
        </p:nvSpPr>
        <p:spPr/>
        <p:txBody>
          <a:bodyPr lIns="0" tIns="0" rIns="0" bIns="0"/>
          <a:lstStyle>
            <a:lvl1pPr>
              <a:defRPr sz="850" b="0" i="0">
                <a:solidFill>
                  <a:srgbClr val="4E3629"/>
                </a:solidFill>
                <a:latin typeface="Calibri"/>
                <a:cs typeface="Calibri"/>
              </a:defRPr>
            </a:lvl1pPr>
          </a:lstStyle>
          <a:p>
            <a:pPr marL="12700">
              <a:lnSpc>
                <a:spcPts val="910"/>
              </a:lnSpc>
            </a:pPr>
            <a:r>
              <a:rPr dirty="0"/>
              <a:t>Copyright</a:t>
            </a:r>
            <a:r>
              <a:rPr dirty="0" spc="-35"/>
              <a:t> </a:t>
            </a:r>
            <a:r>
              <a:rPr dirty="0"/>
              <a:t>©</a:t>
            </a:r>
            <a:r>
              <a:rPr dirty="0" spc="-40"/>
              <a:t> </a:t>
            </a:r>
            <a:r>
              <a:rPr dirty="0"/>
              <a:t>2020,</a:t>
            </a:r>
            <a:r>
              <a:rPr dirty="0" spc="-45"/>
              <a:t> </a:t>
            </a:r>
            <a:r>
              <a:rPr dirty="0"/>
              <a:t>Oracle</a:t>
            </a:r>
            <a:r>
              <a:rPr dirty="0" spc="-30"/>
              <a:t> </a:t>
            </a:r>
            <a:r>
              <a:rPr dirty="0"/>
              <a:t>y/o</a:t>
            </a:r>
            <a:r>
              <a:rPr dirty="0" spc="-30"/>
              <a:t> </a:t>
            </a:r>
            <a:r>
              <a:rPr dirty="0"/>
              <a:t>sus</a:t>
            </a:r>
            <a:r>
              <a:rPr dirty="0" spc="-35"/>
              <a:t> </a:t>
            </a:r>
            <a:r>
              <a:rPr dirty="0"/>
              <a:t>filiales.</a:t>
            </a:r>
            <a:r>
              <a:rPr dirty="0" spc="-10"/>
              <a:t> </a:t>
            </a:r>
            <a:r>
              <a:rPr dirty="0"/>
              <a:t>Todos</a:t>
            </a:r>
            <a:r>
              <a:rPr dirty="0" spc="-35"/>
              <a:t> </a:t>
            </a:r>
            <a:r>
              <a:rPr dirty="0"/>
              <a:t>los</a:t>
            </a:r>
            <a:r>
              <a:rPr dirty="0" spc="-25"/>
              <a:t> </a:t>
            </a:r>
            <a:r>
              <a:rPr dirty="0"/>
              <a:t>derechos</a:t>
            </a:r>
            <a:r>
              <a:rPr dirty="0" spc="-5"/>
              <a:t> </a:t>
            </a:r>
            <a:r>
              <a:rPr dirty="0" spc="-10"/>
              <a:t>reservados.</a:t>
            </a:r>
          </a:p>
        </p:txBody>
      </p:sp>
      <p:sp>
        <p:nvSpPr>
          <p:cNvPr id="5" name="Holder 5"/>
          <p:cNvSpPr>
            <a:spLocks noGrp="1"/>
          </p:cNvSpPr>
          <p:nvPr>
            <p:ph type="dt" idx="6" sz="half"/>
          </p:nvPr>
        </p:nvSpPr>
        <p:spPr/>
        <p:txBody>
          <a:bodyPr lIns="0" tIns="0" rIns="0" bIns="0"/>
          <a:lstStyle>
            <a:lvl1pPr>
              <a:defRPr sz="850" b="0" i="0">
                <a:solidFill>
                  <a:srgbClr val="4E3629"/>
                </a:solidFill>
                <a:latin typeface="Calibri"/>
                <a:cs typeface="Calibri"/>
              </a:defRPr>
            </a:lvl1pPr>
          </a:lstStyle>
          <a:p>
            <a:pPr marL="12700">
              <a:lnSpc>
                <a:spcPts val="855"/>
              </a:lnSpc>
            </a:pPr>
            <a:r>
              <a:rPr dirty="0"/>
              <a:t>DP</a:t>
            </a:r>
            <a:r>
              <a:rPr dirty="0" spc="-10"/>
              <a:t> </a:t>
            </a:r>
            <a:r>
              <a:rPr dirty="0"/>
              <a:t>13-</a:t>
            </a:r>
            <a:r>
              <a:rPr dirty="0" spc="-50"/>
              <a:t>2</a:t>
            </a:r>
          </a:p>
          <a:p>
            <a:pPr marL="12700">
              <a:lnSpc>
                <a:spcPts val="965"/>
              </a:lnSpc>
            </a:pPr>
            <a:r>
              <a:rPr dirty="0"/>
              <a:t>Uso</a:t>
            </a:r>
            <a:r>
              <a:rPr dirty="0" spc="-30"/>
              <a:t> </a:t>
            </a:r>
            <a:r>
              <a:rPr dirty="0"/>
              <a:t>de</a:t>
            </a:r>
            <a:r>
              <a:rPr dirty="0" spc="-20"/>
              <a:t> </a:t>
            </a:r>
            <a:r>
              <a:rPr dirty="0"/>
              <a:t>Tipos</a:t>
            </a:r>
            <a:r>
              <a:rPr dirty="0" spc="-20"/>
              <a:t> </a:t>
            </a:r>
            <a:r>
              <a:rPr dirty="0"/>
              <a:t>de</a:t>
            </a:r>
            <a:r>
              <a:rPr dirty="0" spc="-15"/>
              <a:t> </a:t>
            </a:r>
            <a:r>
              <a:rPr dirty="0" spc="-20"/>
              <a:t>Dato</a:t>
            </a:r>
          </a:p>
        </p:txBody>
      </p:sp>
      <p:sp>
        <p:nvSpPr>
          <p:cNvPr id="6" name="Holder 6"/>
          <p:cNvSpPr>
            <a:spLocks noGrp="1"/>
          </p:cNvSpPr>
          <p:nvPr>
            <p:ph type="sldNum" idx="7" sz="quarter"/>
          </p:nvPr>
        </p:nvSpPr>
        <p:spPr/>
        <p:txBody>
          <a:bodyPr lIns="0" tIns="0" rIns="0" bIns="0"/>
          <a:lstStyle>
            <a:lvl1pPr>
              <a:defRPr sz="850" b="0" i="0">
                <a:solidFill>
                  <a:srgbClr val="4E3629"/>
                </a:solidFill>
                <a:latin typeface="Calibri"/>
                <a:cs typeface="Calibri"/>
              </a:defRPr>
            </a:lvl1pPr>
          </a:lstStyle>
          <a:p>
            <a:pPr marL="12700">
              <a:lnSpc>
                <a:spcPts val="910"/>
              </a:lnSpc>
            </a:pPr>
            <a:fld id="{81D60167-4931-47E6-BA6A-407CBD079E47}" type="slidenum">
              <a:rPr dirty="0" spc="-25"/>
              <a:t>#</a:t>
            </a:fld>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type="obj">
  <p:cSld name="Two Content">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defRPr sz="3300" b="0" i="0">
                <a:solidFill>
                  <a:srgbClr val="4E3629"/>
                </a:solidFill>
                <a:latin typeface="Calibri"/>
                <a:cs typeface="Calibri"/>
              </a:defRPr>
            </a:lvl1pPr>
          </a:lstStyle>
          <a:p/>
        </p:txBody>
      </p:sp>
      <p:sp>
        <p:nvSpPr>
          <p:cNvPr id="3" name="Holder 3"/>
          <p:cNvSpPr>
            <a:spLocks noGrp="1"/>
          </p:cNvSpPr>
          <p:nvPr>
            <p:ph idx="2" sz="half"/>
          </p:nvPr>
        </p:nvSpPr>
        <p:spPr>
          <a:xfrm>
            <a:off x="457200" y="1577340"/>
            <a:ext cx="3977640" cy="4526280"/>
          </a:xfrm>
          <a:prstGeom prst="rect">
            <a:avLst/>
          </a:prstGeom>
        </p:spPr>
        <p:txBody>
          <a:bodyPr wrap="square" lIns="0" tIns="0" rIns="0" bIns="0">
            <a:spAutoFit/>
          </a:bodyPr>
          <a:lstStyle>
            <a:lvl1pPr>
              <a:defRPr/>
            </a:lvl1pPr>
          </a:lstStyle>
          <a:p/>
        </p:txBody>
      </p:sp>
      <p:sp>
        <p:nvSpPr>
          <p:cNvPr id="4" name="Holder 4"/>
          <p:cNvSpPr>
            <a:spLocks noGrp="1"/>
          </p:cNvSpPr>
          <p:nvPr>
            <p:ph idx="3" sz="half"/>
          </p:nvPr>
        </p:nvSpPr>
        <p:spPr>
          <a:xfrm>
            <a:off x="4709160" y="1577340"/>
            <a:ext cx="3977640" cy="4526280"/>
          </a:xfrm>
          <a:prstGeom prst="rect">
            <a:avLst/>
          </a:prstGeom>
        </p:spPr>
        <p:txBody>
          <a:bodyPr wrap="square" lIns="0" tIns="0" rIns="0" bIns="0">
            <a:spAutoFit/>
          </a:bodyPr>
          <a:lstStyle>
            <a:lvl1pPr>
              <a:defRPr/>
            </a:lvl1pPr>
          </a:lstStyle>
          <a:p/>
        </p:txBody>
      </p:sp>
      <p:sp>
        <p:nvSpPr>
          <p:cNvPr id="5" name="Holder 5"/>
          <p:cNvSpPr>
            <a:spLocks noGrp="1"/>
          </p:cNvSpPr>
          <p:nvPr>
            <p:ph type="ftr" idx="5" sz="quarter"/>
          </p:nvPr>
        </p:nvSpPr>
        <p:spPr/>
        <p:txBody>
          <a:bodyPr lIns="0" tIns="0" rIns="0" bIns="0"/>
          <a:lstStyle>
            <a:lvl1pPr>
              <a:defRPr sz="850" b="0" i="0">
                <a:solidFill>
                  <a:srgbClr val="4E3629"/>
                </a:solidFill>
                <a:latin typeface="Calibri"/>
                <a:cs typeface="Calibri"/>
              </a:defRPr>
            </a:lvl1pPr>
          </a:lstStyle>
          <a:p>
            <a:pPr marL="12700">
              <a:lnSpc>
                <a:spcPts val="910"/>
              </a:lnSpc>
            </a:pPr>
            <a:r>
              <a:rPr dirty="0"/>
              <a:t>Copyright</a:t>
            </a:r>
            <a:r>
              <a:rPr dirty="0" spc="-35"/>
              <a:t> </a:t>
            </a:r>
            <a:r>
              <a:rPr dirty="0"/>
              <a:t>©</a:t>
            </a:r>
            <a:r>
              <a:rPr dirty="0" spc="-40"/>
              <a:t> </a:t>
            </a:r>
            <a:r>
              <a:rPr dirty="0"/>
              <a:t>2020,</a:t>
            </a:r>
            <a:r>
              <a:rPr dirty="0" spc="-45"/>
              <a:t> </a:t>
            </a:r>
            <a:r>
              <a:rPr dirty="0"/>
              <a:t>Oracle</a:t>
            </a:r>
            <a:r>
              <a:rPr dirty="0" spc="-30"/>
              <a:t> </a:t>
            </a:r>
            <a:r>
              <a:rPr dirty="0"/>
              <a:t>y/o</a:t>
            </a:r>
            <a:r>
              <a:rPr dirty="0" spc="-30"/>
              <a:t> </a:t>
            </a:r>
            <a:r>
              <a:rPr dirty="0"/>
              <a:t>sus</a:t>
            </a:r>
            <a:r>
              <a:rPr dirty="0" spc="-35"/>
              <a:t> </a:t>
            </a:r>
            <a:r>
              <a:rPr dirty="0"/>
              <a:t>filiales.</a:t>
            </a:r>
            <a:r>
              <a:rPr dirty="0" spc="-10"/>
              <a:t> </a:t>
            </a:r>
            <a:r>
              <a:rPr dirty="0"/>
              <a:t>Todos</a:t>
            </a:r>
            <a:r>
              <a:rPr dirty="0" spc="-35"/>
              <a:t> </a:t>
            </a:r>
            <a:r>
              <a:rPr dirty="0"/>
              <a:t>los</a:t>
            </a:r>
            <a:r>
              <a:rPr dirty="0" spc="-25"/>
              <a:t> </a:t>
            </a:r>
            <a:r>
              <a:rPr dirty="0"/>
              <a:t>derechos</a:t>
            </a:r>
            <a:r>
              <a:rPr dirty="0" spc="-5"/>
              <a:t> </a:t>
            </a:r>
            <a:r>
              <a:rPr dirty="0" spc="-10"/>
              <a:t>reservados.</a:t>
            </a:r>
          </a:p>
        </p:txBody>
      </p:sp>
      <p:sp>
        <p:nvSpPr>
          <p:cNvPr id="6" name="Holder 6"/>
          <p:cNvSpPr>
            <a:spLocks noGrp="1"/>
          </p:cNvSpPr>
          <p:nvPr>
            <p:ph type="dt" idx="6" sz="half"/>
          </p:nvPr>
        </p:nvSpPr>
        <p:spPr/>
        <p:txBody>
          <a:bodyPr lIns="0" tIns="0" rIns="0" bIns="0"/>
          <a:lstStyle>
            <a:lvl1pPr>
              <a:defRPr sz="850" b="0" i="0">
                <a:solidFill>
                  <a:srgbClr val="4E3629"/>
                </a:solidFill>
                <a:latin typeface="Calibri"/>
                <a:cs typeface="Calibri"/>
              </a:defRPr>
            </a:lvl1pPr>
          </a:lstStyle>
          <a:p>
            <a:pPr marL="12700">
              <a:lnSpc>
                <a:spcPts val="855"/>
              </a:lnSpc>
            </a:pPr>
            <a:r>
              <a:rPr dirty="0"/>
              <a:t>DP</a:t>
            </a:r>
            <a:r>
              <a:rPr dirty="0" spc="-10"/>
              <a:t> </a:t>
            </a:r>
            <a:r>
              <a:rPr dirty="0"/>
              <a:t>13-</a:t>
            </a:r>
            <a:r>
              <a:rPr dirty="0" spc="-50"/>
              <a:t>2</a:t>
            </a:r>
          </a:p>
          <a:p>
            <a:pPr marL="12700">
              <a:lnSpc>
                <a:spcPts val="965"/>
              </a:lnSpc>
            </a:pPr>
            <a:r>
              <a:rPr dirty="0"/>
              <a:t>Uso</a:t>
            </a:r>
            <a:r>
              <a:rPr dirty="0" spc="-30"/>
              <a:t> </a:t>
            </a:r>
            <a:r>
              <a:rPr dirty="0"/>
              <a:t>de</a:t>
            </a:r>
            <a:r>
              <a:rPr dirty="0" spc="-20"/>
              <a:t> </a:t>
            </a:r>
            <a:r>
              <a:rPr dirty="0"/>
              <a:t>Tipos</a:t>
            </a:r>
            <a:r>
              <a:rPr dirty="0" spc="-20"/>
              <a:t> </a:t>
            </a:r>
            <a:r>
              <a:rPr dirty="0"/>
              <a:t>de</a:t>
            </a:r>
            <a:r>
              <a:rPr dirty="0" spc="-15"/>
              <a:t> </a:t>
            </a:r>
            <a:r>
              <a:rPr dirty="0" spc="-20"/>
              <a:t>Dato</a:t>
            </a:r>
          </a:p>
        </p:txBody>
      </p:sp>
      <p:sp>
        <p:nvSpPr>
          <p:cNvPr id="7" name="Holder 7"/>
          <p:cNvSpPr>
            <a:spLocks noGrp="1"/>
          </p:cNvSpPr>
          <p:nvPr>
            <p:ph type="sldNum" idx="7" sz="quarter"/>
          </p:nvPr>
        </p:nvSpPr>
        <p:spPr/>
        <p:txBody>
          <a:bodyPr lIns="0" tIns="0" rIns="0" bIns="0"/>
          <a:lstStyle>
            <a:lvl1pPr>
              <a:defRPr sz="850" b="0" i="0">
                <a:solidFill>
                  <a:srgbClr val="4E3629"/>
                </a:solidFill>
                <a:latin typeface="Calibri"/>
                <a:cs typeface="Calibri"/>
              </a:defRPr>
            </a:lvl1pPr>
          </a:lstStyle>
          <a:p>
            <a:pPr marL="12700">
              <a:lnSpc>
                <a:spcPts val="910"/>
              </a:lnSpc>
            </a:pPr>
            <a:fld id="{81D60167-4931-47E6-BA6A-407CBD079E47}" type="slidenum">
              <a:rPr dirty="0" spc="-25"/>
              <a:t>#</a:t>
            </a:fld>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type="obj">
  <p:cSld name="Title Only">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defRPr sz="3300" b="0" i="0">
                <a:solidFill>
                  <a:srgbClr val="4E3629"/>
                </a:solidFill>
                <a:latin typeface="Calibri"/>
                <a:cs typeface="Calibri"/>
              </a:defRPr>
            </a:lvl1pPr>
          </a:lstStyle>
          <a:p/>
        </p:txBody>
      </p:sp>
      <p:sp>
        <p:nvSpPr>
          <p:cNvPr id="3" name="Holder 3"/>
          <p:cNvSpPr>
            <a:spLocks noGrp="1"/>
          </p:cNvSpPr>
          <p:nvPr>
            <p:ph type="ftr" idx="5" sz="quarter"/>
          </p:nvPr>
        </p:nvSpPr>
        <p:spPr/>
        <p:txBody>
          <a:bodyPr lIns="0" tIns="0" rIns="0" bIns="0"/>
          <a:lstStyle>
            <a:lvl1pPr>
              <a:defRPr sz="850" b="0" i="0">
                <a:solidFill>
                  <a:srgbClr val="4E3629"/>
                </a:solidFill>
                <a:latin typeface="Calibri"/>
                <a:cs typeface="Calibri"/>
              </a:defRPr>
            </a:lvl1pPr>
          </a:lstStyle>
          <a:p>
            <a:pPr marL="12700">
              <a:lnSpc>
                <a:spcPts val="910"/>
              </a:lnSpc>
            </a:pPr>
            <a:r>
              <a:rPr dirty="0"/>
              <a:t>Copyright</a:t>
            </a:r>
            <a:r>
              <a:rPr dirty="0" spc="-35"/>
              <a:t> </a:t>
            </a:r>
            <a:r>
              <a:rPr dirty="0"/>
              <a:t>©</a:t>
            </a:r>
            <a:r>
              <a:rPr dirty="0" spc="-40"/>
              <a:t> </a:t>
            </a:r>
            <a:r>
              <a:rPr dirty="0"/>
              <a:t>2020,</a:t>
            </a:r>
            <a:r>
              <a:rPr dirty="0" spc="-45"/>
              <a:t> </a:t>
            </a:r>
            <a:r>
              <a:rPr dirty="0"/>
              <a:t>Oracle</a:t>
            </a:r>
            <a:r>
              <a:rPr dirty="0" spc="-30"/>
              <a:t> </a:t>
            </a:r>
            <a:r>
              <a:rPr dirty="0"/>
              <a:t>y/o</a:t>
            </a:r>
            <a:r>
              <a:rPr dirty="0" spc="-30"/>
              <a:t> </a:t>
            </a:r>
            <a:r>
              <a:rPr dirty="0"/>
              <a:t>sus</a:t>
            </a:r>
            <a:r>
              <a:rPr dirty="0" spc="-35"/>
              <a:t> </a:t>
            </a:r>
            <a:r>
              <a:rPr dirty="0"/>
              <a:t>filiales.</a:t>
            </a:r>
            <a:r>
              <a:rPr dirty="0" spc="-10"/>
              <a:t> </a:t>
            </a:r>
            <a:r>
              <a:rPr dirty="0"/>
              <a:t>Todos</a:t>
            </a:r>
            <a:r>
              <a:rPr dirty="0" spc="-35"/>
              <a:t> </a:t>
            </a:r>
            <a:r>
              <a:rPr dirty="0"/>
              <a:t>los</a:t>
            </a:r>
            <a:r>
              <a:rPr dirty="0" spc="-25"/>
              <a:t> </a:t>
            </a:r>
            <a:r>
              <a:rPr dirty="0"/>
              <a:t>derechos</a:t>
            </a:r>
            <a:r>
              <a:rPr dirty="0" spc="-5"/>
              <a:t> </a:t>
            </a:r>
            <a:r>
              <a:rPr dirty="0" spc="-10"/>
              <a:t>reservados.</a:t>
            </a:r>
          </a:p>
        </p:txBody>
      </p:sp>
      <p:sp>
        <p:nvSpPr>
          <p:cNvPr id="4" name="Holder 4"/>
          <p:cNvSpPr>
            <a:spLocks noGrp="1"/>
          </p:cNvSpPr>
          <p:nvPr>
            <p:ph type="dt" idx="6" sz="half"/>
          </p:nvPr>
        </p:nvSpPr>
        <p:spPr/>
        <p:txBody>
          <a:bodyPr lIns="0" tIns="0" rIns="0" bIns="0"/>
          <a:lstStyle>
            <a:lvl1pPr>
              <a:defRPr sz="850" b="0" i="0">
                <a:solidFill>
                  <a:srgbClr val="4E3629"/>
                </a:solidFill>
                <a:latin typeface="Calibri"/>
                <a:cs typeface="Calibri"/>
              </a:defRPr>
            </a:lvl1pPr>
          </a:lstStyle>
          <a:p>
            <a:pPr marL="12700">
              <a:lnSpc>
                <a:spcPts val="855"/>
              </a:lnSpc>
            </a:pPr>
            <a:r>
              <a:rPr dirty="0"/>
              <a:t>DP</a:t>
            </a:r>
            <a:r>
              <a:rPr dirty="0" spc="-10"/>
              <a:t> </a:t>
            </a:r>
            <a:r>
              <a:rPr dirty="0"/>
              <a:t>13-</a:t>
            </a:r>
            <a:r>
              <a:rPr dirty="0" spc="-50"/>
              <a:t>2</a:t>
            </a:r>
          </a:p>
          <a:p>
            <a:pPr marL="12700">
              <a:lnSpc>
                <a:spcPts val="965"/>
              </a:lnSpc>
            </a:pPr>
            <a:r>
              <a:rPr dirty="0"/>
              <a:t>Uso</a:t>
            </a:r>
            <a:r>
              <a:rPr dirty="0" spc="-30"/>
              <a:t> </a:t>
            </a:r>
            <a:r>
              <a:rPr dirty="0"/>
              <a:t>de</a:t>
            </a:r>
            <a:r>
              <a:rPr dirty="0" spc="-20"/>
              <a:t> </a:t>
            </a:r>
            <a:r>
              <a:rPr dirty="0"/>
              <a:t>Tipos</a:t>
            </a:r>
            <a:r>
              <a:rPr dirty="0" spc="-20"/>
              <a:t> </a:t>
            </a:r>
            <a:r>
              <a:rPr dirty="0"/>
              <a:t>de</a:t>
            </a:r>
            <a:r>
              <a:rPr dirty="0" spc="-15"/>
              <a:t> </a:t>
            </a:r>
            <a:r>
              <a:rPr dirty="0" spc="-20"/>
              <a:t>Dato</a:t>
            </a:r>
          </a:p>
        </p:txBody>
      </p:sp>
      <p:sp>
        <p:nvSpPr>
          <p:cNvPr id="5" name="Holder 5"/>
          <p:cNvSpPr>
            <a:spLocks noGrp="1"/>
          </p:cNvSpPr>
          <p:nvPr>
            <p:ph type="sldNum" idx="7" sz="quarter"/>
          </p:nvPr>
        </p:nvSpPr>
        <p:spPr/>
        <p:txBody>
          <a:bodyPr lIns="0" tIns="0" rIns="0" bIns="0"/>
          <a:lstStyle>
            <a:lvl1pPr>
              <a:defRPr sz="850" b="0" i="0">
                <a:solidFill>
                  <a:srgbClr val="4E3629"/>
                </a:solidFill>
                <a:latin typeface="Calibri"/>
                <a:cs typeface="Calibri"/>
              </a:defRPr>
            </a:lvl1pPr>
          </a:lstStyle>
          <a:p>
            <a:pPr marL="12700">
              <a:lnSpc>
                <a:spcPts val="910"/>
              </a:lnSpc>
            </a:pPr>
            <a:fld id="{81D60167-4931-47E6-BA6A-407CBD079E47}" type="slidenum">
              <a:rPr dirty="0" spc="-25"/>
              <a:t>#</a:t>
            </a:fld>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type="obj" showMasterSp="0">
  <p:cSld name="Blank">
    <p:bg>
      <p:bgPr>
        <a:solidFill>
          <a:schemeClr val="bg1"/>
        </a:solidFill>
        <a:effectLst/>
      </p:bgPr>
    </p:bg>
    <p:spTree>
      <p:nvGrpSpPr>
        <p:cNvPr id="1" name=""/>
        <p:cNvGrpSpPr/>
        <p:nvPr/>
      </p:nvGrpSpPr>
      <p:grpSpPr>
        <a:xfrm>
          <a:off x="0" y="0"/>
          <a:ext cx="0" cy="0"/>
          <a:chOff x="0" y="0"/>
          <a:chExt cx="0" cy="0"/>
        </a:xfrm>
      </p:grpSpPr>
      <p:sp>
        <p:nvSpPr>
          <p:cNvPr id="16" name="bg object 16"/>
          <p:cNvSpPr/>
          <p:nvPr/>
        </p:nvSpPr>
        <p:spPr>
          <a:xfrm>
            <a:off x="0" y="0"/>
            <a:ext cx="9144000" cy="6858000"/>
          </a:xfrm>
          <a:custGeom>
            <a:avLst/>
            <a:gdLst/>
            <a:ahLst/>
            <a:cxnLst/>
            <a:rect l="l" t="t" r="r" b="b"/>
            <a:pathLst>
              <a:path w="9144000" h="6858000">
                <a:moveTo>
                  <a:pt x="9144000" y="0"/>
                </a:moveTo>
                <a:lnTo>
                  <a:pt x="0" y="0"/>
                </a:lnTo>
                <a:lnTo>
                  <a:pt x="0" y="6858000"/>
                </a:lnTo>
                <a:lnTo>
                  <a:pt x="9144000" y="6858000"/>
                </a:lnTo>
                <a:lnTo>
                  <a:pt x="9144000" y="0"/>
                </a:lnTo>
                <a:close/>
              </a:path>
            </a:pathLst>
          </a:custGeom>
          <a:solidFill>
            <a:srgbClr val="E0E2E1"/>
          </a:solidFill>
        </p:spPr>
        <p:txBody>
          <a:bodyPr wrap="square" lIns="0" tIns="0" rIns="0" bIns="0" rtlCol="0"/>
          <a:lstStyle/>
          <a:p/>
        </p:txBody>
      </p:sp>
      <p:sp>
        <p:nvSpPr>
          <p:cNvPr id="2" name="Holder 2"/>
          <p:cNvSpPr>
            <a:spLocks noGrp="1"/>
          </p:cNvSpPr>
          <p:nvPr>
            <p:ph type="ftr" idx="5" sz="quarter"/>
          </p:nvPr>
        </p:nvSpPr>
        <p:spPr/>
        <p:txBody>
          <a:bodyPr lIns="0" tIns="0" rIns="0" bIns="0"/>
          <a:lstStyle>
            <a:lvl1pPr>
              <a:defRPr sz="850" b="0" i="0">
                <a:solidFill>
                  <a:srgbClr val="4E3629"/>
                </a:solidFill>
                <a:latin typeface="Calibri"/>
                <a:cs typeface="Calibri"/>
              </a:defRPr>
            </a:lvl1pPr>
          </a:lstStyle>
          <a:p>
            <a:pPr marL="12700">
              <a:lnSpc>
                <a:spcPts val="910"/>
              </a:lnSpc>
            </a:pPr>
            <a:r>
              <a:rPr dirty="0"/>
              <a:t>Copyright</a:t>
            </a:r>
            <a:r>
              <a:rPr dirty="0" spc="-35"/>
              <a:t> </a:t>
            </a:r>
            <a:r>
              <a:rPr dirty="0"/>
              <a:t>©</a:t>
            </a:r>
            <a:r>
              <a:rPr dirty="0" spc="-40"/>
              <a:t> </a:t>
            </a:r>
            <a:r>
              <a:rPr dirty="0"/>
              <a:t>2020,</a:t>
            </a:r>
            <a:r>
              <a:rPr dirty="0" spc="-45"/>
              <a:t> </a:t>
            </a:r>
            <a:r>
              <a:rPr dirty="0"/>
              <a:t>Oracle</a:t>
            </a:r>
            <a:r>
              <a:rPr dirty="0" spc="-30"/>
              <a:t> </a:t>
            </a:r>
            <a:r>
              <a:rPr dirty="0"/>
              <a:t>y/o</a:t>
            </a:r>
            <a:r>
              <a:rPr dirty="0" spc="-30"/>
              <a:t> </a:t>
            </a:r>
            <a:r>
              <a:rPr dirty="0"/>
              <a:t>sus</a:t>
            </a:r>
            <a:r>
              <a:rPr dirty="0" spc="-35"/>
              <a:t> </a:t>
            </a:r>
            <a:r>
              <a:rPr dirty="0"/>
              <a:t>filiales.</a:t>
            </a:r>
            <a:r>
              <a:rPr dirty="0" spc="-10"/>
              <a:t> </a:t>
            </a:r>
            <a:r>
              <a:rPr dirty="0"/>
              <a:t>Todos</a:t>
            </a:r>
            <a:r>
              <a:rPr dirty="0" spc="-35"/>
              <a:t> </a:t>
            </a:r>
            <a:r>
              <a:rPr dirty="0"/>
              <a:t>los</a:t>
            </a:r>
            <a:r>
              <a:rPr dirty="0" spc="-25"/>
              <a:t> </a:t>
            </a:r>
            <a:r>
              <a:rPr dirty="0"/>
              <a:t>derechos</a:t>
            </a:r>
            <a:r>
              <a:rPr dirty="0" spc="-5"/>
              <a:t> </a:t>
            </a:r>
            <a:r>
              <a:rPr dirty="0" spc="-10"/>
              <a:t>reservados.</a:t>
            </a:r>
          </a:p>
        </p:txBody>
      </p:sp>
      <p:sp>
        <p:nvSpPr>
          <p:cNvPr id="3" name="Holder 3"/>
          <p:cNvSpPr>
            <a:spLocks noGrp="1"/>
          </p:cNvSpPr>
          <p:nvPr>
            <p:ph type="dt" idx="6" sz="half"/>
          </p:nvPr>
        </p:nvSpPr>
        <p:spPr/>
        <p:txBody>
          <a:bodyPr lIns="0" tIns="0" rIns="0" bIns="0"/>
          <a:lstStyle>
            <a:lvl1pPr>
              <a:defRPr sz="850" b="0" i="0">
                <a:solidFill>
                  <a:srgbClr val="4E3629"/>
                </a:solidFill>
                <a:latin typeface="Calibri"/>
                <a:cs typeface="Calibri"/>
              </a:defRPr>
            </a:lvl1pPr>
          </a:lstStyle>
          <a:p>
            <a:pPr marL="12700">
              <a:lnSpc>
                <a:spcPts val="855"/>
              </a:lnSpc>
            </a:pPr>
            <a:r>
              <a:rPr dirty="0"/>
              <a:t>DP</a:t>
            </a:r>
            <a:r>
              <a:rPr dirty="0" spc="-10"/>
              <a:t> </a:t>
            </a:r>
            <a:r>
              <a:rPr dirty="0"/>
              <a:t>13-</a:t>
            </a:r>
            <a:r>
              <a:rPr dirty="0" spc="-50"/>
              <a:t>2</a:t>
            </a:r>
          </a:p>
          <a:p>
            <a:pPr marL="12700">
              <a:lnSpc>
                <a:spcPts val="965"/>
              </a:lnSpc>
            </a:pPr>
            <a:r>
              <a:rPr dirty="0"/>
              <a:t>Uso</a:t>
            </a:r>
            <a:r>
              <a:rPr dirty="0" spc="-30"/>
              <a:t> </a:t>
            </a:r>
            <a:r>
              <a:rPr dirty="0"/>
              <a:t>de</a:t>
            </a:r>
            <a:r>
              <a:rPr dirty="0" spc="-20"/>
              <a:t> </a:t>
            </a:r>
            <a:r>
              <a:rPr dirty="0"/>
              <a:t>Tipos</a:t>
            </a:r>
            <a:r>
              <a:rPr dirty="0" spc="-20"/>
              <a:t> </a:t>
            </a:r>
            <a:r>
              <a:rPr dirty="0"/>
              <a:t>de</a:t>
            </a:r>
            <a:r>
              <a:rPr dirty="0" spc="-15"/>
              <a:t> </a:t>
            </a:r>
            <a:r>
              <a:rPr dirty="0" spc="-20"/>
              <a:t>Dato</a:t>
            </a:r>
          </a:p>
        </p:txBody>
      </p:sp>
      <p:sp>
        <p:nvSpPr>
          <p:cNvPr id="4" name="Holder 4"/>
          <p:cNvSpPr>
            <a:spLocks noGrp="1"/>
          </p:cNvSpPr>
          <p:nvPr>
            <p:ph type="sldNum" idx="7" sz="quarter"/>
          </p:nvPr>
        </p:nvSpPr>
        <p:spPr/>
        <p:txBody>
          <a:bodyPr lIns="0" tIns="0" rIns="0" bIns="0"/>
          <a:lstStyle>
            <a:lvl1pPr>
              <a:defRPr sz="850" b="0" i="0">
                <a:solidFill>
                  <a:srgbClr val="4E3629"/>
                </a:solidFill>
                <a:latin typeface="Calibri"/>
                <a:cs typeface="Calibri"/>
              </a:defRPr>
            </a:lvl1pPr>
          </a:lstStyle>
          <a:p>
            <a:pPr marL="12700">
              <a:lnSpc>
                <a:spcPts val="910"/>
              </a:lnSpc>
            </a:pPr>
            <a:fld id="{81D60167-4931-47E6-BA6A-407CBD079E47}" type="slidenum">
              <a:rPr dirty="0" spc="-25"/>
              <a:t>#</a:t>
            </a:fld>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theme" Target="../theme/theme1.xml"/><Relationship Id="rId7" Type="http://schemas.openxmlformats.org/officeDocument/2006/relationships/image" Target="../media/image1.jpg"/><Relationship Id="rId8" Type="http://schemas.openxmlformats.org/officeDocument/2006/relationships/image" Target="../media/image2.pn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6" name="bg object 16"/>
          <p:cNvSpPr/>
          <p:nvPr/>
        </p:nvSpPr>
        <p:spPr>
          <a:xfrm>
            <a:off x="0" y="0"/>
            <a:ext cx="9144000" cy="6858000"/>
          </a:xfrm>
          <a:custGeom>
            <a:avLst/>
            <a:gdLst/>
            <a:ahLst/>
            <a:cxnLst/>
            <a:rect l="l" t="t" r="r" b="b"/>
            <a:pathLst>
              <a:path w="9144000" h="6858000">
                <a:moveTo>
                  <a:pt x="9144000" y="0"/>
                </a:moveTo>
                <a:lnTo>
                  <a:pt x="0" y="0"/>
                </a:lnTo>
                <a:lnTo>
                  <a:pt x="0" y="6858000"/>
                </a:lnTo>
                <a:lnTo>
                  <a:pt x="9144000" y="6858000"/>
                </a:lnTo>
                <a:lnTo>
                  <a:pt x="9144000" y="0"/>
                </a:lnTo>
                <a:close/>
              </a:path>
            </a:pathLst>
          </a:custGeom>
          <a:solidFill>
            <a:srgbClr val="E0E2E1"/>
          </a:solidFill>
        </p:spPr>
        <p:txBody>
          <a:bodyPr wrap="square" lIns="0" tIns="0" rIns="0" bIns="0" rtlCol="0"/>
          <a:lstStyle/>
          <a:p/>
        </p:txBody>
      </p:sp>
      <p:pic>
        <p:nvPicPr>
          <p:cNvPr id="17" name="bg object 17"/>
          <p:cNvPicPr/>
          <p:nvPr/>
        </p:nvPicPr>
        <p:blipFill>
          <a:blip r:embed="rId7" cstate="print"/>
          <a:stretch>
            <a:fillRect/>
          </a:stretch>
        </p:blipFill>
        <p:spPr>
          <a:xfrm>
            <a:off x="0" y="0"/>
            <a:ext cx="9144000" cy="254507"/>
          </a:xfrm>
          <a:prstGeom prst="rect">
            <a:avLst/>
          </a:prstGeom>
        </p:spPr>
      </p:pic>
      <p:pic>
        <p:nvPicPr>
          <p:cNvPr id="18" name="bg object 18"/>
          <p:cNvPicPr/>
          <p:nvPr/>
        </p:nvPicPr>
        <p:blipFill>
          <a:blip r:embed="rId8" cstate="print"/>
          <a:stretch>
            <a:fillRect/>
          </a:stretch>
        </p:blipFill>
        <p:spPr>
          <a:xfrm>
            <a:off x="405384" y="6178295"/>
            <a:ext cx="1258824" cy="420624"/>
          </a:xfrm>
          <a:prstGeom prst="rect">
            <a:avLst/>
          </a:prstGeom>
        </p:spPr>
      </p:pic>
      <p:sp>
        <p:nvSpPr>
          <p:cNvPr id="2" name="Holder 2"/>
          <p:cNvSpPr>
            <a:spLocks noGrp="1"/>
          </p:cNvSpPr>
          <p:nvPr>
            <p:ph type="title"/>
          </p:nvPr>
        </p:nvSpPr>
        <p:spPr>
          <a:xfrm>
            <a:off x="392112" y="748031"/>
            <a:ext cx="6508750" cy="528319"/>
          </a:xfrm>
          <a:prstGeom prst="rect">
            <a:avLst/>
          </a:prstGeom>
        </p:spPr>
        <p:txBody>
          <a:bodyPr wrap="square" lIns="0" tIns="0" rIns="0" bIns="0">
            <a:spAutoFit/>
          </a:bodyPr>
          <a:lstStyle>
            <a:lvl1pPr>
              <a:defRPr sz="3300" b="0" i="0">
                <a:solidFill>
                  <a:srgbClr val="4E3629"/>
                </a:solidFill>
                <a:latin typeface="Calibri"/>
                <a:cs typeface="Calibri"/>
              </a:defRPr>
            </a:lvl1pPr>
          </a:lstStyle>
          <a:p/>
        </p:txBody>
      </p:sp>
      <p:sp>
        <p:nvSpPr>
          <p:cNvPr id="3" name="Holder 3"/>
          <p:cNvSpPr>
            <a:spLocks noGrp="1"/>
          </p:cNvSpPr>
          <p:nvPr>
            <p:ph type="body" idx="1"/>
          </p:nvPr>
        </p:nvSpPr>
        <p:spPr>
          <a:xfrm>
            <a:off x="483552" y="1381889"/>
            <a:ext cx="8138159" cy="4613910"/>
          </a:xfrm>
          <a:prstGeom prst="rect">
            <a:avLst/>
          </a:prstGeom>
        </p:spPr>
        <p:txBody>
          <a:bodyPr wrap="square" lIns="0" tIns="0" rIns="0" bIns="0">
            <a:spAutoFit/>
          </a:bodyPr>
          <a:lstStyle>
            <a:lvl1pPr>
              <a:defRPr sz="2800" b="0" i="0">
                <a:solidFill>
                  <a:srgbClr val="4E3629"/>
                </a:solidFill>
                <a:latin typeface="Calibri"/>
                <a:cs typeface="Calibri"/>
              </a:defRPr>
            </a:lvl1pPr>
          </a:lstStyle>
          <a:p/>
        </p:txBody>
      </p:sp>
      <p:sp>
        <p:nvSpPr>
          <p:cNvPr id="4" name="Holder 4"/>
          <p:cNvSpPr>
            <a:spLocks noGrp="1"/>
          </p:cNvSpPr>
          <p:nvPr>
            <p:ph type="ftr" idx="5" sz="quarter"/>
          </p:nvPr>
        </p:nvSpPr>
        <p:spPr>
          <a:xfrm>
            <a:off x="5172119" y="6589648"/>
            <a:ext cx="3222625" cy="133984"/>
          </a:xfrm>
          <a:prstGeom prst="rect">
            <a:avLst/>
          </a:prstGeom>
        </p:spPr>
        <p:txBody>
          <a:bodyPr wrap="square" lIns="0" tIns="0" rIns="0" bIns="0">
            <a:spAutoFit/>
          </a:bodyPr>
          <a:lstStyle>
            <a:lvl1pPr>
              <a:defRPr sz="850" b="0" i="0">
                <a:solidFill>
                  <a:srgbClr val="4E3629"/>
                </a:solidFill>
                <a:latin typeface="Calibri"/>
                <a:cs typeface="Calibri"/>
              </a:defRPr>
            </a:lvl1pPr>
          </a:lstStyle>
          <a:p>
            <a:pPr marL="12700">
              <a:lnSpc>
                <a:spcPts val="910"/>
              </a:lnSpc>
            </a:pPr>
            <a:r>
              <a:rPr dirty="0"/>
              <a:t>Copyright</a:t>
            </a:r>
            <a:r>
              <a:rPr dirty="0" spc="-35"/>
              <a:t> </a:t>
            </a:r>
            <a:r>
              <a:rPr dirty="0"/>
              <a:t>©</a:t>
            </a:r>
            <a:r>
              <a:rPr dirty="0" spc="-40"/>
              <a:t> </a:t>
            </a:r>
            <a:r>
              <a:rPr dirty="0"/>
              <a:t>2020,</a:t>
            </a:r>
            <a:r>
              <a:rPr dirty="0" spc="-45"/>
              <a:t> </a:t>
            </a:r>
            <a:r>
              <a:rPr dirty="0"/>
              <a:t>Oracle</a:t>
            </a:r>
            <a:r>
              <a:rPr dirty="0" spc="-30"/>
              <a:t> </a:t>
            </a:r>
            <a:r>
              <a:rPr dirty="0"/>
              <a:t>y/o</a:t>
            </a:r>
            <a:r>
              <a:rPr dirty="0" spc="-30"/>
              <a:t> </a:t>
            </a:r>
            <a:r>
              <a:rPr dirty="0"/>
              <a:t>sus</a:t>
            </a:r>
            <a:r>
              <a:rPr dirty="0" spc="-35"/>
              <a:t> </a:t>
            </a:r>
            <a:r>
              <a:rPr dirty="0"/>
              <a:t>filiales.</a:t>
            </a:r>
            <a:r>
              <a:rPr dirty="0" spc="-10"/>
              <a:t> </a:t>
            </a:r>
            <a:r>
              <a:rPr dirty="0"/>
              <a:t>Todos</a:t>
            </a:r>
            <a:r>
              <a:rPr dirty="0" spc="-35"/>
              <a:t> </a:t>
            </a:r>
            <a:r>
              <a:rPr dirty="0"/>
              <a:t>los</a:t>
            </a:r>
            <a:r>
              <a:rPr dirty="0" spc="-25"/>
              <a:t> </a:t>
            </a:r>
            <a:r>
              <a:rPr dirty="0"/>
              <a:t>derechos</a:t>
            </a:r>
            <a:r>
              <a:rPr dirty="0" spc="-5"/>
              <a:t> </a:t>
            </a:r>
            <a:r>
              <a:rPr dirty="0" spc="-10"/>
              <a:t>reservados.</a:t>
            </a:r>
          </a:p>
        </p:txBody>
      </p:sp>
      <p:sp>
        <p:nvSpPr>
          <p:cNvPr id="5" name="Holder 5"/>
          <p:cNvSpPr>
            <a:spLocks noGrp="1"/>
          </p:cNvSpPr>
          <p:nvPr>
            <p:ph type="dt" idx="6" sz="half"/>
          </p:nvPr>
        </p:nvSpPr>
        <p:spPr>
          <a:xfrm>
            <a:off x="2874191" y="6516395"/>
            <a:ext cx="960120" cy="249554"/>
          </a:xfrm>
          <a:prstGeom prst="rect">
            <a:avLst/>
          </a:prstGeom>
        </p:spPr>
        <p:txBody>
          <a:bodyPr wrap="square" lIns="0" tIns="0" rIns="0" bIns="0">
            <a:spAutoFit/>
          </a:bodyPr>
          <a:lstStyle>
            <a:lvl1pPr>
              <a:defRPr sz="850" b="0" i="0">
                <a:solidFill>
                  <a:srgbClr val="4E3629"/>
                </a:solidFill>
                <a:latin typeface="Calibri"/>
                <a:cs typeface="Calibri"/>
              </a:defRPr>
            </a:lvl1pPr>
          </a:lstStyle>
          <a:p>
            <a:pPr marL="12700">
              <a:lnSpc>
                <a:spcPts val="855"/>
              </a:lnSpc>
            </a:pPr>
            <a:r>
              <a:rPr dirty="0"/>
              <a:t>DP</a:t>
            </a:r>
            <a:r>
              <a:rPr dirty="0" spc="-10"/>
              <a:t> </a:t>
            </a:r>
            <a:r>
              <a:rPr dirty="0"/>
              <a:t>13-</a:t>
            </a:r>
            <a:r>
              <a:rPr dirty="0" spc="-50"/>
              <a:t>2</a:t>
            </a:r>
          </a:p>
          <a:p>
            <a:pPr marL="12700">
              <a:lnSpc>
                <a:spcPts val="965"/>
              </a:lnSpc>
            </a:pPr>
            <a:r>
              <a:rPr dirty="0"/>
              <a:t>Uso</a:t>
            </a:r>
            <a:r>
              <a:rPr dirty="0" spc="-30"/>
              <a:t> </a:t>
            </a:r>
            <a:r>
              <a:rPr dirty="0"/>
              <a:t>de</a:t>
            </a:r>
            <a:r>
              <a:rPr dirty="0" spc="-20"/>
              <a:t> </a:t>
            </a:r>
            <a:r>
              <a:rPr dirty="0"/>
              <a:t>Tipos</a:t>
            </a:r>
            <a:r>
              <a:rPr dirty="0" spc="-20"/>
              <a:t> </a:t>
            </a:r>
            <a:r>
              <a:rPr dirty="0"/>
              <a:t>de</a:t>
            </a:r>
            <a:r>
              <a:rPr dirty="0" spc="-15"/>
              <a:t> </a:t>
            </a:r>
            <a:r>
              <a:rPr dirty="0" spc="-20"/>
              <a:t>Dato</a:t>
            </a:r>
          </a:p>
        </p:txBody>
      </p:sp>
      <p:sp>
        <p:nvSpPr>
          <p:cNvPr id="6" name="Holder 6"/>
          <p:cNvSpPr>
            <a:spLocks noGrp="1"/>
          </p:cNvSpPr>
          <p:nvPr>
            <p:ph type="sldNum" idx="7" sz="quarter"/>
          </p:nvPr>
        </p:nvSpPr>
        <p:spPr>
          <a:xfrm>
            <a:off x="8626856" y="6589648"/>
            <a:ext cx="173354" cy="133984"/>
          </a:xfrm>
          <a:prstGeom prst="rect">
            <a:avLst/>
          </a:prstGeom>
        </p:spPr>
        <p:txBody>
          <a:bodyPr wrap="square" lIns="0" tIns="0" rIns="0" bIns="0">
            <a:spAutoFit/>
          </a:bodyPr>
          <a:lstStyle>
            <a:lvl1pPr>
              <a:defRPr sz="850" b="0" i="0">
                <a:solidFill>
                  <a:srgbClr val="4E3629"/>
                </a:solidFill>
                <a:latin typeface="Calibri"/>
                <a:cs typeface="Calibri"/>
              </a:defRPr>
            </a:lvl1pPr>
          </a:lstStyle>
          <a:p>
            <a:pPr marL="12700">
              <a:lnSpc>
                <a:spcPts val="910"/>
              </a:lnSpc>
            </a:pPr>
            <a:fld id="{81D60167-4931-47E6-BA6A-407CBD079E47}" type="slidenum">
              <a:rPr dirty="0" spc="-25"/>
              <a:t>#</a:t>
            </a:fld>
          </a:p>
        </p:txBody>
      </p:sp>
    </p:spTree>
  </p:cSld>
  <p:clrMap folHlink="folHlink" hlink="hlink" accent1="accent1" accent2="accent2" accent3="accent3" accent4="accent4" accent5="accent5" accent6="accent6" tx2="dk2" bg2="lt2" tx1="dk1" bg1="lt1"/>
  <p:sldLayoutIdLst>
    <p:sldLayoutId id="2147483661" r:id="rId1"/>
    <p:sldLayoutId id="2147483662" r:id="rId2"/>
    <p:sldLayoutId id="2147483663" r:id="rId3"/>
    <p:sldLayoutId id="2147483664" r:id="rId4"/>
    <p:sldLayoutId id="2147483665" r:id="rId5"/>
  </p:sldLayoutIdLst>
  <p:txStyles>
    <p:titleStyle>
      <a:lvl1pPr>
        <a:defRPr>
          <a:latin typeface="+mj-lt"/>
          <a:ea typeface="+mj-ea"/>
          <a:cs typeface="+mj-cs"/>
        </a:defRPr>
      </a:lvl1pPr>
    </p:titleStyle>
    <p:bodyStyle>
      <a:lvl1pPr marL="0">
        <a:defRPr>
          <a:latin typeface="+mn-lt"/>
          <a:ea typeface="+mn-ea"/>
          <a:cs typeface="+mn-cs"/>
        </a:defRPr>
      </a:lvl1pPr>
      <a:lvl2pPr marL="457200">
        <a:defRPr>
          <a:latin typeface="+mn-lt"/>
          <a:ea typeface="+mn-ea"/>
          <a:cs typeface="+mn-cs"/>
        </a:defRPr>
      </a:lvl2pPr>
      <a:lvl3pPr marL="914400">
        <a:defRPr>
          <a:latin typeface="+mn-lt"/>
          <a:ea typeface="+mn-ea"/>
          <a:cs typeface="+mn-cs"/>
        </a:defRPr>
      </a:lvl3pPr>
      <a:lvl4pPr marL="1371600">
        <a:defRPr>
          <a:latin typeface="+mn-lt"/>
          <a:ea typeface="+mn-ea"/>
          <a:cs typeface="+mn-cs"/>
        </a:defRPr>
      </a:lvl4pPr>
      <a:lvl5pPr marL="1828800">
        <a:defRPr>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p:bodyStyle>
    <p:otherStyle>
      <a:lvl1pPr marL="0">
        <a:defRPr>
          <a:latin typeface="+mn-lt"/>
          <a:ea typeface="+mn-ea"/>
          <a:cs typeface="+mn-cs"/>
        </a:defRPr>
      </a:lvl1pPr>
      <a:lvl2pPr marL="457200">
        <a:defRPr>
          <a:latin typeface="+mn-lt"/>
          <a:ea typeface="+mn-ea"/>
          <a:cs typeface="+mn-cs"/>
        </a:defRPr>
      </a:lvl2pPr>
      <a:lvl3pPr marL="914400">
        <a:defRPr>
          <a:latin typeface="+mn-lt"/>
          <a:ea typeface="+mn-ea"/>
          <a:cs typeface="+mn-cs"/>
        </a:defRPr>
      </a:lvl3pPr>
      <a:lvl4pPr marL="1371600">
        <a:defRPr>
          <a:latin typeface="+mn-lt"/>
          <a:ea typeface="+mn-ea"/>
          <a:cs typeface="+mn-cs"/>
        </a:defRPr>
      </a:lvl4pPr>
      <a:lvl5pPr marL="1828800">
        <a:defRPr>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image" Target="../media/image3.png"/><Relationship Id="rId3" Type="http://schemas.openxmlformats.org/officeDocument/2006/relationships/image" Target="../media/image4.png"/><Relationship Id="rId4" Type="http://schemas.openxmlformats.org/officeDocument/2006/relationships/image" Target="../media/image2.png"/><Relationship Id="rId5" Type="http://schemas.openxmlformats.org/officeDocument/2006/relationships/notesSlide" Target="../notesSlides/notesSlide1.xml"/><Relationship Id="rId6" Type="http://schemas.openxmlformats.org/officeDocument/2006/relationships/slide" Target="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5.png"/><Relationship Id="rId3" Type="http://schemas.openxmlformats.org/officeDocument/2006/relationships/image" Target="../media/image2.png"/><Relationship Id="rId4" Type="http://schemas.openxmlformats.org/officeDocument/2006/relationships/image" Target="../media/image6.png"/><Relationship Id="rId5" Type="http://schemas.openxmlformats.org/officeDocument/2006/relationships/notesSlide" Target="../notesSlides/notesSlide2.xml"/><Relationship Id="rId6" Type="http://schemas.openxmlformats.org/officeDocument/2006/relationships/slide" Target="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 Id="rId3" Type="http://schemas.openxmlformats.org/officeDocument/2006/relationships/slide" Target="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 Id="rId3" Type="http://schemas.openxmlformats.org/officeDocument/2006/relationships/slide" Target="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 Id="rId3" Type="http://schemas.openxmlformats.org/officeDocument/2006/relationships/slide" Target="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 Id="rId3" Type="http://schemas.openxmlformats.org/officeDocument/2006/relationships/slide" Target="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 Id="rId3" Type="http://schemas.openxmlformats.org/officeDocument/2006/relationships/slide" Target="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 Id="rId3" Type="http://schemas.openxmlformats.org/officeDocument/2006/relationships/slide" Target="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 Id="rId3" Type="http://schemas.openxmlformats.org/officeDocument/2006/relationships/slide" Target="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xml"/><Relationship Id="rId3" Type="http://schemas.openxmlformats.org/officeDocument/2006/relationships/slide" Target="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xml"/><Relationship Id="rId3" Type="http://schemas.openxmlformats.org/officeDocument/2006/relationships/slide" Target="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xml"/><Relationship Id="rId3" Type="http://schemas.openxmlformats.org/officeDocument/2006/relationships/slide" Target="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xml"/><Relationship Id="rId3" Type="http://schemas.openxmlformats.org/officeDocument/2006/relationships/slide" Target="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xml"/><Relationship Id="rId3" Type="http://schemas.openxmlformats.org/officeDocument/2006/relationships/slide" Target="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7.png"/><Relationship Id="rId3" Type="http://schemas.openxmlformats.org/officeDocument/2006/relationships/notesSlide" Target="../notesSlides/notesSlide15.xml"/><Relationship Id="rId4" Type="http://schemas.openxmlformats.org/officeDocument/2006/relationships/slide" Target="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7.png"/><Relationship Id="rId3" Type="http://schemas.openxmlformats.org/officeDocument/2006/relationships/notesSlide" Target="../notesSlides/notesSlide16.xml"/><Relationship Id="rId4" Type="http://schemas.openxmlformats.org/officeDocument/2006/relationships/slide" Target="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7.xml"/><Relationship Id="rId3" Type="http://schemas.openxmlformats.org/officeDocument/2006/relationships/slide" Target="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8.xml"/><Relationship Id="rId3" Type="http://schemas.openxmlformats.org/officeDocument/2006/relationships/slide" Target="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9.xml"/><Relationship Id="rId3" Type="http://schemas.openxmlformats.org/officeDocument/2006/relationships/slide" Target="slide19.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object 2" descr=""/>
          <p:cNvPicPr/>
          <p:nvPr/>
        </p:nvPicPr>
        <p:blipFill>
          <a:blip r:embed="rId2" cstate="print"/>
          <a:stretch>
            <a:fillRect/>
          </a:stretch>
        </p:blipFill>
        <p:spPr>
          <a:xfrm>
            <a:off x="192023" y="192023"/>
            <a:ext cx="8759952" cy="914400"/>
          </a:xfrm>
          <a:prstGeom prst="rect">
            <a:avLst/>
          </a:prstGeom>
        </p:spPr>
      </p:pic>
      <p:pic>
        <p:nvPicPr>
          <p:cNvPr id="3" name="object 3" descr=""/>
          <p:cNvPicPr/>
          <p:nvPr/>
        </p:nvPicPr>
        <p:blipFill>
          <a:blip r:embed="rId3" cstate="print"/>
          <a:stretch>
            <a:fillRect/>
          </a:stretch>
        </p:blipFill>
        <p:spPr>
          <a:xfrm>
            <a:off x="192023" y="5751576"/>
            <a:ext cx="8759952" cy="914399"/>
          </a:xfrm>
          <a:prstGeom prst="rect">
            <a:avLst/>
          </a:prstGeom>
        </p:spPr>
      </p:pic>
      <p:pic>
        <p:nvPicPr>
          <p:cNvPr id="4" name="object 4" descr=""/>
          <p:cNvPicPr/>
          <p:nvPr/>
        </p:nvPicPr>
        <p:blipFill>
          <a:blip r:embed="rId4" cstate="print"/>
          <a:stretch>
            <a:fillRect/>
          </a:stretch>
        </p:blipFill>
        <p:spPr>
          <a:xfrm>
            <a:off x="1834895" y="2514600"/>
            <a:ext cx="5474208" cy="1828800"/>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grpSp>
        <p:nvGrpSpPr>
          <p:cNvPr id="2" name="object 2" descr=""/>
          <p:cNvGrpSpPr/>
          <p:nvPr/>
        </p:nvGrpSpPr>
        <p:grpSpPr>
          <a:xfrm>
            <a:off x="0" y="0"/>
            <a:ext cx="9144000" cy="6858000"/>
            <a:chOff x="0" y="0"/>
            <a:chExt cx="9144000" cy="6858000"/>
          </a:xfrm>
        </p:grpSpPr>
        <p:pic>
          <p:nvPicPr>
            <p:cNvPr id="3" name="object 3" descr=""/>
            <p:cNvPicPr/>
            <p:nvPr/>
          </p:nvPicPr>
          <p:blipFill>
            <a:blip r:embed="rId2" cstate="print"/>
            <a:stretch>
              <a:fillRect/>
            </a:stretch>
          </p:blipFill>
          <p:spPr>
            <a:xfrm>
              <a:off x="0" y="0"/>
              <a:ext cx="9144000" cy="6858000"/>
            </a:xfrm>
            <a:prstGeom prst="rect">
              <a:avLst/>
            </a:prstGeom>
          </p:spPr>
        </p:pic>
        <p:sp>
          <p:nvSpPr>
            <p:cNvPr id="4" name="object 4" descr=""/>
            <p:cNvSpPr/>
            <p:nvPr/>
          </p:nvSpPr>
          <p:spPr>
            <a:xfrm>
              <a:off x="560831" y="702563"/>
              <a:ext cx="8022590" cy="5453380"/>
            </a:xfrm>
            <a:custGeom>
              <a:avLst/>
              <a:gdLst/>
              <a:ahLst/>
              <a:cxnLst/>
              <a:rect l="l" t="t" r="r" b="b"/>
              <a:pathLst>
                <a:path w="8022590" h="5453380">
                  <a:moveTo>
                    <a:pt x="8022335" y="0"/>
                  </a:moveTo>
                  <a:lnTo>
                    <a:pt x="0" y="0"/>
                  </a:lnTo>
                  <a:lnTo>
                    <a:pt x="0" y="5452872"/>
                  </a:lnTo>
                  <a:lnTo>
                    <a:pt x="8022335" y="5452872"/>
                  </a:lnTo>
                  <a:lnTo>
                    <a:pt x="8022335" y="0"/>
                  </a:lnTo>
                  <a:close/>
                </a:path>
              </a:pathLst>
            </a:custGeom>
            <a:solidFill>
              <a:srgbClr val="E0E2E1"/>
            </a:solidFill>
          </p:spPr>
          <p:txBody>
            <a:bodyPr wrap="square" lIns="0" tIns="0" rIns="0" bIns="0" rtlCol="0"/>
            <a:lstStyle/>
            <a:p/>
          </p:txBody>
        </p:sp>
        <p:pic>
          <p:nvPicPr>
            <p:cNvPr id="5" name="object 5" descr=""/>
            <p:cNvPicPr/>
            <p:nvPr/>
          </p:nvPicPr>
          <p:blipFill>
            <a:blip r:embed="rId3" cstate="print"/>
            <a:stretch>
              <a:fillRect/>
            </a:stretch>
          </p:blipFill>
          <p:spPr>
            <a:xfrm>
              <a:off x="970787" y="5570219"/>
              <a:ext cx="1258824" cy="420623"/>
            </a:xfrm>
            <a:prstGeom prst="rect">
              <a:avLst/>
            </a:prstGeom>
          </p:spPr>
        </p:pic>
      </p:grpSp>
      <p:sp>
        <p:nvSpPr>
          <p:cNvPr id="6" name="object 6" descr=""/>
          <p:cNvSpPr txBox="1"/>
          <p:nvPr/>
        </p:nvSpPr>
        <p:spPr>
          <a:xfrm>
            <a:off x="5057819" y="6562597"/>
            <a:ext cx="3222625" cy="155575"/>
          </a:xfrm>
          <a:prstGeom prst="rect">
            <a:avLst/>
          </a:prstGeom>
        </p:spPr>
        <p:txBody>
          <a:bodyPr wrap="square" lIns="0" tIns="12700" rIns="0" bIns="0" rtlCol="0" vert="horz">
            <a:spAutoFit/>
          </a:bodyPr>
          <a:lstStyle/>
          <a:p>
            <a:pPr marL="12700">
              <a:lnSpc>
                <a:spcPct val="100000"/>
              </a:lnSpc>
              <a:spcBef>
                <a:spcPts val="100"/>
              </a:spcBef>
            </a:pPr>
            <a:r>
              <a:rPr dirty="0" sz="850">
                <a:solidFill>
                  <a:srgbClr val="FDF0D9"/>
                </a:solidFill>
                <a:latin typeface="Calibri"/>
                <a:cs typeface="Calibri"/>
              </a:rPr>
              <a:t>Copyright</a:t>
            </a:r>
            <a:r>
              <a:rPr dirty="0" sz="850" spc="-35">
                <a:solidFill>
                  <a:srgbClr val="FDF0D9"/>
                </a:solidFill>
                <a:latin typeface="Calibri"/>
                <a:cs typeface="Calibri"/>
              </a:rPr>
              <a:t> </a:t>
            </a:r>
            <a:r>
              <a:rPr dirty="0" sz="850">
                <a:solidFill>
                  <a:srgbClr val="FDF0D9"/>
                </a:solidFill>
                <a:latin typeface="Calibri"/>
                <a:cs typeface="Calibri"/>
              </a:rPr>
              <a:t>©</a:t>
            </a:r>
            <a:r>
              <a:rPr dirty="0" sz="850" spc="-40">
                <a:solidFill>
                  <a:srgbClr val="FDF0D9"/>
                </a:solidFill>
                <a:latin typeface="Calibri"/>
                <a:cs typeface="Calibri"/>
              </a:rPr>
              <a:t> </a:t>
            </a:r>
            <a:r>
              <a:rPr dirty="0" sz="850">
                <a:solidFill>
                  <a:srgbClr val="FDF0D9"/>
                </a:solidFill>
                <a:latin typeface="Calibri"/>
                <a:cs typeface="Calibri"/>
              </a:rPr>
              <a:t>2020,</a:t>
            </a:r>
            <a:r>
              <a:rPr dirty="0" sz="850" spc="-45">
                <a:solidFill>
                  <a:srgbClr val="FDF0D9"/>
                </a:solidFill>
                <a:latin typeface="Calibri"/>
                <a:cs typeface="Calibri"/>
              </a:rPr>
              <a:t> </a:t>
            </a:r>
            <a:r>
              <a:rPr dirty="0" sz="850">
                <a:solidFill>
                  <a:srgbClr val="FDF0D9"/>
                </a:solidFill>
                <a:latin typeface="Calibri"/>
                <a:cs typeface="Calibri"/>
              </a:rPr>
              <a:t>Oracle</a:t>
            </a:r>
            <a:r>
              <a:rPr dirty="0" sz="850" spc="-30">
                <a:solidFill>
                  <a:srgbClr val="FDF0D9"/>
                </a:solidFill>
                <a:latin typeface="Calibri"/>
                <a:cs typeface="Calibri"/>
              </a:rPr>
              <a:t> </a:t>
            </a:r>
            <a:r>
              <a:rPr dirty="0" sz="850">
                <a:solidFill>
                  <a:srgbClr val="FDF0D9"/>
                </a:solidFill>
                <a:latin typeface="Calibri"/>
                <a:cs typeface="Calibri"/>
              </a:rPr>
              <a:t>y/o</a:t>
            </a:r>
            <a:r>
              <a:rPr dirty="0" sz="850" spc="-30">
                <a:solidFill>
                  <a:srgbClr val="FDF0D9"/>
                </a:solidFill>
                <a:latin typeface="Calibri"/>
                <a:cs typeface="Calibri"/>
              </a:rPr>
              <a:t> </a:t>
            </a:r>
            <a:r>
              <a:rPr dirty="0" sz="850">
                <a:solidFill>
                  <a:srgbClr val="FDF0D9"/>
                </a:solidFill>
                <a:latin typeface="Calibri"/>
                <a:cs typeface="Calibri"/>
              </a:rPr>
              <a:t>sus</a:t>
            </a:r>
            <a:r>
              <a:rPr dirty="0" sz="850" spc="-35">
                <a:solidFill>
                  <a:srgbClr val="FDF0D9"/>
                </a:solidFill>
                <a:latin typeface="Calibri"/>
                <a:cs typeface="Calibri"/>
              </a:rPr>
              <a:t> </a:t>
            </a:r>
            <a:r>
              <a:rPr dirty="0" sz="850">
                <a:solidFill>
                  <a:srgbClr val="FDF0D9"/>
                </a:solidFill>
                <a:latin typeface="Calibri"/>
                <a:cs typeface="Calibri"/>
              </a:rPr>
              <a:t>filiales.</a:t>
            </a:r>
            <a:r>
              <a:rPr dirty="0" sz="850" spc="-10">
                <a:solidFill>
                  <a:srgbClr val="FDF0D9"/>
                </a:solidFill>
                <a:latin typeface="Calibri"/>
                <a:cs typeface="Calibri"/>
              </a:rPr>
              <a:t> </a:t>
            </a:r>
            <a:r>
              <a:rPr dirty="0" sz="850">
                <a:solidFill>
                  <a:srgbClr val="FDF0D9"/>
                </a:solidFill>
                <a:latin typeface="Calibri"/>
                <a:cs typeface="Calibri"/>
              </a:rPr>
              <a:t>Todos</a:t>
            </a:r>
            <a:r>
              <a:rPr dirty="0" sz="850" spc="-35">
                <a:solidFill>
                  <a:srgbClr val="FDF0D9"/>
                </a:solidFill>
                <a:latin typeface="Calibri"/>
                <a:cs typeface="Calibri"/>
              </a:rPr>
              <a:t> </a:t>
            </a:r>
            <a:r>
              <a:rPr dirty="0" sz="850">
                <a:solidFill>
                  <a:srgbClr val="FDF0D9"/>
                </a:solidFill>
                <a:latin typeface="Calibri"/>
                <a:cs typeface="Calibri"/>
              </a:rPr>
              <a:t>los</a:t>
            </a:r>
            <a:r>
              <a:rPr dirty="0" sz="850" spc="-25">
                <a:solidFill>
                  <a:srgbClr val="FDF0D9"/>
                </a:solidFill>
                <a:latin typeface="Calibri"/>
                <a:cs typeface="Calibri"/>
              </a:rPr>
              <a:t> </a:t>
            </a:r>
            <a:r>
              <a:rPr dirty="0" sz="850">
                <a:solidFill>
                  <a:srgbClr val="FDF0D9"/>
                </a:solidFill>
                <a:latin typeface="Calibri"/>
                <a:cs typeface="Calibri"/>
              </a:rPr>
              <a:t>derechos</a:t>
            </a:r>
            <a:r>
              <a:rPr dirty="0" sz="850" spc="-5">
                <a:solidFill>
                  <a:srgbClr val="FDF0D9"/>
                </a:solidFill>
                <a:latin typeface="Calibri"/>
                <a:cs typeface="Calibri"/>
              </a:rPr>
              <a:t> </a:t>
            </a:r>
            <a:r>
              <a:rPr dirty="0" sz="850" spc="-10">
                <a:solidFill>
                  <a:srgbClr val="FDF0D9"/>
                </a:solidFill>
                <a:latin typeface="Calibri"/>
                <a:cs typeface="Calibri"/>
              </a:rPr>
              <a:t>reservados.</a:t>
            </a:r>
            <a:endParaRPr sz="850">
              <a:latin typeface="Calibri"/>
              <a:cs typeface="Calibri"/>
            </a:endParaRPr>
          </a:p>
        </p:txBody>
      </p:sp>
      <p:sp>
        <p:nvSpPr>
          <p:cNvPr id="7" name="object 7"/>
          <p:cNvSpPr txBox="1">
            <a:spLocks noGrp="1"/>
          </p:cNvSpPr>
          <p:nvPr>
            <p:ph type="title"/>
          </p:nvPr>
        </p:nvSpPr>
        <p:spPr>
          <a:xfrm>
            <a:off x="958315" y="855591"/>
            <a:ext cx="7047865" cy="1342390"/>
          </a:xfrm>
          <a:prstGeom prst="rect"/>
        </p:spPr>
        <p:txBody>
          <a:bodyPr wrap="square" lIns="0" tIns="153670" rIns="0" bIns="0" rtlCol="0" vert="horz">
            <a:spAutoFit/>
          </a:bodyPr>
          <a:lstStyle/>
          <a:p>
            <a:pPr marL="12700" marR="5080">
              <a:lnSpc>
                <a:spcPts val="4610"/>
              </a:lnSpc>
              <a:spcBef>
                <a:spcPts val="1210"/>
              </a:spcBef>
            </a:pPr>
            <a:r>
              <a:rPr dirty="0" sz="4800"/>
              <a:t>Database</a:t>
            </a:r>
            <a:r>
              <a:rPr dirty="0" sz="4800" spc="-190"/>
              <a:t> </a:t>
            </a:r>
            <a:r>
              <a:rPr dirty="0" sz="4800" spc="-20"/>
              <a:t>Programming</a:t>
            </a:r>
            <a:r>
              <a:rPr dirty="0" sz="4800" spc="-185"/>
              <a:t> </a:t>
            </a:r>
            <a:r>
              <a:rPr dirty="0" sz="4800" spc="-20"/>
              <a:t>with </a:t>
            </a:r>
            <a:r>
              <a:rPr dirty="0" sz="4800" spc="-25"/>
              <a:t>SQL</a:t>
            </a:r>
            <a:endParaRPr sz="4800"/>
          </a:p>
        </p:txBody>
      </p:sp>
      <p:sp>
        <p:nvSpPr>
          <p:cNvPr id="8" name="object 8" descr=""/>
          <p:cNvSpPr txBox="1"/>
          <p:nvPr/>
        </p:nvSpPr>
        <p:spPr>
          <a:xfrm>
            <a:off x="962879" y="2400950"/>
            <a:ext cx="2698750" cy="888365"/>
          </a:xfrm>
          <a:prstGeom prst="rect">
            <a:avLst/>
          </a:prstGeom>
        </p:spPr>
        <p:txBody>
          <a:bodyPr wrap="square" lIns="0" tIns="78105" rIns="0" bIns="0" rtlCol="0" vert="horz">
            <a:spAutoFit/>
          </a:bodyPr>
          <a:lstStyle/>
          <a:p>
            <a:pPr marL="12700">
              <a:lnSpc>
                <a:spcPct val="100000"/>
              </a:lnSpc>
              <a:spcBef>
                <a:spcPts val="615"/>
              </a:spcBef>
            </a:pPr>
            <a:r>
              <a:rPr dirty="0" sz="2400" spc="-10" b="1">
                <a:solidFill>
                  <a:srgbClr val="4E3629"/>
                </a:solidFill>
                <a:latin typeface="Calibri"/>
                <a:cs typeface="Calibri"/>
              </a:rPr>
              <a:t>13-</a:t>
            </a:r>
            <a:r>
              <a:rPr dirty="0" sz="2400" spc="-50" b="1">
                <a:solidFill>
                  <a:srgbClr val="4E3629"/>
                </a:solidFill>
                <a:latin typeface="Calibri"/>
                <a:cs typeface="Calibri"/>
              </a:rPr>
              <a:t>2</a:t>
            </a:r>
            <a:endParaRPr sz="2400">
              <a:latin typeface="Calibri"/>
              <a:cs typeface="Calibri"/>
            </a:endParaRPr>
          </a:p>
          <a:p>
            <a:pPr marL="12700">
              <a:lnSpc>
                <a:spcPct val="100000"/>
              </a:lnSpc>
              <a:spcBef>
                <a:spcPts val="515"/>
              </a:spcBef>
            </a:pPr>
            <a:r>
              <a:rPr dirty="0" sz="2400" b="1">
                <a:solidFill>
                  <a:srgbClr val="4E3629"/>
                </a:solidFill>
                <a:latin typeface="Calibri"/>
                <a:cs typeface="Calibri"/>
              </a:rPr>
              <a:t>Uso</a:t>
            </a:r>
            <a:r>
              <a:rPr dirty="0" sz="2400" spc="-40" b="1">
                <a:solidFill>
                  <a:srgbClr val="4E3629"/>
                </a:solidFill>
                <a:latin typeface="Calibri"/>
                <a:cs typeface="Calibri"/>
              </a:rPr>
              <a:t> </a:t>
            </a:r>
            <a:r>
              <a:rPr dirty="0" sz="2400" b="1">
                <a:solidFill>
                  <a:srgbClr val="4E3629"/>
                </a:solidFill>
                <a:latin typeface="Calibri"/>
                <a:cs typeface="Calibri"/>
              </a:rPr>
              <a:t>de</a:t>
            </a:r>
            <a:r>
              <a:rPr dirty="0" sz="2400" spc="-5" b="1">
                <a:solidFill>
                  <a:srgbClr val="4E3629"/>
                </a:solidFill>
                <a:latin typeface="Calibri"/>
                <a:cs typeface="Calibri"/>
              </a:rPr>
              <a:t> </a:t>
            </a:r>
            <a:r>
              <a:rPr dirty="0" sz="2400" b="1">
                <a:solidFill>
                  <a:srgbClr val="4E3629"/>
                </a:solidFill>
                <a:latin typeface="Calibri"/>
                <a:cs typeface="Calibri"/>
              </a:rPr>
              <a:t>Tipos</a:t>
            </a:r>
            <a:r>
              <a:rPr dirty="0" sz="2400" spc="-25" b="1">
                <a:solidFill>
                  <a:srgbClr val="4E3629"/>
                </a:solidFill>
                <a:latin typeface="Calibri"/>
                <a:cs typeface="Calibri"/>
              </a:rPr>
              <a:t> </a:t>
            </a:r>
            <a:r>
              <a:rPr dirty="0" sz="2400" b="1">
                <a:solidFill>
                  <a:srgbClr val="4E3629"/>
                </a:solidFill>
                <a:latin typeface="Calibri"/>
                <a:cs typeface="Calibri"/>
              </a:rPr>
              <a:t>de</a:t>
            </a:r>
            <a:r>
              <a:rPr dirty="0" sz="2400" spc="-15" b="1">
                <a:solidFill>
                  <a:srgbClr val="4E3629"/>
                </a:solidFill>
                <a:latin typeface="Calibri"/>
                <a:cs typeface="Calibri"/>
              </a:rPr>
              <a:t> </a:t>
            </a:r>
            <a:r>
              <a:rPr dirty="0" sz="2400" spc="-20" b="1">
                <a:solidFill>
                  <a:srgbClr val="4E3629"/>
                </a:solidFill>
                <a:latin typeface="Calibri"/>
                <a:cs typeface="Calibri"/>
              </a:rPr>
              <a:t>Dato</a:t>
            </a:r>
            <a:endParaRPr sz="2400">
              <a:latin typeface="Calibri"/>
              <a:cs typeface="Calibri"/>
            </a:endParaRPr>
          </a:p>
        </p:txBody>
      </p:sp>
      <p:pic>
        <p:nvPicPr>
          <p:cNvPr id="9" name="object 9" descr=""/>
          <p:cNvPicPr/>
          <p:nvPr/>
        </p:nvPicPr>
        <p:blipFill>
          <a:blip r:embed="rId4" cstate="print"/>
          <a:stretch>
            <a:fillRect/>
          </a:stretch>
        </p:blipFill>
        <p:spPr>
          <a:xfrm>
            <a:off x="3698747" y="3369564"/>
            <a:ext cx="5058156" cy="2967228"/>
          </a:xfrm>
          <a:prstGeom prst="rect">
            <a:avLst/>
          </a:prstGeom>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prstGeom prst="rect"/>
        </p:spPr>
        <p:txBody>
          <a:bodyPr wrap="square" lIns="0" tIns="12700" rIns="0" bIns="0" rtlCol="0" vert="horz">
            <a:spAutoFit/>
          </a:bodyPr>
          <a:lstStyle/>
          <a:p>
            <a:pPr marL="12700">
              <a:lnSpc>
                <a:spcPct val="100000"/>
              </a:lnSpc>
              <a:spcBef>
                <a:spcPts val="100"/>
              </a:spcBef>
            </a:pPr>
            <a:r>
              <a:rPr dirty="0"/>
              <a:t>Visión</a:t>
            </a:r>
            <a:r>
              <a:rPr dirty="0" spc="-55"/>
              <a:t> </a:t>
            </a:r>
            <a:r>
              <a:rPr dirty="0"/>
              <a:t>General</a:t>
            </a:r>
            <a:r>
              <a:rPr dirty="0" spc="-65"/>
              <a:t> </a:t>
            </a:r>
            <a:r>
              <a:rPr dirty="0"/>
              <a:t>de</a:t>
            </a:r>
            <a:r>
              <a:rPr dirty="0" spc="-55"/>
              <a:t> </a:t>
            </a:r>
            <a:r>
              <a:rPr dirty="0"/>
              <a:t>Tipo</a:t>
            </a:r>
            <a:r>
              <a:rPr dirty="0" spc="-50"/>
              <a:t> </a:t>
            </a:r>
            <a:r>
              <a:rPr dirty="0"/>
              <a:t>de</a:t>
            </a:r>
            <a:r>
              <a:rPr dirty="0" spc="-75"/>
              <a:t> </a:t>
            </a:r>
            <a:r>
              <a:rPr dirty="0" spc="-20"/>
              <a:t>Dato</a:t>
            </a:r>
          </a:p>
        </p:txBody>
      </p:sp>
      <p:sp>
        <p:nvSpPr>
          <p:cNvPr id="4" name="object 4" descr=""/>
          <p:cNvSpPr txBox="1">
            <a:spLocks noGrp="1"/>
          </p:cNvSpPr>
          <p:nvPr>
            <p:ph type="dt" idx="6" sz="half"/>
          </p:nvPr>
        </p:nvSpPr>
        <p:spPr>
          <a:prstGeom prst="rect"/>
        </p:spPr>
        <p:txBody>
          <a:bodyPr wrap="square" lIns="0" tIns="0" rIns="0" bIns="0" rtlCol="0" vert="horz">
            <a:spAutoFit/>
          </a:bodyPr>
          <a:lstStyle/>
          <a:p>
            <a:pPr marL="12700">
              <a:lnSpc>
                <a:spcPts val="855"/>
              </a:lnSpc>
            </a:pPr>
            <a:r>
              <a:rPr dirty="0"/>
              <a:t>DP</a:t>
            </a:r>
            <a:r>
              <a:rPr dirty="0" spc="-10"/>
              <a:t> </a:t>
            </a:r>
            <a:r>
              <a:rPr dirty="0"/>
              <a:t>13-</a:t>
            </a:r>
            <a:r>
              <a:rPr dirty="0" spc="-50"/>
              <a:t>2</a:t>
            </a:r>
          </a:p>
          <a:p>
            <a:pPr marL="12700">
              <a:lnSpc>
                <a:spcPts val="965"/>
              </a:lnSpc>
            </a:pPr>
            <a:r>
              <a:rPr dirty="0"/>
              <a:t>Uso</a:t>
            </a:r>
            <a:r>
              <a:rPr dirty="0" spc="-30"/>
              <a:t> </a:t>
            </a:r>
            <a:r>
              <a:rPr dirty="0"/>
              <a:t>de</a:t>
            </a:r>
            <a:r>
              <a:rPr dirty="0" spc="-20"/>
              <a:t> </a:t>
            </a:r>
            <a:r>
              <a:rPr dirty="0"/>
              <a:t>Tipos</a:t>
            </a:r>
            <a:r>
              <a:rPr dirty="0" spc="-20"/>
              <a:t> </a:t>
            </a:r>
            <a:r>
              <a:rPr dirty="0"/>
              <a:t>de</a:t>
            </a:r>
            <a:r>
              <a:rPr dirty="0" spc="-15"/>
              <a:t> </a:t>
            </a:r>
            <a:r>
              <a:rPr dirty="0" spc="-20"/>
              <a:t>Dato</a:t>
            </a:r>
          </a:p>
        </p:txBody>
      </p:sp>
      <p:sp>
        <p:nvSpPr>
          <p:cNvPr id="5" name="object 5" descr=""/>
          <p:cNvSpPr txBox="1">
            <a:spLocks noGrp="1"/>
          </p:cNvSpPr>
          <p:nvPr>
            <p:ph type="ftr" idx="5" sz="quarter"/>
          </p:nvPr>
        </p:nvSpPr>
        <p:spPr>
          <a:prstGeom prst="rect"/>
        </p:spPr>
        <p:txBody>
          <a:bodyPr wrap="square" lIns="0" tIns="0" rIns="0" bIns="0" rtlCol="0" vert="horz">
            <a:spAutoFit/>
          </a:bodyPr>
          <a:lstStyle/>
          <a:p>
            <a:pPr marL="12700">
              <a:lnSpc>
                <a:spcPts val="910"/>
              </a:lnSpc>
            </a:pPr>
            <a:r>
              <a:rPr dirty="0"/>
              <a:t>Copyright</a:t>
            </a:r>
            <a:r>
              <a:rPr dirty="0" spc="-35"/>
              <a:t> </a:t>
            </a:r>
            <a:r>
              <a:rPr dirty="0"/>
              <a:t>©</a:t>
            </a:r>
            <a:r>
              <a:rPr dirty="0" spc="-40"/>
              <a:t> </a:t>
            </a:r>
            <a:r>
              <a:rPr dirty="0"/>
              <a:t>2020,</a:t>
            </a:r>
            <a:r>
              <a:rPr dirty="0" spc="-45"/>
              <a:t> </a:t>
            </a:r>
            <a:r>
              <a:rPr dirty="0"/>
              <a:t>Oracle</a:t>
            </a:r>
            <a:r>
              <a:rPr dirty="0" spc="-30"/>
              <a:t> </a:t>
            </a:r>
            <a:r>
              <a:rPr dirty="0"/>
              <a:t>y/o</a:t>
            </a:r>
            <a:r>
              <a:rPr dirty="0" spc="-30"/>
              <a:t> </a:t>
            </a:r>
            <a:r>
              <a:rPr dirty="0"/>
              <a:t>sus</a:t>
            </a:r>
            <a:r>
              <a:rPr dirty="0" spc="-35"/>
              <a:t> </a:t>
            </a:r>
            <a:r>
              <a:rPr dirty="0"/>
              <a:t>filiales.</a:t>
            </a:r>
            <a:r>
              <a:rPr dirty="0" spc="-10"/>
              <a:t> </a:t>
            </a:r>
            <a:r>
              <a:rPr dirty="0"/>
              <a:t>Todos</a:t>
            </a:r>
            <a:r>
              <a:rPr dirty="0" spc="-35"/>
              <a:t> </a:t>
            </a:r>
            <a:r>
              <a:rPr dirty="0"/>
              <a:t>los</a:t>
            </a:r>
            <a:r>
              <a:rPr dirty="0" spc="-25"/>
              <a:t> </a:t>
            </a:r>
            <a:r>
              <a:rPr dirty="0"/>
              <a:t>derechos</a:t>
            </a:r>
            <a:r>
              <a:rPr dirty="0" spc="-5"/>
              <a:t> </a:t>
            </a:r>
            <a:r>
              <a:rPr dirty="0" spc="-10"/>
              <a:t>reservados.</a:t>
            </a:r>
          </a:p>
        </p:txBody>
      </p:sp>
      <p:sp>
        <p:nvSpPr>
          <p:cNvPr id="6" name="object 6" descr=""/>
          <p:cNvSpPr txBox="1">
            <a:spLocks noGrp="1"/>
          </p:cNvSpPr>
          <p:nvPr>
            <p:ph type="sldNum" idx="7" sz="quarter"/>
          </p:nvPr>
        </p:nvSpPr>
        <p:spPr>
          <a:prstGeom prst="rect"/>
        </p:spPr>
        <p:txBody>
          <a:bodyPr wrap="square" lIns="0" tIns="0" rIns="0" bIns="0" rtlCol="0" vert="horz">
            <a:spAutoFit/>
          </a:bodyPr>
          <a:lstStyle/>
          <a:p>
            <a:pPr marL="12700">
              <a:lnSpc>
                <a:spcPts val="910"/>
              </a:lnSpc>
            </a:pPr>
            <a:r>
              <a:rPr dirty="0" spc="-25"/>
              <a:t>5</a:t>
            </a:r>
          </a:p>
        </p:txBody>
      </p:sp>
      <p:sp>
        <p:nvSpPr>
          <p:cNvPr id="3" name="object 3" descr=""/>
          <p:cNvSpPr txBox="1"/>
          <p:nvPr/>
        </p:nvSpPr>
        <p:spPr>
          <a:xfrm>
            <a:off x="483552" y="1415417"/>
            <a:ext cx="8108315" cy="2960370"/>
          </a:xfrm>
          <a:prstGeom prst="rect">
            <a:avLst/>
          </a:prstGeom>
        </p:spPr>
        <p:txBody>
          <a:bodyPr wrap="square" lIns="0" tIns="59690" rIns="0" bIns="0" rtlCol="0" vert="horz">
            <a:spAutoFit/>
          </a:bodyPr>
          <a:lstStyle/>
          <a:p>
            <a:pPr marL="182880" marR="631825" indent="-170815">
              <a:lnSpc>
                <a:spcPts val="3030"/>
              </a:lnSpc>
              <a:spcBef>
                <a:spcPts val="470"/>
              </a:spcBef>
              <a:buClr>
                <a:srgbClr val="D1350F"/>
              </a:buClr>
              <a:buFont typeface="Arial MT"/>
              <a:buChar char="•"/>
              <a:tabLst>
                <a:tab pos="184785" algn="l"/>
              </a:tabLst>
            </a:pPr>
            <a:r>
              <a:rPr dirty="0" sz="2800">
                <a:solidFill>
                  <a:srgbClr val="4E3629"/>
                </a:solidFill>
                <a:latin typeface="Calibri"/>
                <a:cs typeface="Calibri"/>
              </a:rPr>
              <a:t>Cada</a:t>
            </a:r>
            <a:r>
              <a:rPr dirty="0" sz="2800" spc="-65">
                <a:solidFill>
                  <a:srgbClr val="4E3629"/>
                </a:solidFill>
                <a:latin typeface="Calibri"/>
                <a:cs typeface="Calibri"/>
              </a:rPr>
              <a:t> </a:t>
            </a:r>
            <a:r>
              <a:rPr dirty="0" sz="2800">
                <a:solidFill>
                  <a:srgbClr val="4E3629"/>
                </a:solidFill>
                <a:latin typeface="Calibri"/>
                <a:cs typeface="Calibri"/>
              </a:rPr>
              <a:t>valor</a:t>
            </a:r>
            <a:r>
              <a:rPr dirty="0" sz="2800" spc="-70">
                <a:solidFill>
                  <a:srgbClr val="4E3629"/>
                </a:solidFill>
                <a:latin typeface="Calibri"/>
                <a:cs typeface="Calibri"/>
              </a:rPr>
              <a:t> </a:t>
            </a:r>
            <a:r>
              <a:rPr dirty="0" sz="2800">
                <a:solidFill>
                  <a:srgbClr val="4E3629"/>
                </a:solidFill>
                <a:latin typeface="Calibri"/>
                <a:cs typeface="Calibri"/>
              </a:rPr>
              <a:t>manipulado</a:t>
            </a:r>
            <a:r>
              <a:rPr dirty="0" sz="2800" spc="-25">
                <a:solidFill>
                  <a:srgbClr val="4E3629"/>
                </a:solidFill>
                <a:latin typeface="Calibri"/>
                <a:cs typeface="Calibri"/>
              </a:rPr>
              <a:t> </a:t>
            </a:r>
            <a:r>
              <a:rPr dirty="0" sz="2800">
                <a:solidFill>
                  <a:srgbClr val="4E3629"/>
                </a:solidFill>
                <a:latin typeface="Calibri"/>
                <a:cs typeface="Calibri"/>
              </a:rPr>
              <a:t>por</a:t>
            </a:r>
            <a:r>
              <a:rPr dirty="0" sz="2800" spc="-60">
                <a:solidFill>
                  <a:srgbClr val="4E3629"/>
                </a:solidFill>
                <a:latin typeface="Calibri"/>
                <a:cs typeface="Calibri"/>
              </a:rPr>
              <a:t> </a:t>
            </a:r>
            <a:r>
              <a:rPr dirty="0" sz="2800">
                <a:solidFill>
                  <a:srgbClr val="4E3629"/>
                </a:solidFill>
                <a:latin typeface="Calibri"/>
                <a:cs typeface="Calibri"/>
              </a:rPr>
              <a:t>Oracle</a:t>
            </a:r>
            <a:r>
              <a:rPr dirty="0" sz="2800" spc="-65">
                <a:solidFill>
                  <a:srgbClr val="4E3629"/>
                </a:solidFill>
                <a:latin typeface="Calibri"/>
                <a:cs typeface="Calibri"/>
              </a:rPr>
              <a:t> </a:t>
            </a:r>
            <a:r>
              <a:rPr dirty="0" sz="2800">
                <a:solidFill>
                  <a:srgbClr val="4E3629"/>
                </a:solidFill>
                <a:latin typeface="Calibri"/>
                <a:cs typeface="Calibri"/>
              </a:rPr>
              <a:t>tiene</a:t>
            </a:r>
            <a:r>
              <a:rPr dirty="0" sz="2800" spc="-50">
                <a:solidFill>
                  <a:srgbClr val="4E3629"/>
                </a:solidFill>
                <a:latin typeface="Calibri"/>
                <a:cs typeface="Calibri"/>
              </a:rPr>
              <a:t> </a:t>
            </a:r>
            <a:r>
              <a:rPr dirty="0" sz="2800">
                <a:solidFill>
                  <a:srgbClr val="4E3629"/>
                </a:solidFill>
                <a:latin typeface="Calibri"/>
                <a:cs typeface="Calibri"/>
              </a:rPr>
              <a:t>un</a:t>
            </a:r>
            <a:r>
              <a:rPr dirty="0" sz="2800" spc="-50">
                <a:solidFill>
                  <a:srgbClr val="4E3629"/>
                </a:solidFill>
                <a:latin typeface="Calibri"/>
                <a:cs typeface="Calibri"/>
              </a:rPr>
              <a:t> </a:t>
            </a:r>
            <a:r>
              <a:rPr dirty="0" sz="2800">
                <a:solidFill>
                  <a:srgbClr val="4E3629"/>
                </a:solidFill>
                <a:latin typeface="Calibri"/>
                <a:cs typeface="Calibri"/>
              </a:rPr>
              <a:t>tipo</a:t>
            </a:r>
            <a:r>
              <a:rPr dirty="0" sz="2800" spc="-50">
                <a:solidFill>
                  <a:srgbClr val="4E3629"/>
                </a:solidFill>
                <a:latin typeface="Calibri"/>
                <a:cs typeface="Calibri"/>
              </a:rPr>
              <a:t> </a:t>
            </a:r>
            <a:r>
              <a:rPr dirty="0" sz="2800" spc="-25">
                <a:solidFill>
                  <a:srgbClr val="4E3629"/>
                </a:solidFill>
                <a:latin typeface="Calibri"/>
                <a:cs typeface="Calibri"/>
              </a:rPr>
              <a:t>de </a:t>
            </a:r>
            <a:r>
              <a:rPr dirty="0" sz="2800" spc="-25">
                <a:solidFill>
                  <a:srgbClr val="4E3629"/>
                </a:solidFill>
                <a:latin typeface="Calibri"/>
                <a:cs typeface="Calibri"/>
              </a:rPr>
              <a:t>	</a:t>
            </a:r>
            <a:r>
              <a:rPr dirty="0" sz="2800" spc="-20">
                <a:solidFill>
                  <a:srgbClr val="4E3629"/>
                </a:solidFill>
                <a:latin typeface="Calibri"/>
                <a:cs typeface="Calibri"/>
              </a:rPr>
              <a:t>dato</a:t>
            </a:r>
            <a:endParaRPr sz="2800">
              <a:latin typeface="Calibri"/>
              <a:cs typeface="Calibri"/>
            </a:endParaRPr>
          </a:p>
          <a:p>
            <a:pPr marL="182880" marR="822325" indent="-170815">
              <a:lnSpc>
                <a:spcPts val="3030"/>
              </a:lnSpc>
              <a:spcBef>
                <a:spcPts val="795"/>
              </a:spcBef>
              <a:buClr>
                <a:srgbClr val="D1350F"/>
              </a:buClr>
              <a:buFont typeface="Arial MT"/>
              <a:buChar char="•"/>
              <a:tabLst>
                <a:tab pos="184785" algn="l"/>
              </a:tabLst>
            </a:pPr>
            <a:r>
              <a:rPr dirty="0" sz="2800">
                <a:solidFill>
                  <a:srgbClr val="4E3629"/>
                </a:solidFill>
                <a:latin typeface="Calibri"/>
                <a:cs typeface="Calibri"/>
              </a:rPr>
              <a:t>El</a:t>
            </a:r>
            <a:r>
              <a:rPr dirty="0" sz="2800" spc="-55">
                <a:solidFill>
                  <a:srgbClr val="4E3629"/>
                </a:solidFill>
                <a:latin typeface="Calibri"/>
                <a:cs typeface="Calibri"/>
              </a:rPr>
              <a:t> </a:t>
            </a:r>
            <a:r>
              <a:rPr dirty="0" sz="2800">
                <a:solidFill>
                  <a:srgbClr val="4E3629"/>
                </a:solidFill>
                <a:latin typeface="Calibri"/>
                <a:cs typeface="Calibri"/>
              </a:rPr>
              <a:t>tipo</a:t>
            </a:r>
            <a:r>
              <a:rPr dirty="0" sz="2800" spc="-35">
                <a:solidFill>
                  <a:srgbClr val="4E3629"/>
                </a:solidFill>
                <a:latin typeface="Calibri"/>
                <a:cs typeface="Calibri"/>
              </a:rPr>
              <a:t> </a:t>
            </a:r>
            <a:r>
              <a:rPr dirty="0" sz="2800">
                <a:solidFill>
                  <a:srgbClr val="4E3629"/>
                </a:solidFill>
                <a:latin typeface="Calibri"/>
                <a:cs typeface="Calibri"/>
              </a:rPr>
              <a:t>de</a:t>
            </a:r>
            <a:r>
              <a:rPr dirty="0" sz="2800" spc="-35">
                <a:solidFill>
                  <a:srgbClr val="4E3629"/>
                </a:solidFill>
                <a:latin typeface="Calibri"/>
                <a:cs typeface="Calibri"/>
              </a:rPr>
              <a:t> </a:t>
            </a:r>
            <a:r>
              <a:rPr dirty="0" sz="2800">
                <a:solidFill>
                  <a:srgbClr val="4E3629"/>
                </a:solidFill>
                <a:latin typeface="Calibri"/>
                <a:cs typeface="Calibri"/>
              </a:rPr>
              <a:t>dato</a:t>
            </a:r>
            <a:r>
              <a:rPr dirty="0" sz="2800" spc="-45">
                <a:solidFill>
                  <a:srgbClr val="4E3629"/>
                </a:solidFill>
                <a:latin typeface="Calibri"/>
                <a:cs typeface="Calibri"/>
              </a:rPr>
              <a:t> </a:t>
            </a:r>
            <a:r>
              <a:rPr dirty="0" sz="2800">
                <a:solidFill>
                  <a:srgbClr val="4E3629"/>
                </a:solidFill>
                <a:latin typeface="Calibri"/>
                <a:cs typeface="Calibri"/>
              </a:rPr>
              <a:t>de</a:t>
            </a:r>
            <a:r>
              <a:rPr dirty="0" sz="2800" spc="-45">
                <a:solidFill>
                  <a:srgbClr val="4E3629"/>
                </a:solidFill>
                <a:latin typeface="Calibri"/>
                <a:cs typeface="Calibri"/>
              </a:rPr>
              <a:t> </a:t>
            </a:r>
            <a:r>
              <a:rPr dirty="0" sz="2800">
                <a:solidFill>
                  <a:srgbClr val="4E3629"/>
                </a:solidFill>
                <a:latin typeface="Calibri"/>
                <a:cs typeface="Calibri"/>
              </a:rPr>
              <a:t>un</a:t>
            </a:r>
            <a:r>
              <a:rPr dirty="0" sz="2800" spc="-30">
                <a:solidFill>
                  <a:srgbClr val="4E3629"/>
                </a:solidFill>
                <a:latin typeface="Calibri"/>
                <a:cs typeface="Calibri"/>
              </a:rPr>
              <a:t> </a:t>
            </a:r>
            <a:r>
              <a:rPr dirty="0" sz="2800">
                <a:solidFill>
                  <a:srgbClr val="4E3629"/>
                </a:solidFill>
                <a:latin typeface="Calibri"/>
                <a:cs typeface="Calibri"/>
              </a:rPr>
              <a:t>valor</a:t>
            </a:r>
            <a:r>
              <a:rPr dirty="0" sz="2800" spc="-55">
                <a:solidFill>
                  <a:srgbClr val="4E3629"/>
                </a:solidFill>
                <a:latin typeface="Calibri"/>
                <a:cs typeface="Calibri"/>
              </a:rPr>
              <a:t> </a:t>
            </a:r>
            <a:r>
              <a:rPr dirty="0" sz="2800">
                <a:solidFill>
                  <a:srgbClr val="4E3629"/>
                </a:solidFill>
                <a:latin typeface="Calibri"/>
                <a:cs typeface="Calibri"/>
              </a:rPr>
              <a:t>asocia</a:t>
            </a:r>
            <a:r>
              <a:rPr dirty="0" sz="2800" spc="-45">
                <a:solidFill>
                  <a:srgbClr val="4E3629"/>
                </a:solidFill>
                <a:latin typeface="Calibri"/>
                <a:cs typeface="Calibri"/>
              </a:rPr>
              <a:t> </a:t>
            </a:r>
            <a:r>
              <a:rPr dirty="0" sz="2800">
                <a:solidFill>
                  <a:srgbClr val="4E3629"/>
                </a:solidFill>
                <a:latin typeface="Calibri"/>
                <a:cs typeface="Calibri"/>
              </a:rPr>
              <a:t>un</a:t>
            </a:r>
            <a:r>
              <a:rPr dirty="0" sz="2800" spc="-30">
                <a:solidFill>
                  <a:srgbClr val="4E3629"/>
                </a:solidFill>
                <a:latin typeface="Calibri"/>
                <a:cs typeface="Calibri"/>
              </a:rPr>
              <a:t> </a:t>
            </a:r>
            <a:r>
              <a:rPr dirty="0" sz="2800">
                <a:solidFill>
                  <a:srgbClr val="4E3629"/>
                </a:solidFill>
                <a:latin typeface="Calibri"/>
                <a:cs typeface="Calibri"/>
              </a:rPr>
              <a:t>juego</a:t>
            </a:r>
            <a:r>
              <a:rPr dirty="0" sz="2800" spc="-40">
                <a:solidFill>
                  <a:srgbClr val="4E3629"/>
                </a:solidFill>
                <a:latin typeface="Calibri"/>
                <a:cs typeface="Calibri"/>
              </a:rPr>
              <a:t> </a:t>
            </a:r>
            <a:r>
              <a:rPr dirty="0" sz="2800">
                <a:solidFill>
                  <a:srgbClr val="4E3629"/>
                </a:solidFill>
                <a:latin typeface="Calibri"/>
                <a:cs typeface="Calibri"/>
              </a:rPr>
              <a:t>fijo</a:t>
            </a:r>
            <a:r>
              <a:rPr dirty="0" sz="2800" spc="-35">
                <a:solidFill>
                  <a:srgbClr val="4E3629"/>
                </a:solidFill>
                <a:latin typeface="Calibri"/>
                <a:cs typeface="Calibri"/>
              </a:rPr>
              <a:t> </a:t>
            </a:r>
            <a:r>
              <a:rPr dirty="0" sz="2800" spc="-25">
                <a:solidFill>
                  <a:srgbClr val="4E3629"/>
                </a:solidFill>
                <a:latin typeface="Calibri"/>
                <a:cs typeface="Calibri"/>
              </a:rPr>
              <a:t>de </a:t>
            </a:r>
            <a:r>
              <a:rPr dirty="0" sz="2800" spc="-25">
                <a:solidFill>
                  <a:srgbClr val="4E3629"/>
                </a:solidFill>
                <a:latin typeface="Calibri"/>
                <a:cs typeface="Calibri"/>
              </a:rPr>
              <a:t>	</a:t>
            </a:r>
            <a:r>
              <a:rPr dirty="0" sz="2800" spc="-10">
                <a:solidFill>
                  <a:srgbClr val="4E3629"/>
                </a:solidFill>
                <a:latin typeface="Calibri"/>
                <a:cs typeface="Calibri"/>
              </a:rPr>
              <a:t>propiedades</a:t>
            </a:r>
            <a:r>
              <a:rPr dirty="0" sz="2800" spc="-15">
                <a:solidFill>
                  <a:srgbClr val="4E3629"/>
                </a:solidFill>
                <a:latin typeface="Calibri"/>
                <a:cs typeface="Calibri"/>
              </a:rPr>
              <a:t> </a:t>
            </a:r>
            <a:r>
              <a:rPr dirty="0" sz="2800">
                <a:solidFill>
                  <a:srgbClr val="4E3629"/>
                </a:solidFill>
                <a:latin typeface="Calibri"/>
                <a:cs typeface="Calibri"/>
              </a:rPr>
              <a:t>al</a:t>
            </a:r>
            <a:r>
              <a:rPr dirty="0" sz="2800" spc="-70">
                <a:solidFill>
                  <a:srgbClr val="4E3629"/>
                </a:solidFill>
                <a:latin typeface="Calibri"/>
                <a:cs typeface="Calibri"/>
              </a:rPr>
              <a:t> </a:t>
            </a:r>
            <a:r>
              <a:rPr dirty="0" sz="2800" spc="-20">
                <a:solidFill>
                  <a:srgbClr val="4E3629"/>
                </a:solidFill>
                <a:latin typeface="Calibri"/>
                <a:cs typeface="Calibri"/>
              </a:rPr>
              <a:t>valor</a:t>
            </a:r>
            <a:endParaRPr sz="2800">
              <a:latin typeface="Calibri"/>
              <a:cs typeface="Calibri"/>
            </a:endParaRPr>
          </a:p>
          <a:p>
            <a:pPr algn="just" marL="182880" marR="5080" indent="-170815">
              <a:lnSpc>
                <a:spcPts val="3030"/>
              </a:lnSpc>
              <a:spcBef>
                <a:spcPts val="790"/>
              </a:spcBef>
              <a:buClr>
                <a:srgbClr val="D1350F"/>
              </a:buClr>
              <a:buFont typeface="Arial MT"/>
              <a:buChar char="•"/>
              <a:tabLst>
                <a:tab pos="184785" algn="l"/>
              </a:tabLst>
            </a:pPr>
            <a:r>
              <a:rPr dirty="0" sz="2800">
                <a:solidFill>
                  <a:srgbClr val="4E3629"/>
                </a:solidFill>
                <a:latin typeface="Calibri"/>
                <a:cs typeface="Calibri"/>
              </a:rPr>
              <a:t>Estas</a:t>
            </a:r>
            <a:r>
              <a:rPr dirty="0" sz="2800" spc="-70">
                <a:solidFill>
                  <a:srgbClr val="4E3629"/>
                </a:solidFill>
                <a:latin typeface="Calibri"/>
                <a:cs typeface="Calibri"/>
              </a:rPr>
              <a:t> </a:t>
            </a:r>
            <a:r>
              <a:rPr dirty="0" sz="2800" spc="-10">
                <a:solidFill>
                  <a:srgbClr val="4E3629"/>
                </a:solidFill>
                <a:latin typeface="Calibri"/>
                <a:cs typeface="Calibri"/>
              </a:rPr>
              <a:t>propiedades</a:t>
            </a:r>
            <a:r>
              <a:rPr dirty="0" sz="2800" spc="-35">
                <a:solidFill>
                  <a:srgbClr val="4E3629"/>
                </a:solidFill>
                <a:latin typeface="Calibri"/>
                <a:cs typeface="Calibri"/>
              </a:rPr>
              <a:t> </a:t>
            </a:r>
            <a:r>
              <a:rPr dirty="0" sz="2800">
                <a:solidFill>
                  <a:srgbClr val="4E3629"/>
                </a:solidFill>
                <a:latin typeface="Calibri"/>
                <a:cs typeface="Calibri"/>
              </a:rPr>
              <a:t>hacen</a:t>
            </a:r>
            <a:r>
              <a:rPr dirty="0" sz="2800" spc="-70">
                <a:solidFill>
                  <a:srgbClr val="4E3629"/>
                </a:solidFill>
                <a:latin typeface="Calibri"/>
                <a:cs typeface="Calibri"/>
              </a:rPr>
              <a:t> </a:t>
            </a:r>
            <a:r>
              <a:rPr dirty="0" sz="2800">
                <a:solidFill>
                  <a:srgbClr val="4E3629"/>
                </a:solidFill>
                <a:latin typeface="Calibri"/>
                <a:cs typeface="Calibri"/>
              </a:rPr>
              <a:t>que</a:t>
            </a:r>
            <a:r>
              <a:rPr dirty="0" sz="2800" spc="-60">
                <a:solidFill>
                  <a:srgbClr val="4E3629"/>
                </a:solidFill>
                <a:latin typeface="Calibri"/>
                <a:cs typeface="Calibri"/>
              </a:rPr>
              <a:t> </a:t>
            </a:r>
            <a:r>
              <a:rPr dirty="0" sz="2800">
                <a:solidFill>
                  <a:srgbClr val="4E3629"/>
                </a:solidFill>
                <a:latin typeface="Calibri"/>
                <a:cs typeface="Calibri"/>
              </a:rPr>
              <a:t>la</a:t>
            </a:r>
            <a:r>
              <a:rPr dirty="0" sz="2800" spc="-75">
                <a:solidFill>
                  <a:srgbClr val="4E3629"/>
                </a:solidFill>
                <a:latin typeface="Calibri"/>
                <a:cs typeface="Calibri"/>
              </a:rPr>
              <a:t> </a:t>
            </a:r>
            <a:r>
              <a:rPr dirty="0" sz="2800">
                <a:solidFill>
                  <a:srgbClr val="4E3629"/>
                </a:solidFill>
                <a:latin typeface="Calibri"/>
                <a:cs typeface="Calibri"/>
              </a:rPr>
              <a:t>base</a:t>
            </a:r>
            <a:r>
              <a:rPr dirty="0" sz="2800" spc="-60">
                <a:solidFill>
                  <a:srgbClr val="4E3629"/>
                </a:solidFill>
                <a:latin typeface="Calibri"/>
                <a:cs typeface="Calibri"/>
              </a:rPr>
              <a:t> </a:t>
            </a:r>
            <a:r>
              <a:rPr dirty="0" sz="2800">
                <a:solidFill>
                  <a:srgbClr val="4E3629"/>
                </a:solidFill>
                <a:latin typeface="Calibri"/>
                <a:cs typeface="Calibri"/>
              </a:rPr>
              <a:t>de</a:t>
            </a:r>
            <a:r>
              <a:rPr dirty="0" sz="2800" spc="-65">
                <a:solidFill>
                  <a:srgbClr val="4E3629"/>
                </a:solidFill>
                <a:latin typeface="Calibri"/>
                <a:cs typeface="Calibri"/>
              </a:rPr>
              <a:t> </a:t>
            </a:r>
            <a:r>
              <a:rPr dirty="0" sz="2800">
                <a:solidFill>
                  <a:srgbClr val="4E3629"/>
                </a:solidFill>
                <a:latin typeface="Calibri"/>
                <a:cs typeface="Calibri"/>
              </a:rPr>
              <a:t>datos</a:t>
            </a:r>
            <a:r>
              <a:rPr dirty="0" sz="2800" spc="-75">
                <a:solidFill>
                  <a:srgbClr val="4E3629"/>
                </a:solidFill>
                <a:latin typeface="Calibri"/>
                <a:cs typeface="Calibri"/>
              </a:rPr>
              <a:t> </a:t>
            </a:r>
            <a:r>
              <a:rPr dirty="0" sz="2800">
                <a:solidFill>
                  <a:srgbClr val="4E3629"/>
                </a:solidFill>
                <a:latin typeface="Calibri"/>
                <a:cs typeface="Calibri"/>
              </a:rPr>
              <a:t>trate</a:t>
            </a:r>
            <a:r>
              <a:rPr dirty="0" sz="2800" spc="-75">
                <a:solidFill>
                  <a:srgbClr val="4E3629"/>
                </a:solidFill>
                <a:latin typeface="Calibri"/>
                <a:cs typeface="Calibri"/>
              </a:rPr>
              <a:t> </a:t>
            </a:r>
            <a:r>
              <a:rPr dirty="0" sz="2800" spc="-25">
                <a:solidFill>
                  <a:srgbClr val="4E3629"/>
                </a:solidFill>
                <a:latin typeface="Calibri"/>
                <a:cs typeface="Calibri"/>
              </a:rPr>
              <a:t>los </a:t>
            </a:r>
            <a:r>
              <a:rPr dirty="0" sz="2800" spc="-25">
                <a:solidFill>
                  <a:srgbClr val="4E3629"/>
                </a:solidFill>
                <a:latin typeface="Calibri"/>
                <a:cs typeface="Calibri"/>
              </a:rPr>
              <a:t>	</a:t>
            </a:r>
            <a:r>
              <a:rPr dirty="0" sz="2800">
                <a:solidFill>
                  <a:srgbClr val="4E3629"/>
                </a:solidFill>
                <a:latin typeface="Calibri"/>
                <a:cs typeface="Calibri"/>
              </a:rPr>
              <a:t>valores</a:t>
            </a:r>
            <a:r>
              <a:rPr dirty="0" sz="2800" spc="-65">
                <a:solidFill>
                  <a:srgbClr val="4E3629"/>
                </a:solidFill>
                <a:latin typeface="Calibri"/>
                <a:cs typeface="Calibri"/>
              </a:rPr>
              <a:t> </a:t>
            </a:r>
            <a:r>
              <a:rPr dirty="0" sz="2800">
                <a:solidFill>
                  <a:srgbClr val="4E3629"/>
                </a:solidFill>
                <a:latin typeface="Calibri"/>
                <a:cs typeface="Calibri"/>
              </a:rPr>
              <a:t>de</a:t>
            </a:r>
            <a:r>
              <a:rPr dirty="0" sz="2800" spc="-45">
                <a:solidFill>
                  <a:srgbClr val="4E3629"/>
                </a:solidFill>
                <a:latin typeface="Calibri"/>
                <a:cs typeface="Calibri"/>
              </a:rPr>
              <a:t> </a:t>
            </a:r>
            <a:r>
              <a:rPr dirty="0" sz="2800">
                <a:solidFill>
                  <a:srgbClr val="4E3629"/>
                </a:solidFill>
                <a:latin typeface="Calibri"/>
                <a:cs typeface="Calibri"/>
              </a:rPr>
              <a:t>un</a:t>
            </a:r>
            <a:r>
              <a:rPr dirty="0" sz="2800" spc="-45">
                <a:solidFill>
                  <a:srgbClr val="4E3629"/>
                </a:solidFill>
                <a:latin typeface="Calibri"/>
                <a:cs typeface="Calibri"/>
              </a:rPr>
              <a:t> </a:t>
            </a:r>
            <a:r>
              <a:rPr dirty="0" sz="2800">
                <a:solidFill>
                  <a:srgbClr val="4E3629"/>
                </a:solidFill>
                <a:latin typeface="Calibri"/>
                <a:cs typeface="Calibri"/>
              </a:rPr>
              <a:t>tipo</a:t>
            </a:r>
            <a:r>
              <a:rPr dirty="0" sz="2800" spc="-50">
                <a:solidFill>
                  <a:srgbClr val="4E3629"/>
                </a:solidFill>
                <a:latin typeface="Calibri"/>
                <a:cs typeface="Calibri"/>
              </a:rPr>
              <a:t> </a:t>
            </a:r>
            <a:r>
              <a:rPr dirty="0" sz="2800">
                <a:solidFill>
                  <a:srgbClr val="4E3629"/>
                </a:solidFill>
                <a:latin typeface="Calibri"/>
                <a:cs typeface="Calibri"/>
              </a:rPr>
              <a:t>de</a:t>
            </a:r>
            <a:r>
              <a:rPr dirty="0" sz="2800" spc="-60">
                <a:solidFill>
                  <a:srgbClr val="4E3629"/>
                </a:solidFill>
                <a:latin typeface="Calibri"/>
                <a:cs typeface="Calibri"/>
              </a:rPr>
              <a:t> </a:t>
            </a:r>
            <a:r>
              <a:rPr dirty="0" sz="2800">
                <a:solidFill>
                  <a:srgbClr val="4E3629"/>
                </a:solidFill>
                <a:latin typeface="Calibri"/>
                <a:cs typeface="Calibri"/>
              </a:rPr>
              <a:t>dato</a:t>
            </a:r>
            <a:r>
              <a:rPr dirty="0" sz="2800" spc="-60">
                <a:solidFill>
                  <a:srgbClr val="4E3629"/>
                </a:solidFill>
                <a:latin typeface="Calibri"/>
                <a:cs typeface="Calibri"/>
              </a:rPr>
              <a:t> </a:t>
            </a:r>
            <a:r>
              <a:rPr dirty="0" sz="2800">
                <a:solidFill>
                  <a:srgbClr val="4E3629"/>
                </a:solidFill>
                <a:latin typeface="Calibri"/>
                <a:cs typeface="Calibri"/>
              </a:rPr>
              <a:t>de</a:t>
            </a:r>
            <a:r>
              <a:rPr dirty="0" sz="2800" spc="-50">
                <a:solidFill>
                  <a:srgbClr val="4E3629"/>
                </a:solidFill>
                <a:latin typeface="Calibri"/>
                <a:cs typeface="Calibri"/>
              </a:rPr>
              <a:t> </a:t>
            </a:r>
            <a:r>
              <a:rPr dirty="0" sz="2800">
                <a:solidFill>
                  <a:srgbClr val="4E3629"/>
                </a:solidFill>
                <a:latin typeface="Calibri"/>
                <a:cs typeface="Calibri"/>
              </a:rPr>
              <a:t>forma</a:t>
            </a:r>
            <a:r>
              <a:rPr dirty="0" sz="2800" spc="-55">
                <a:solidFill>
                  <a:srgbClr val="4E3629"/>
                </a:solidFill>
                <a:latin typeface="Calibri"/>
                <a:cs typeface="Calibri"/>
              </a:rPr>
              <a:t> </a:t>
            </a:r>
            <a:r>
              <a:rPr dirty="0" sz="2800" spc="-10">
                <a:solidFill>
                  <a:srgbClr val="4E3629"/>
                </a:solidFill>
                <a:latin typeface="Calibri"/>
                <a:cs typeface="Calibri"/>
              </a:rPr>
              <a:t>diferente</a:t>
            </a:r>
            <a:r>
              <a:rPr dirty="0" sz="2800" spc="-50">
                <a:solidFill>
                  <a:srgbClr val="4E3629"/>
                </a:solidFill>
                <a:latin typeface="Calibri"/>
                <a:cs typeface="Calibri"/>
              </a:rPr>
              <a:t> </a:t>
            </a:r>
            <a:r>
              <a:rPr dirty="0" sz="2800">
                <a:solidFill>
                  <a:srgbClr val="4E3629"/>
                </a:solidFill>
                <a:latin typeface="Calibri"/>
                <a:cs typeface="Calibri"/>
              </a:rPr>
              <a:t>a</a:t>
            </a:r>
            <a:r>
              <a:rPr dirty="0" sz="2800" spc="-65">
                <a:solidFill>
                  <a:srgbClr val="4E3629"/>
                </a:solidFill>
                <a:latin typeface="Calibri"/>
                <a:cs typeface="Calibri"/>
              </a:rPr>
              <a:t> </a:t>
            </a:r>
            <a:r>
              <a:rPr dirty="0" sz="2800" spc="-10">
                <a:solidFill>
                  <a:srgbClr val="4E3629"/>
                </a:solidFill>
                <a:latin typeface="Calibri"/>
                <a:cs typeface="Calibri"/>
              </a:rPr>
              <a:t>valores </a:t>
            </a:r>
            <a:r>
              <a:rPr dirty="0" sz="2800" spc="-10">
                <a:solidFill>
                  <a:srgbClr val="4E3629"/>
                </a:solidFill>
                <a:latin typeface="Calibri"/>
                <a:cs typeface="Calibri"/>
              </a:rPr>
              <a:t>	</a:t>
            </a:r>
            <a:r>
              <a:rPr dirty="0" sz="2800">
                <a:solidFill>
                  <a:srgbClr val="4E3629"/>
                </a:solidFill>
                <a:latin typeface="Calibri"/>
                <a:cs typeface="Calibri"/>
              </a:rPr>
              <a:t>de</a:t>
            </a:r>
            <a:r>
              <a:rPr dirty="0" sz="2800" spc="-50">
                <a:solidFill>
                  <a:srgbClr val="4E3629"/>
                </a:solidFill>
                <a:latin typeface="Calibri"/>
                <a:cs typeface="Calibri"/>
              </a:rPr>
              <a:t> </a:t>
            </a:r>
            <a:r>
              <a:rPr dirty="0" sz="2800">
                <a:solidFill>
                  <a:srgbClr val="4E3629"/>
                </a:solidFill>
                <a:latin typeface="Calibri"/>
                <a:cs typeface="Calibri"/>
              </a:rPr>
              <a:t>otro</a:t>
            </a:r>
            <a:r>
              <a:rPr dirty="0" sz="2800" spc="-60">
                <a:solidFill>
                  <a:srgbClr val="4E3629"/>
                </a:solidFill>
                <a:latin typeface="Calibri"/>
                <a:cs typeface="Calibri"/>
              </a:rPr>
              <a:t> </a:t>
            </a:r>
            <a:r>
              <a:rPr dirty="0" sz="2800">
                <a:solidFill>
                  <a:srgbClr val="4E3629"/>
                </a:solidFill>
                <a:latin typeface="Calibri"/>
                <a:cs typeface="Calibri"/>
              </a:rPr>
              <a:t>tipo</a:t>
            </a:r>
            <a:r>
              <a:rPr dirty="0" sz="2800" spc="-45">
                <a:solidFill>
                  <a:srgbClr val="4E3629"/>
                </a:solidFill>
                <a:latin typeface="Calibri"/>
                <a:cs typeface="Calibri"/>
              </a:rPr>
              <a:t> </a:t>
            </a:r>
            <a:r>
              <a:rPr dirty="0" sz="2800">
                <a:solidFill>
                  <a:srgbClr val="4E3629"/>
                </a:solidFill>
                <a:latin typeface="Calibri"/>
                <a:cs typeface="Calibri"/>
              </a:rPr>
              <a:t>de</a:t>
            </a:r>
            <a:r>
              <a:rPr dirty="0" sz="2800" spc="-45">
                <a:solidFill>
                  <a:srgbClr val="4E3629"/>
                </a:solidFill>
                <a:latin typeface="Calibri"/>
                <a:cs typeface="Calibri"/>
              </a:rPr>
              <a:t> </a:t>
            </a:r>
            <a:r>
              <a:rPr dirty="0" sz="2800" spc="-20">
                <a:solidFill>
                  <a:srgbClr val="4E3629"/>
                </a:solidFill>
                <a:latin typeface="Calibri"/>
                <a:cs typeface="Calibri"/>
              </a:rPr>
              <a:t>dato</a:t>
            </a:r>
            <a:endParaRPr sz="2800">
              <a:latin typeface="Calibri"/>
              <a:cs typeface="Calibri"/>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prstGeom prst="rect"/>
        </p:spPr>
        <p:txBody>
          <a:bodyPr wrap="square" lIns="0" tIns="12700" rIns="0" bIns="0" rtlCol="0" vert="horz">
            <a:spAutoFit/>
          </a:bodyPr>
          <a:lstStyle/>
          <a:p>
            <a:pPr marL="12700">
              <a:lnSpc>
                <a:spcPct val="100000"/>
              </a:lnSpc>
              <a:spcBef>
                <a:spcPts val="100"/>
              </a:spcBef>
            </a:pPr>
            <a:r>
              <a:rPr dirty="0"/>
              <a:t>Visión</a:t>
            </a:r>
            <a:r>
              <a:rPr dirty="0" spc="-55"/>
              <a:t> </a:t>
            </a:r>
            <a:r>
              <a:rPr dirty="0"/>
              <a:t>General</a:t>
            </a:r>
            <a:r>
              <a:rPr dirty="0" spc="-65"/>
              <a:t> </a:t>
            </a:r>
            <a:r>
              <a:rPr dirty="0"/>
              <a:t>de</a:t>
            </a:r>
            <a:r>
              <a:rPr dirty="0" spc="-55"/>
              <a:t> </a:t>
            </a:r>
            <a:r>
              <a:rPr dirty="0"/>
              <a:t>Tipo</a:t>
            </a:r>
            <a:r>
              <a:rPr dirty="0" spc="-50"/>
              <a:t> </a:t>
            </a:r>
            <a:r>
              <a:rPr dirty="0"/>
              <a:t>de</a:t>
            </a:r>
            <a:r>
              <a:rPr dirty="0" spc="-75"/>
              <a:t> </a:t>
            </a:r>
            <a:r>
              <a:rPr dirty="0" spc="-20"/>
              <a:t>Dato</a:t>
            </a:r>
          </a:p>
        </p:txBody>
      </p:sp>
      <p:sp>
        <p:nvSpPr>
          <p:cNvPr id="4" name="object 4" descr=""/>
          <p:cNvSpPr txBox="1">
            <a:spLocks noGrp="1"/>
          </p:cNvSpPr>
          <p:nvPr>
            <p:ph type="dt" idx="6" sz="half"/>
          </p:nvPr>
        </p:nvSpPr>
        <p:spPr>
          <a:prstGeom prst="rect"/>
        </p:spPr>
        <p:txBody>
          <a:bodyPr wrap="square" lIns="0" tIns="0" rIns="0" bIns="0" rtlCol="0" vert="horz">
            <a:spAutoFit/>
          </a:bodyPr>
          <a:lstStyle/>
          <a:p>
            <a:pPr marL="12700">
              <a:lnSpc>
                <a:spcPts val="855"/>
              </a:lnSpc>
            </a:pPr>
            <a:r>
              <a:rPr dirty="0"/>
              <a:t>DP</a:t>
            </a:r>
            <a:r>
              <a:rPr dirty="0" spc="-10"/>
              <a:t> </a:t>
            </a:r>
            <a:r>
              <a:rPr dirty="0"/>
              <a:t>13-</a:t>
            </a:r>
            <a:r>
              <a:rPr dirty="0" spc="-50"/>
              <a:t>2</a:t>
            </a:r>
          </a:p>
          <a:p>
            <a:pPr marL="12700">
              <a:lnSpc>
                <a:spcPts val="965"/>
              </a:lnSpc>
            </a:pPr>
            <a:r>
              <a:rPr dirty="0"/>
              <a:t>Uso</a:t>
            </a:r>
            <a:r>
              <a:rPr dirty="0" spc="-30"/>
              <a:t> </a:t>
            </a:r>
            <a:r>
              <a:rPr dirty="0"/>
              <a:t>de</a:t>
            </a:r>
            <a:r>
              <a:rPr dirty="0" spc="-20"/>
              <a:t> </a:t>
            </a:r>
            <a:r>
              <a:rPr dirty="0"/>
              <a:t>Tipos</a:t>
            </a:r>
            <a:r>
              <a:rPr dirty="0" spc="-20"/>
              <a:t> </a:t>
            </a:r>
            <a:r>
              <a:rPr dirty="0"/>
              <a:t>de</a:t>
            </a:r>
            <a:r>
              <a:rPr dirty="0" spc="-15"/>
              <a:t> </a:t>
            </a:r>
            <a:r>
              <a:rPr dirty="0" spc="-20"/>
              <a:t>Dato</a:t>
            </a:r>
          </a:p>
        </p:txBody>
      </p:sp>
      <p:sp>
        <p:nvSpPr>
          <p:cNvPr id="5" name="object 5" descr=""/>
          <p:cNvSpPr txBox="1">
            <a:spLocks noGrp="1"/>
          </p:cNvSpPr>
          <p:nvPr>
            <p:ph type="ftr" idx="5" sz="quarter"/>
          </p:nvPr>
        </p:nvSpPr>
        <p:spPr>
          <a:prstGeom prst="rect"/>
        </p:spPr>
        <p:txBody>
          <a:bodyPr wrap="square" lIns="0" tIns="0" rIns="0" bIns="0" rtlCol="0" vert="horz">
            <a:spAutoFit/>
          </a:bodyPr>
          <a:lstStyle/>
          <a:p>
            <a:pPr marL="12700">
              <a:lnSpc>
                <a:spcPts val="910"/>
              </a:lnSpc>
            </a:pPr>
            <a:r>
              <a:rPr dirty="0"/>
              <a:t>Copyright</a:t>
            </a:r>
            <a:r>
              <a:rPr dirty="0" spc="-35"/>
              <a:t> </a:t>
            </a:r>
            <a:r>
              <a:rPr dirty="0"/>
              <a:t>©</a:t>
            </a:r>
            <a:r>
              <a:rPr dirty="0" spc="-40"/>
              <a:t> </a:t>
            </a:r>
            <a:r>
              <a:rPr dirty="0"/>
              <a:t>2020,</a:t>
            </a:r>
            <a:r>
              <a:rPr dirty="0" spc="-45"/>
              <a:t> </a:t>
            </a:r>
            <a:r>
              <a:rPr dirty="0"/>
              <a:t>Oracle</a:t>
            </a:r>
            <a:r>
              <a:rPr dirty="0" spc="-30"/>
              <a:t> </a:t>
            </a:r>
            <a:r>
              <a:rPr dirty="0"/>
              <a:t>y/o</a:t>
            </a:r>
            <a:r>
              <a:rPr dirty="0" spc="-30"/>
              <a:t> </a:t>
            </a:r>
            <a:r>
              <a:rPr dirty="0"/>
              <a:t>sus</a:t>
            </a:r>
            <a:r>
              <a:rPr dirty="0" spc="-35"/>
              <a:t> </a:t>
            </a:r>
            <a:r>
              <a:rPr dirty="0"/>
              <a:t>filiales.</a:t>
            </a:r>
            <a:r>
              <a:rPr dirty="0" spc="-10"/>
              <a:t> </a:t>
            </a:r>
            <a:r>
              <a:rPr dirty="0"/>
              <a:t>Todos</a:t>
            </a:r>
            <a:r>
              <a:rPr dirty="0" spc="-35"/>
              <a:t> </a:t>
            </a:r>
            <a:r>
              <a:rPr dirty="0"/>
              <a:t>los</a:t>
            </a:r>
            <a:r>
              <a:rPr dirty="0" spc="-25"/>
              <a:t> </a:t>
            </a:r>
            <a:r>
              <a:rPr dirty="0"/>
              <a:t>derechos</a:t>
            </a:r>
            <a:r>
              <a:rPr dirty="0" spc="-5"/>
              <a:t> </a:t>
            </a:r>
            <a:r>
              <a:rPr dirty="0" spc="-10"/>
              <a:t>reservados.</a:t>
            </a:r>
          </a:p>
        </p:txBody>
      </p:sp>
      <p:sp>
        <p:nvSpPr>
          <p:cNvPr id="6" name="object 6" descr=""/>
          <p:cNvSpPr txBox="1">
            <a:spLocks noGrp="1"/>
          </p:cNvSpPr>
          <p:nvPr>
            <p:ph type="sldNum" idx="7" sz="quarter"/>
          </p:nvPr>
        </p:nvSpPr>
        <p:spPr>
          <a:prstGeom prst="rect"/>
        </p:spPr>
        <p:txBody>
          <a:bodyPr wrap="square" lIns="0" tIns="0" rIns="0" bIns="0" rtlCol="0" vert="horz">
            <a:spAutoFit/>
          </a:bodyPr>
          <a:lstStyle/>
          <a:p>
            <a:pPr marL="12700">
              <a:lnSpc>
                <a:spcPts val="910"/>
              </a:lnSpc>
            </a:pPr>
            <a:r>
              <a:rPr dirty="0" spc="-25"/>
              <a:t>6</a:t>
            </a:r>
          </a:p>
        </p:txBody>
      </p:sp>
      <p:sp>
        <p:nvSpPr>
          <p:cNvPr id="3" name="object 3" descr=""/>
          <p:cNvSpPr txBox="1"/>
          <p:nvPr/>
        </p:nvSpPr>
        <p:spPr>
          <a:xfrm>
            <a:off x="483552" y="1393401"/>
            <a:ext cx="7921625" cy="4286885"/>
          </a:xfrm>
          <a:prstGeom prst="rect">
            <a:avLst/>
          </a:prstGeom>
        </p:spPr>
        <p:txBody>
          <a:bodyPr wrap="square" lIns="0" tIns="34290" rIns="0" bIns="0" rtlCol="0" vert="horz">
            <a:spAutoFit/>
          </a:bodyPr>
          <a:lstStyle/>
          <a:p>
            <a:pPr marL="183515" indent="-170815">
              <a:lnSpc>
                <a:spcPct val="100000"/>
              </a:lnSpc>
              <a:spcBef>
                <a:spcPts val="270"/>
              </a:spcBef>
              <a:buClr>
                <a:srgbClr val="D1350F"/>
              </a:buClr>
              <a:buFont typeface="Arial MT"/>
              <a:buChar char="•"/>
              <a:tabLst>
                <a:tab pos="183515" algn="l"/>
              </a:tabLst>
            </a:pPr>
            <a:r>
              <a:rPr dirty="0" sz="2800">
                <a:solidFill>
                  <a:srgbClr val="4E3629"/>
                </a:solidFill>
                <a:latin typeface="Calibri"/>
                <a:cs typeface="Calibri"/>
              </a:rPr>
              <a:t>Los</a:t>
            </a:r>
            <a:r>
              <a:rPr dirty="0" sz="2800" spc="-65">
                <a:solidFill>
                  <a:srgbClr val="4E3629"/>
                </a:solidFill>
                <a:latin typeface="Calibri"/>
                <a:cs typeface="Calibri"/>
              </a:rPr>
              <a:t> </a:t>
            </a:r>
            <a:r>
              <a:rPr dirty="0" sz="2800" spc="-10">
                <a:solidFill>
                  <a:srgbClr val="4E3629"/>
                </a:solidFill>
                <a:latin typeface="Calibri"/>
                <a:cs typeface="Calibri"/>
              </a:rPr>
              <a:t>distintos</a:t>
            </a:r>
            <a:r>
              <a:rPr dirty="0" sz="2800" spc="-40">
                <a:solidFill>
                  <a:srgbClr val="4E3629"/>
                </a:solidFill>
                <a:latin typeface="Calibri"/>
                <a:cs typeface="Calibri"/>
              </a:rPr>
              <a:t> </a:t>
            </a:r>
            <a:r>
              <a:rPr dirty="0" sz="2800">
                <a:solidFill>
                  <a:srgbClr val="4E3629"/>
                </a:solidFill>
                <a:latin typeface="Calibri"/>
                <a:cs typeface="Calibri"/>
              </a:rPr>
              <a:t>tipos</a:t>
            </a:r>
            <a:r>
              <a:rPr dirty="0" sz="2800" spc="-50">
                <a:solidFill>
                  <a:srgbClr val="4E3629"/>
                </a:solidFill>
                <a:latin typeface="Calibri"/>
                <a:cs typeface="Calibri"/>
              </a:rPr>
              <a:t> </a:t>
            </a:r>
            <a:r>
              <a:rPr dirty="0" sz="2800">
                <a:solidFill>
                  <a:srgbClr val="4E3629"/>
                </a:solidFill>
                <a:latin typeface="Calibri"/>
                <a:cs typeface="Calibri"/>
              </a:rPr>
              <a:t>de</a:t>
            </a:r>
            <a:r>
              <a:rPr dirty="0" sz="2800" spc="-65">
                <a:solidFill>
                  <a:srgbClr val="4E3629"/>
                </a:solidFill>
                <a:latin typeface="Calibri"/>
                <a:cs typeface="Calibri"/>
              </a:rPr>
              <a:t> </a:t>
            </a:r>
            <a:r>
              <a:rPr dirty="0" sz="2800">
                <a:solidFill>
                  <a:srgbClr val="4E3629"/>
                </a:solidFill>
                <a:latin typeface="Calibri"/>
                <a:cs typeface="Calibri"/>
              </a:rPr>
              <a:t>dato</a:t>
            </a:r>
            <a:r>
              <a:rPr dirty="0" sz="2800" spc="-70">
                <a:solidFill>
                  <a:srgbClr val="4E3629"/>
                </a:solidFill>
                <a:latin typeface="Calibri"/>
                <a:cs typeface="Calibri"/>
              </a:rPr>
              <a:t> </a:t>
            </a:r>
            <a:r>
              <a:rPr dirty="0" sz="2800">
                <a:solidFill>
                  <a:srgbClr val="4E3629"/>
                </a:solidFill>
                <a:latin typeface="Calibri"/>
                <a:cs typeface="Calibri"/>
              </a:rPr>
              <a:t>ofrecen</a:t>
            </a:r>
            <a:r>
              <a:rPr dirty="0" sz="2800" spc="-75">
                <a:solidFill>
                  <a:srgbClr val="4E3629"/>
                </a:solidFill>
                <a:latin typeface="Calibri"/>
                <a:cs typeface="Calibri"/>
              </a:rPr>
              <a:t> </a:t>
            </a:r>
            <a:r>
              <a:rPr dirty="0" sz="2800">
                <a:solidFill>
                  <a:srgbClr val="4E3629"/>
                </a:solidFill>
                <a:latin typeface="Calibri"/>
                <a:cs typeface="Calibri"/>
              </a:rPr>
              <a:t>varias</a:t>
            </a:r>
            <a:r>
              <a:rPr dirty="0" sz="2800" spc="-75">
                <a:solidFill>
                  <a:srgbClr val="4E3629"/>
                </a:solidFill>
                <a:latin typeface="Calibri"/>
                <a:cs typeface="Calibri"/>
              </a:rPr>
              <a:t> </a:t>
            </a:r>
            <a:r>
              <a:rPr dirty="0" sz="2800" spc="-10">
                <a:solidFill>
                  <a:srgbClr val="4E3629"/>
                </a:solidFill>
                <a:latin typeface="Calibri"/>
                <a:cs typeface="Calibri"/>
              </a:rPr>
              <a:t>ventajas:</a:t>
            </a:r>
            <a:endParaRPr sz="2800">
              <a:latin typeface="Calibri"/>
              <a:cs typeface="Calibri"/>
            </a:endParaRPr>
          </a:p>
          <a:p>
            <a:pPr marL="530860" marR="1217930" indent="-175260">
              <a:lnSpc>
                <a:spcPts val="2590"/>
              </a:lnSpc>
              <a:spcBef>
                <a:spcPts val="475"/>
              </a:spcBef>
            </a:pPr>
            <a:r>
              <a:rPr dirty="0" sz="2400">
                <a:solidFill>
                  <a:srgbClr val="D1350F"/>
                </a:solidFill>
                <a:latin typeface="Calibri"/>
                <a:cs typeface="Calibri"/>
              </a:rPr>
              <a:t>−</a:t>
            </a:r>
            <a:r>
              <a:rPr dirty="0" sz="2400">
                <a:solidFill>
                  <a:srgbClr val="4E3629"/>
                </a:solidFill>
                <a:latin typeface="Calibri"/>
                <a:cs typeface="Calibri"/>
              </a:rPr>
              <a:t>Las</a:t>
            </a:r>
            <a:r>
              <a:rPr dirty="0" sz="2400" spc="-15">
                <a:solidFill>
                  <a:srgbClr val="4E3629"/>
                </a:solidFill>
                <a:latin typeface="Calibri"/>
                <a:cs typeface="Calibri"/>
              </a:rPr>
              <a:t> </a:t>
            </a:r>
            <a:r>
              <a:rPr dirty="0" sz="2400">
                <a:solidFill>
                  <a:srgbClr val="4E3629"/>
                </a:solidFill>
                <a:latin typeface="Calibri"/>
                <a:cs typeface="Calibri"/>
              </a:rPr>
              <a:t>columnas</a:t>
            </a:r>
            <a:r>
              <a:rPr dirty="0" sz="2400" spc="-25">
                <a:solidFill>
                  <a:srgbClr val="4E3629"/>
                </a:solidFill>
                <a:latin typeface="Calibri"/>
                <a:cs typeface="Calibri"/>
              </a:rPr>
              <a:t> </a:t>
            </a:r>
            <a:r>
              <a:rPr dirty="0" sz="2400">
                <a:solidFill>
                  <a:srgbClr val="4E3629"/>
                </a:solidFill>
                <a:latin typeface="Calibri"/>
                <a:cs typeface="Calibri"/>
              </a:rPr>
              <a:t>de</a:t>
            </a:r>
            <a:r>
              <a:rPr dirty="0" sz="2400" spc="-5">
                <a:solidFill>
                  <a:srgbClr val="4E3629"/>
                </a:solidFill>
                <a:latin typeface="Calibri"/>
                <a:cs typeface="Calibri"/>
              </a:rPr>
              <a:t> </a:t>
            </a:r>
            <a:r>
              <a:rPr dirty="0" sz="2400">
                <a:solidFill>
                  <a:srgbClr val="4E3629"/>
                </a:solidFill>
                <a:latin typeface="Calibri"/>
                <a:cs typeface="Calibri"/>
              </a:rPr>
              <a:t>un</a:t>
            </a:r>
            <a:r>
              <a:rPr dirty="0" sz="2400" spc="5">
                <a:solidFill>
                  <a:srgbClr val="4E3629"/>
                </a:solidFill>
                <a:latin typeface="Calibri"/>
                <a:cs typeface="Calibri"/>
              </a:rPr>
              <a:t> </a:t>
            </a:r>
            <a:r>
              <a:rPr dirty="0" sz="2400">
                <a:solidFill>
                  <a:srgbClr val="4E3629"/>
                </a:solidFill>
                <a:latin typeface="Calibri"/>
                <a:cs typeface="Calibri"/>
              </a:rPr>
              <a:t>solo</a:t>
            </a:r>
            <a:r>
              <a:rPr dirty="0" sz="2400" spc="-15">
                <a:solidFill>
                  <a:srgbClr val="4E3629"/>
                </a:solidFill>
                <a:latin typeface="Calibri"/>
                <a:cs typeface="Calibri"/>
              </a:rPr>
              <a:t> </a:t>
            </a:r>
            <a:r>
              <a:rPr dirty="0" sz="2400">
                <a:solidFill>
                  <a:srgbClr val="4E3629"/>
                </a:solidFill>
                <a:latin typeface="Calibri"/>
                <a:cs typeface="Calibri"/>
              </a:rPr>
              <a:t>tipo</a:t>
            </a:r>
            <a:r>
              <a:rPr dirty="0" sz="2400" spc="-15">
                <a:solidFill>
                  <a:srgbClr val="4E3629"/>
                </a:solidFill>
                <a:latin typeface="Calibri"/>
                <a:cs typeface="Calibri"/>
              </a:rPr>
              <a:t> </a:t>
            </a:r>
            <a:r>
              <a:rPr dirty="0" sz="2400" spc="-10">
                <a:solidFill>
                  <a:srgbClr val="4E3629"/>
                </a:solidFill>
                <a:latin typeface="Calibri"/>
                <a:cs typeface="Calibri"/>
              </a:rPr>
              <a:t>producen</a:t>
            </a:r>
            <a:r>
              <a:rPr dirty="0" sz="2400" spc="-20">
                <a:solidFill>
                  <a:srgbClr val="4E3629"/>
                </a:solidFill>
                <a:latin typeface="Calibri"/>
                <a:cs typeface="Calibri"/>
              </a:rPr>
              <a:t> </a:t>
            </a:r>
            <a:r>
              <a:rPr dirty="0" sz="2400" spc="-10">
                <a:solidFill>
                  <a:srgbClr val="4E3629"/>
                </a:solidFill>
                <a:latin typeface="Calibri"/>
                <a:cs typeface="Calibri"/>
              </a:rPr>
              <a:t>resultados consistentes</a:t>
            </a:r>
            <a:endParaRPr sz="2400">
              <a:latin typeface="Calibri"/>
              <a:cs typeface="Calibri"/>
            </a:endParaRPr>
          </a:p>
          <a:p>
            <a:pPr marL="530860" marR="363855" indent="-175260">
              <a:lnSpc>
                <a:spcPts val="2590"/>
              </a:lnSpc>
              <a:spcBef>
                <a:spcPts val="400"/>
              </a:spcBef>
            </a:pPr>
            <a:r>
              <a:rPr dirty="0" sz="2400">
                <a:solidFill>
                  <a:srgbClr val="D1350F"/>
                </a:solidFill>
                <a:latin typeface="Calibri"/>
                <a:cs typeface="Calibri"/>
              </a:rPr>
              <a:t>−</a:t>
            </a:r>
            <a:r>
              <a:rPr dirty="0" sz="2400">
                <a:solidFill>
                  <a:srgbClr val="4E3629"/>
                </a:solidFill>
                <a:latin typeface="Calibri"/>
                <a:cs typeface="Calibri"/>
              </a:rPr>
              <a:t>Por</a:t>
            </a:r>
            <a:r>
              <a:rPr dirty="0" sz="2400" spc="-35">
                <a:solidFill>
                  <a:srgbClr val="4E3629"/>
                </a:solidFill>
                <a:latin typeface="Calibri"/>
                <a:cs typeface="Calibri"/>
              </a:rPr>
              <a:t> </a:t>
            </a:r>
            <a:r>
              <a:rPr dirty="0" sz="2400">
                <a:solidFill>
                  <a:srgbClr val="4E3629"/>
                </a:solidFill>
                <a:latin typeface="Calibri"/>
                <a:cs typeface="Calibri"/>
              </a:rPr>
              <a:t>ejemplo,</a:t>
            </a:r>
            <a:r>
              <a:rPr dirty="0" sz="2400" spc="-35">
                <a:solidFill>
                  <a:srgbClr val="4E3629"/>
                </a:solidFill>
                <a:latin typeface="Calibri"/>
                <a:cs typeface="Calibri"/>
              </a:rPr>
              <a:t> </a:t>
            </a:r>
            <a:r>
              <a:rPr dirty="0" sz="2400">
                <a:solidFill>
                  <a:srgbClr val="4E3629"/>
                </a:solidFill>
                <a:latin typeface="Calibri"/>
                <a:cs typeface="Calibri"/>
              </a:rPr>
              <a:t>las</a:t>
            </a:r>
            <a:r>
              <a:rPr dirty="0" sz="2400" spc="-55">
                <a:solidFill>
                  <a:srgbClr val="4E3629"/>
                </a:solidFill>
                <a:latin typeface="Calibri"/>
                <a:cs typeface="Calibri"/>
              </a:rPr>
              <a:t> </a:t>
            </a:r>
            <a:r>
              <a:rPr dirty="0" sz="2400">
                <a:solidFill>
                  <a:srgbClr val="4E3629"/>
                </a:solidFill>
                <a:latin typeface="Calibri"/>
                <a:cs typeface="Calibri"/>
              </a:rPr>
              <a:t>columnas</a:t>
            </a:r>
            <a:r>
              <a:rPr dirty="0" sz="2400" spc="-40">
                <a:solidFill>
                  <a:srgbClr val="4E3629"/>
                </a:solidFill>
                <a:latin typeface="Calibri"/>
                <a:cs typeface="Calibri"/>
              </a:rPr>
              <a:t> </a:t>
            </a:r>
            <a:r>
              <a:rPr dirty="0" sz="2400">
                <a:solidFill>
                  <a:srgbClr val="4E3629"/>
                </a:solidFill>
                <a:latin typeface="Calibri"/>
                <a:cs typeface="Calibri"/>
              </a:rPr>
              <a:t>del</a:t>
            </a:r>
            <a:r>
              <a:rPr dirty="0" sz="2400" spc="-45">
                <a:solidFill>
                  <a:srgbClr val="4E3629"/>
                </a:solidFill>
                <a:latin typeface="Calibri"/>
                <a:cs typeface="Calibri"/>
              </a:rPr>
              <a:t> </a:t>
            </a:r>
            <a:r>
              <a:rPr dirty="0" sz="2400">
                <a:solidFill>
                  <a:srgbClr val="4E3629"/>
                </a:solidFill>
                <a:latin typeface="Calibri"/>
                <a:cs typeface="Calibri"/>
              </a:rPr>
              <a:t>tipo</a:t>
            </a:r>
            <a:r>
              <a:rPr dirty="0" sz="2400" spc="-40">
                <a:solidFill>
                  <a:srgbClr val="4E3629"/>
                </a:solidFill>
                <a:latin typeface="Calibri"/>
                <a:cs typeface="Calibri"/>
              </a:rPr>
              <a:t> </a:t>
            </a:r>
            <a:r>
              <a:rPr dirty="0" sz="2400">
                <a:solidFill>
                  <a:srgbClr val="4E3629"/>
                </a:solidFill>
                <a:latin typeface="Calibri"/>
                <a:cs typeface="Calibri"/>
              </a:rPr>
              <a:t>de</a:t>
            </a:r>
            <a:r>
              <a:rPr dirty="0" sz="2400" spc="-35">
                <a:solidFill>
                  <a:srgbClr val="4E3629"/>
                </a:solidFill>
                <a:latin typeface="Calibri"/>
                <a:cs typeface="Calibri"/>
              </a:rPr>
              <a:t> </a:t>
            </a:r>
            <a:r>
              <a:rPr dirty="0" sz="2400">
                <a:solidFill>
                  <a:srgbClr val="4E3629"/>
                </a:solidFill>
                <a:latin typeface="Calibri"/>
                <a:cs typeface="Calibri"/>
              </a:rPr>
              <a:t>dato</a:t>
            </a:r>
            <a:r>
              <a:rPr dirty="0" sz="2400" spc="-40">
                <a:solidFill>
                  <a:srgbClr val="4E3629"/>
                </a:solidFill>
                <a:latin typeface="Calibri"/>
                <a:cs typeface="Calibri"/>
              </a:rPr>
              <a:t> </a:t>
            </a:r>
            <a:r>
              <a:rPr dirty="0" sz="2400" spc="-45">
                <a:solidFill>
                  <a:srgbClr val="4E3629"/>
                </a:solidFill>
                <a:latin typeface="Calibri"/>
                <a:cs typeface="Calibri"/>
              </a:rPr>
              <a:t>DATE</a:t>
            </a:r>
            <a:r>
              <a:rPr dirty="0" sz="2400" spc="-25">
                <a:solidFill>
                  <a:srgbClr val="4E3629"/>
                </a:solidFill>
                <a:latin typeface="Calibri"/>
                <a:cs typeface="Calibri"/>
              </a:rPr>
              <a:t> </a:t>
            </a:r>
            <a:r>
              <a:rPr dirty="0" sz="2400" spc="-10">
                <a:solidFill>
                  <a:srgbClr val="4E3629"/>
                </a:solidFill>
                <a:latin typeface="Calibri"/>
                <a:cs typeface="Calibri"/>
              </a:rPr>
              <a:t>siempre </a:t>
            </a:r>
            <a:r>
              <a:rPr dirty="0" sz="2400">
                <a:solidFill>
                  <a:srgbClr val="4E3629"/>
                </a:solidFill>
                <a:latin typeface="Calibri"/>
                <a:cs typeface="Calibri"/>
              </a:rPr>
              <a:t>producen</a:t>
            </a:r>
            <a:r>
              <a:rPr dirty="0" sz="2400" spc="-95">
                <a:solidFill>
                  <a:srgbClr val="4E3629"/>
                </a:solidFill>
                <a:latin typeface="Calibri"/>
                <a:cs typeface="Calibri"/>
              </a:rPr>
              <a:t> </a:t>
            </a:r>
            <a:r>
              <a:rPr dirty="0" sz="2400">
                <a:solidFill>
                  <a:srgbClr val="4E3629"/>
                </a:solidFill>
                <a:latin typeface="Calibri"/>
                <a:cs typeface="Calibri"/>
              </a:rPr>
              <a:t>valores</a:t>
            </a:r>
            <a:r>
              <a:rPr dirty="0" sz="2400" spc="-95">
                <a:solidFill>
                  <a:srgbClr val="4E3629"/>
                </a:solidFill>
                <a:latin typeface="Calibri"/>
                <a:cs typeface="Calibri"/>
              </a:rPr>
              <a:t> </a:t>
            </a:r>
            <a:r>
              <a:rPr dirty="0" sz="2400">
                <a:solidFill>
                  <a:srgbClr val="4E3629"/>
                </a:solidFill>
                <a:latin typeface="Calibri"/>
                <a:cs typeface="Calibri"/>
              </a:rPr>
              <a:t>de</a:t>
            </a:r>
            <a:r>
              <a:rPr dirty="0" sz="2400" spc="-90">
                <a:solidFill>
                  <a:srgbClr val="4E3629"/>
                </a:solidFill>
                <a:latin typeface="Calibri"/>
                <a:cs typeface="Calibri"/>
              </a:rPr>
              <a:t> </a:t>
            </a:r>
            <a:r>
              <a:rPr dirty="0" sz="2400" spc="-10">
                <a:solidFill>
                  <a:srgbClr val="4E3629"/>
                </a:solidFill>
                <a:latin typeface="Calibri"/>
                <a:cs typeface="Calibri"/>
              </a:rPr>
              <a:t>fecha</a:t>
            </a:r>
            <a:endParaRPr sz="2400">
              <a:latin typeface="Calibri"/>
              <a:cs typeface="Calibri"/>
            </a:endParaRPr>
          </a:p>
          <a:p>
            <a:pPr marL="530860" marR="224154" indent="-175260">
              <a:lnSpc>
                <a:spcPts val="2590"/>
              </a:lnSpc>
              <a:spcBef>
                <a:spcPts val="400"/>
              </a:spcBef>
            </a:pPr>
            <a:r>
              <a:rPr dirty="0" sz="2400">
                <a:solidFill>
                  <a:srgbClr val="D1350F"/>
                </a:solidFill>
                <a:latin typeface="Calibri"/>
                <a:cs typeface="Calibri"/>
              </a:rPr>
              <a:t>−</a:t>
            </a:r>
            <a:r>
              <a:rPr dirty="0" sz="2400">
                <a:solidFill>
                  <a:srgbClr val="4E3629"/>
                </a:solidFill>
                <a:latin typeface="Calibri"/>
                <a:cs typeface="Calibri"/>
              </a:rPr>
              <a:t>No</a:t>
            </a:r>
            <a:r>
              <a:rPr dirty="0" sz="2400" spc="-40">
                <a:solidFill>
                  <a:srgbClr val="4E3629"/>
                </a:solidFill>
                <a:latin typeface="Calibri"/>
                <a:cs typeface="Calibri"/>
              </a:rPr>
              <a:t> </a:t>
            </a:r>
            <a:r>
              <a:rPr dirty="0" sz="2400">
                <a:solidFill>
                  <a:srgbClr val="4E3629"/>
                </a:solidFill>
                <a:latin typeface="Calibri"/>
                <a:cs typeface="Calibri"/>
              </a:rPr>
              <a:t>se</a:t>
            </a:r>
            <a:r>
              <a:rPr dirty="0" sz="2400" spc="-25">
                <a:solidFill>
                  <a:srgbClr val="4E3629"/>
                </a:solidFill>
                <a:latin typeface="Calibri"/>
                <a:cs typeface="Calibri"/>
              </a:rPr>
              <a:t> </a:t>
            </a:r>
            <a:r>
              <a:rPr dirty="0" sz="2400">
                <a:solidFill>
                  <a:srgbClr val="4E3629"/>
                </a:solidFill>
                <a:latin typeface="Calibri"/>
                <a:cs typeface="Calibri"/>
              </a:rPr>
              <a:t>puede</a:t>
            </a:r>
            <a:r>
              <a:rPr dirty="0" sz="2400" spc="-15">
                <a:solidFill>
                  <a:srgbClr val="4E3629"/>
                </a:solidFill>
                <a:latin typeface="Calibri"/>
                <a:cs typeface="Calibri"/>
              </a:rPr>
              <a:t> </a:t>
            </a:r>
            <a:r>
              <a:rPr dirty="0" sz="2400">
                <a:solidFill>
                  <a:srgbClr val="4E3629"/>
                </a:solidFill>
                <a:latin typeface="Calibri"/>
                <a:cs typeface="Calibri"/>
              </a:rPr>
              <a:t>insertar</a:t>
            </a:r>
            <a:r>
              <a:rPr dirty="0" sz="2400" spc="-50">
                <a:solidFill>
                  <a:srgbClr val="4E3629"/>
                </a:solidFill>
                <a:latin typeface="Calibri"/>
                <a:cs typeface="Calibri"/>
              </a:rPr>
              <a:t> </a:t>
            </a:r>
            <a:r>
              <a:rPr dirty="0" sz="2400">
                <a:solidFill>
                  <a:srgbClr val="4E3629"/>
                </a:solidFill>
                <a:latin typeface="Calibri"/>
                <a:cs typeface="Calibri"/>
              </a:rPr>
              <a:t>el</a:t>
            </a:r>
            <a:r>
              <a:rPr dirty="0" sz="2400" spc="-30">
                <a:solidFill>
                  <a:srgbClr val="4E3629"/>
                </a:solidFill>
                <a:latin typeface="Calibri"/>
                <a:cs typeface="Calibri"/>
              </a:rPr>
              <a:t> </a:t>
            </a:r>
            <a:r>
              <a:rPr dirty="0" sz="2400">
                <a:solidFill>
                  <a:srgbClr val="4E3629"/>
                </a:solidFill>
                <a:latin typeface="Calibri"/>
                <a:cs typeface="Calibri"/>
              </a:rPr>
              <a:t>tipo</a:t>
            </a:r>
            <a:r>
              <a:rPr dirty="0" sz="2400" spc="-50">
                <a:solidFill>
                  <a:srgbClr val="4E3629"/>
                </a:solidFill>
                <a:latin typeface="Calibri"/>
                <a:cs typeface="Calibri"/>
              </a:rPr>
              <a:t> </a:t>
            </a:r>
            <a:r>
              <a:rPr dirty="0" sz="2400">
                <a:solidFill>
                  <a:srgbClr val="4E3629"/>
                </a:solidFill>
                <a:latin typeface="Calibri"/>
                <a:cs typeface="Calibri"/>
              </a:rPr>
              <a:t>de</a:t>
            </a:r>
            <a:r>
              <a:rPr dirty="0" sz="2400" spc="-25">
                <a:solidFill>
                  <a:srgbClr val="4E3629"/>
                </a:solidFill>
                <a:latin typeface="Calibri"/>
                <a:cs typeface="Calibri"/>
              </a:rPr>
              <a:t> </a:t>
            </a:r>
            <a:r>
              <a:rPr dirty="0" sz="2400">
                <a:solidFill>
                  <a:srgbClr val="4E3629"/>
                </a:solidFill>
                <a:latin typeface="Calibri"/>
                <a:cs typeface="Calibri"/>
              </a:rPr>
              <a:t>dato</a:t>
            </a:r>
            <a:r>
              <a:rPr dirty="0" sz="2400" spc="-40">
                <a:solidFill>
                  <a:srgbClr val="4E3629"/>
                </a:solidFill>
                <a:latin typeface="Calibri"/>
                <a:cs typeface="Calibri"/>
              </a:rPr>
              <a:t> </a:t>
            </a:r>
            <a:r>
              <a:rPr dirty="0" sz="2400">
                <a:solidFill>
                  <a:srgbClr val="4E3629"/>
                </a:solidFill>
                <a:latin typeface="Calibri"/>
                <a:cs typeface="Calibri"/>
              </a:rPr>
              <a:t>incorrecto</a:t>
            </a:r>
            <a:r>
              <a:rPr dirty="0" sz="2400" spc="-50">
                <a:solidFill>
                  <a:srgbClr val="4E3629"/>
                </a:solidFill>
                <a:latin typeface="Calibri"/>
                <a:cs typeface="Calibri"/>
              </a:rPr>
              <a:t> </a:t>
            </a:r>
            <a:r>
              <a:rPr dirty="0" sz="2400">
                <a:solidFill>
                  <a:srgbClr val="4E3629"/>
                </a:solidFill>
                <a:latin typeface="Calibri"/>
                <a:cs typeface="Calibri"/>
              </a:rPr>
              <a:t>en</a:t>
            </a:r>
            <a:r>
              <a:rPr dirty="0" sz="2400" spc="-30">
                <a:solidFill>
                  <a:srgbClr val="4E3629"/>
                </a:solidFill>
                <a:latin typeface="Calibri"/>
                <a:cs typeface="Calibri"/>
              </a:rPr>
              <a:t> </a:t>
            </a:r>
            <a:r>
              <a:rPr dirty="0" sz="2400" spc="-25">
                <a:solidFill>
                  <a:srgbClr val="4E3629"/>
                </a:solidFill>
                <a:latin typeface="Calibri"/>
                <a:cs typeface="Calibri"/>
              </a:rPr>
              <a:t>una </a:t>
            </a:r>
            <a:r>
              <a:rPr dirty="0" sz="2400">
                <a:solidFill>
                  <a:srgbClr val="4E3629"/>
                </a:solidFill>
                <a:latin typeface="Calibri"/>
                <a:cs typeface="Calibri"/>
              </a:rPr>
              <a:t>columna.</a:t>
            </a:r>
            <a:r>
              <a:rPr dirty="0" sz="2400" spc="-75">
                <a:solidFill>
                  <a:srgbClr val="4E3629"/>
                </a:solidFill>
                <a:latin typeface="Calibri"/>
                <a:cs typeface="Calibri"/>
              </a:rPr>
              <a:t> </a:t>
            </a:r>
            <a:r>
              <a:rPr dirty="0" sz="2400">
                <a:solidFill>
                  <a:srgbClr val="4E3629"/>
                </a:solidFill>
                <a:latin typeface="Calibri"/>
                <a:cs typeface="Calibri"/>
              </a:rPr>
              <a:t>Por</a:t>
            </a:r>
            <a:r>
              <a:rPr dirty="0" sz="2400" spc="-50">
                <a:solidFill>
                  <a:srgbClr val="4E3629"/>
                </a:solidFill>
                <a:latin typeface="Calibri"/>
                <a:cs typeface="Calibri"/>
              </a:rPr>
              <a:t> </a:t>
            </a:r>
            <a:r>
              <a:rPr dirty="0" sz="2400">
                <a:solidFill>
                  <a:srgbClr val="4E3629"/>
                </a:solidFill>
                <a:latin typeface="Calibri"/>
                <a:cs typeface="Calibri"/>
              </a:rPr>
              <a:t>ejemplo,</a:t>
            </a:r>
            <a:r>
              <a:rPr dirty="0" sz="2400" spc="-55">
                <a:solidFill>
                  <a:srgbClr val="4E3629"/>
                </a:solidFill>
                <a:latin typeface="Calibri"/>
                <a:cs typeface="Calibri"/>
              </a:rPr>
              <a:t> </a:t>
            </a:r>
            <a:r>
              <a:rPr dirty="0" sz="2400">
                <a:solidFill>
                  <a:srgbClr val="4E3629"/>
                </a:solidFill>
                <a:latin typeface="Calibri"/>
                <a:cs typeface="Calibri"/>
              </a:rPr>
              <a:t>las</a:t>
            </a:r>
            <a:r>
              <a:rPr dirty="0" sz="2400" spc="-65">
                <a:solidFill>
                  <a:srgbClr val="4E3629"/>
                </a:solidFill>
                <a:latin typeface="Calibri"/>
                <a:cs typeface="Calibri"/>
              </a:rPr>
              <a:t> </a:t>
            </a:r>
            <a:r>
              <a:rPr dirty="0" sz="2400">
                <a:solidFill>
                  <a:srgbClr val="4E3629"/>
                </a:solidFill>
                <a:latin typeface="Calibri"/>
                <a:cs typeface="Calibri"/>
              </a:rPr>
              <a:t>columnas</a:t>
            </a:r>
            <a:r>
              <a:rPr dirty="0" sz="2400" spc="-60">
                <a:solidFill>
                  <a:srgbClr val="4E3629"/>
                </a:solidFill>
                <a:latin typeface="Calibri"/>
                <a:cs typeface="Calibri"/>
              </a:rPr>
              <a:t> </a:t>
            </a:r>
            <a:r>
              <a:rPr dirty="0" sz="2400">
                <a:solidFill>
                  <a:srgbClr val="4E3629"/>
                </a:solidFill>
                <a:latin typeface="Calibri"/>
                <a:cs typeface="Calibri"/>
              </a:rPr>
              <a:t>del</a:t>
            </a:r>
            <a:r>
              <a:rPr dirty="0" sz="2400" spc="-55">
                <a:solidFill>
                  <a:srgbClr val="4E3629"/>
                </a:solidFill>
                <a:latin typeface="Calibri"/>
                <a:cs typeface="Calibri"/>
              </a:rPr>
              <a:t> </a:t>
            </a:r>
            <a:r>
              <a:rPr dirty="0" sz="2400">
                <a:solidFill>
                  <a:srgbClr val="4E3629"/>
                </a:solidFill>
                <a:latin typeface="Calibri"/>
                <a:cs typeface="Calibri"/>
              </a:rPr>
              <a:t>tipo</a:t>
            </a:r>
            <a:r>
              <a:rPr dirty="0" sz="2400" spc="-70">
                <a:solidFill>
                  <a:srgbClr val="4E3629"/>
                </a:solidFill>
                <a:latin typeface="Calibri"/>
                <a:cs typeface="Calibri"/>
              </a:rPr>
              <a:t> </a:t>
            </a:r>
            <a:r>
              <a:rPr dirty="0" sz="2400">
                <a:solidFill>
                  <a:srgbClr val="4E3629"/>
                </a:solidFill>
                <a:latin typeface="Calibri"/>
                <a:cs typeface="Calibri"/>
              </a:rPr>
              <a:t>de</a:t>
            </a:r>
            <a:r>
              <a:rPr dirty="0" sz="2400" spc="-50">
                <a:solidFill>
                  <a:srgbClr val="4E3629"/>
                </a:solidFill>
                <a:latin typeface="Calibri"/>
                <a:cs typeface="Calibri"/>
              </a:rPr>
              <a:t> </a:t>
            </a:r>
            <a:r>
              <a:rPr dirty="0" sz="2400">
                <a:solidFill>
                  <a:srgbClr val="4E3629"/>
                </a:solidFill>
                <a:latin typeface="Calibri"/>
                <a:cs typeface="Calibri"/>
              </a:rPr>
              <a:t>dato</a:t>
            </a:r>
            <a:r>
              <a:rPr dirty="0" sz="2400" spc="-60">
                <a:solidFill>
                  <a:srgbClr val="4E3629"/>
                </a:solidFill>
                <a:latin typeface="Calibri"/>
                <a:cs typeface="Calibri"/>
              </a:rPr>
              <a:t> </a:t>
            </a:r>
            <a:r>
              <a:rPr dirty="0" sz="2400" spc="-20">
                <a:solidFill>
                  <a:srgbClr val="4E3629"/>
                </a:solidFill>
                <a:latin typeface="Calibri"/>
                <a:cs typeface="Calibri"/>
              </a:rPr>
              <a:t>DATE </a:t>
            </a:r>
            <a:r>
              <a:rPr dirty="0" sz="2400" spc="-10">
                <a:solidFill>
                  <a:srgbClr val="4E3629"/>
                </a:solidFill>
                <a:latin typeface="Calibri"/>
                <a:cs typeface="Calibri"/>
              </a:rPr>
              <a:t>impedirán</a:t>
            </a:r>
            <a:r>
              <a:rPr dirty="0" sz="2400" spc="-65">
                <a:solidFill>
                  <a:srgbClr val="4E3629"/>
                </a:solidFill>
                <a:latin typeface="Calibri"/>
                <a:cs typeface="Calibri"/>
              </a:rPr>
              <a:t> </a:t>
            </a:r>
            <a:r>
              <a:rPr dirty="0" sz="2400">
                <a:solidFill>
                  <a:srgbClr val="4E3629"/>
                </a:solidFill>
                <a:latin typeface="Calibri"/>
                <a:cs typeface="Calibri"/>
              </a:rPr>
              <a:t>que</a:t>
            </a:r>
            <a:r>
              <a:rPr dirty="0" sz="2400" spc="-40">
                <a:solidFill>
                  <a:srgbClr val="4E3629"/>
                </a:solidFill>
                <a:latin typeface="Calibri"/>
                <a:cs typeface="Calibri"/>
              </a:rPr>
              <a:t> </a:t>
            </a:r>
            <a:r>
              <a:rPr dirty="0" sz="2400">
                <a:solidFill>
                  <a:srgbClr val="4E3629"/>
                </a:solidFill>
                <a:latin typeface="Calibri"/>
                <a:cs typeface="Calibri"/>
              </a:rPr>
              <a:t>se</a:t>
            </a:r>
            <a:r>
              <a:rPr dirty="0" sz="2400" spc="-45">
                <a:solidFill>
                  <a:srgbClr val="4E3629"/>
                </a:solidFill>
                <a:latin typeface="Calibri"/>
                <a:cs typeface="Calibri"/>
              </a:rPr>
              <a:t> </a:t>
            </a:r>
            <a:r>
              <a:rPr dirty="0" sz="2400">
                <a:solidFill>
                  <a:srgbClr val="4E3629"/>
                </a:solidFill>
                <a:latin typeface="Calibri"/>
                <a:cs typeface="Calibri"/>
              </a:rPr>
              <a:t>inserten</a:t>
            </a:r>
            <a:r>
              <a:rPr dirty="0" sz="2400" spc="-45">
                <a:solidFill>
                  <a:srgbClr val="4E3629"/>
                </a:solidFill>
                <a:latin typeface="Calibri"/>
                <a:cs typeface="Calibri"/>
              </a:rPr>
              <a:t> </a:t>
            </a:r>
            <a:r>
              <a:rPr dirty="0" sz="2400">
                <a:solidFill>
                  <a:srgbClr val="4E3629"/>
                </a:solidFill>
                <a:latin typeface="Calibri"/>
                <a:cs typeface="Calibri"/>
              </a:rPr>
              <a:t>datos</a:t>
            </a:r>
            <a:r>
              <a:rPr dirty="0" sz="2400" spc="-55">
                <a:solidFill>
                  <a:srgbClr val="4E3629"/>
                </a:solidFill>
                <a:latin typeface="Calibri"/>
                <a:cs typeface="Calibri"/>
              </a:rPr>
              <a:t> </a:t>
            </a:r>
            <a:r>
              <a:rPr dirty="0" sz="2400">
                <a:solidFill>
                  <a:srgbClr val="4E3629"/>
                </a:solidFill>
                <a:latin typeface="Calibri"/>
                <a:cs typeface="Calibri"/>
              </a:rPr>
              <a:t>de</a:t>
            </a:r>
            <a:r>
              <a:rPr dirty="0" sz="2400" spc="-40">
                <a:solidFill>
                  <a:srgbClr val="4E3629"/>
                </a:solidFill>
                <a:latin typeface="Calibri"/>
                <a:cs typeface="Calibri"/>
              </a:rPr>
              <a:t> </a:t>
            </a:r>
            <a:r>
              <a:rPr dirty="0" sz="2400">
                <a:solidFill>
                  <a:srgbClr val="4E3629"/>
                </a:solidFill>
                <a:latin typeface="Calibri"/>
                <a:cs typeface="Calibri"/>
              </a:rPr>
              <a:t>tipo</a:t>
            </a:r>
            <a:r>
              <a:rPr dirty="0" sz="2400" spc="-65">
                <a:solidFill>
                  <a:srgbClr val="4E3629"/>
                </a:solidFill>
                <a:latin typeface="Calibri"/>
                <a:cs typeface="Calibri"/>
              </a:rPr>
              <a:t> </a:t>
            </a:r>
            <a:r>
              <a:rPr dirty="0" sz="2400" spc="-10">
                <a:solidFill>
                  <a:srgbClr val="4E3629"/>
                </a:solidFill>
                <a:latin typeface="Calibri"/>
                <a:cs typeface="Calibri"/>
              </a:rPr>
              <a:t>NUMBER</a:t>
            </a:r>
            <a:endParaRPr sz="2400">
              <a:latin typeface="Calibri"/>
              <a:cs typeface="Calibri"/>
            </a:endParaRPr>
          </a:p>
          <a:p>
            <a:pPr marL="182880" marR="151130" indent="-170815">
              <a:lnSpc>
                <a:spcPts val="3030"/>
              </a:lnSpc>
              <a:spcBef>
                <a:spcPts val="780"/>
              </a:spcBef>
              <a:buClr>
                <a:srgbClr val="D1350F"/>
              </a:buClr>
              <a:buFont typeface="Arial MT"/>
              <a:buChar char="•"/>
              <a:tabLst>
                <a:tab pos="184785" algn="l"/>
              </a:tabLst>
            </a:pPr>
            <a:r>
              <a:rPr dirty="0" sz="2800">
                <a:solidFill>
                  <a:srgbClr val="4E3629"/>
                </a:solidFill>
                <a:latin typeface="Calibri"/>
                <a:cs typeface="Calibri"/>
              </a:rPr>
              <a:t>Por</a:t>
            </a:r>
            <a:r>
              <a:rPr dirty="0" sz="2800" spc="-65">
                <a:solidFill>
                  <a:srgbClr val="4E3629"/>
                </a:solidFill>
                <a:latin typeface="Calibri"/>
                <a:cs typeface="Calibri"/>
              </a:rPr>
              <a:t> </a:t>
            </a:r>
            <a:r>
              <a:rPr dirty="0" sz="2800">
                <a:solidFill>
                  <a:srgbClr val="4E3629"/>
                </a:solidFill>
                <a:latin typeface="Calibri"/>
                <a:cs typeface="Calibri"/>
              </a:rPr>
              <a:t>este</a:t>
            </a:r>
            <a:r>
              <a:rPr dirty="0" sz="2800" spc="-70">
                <a:solidFill>
                  <a:srgbClr val="4E3629"/>
                </a:solidFill>
                <a:latin typeface="Calibri"/>
                <a:cs typeface="Calibri"/>
              </a:rPr>
              <a:t> </a:t>
            </a:r>
            <a:r>
              <a:rPr dirty="0" sz="2800">
                <a:solidFill>
                  <a:srgbClr val="4E3629"/>
                </a:solidFill>
                <a:latin typeface="Calibri"/>
                <a:cs typeface="Calibri"/>
              </a:rPr>
              <a:t>motivo,</a:t>
            </a:r>
            <a:r>
              <a:rPr dirty="0" sz="2800" spc="-65">
                <a:solidFill>
                  <a:srgbClr val="4E3629"/>
                </a:solidFill>
                <a:latin typeface="Calibri"/>
                <a:cs typeface="Calibri"/>
              </a:rPr>
              <a:t> </a:t>
            </a:r>
            <a:r>
              <a:rPr dirty="0" sz="2800">
                <a:solidFill>
                  <a:srgbClr val="4E3629"/>
                </a:solidFill>
                <a:latin typeface="Calibri"/>
                <a:cs typeface="Calibri"/>
              </a:rPr>
              <a:t>cada</a:t>
            </a:r>
            <a:r>
              <a:rPr dirty="0" sz="2800" spc="-65">
                <a:solidFill>
                  <a:srgbClr val="4E3629"/>
                </a:solidFill>
                <a:latin typeface="Calibri"/>
                <a:cs typeface="Calibri"/>
              </a:rPr>
              <a:t> </a:t>
            </a:r>
            <a:r>
              <a:rPr dirty="0" sz="2800">
                <a:solidFill>
                  <a:srgbClr val="4E3629"/>
                </a:solidFill>
                <a:latin typeface="Calibri"/>
                <a:cs typeface="Calibri"/>
              </a:rPr>
              <a:t>columna</a:t>
            </a:r>
            <a:r>
              <a:rPr dirty="0" sz="2800" spc="-45">
                <a:solidFill>
                  <a:srgbClr val="4E3629"/>
                </a:solidFill>
                <a:latin typeface="Calibri"/>
                <a:cs typeface="Calibri"/>
              </a:rPr>
              <a:t> </a:t>
            </a:r>
            <a:r>
              <a:rPr dirty="0" sz="2800">
                <a:solidFill>
                  <a:srgbClr val="4E3629"/>
                </a:solidFill>
                <a:latin typeface="Calibri"/>
                <a:cs typeface="Calibri"/>
              </a:rPr>
              <a:t>de</a:t>
            </a:r>
            <a:r>
              <a:rPr dirty="0" sz="2800" spc="-60">
                <a:solidFill>
                  <a:srgbClr val="4E3629"/>
                </a:solidFill>
                <a:latin typeface="Calibri"/>
                <a:cs typeface="Calibri"/>
              </a:rPr>
              <a:t> </a:t>
            </a:r>
            <a:r>
              <a:rPr dirty="0" sz="2800">
                <a:solidFill>
                  <a:srgbClr val="4E3629"/>
                </a:solidFill>
                <a:latin typeface="Calibri"/>
                <a:cs typeface="Calibri"/>
              </a:rPr>
              <a:t>una</a:t>
            </a:r>
            <a:r>
              <a:rPr dirty="0" sz="2800" spc="-60">
                <a:solidFill>
                  <a:srgbClr val="4E3629"/>
                </a:solidFill>
                <a:latin typeface="Calibri"/>
                <a:cs typeface="Calibri"/>
              </a:rPr>
              <a:t> </a:t>
            </a:r>
            <a:r>
              <a:rPr dirty="0" sz="2800">
                <a:solidFill>
                  <a:srgbClr val="4E3629"/>
                </a:solidFill>
                <a:latin typeface="Calibri"/>
                <a:cs typeface="Calibri"/>
              </a:rPr>
              <a:t>base</a:t>
            </a:r>
            <a:r>
              <a:rPr dirty="0" sz="2800" spc="-65">
                <a:solidFill>
                  <a:srgbClr val="4E3629"/>
                </a:solidFill>
                <a:latin typeface="Calibri"/>
                <a:cs typeface="Calibri"/>
              </a:rPr>
              <a:t> </a:t>
            </a:r>
            <a:r>
              <a:rPr dirty="0" sz="2800">
                <a:solidFill>
                  <a:srgbClr val="4E3629"/>
                </a:solidFill>
                <a:latin typeface="Calibri"/>
                <a:cs typeface="Calibri"/>
              </a:rPr>
              <a:t>de</a:t>
            </a:r>
            <a:r>
              <a:rPr dirty="0" sz="2800" spc="-60">
                <a:solidFill>
                  <a:srgbClr val="4E3629"/>
                </a:solidFill>
                <a:latin typeface="Calibri"/>
                <a:cs typeface="Calibri"/>
              </a:rPr>
              <a:t> </a:t>
            </a:r>
            <a:r>
              <a:rPr dirty="0" sz="2800" spc="-10">
                <a:solidFill>
                  <a:srgbClr val="4E3629"/>
                </a:solidFill>
                <a:latin typeface="Calibri"/>
                <a:cs typeface="Calibri"/>
              </a:rPr>
              <a:t>datos </a:t>
            </a:r>
            <a:r>
              <a:rPr dirty="0" sz="2800" spc="-10">
                <a:solidFill>
                  <a:srgbClr val="4E3629"/>
                </a:solidFill>
                <a:latin typeface="Calibri"/>
                <a:cs typeface="Calibri"/>
              </a:rPr>
              <a:t>	</a:t>
            </a:r>
            <a:r>
              <a:rPr dirty="0" sz="2800">
                <a:solidFill>
                  <a:srgbClr val="4E3629"/>
                </a:solidFill>
                <a:latin typeface="Calibri"/>
                <a:cs typeface="Calibri"/>
              </a:rPr>
              <a:t>relacional</a:t>
            </a:r>
            <a:r>
              <a:rPr dirty="0" sz="2800" spc="-75">
                <a:solidFill>
                  <a:srgbClr val="4E3629"/>
                </a:solidFill>
                <a:latin typeface="Calibri"/>
                <a:cs typeface="Calibri"/>
              </a:rPr>
              <a:t> </a:t>
            </a:r>
            <a:r>
              <a:rPr dirty="0" sz="2800">
                <a:solidFill>
                  <a:srgbClr val="4E3629"/>
                </a:solidFill>
                <a:latin typeface="Calibri"/>
                <a:cs typeface="Calibri"/>
              </a:rPr>
              <a:t>solo</a:t>
            </a:r>
            <a:r>
              <a:rPr dirty="0" sz="2800" spc="-55">
                <a:solidFill>
                  <a:srgbClr val="4E3629"/>
                </a:solidFill>
                <a:latin typeface="Calibri"/>
                <a:cs typeface="Calibri"/>
              </a:rPr>
              <a:t> </a:t>
            </a:r>
            <a:r>
              <a:rPr dirty="0" sz="2800">
                <a:solidFill>
                  <a:srgbClr val="4E3629"/>
                </a:solidFill>
                <a:latin typeface="Calibri"/>
                <a:cs typeface="Calibri"/>
              </a:rPr>
              <a:t>puede</a:t>
            </a:r>
            <a:r>
              <a:rPr dirty="0" sz="2800" spc="-40">
                <a:solidFill>
                  <a:srgbClr val="4E3629"/>
                </a:solidFill>
                <a:latin typeface="Calibri"/>
                <a:cs typeface="Calibri"/>
              </a:rPr>
              <a:t> </a:t>
            </a:r>
            <a:r>
              <a:rPr dirty="0" sz="2800">
                <a:solidFill>
                  <a:srgbClr val="4E3629"/>
                </a:solidFill>
                <a:latin typeface="Calibri"/>
                <a:cs typeface="Calibri"/>
              </a:rPr>
              <a:t>contener</a:t>
            </a:r>
            <a:r>
              <a:rPr dirty="0" sz="2800" spc="-60">
                <a:solidFill>
                  <a:srgbClr val="4E3629"/>
                </a:solidFill>
                <a:latin typeface="Calibri"/>
                <a:cs typeface="Calibri"/>
              </a:rPr>
              <a:t> </a:t>
            </a:r>
            <a:r>
              <a:rPr dirty="0" sz="2800">
                <a:solidFill>
                  <a:srgbClr val="4E3629"/>
                </a:solidFill>
                <a:latin typeface="Calibri"/>
                <a:cs typeface="Calibri"/>
              </a:rPr>
              <a:t>un</a:t>
            </a:r>
            <a:r>
              <a:rPr dirty="0" sz="2800" spc="-50">
                <a:solidFill>
                  <a:srgbClr val="4E3629"/>
                </a:solidFill>
                <a:latin typeface="Calibri"/>
                <a:cs typeface="Calibri"/>
              </a:rPr>
              <a:t> </a:t>
            </a:r>
            <a:r>
              <a:rPr dirty="0" sz="2800">
                <a:solidFill>
                  <a:srgbClr val="4E3629"/>
                </a:solidFill>
                <a:latin typeface="Calibri"/>
                <a:cs typeface="Calibri"/>
              </a:rPr>
              <a:t>tipo</a:t>
            </a:r>
            <a:r>
              <a:rPr dirty="0" sz="2800" spc="-55">
                <a:solidFill>
                  <a:srgbClr val="4E3629"/>
                </a:solidFill>
                <a:latin typeface="Calibri"/>
                <a:cs typeface="Calibri"/>
              </a:rPr>
              <a:t> </a:t>
            </a:r>
            <a:r>
              <a:rPr dirty="0" sz="2800">
                <a:solidFill>
                  <a:srgbClr val="4E3629"/>
                </a:solidFill>
                <a:latin typeface="Calibri"/>
                <a:cs typeface="Calibri"/>
              </a:rPr>
              <a:t>de</a:t>
            </a:r>
            <a:r>
              <a:rPr dirty="0" sz="2800" spc="-50">
                <a:solidFill>
                  <a:srgbClr val="4E3629"/>
                </a:solidFill>
                <a:latin typeface="Calibri"/>
                <a:cs typeface="Calibri"/>
              </a:rPr>
              <a:t> </a:t>
            </a:r>
            <a:r>
              <a:rPr dirty="0" sz="2800" spc="-20">
                <a:solidFill>
                  <a:srgbClr val="4E3629"/>
                </a:solidFill>
                <a:latin typeface="Calibri"/>
                <a:cs typeface="Calibri"/>
              </a:rPr>
              <a:t>dato</a:t>
            </a:r>
            <a:endParaRPr sz="2800">
              <a:latin typeface="Calibri"/>
              <a:cs typeface="Calibri"/>
            </a:endParaRPr>
          </a:p>
          <a:p>
            <a:pPr marL="183515" indent="-170815">
              <a:lnSpc>
                <a:spcPct val="100000"/>
              </a:lnSpc>
              <a:spcBef>
                <a:spcPts val="415"/>
              </a:spcBef>
              <a:buClr>
                <a:srgbClr val="D1350F"/>
              </a:buClr>
              <a:buFont typeface="Arial MT"/>
              <a:buChar char="•"/>
              <a:tabLst>
                <a:tab pos="183515" algn="l"/>
              </a:tabLst>
            </a:pPr>
            <a:r>
              <a:rPr dirty="0" sz="2800">
                <a:solidFill>
                  <a:srgbClr val="4E3629"/>
                </a:solidFill>
                <a:latin typeface="Calibri"/>
                <a:cs typeface="Calibri"/>
              </a:rPr>
              <a:t>No</a:t>
            </a:r>
            <a:r>
              <a:rPr dirty="0" sz="2800" spc="-45">
                <a:solidFill>
                  <a:srgbClr val="4E3629"/>
                </a:solidFill>
                <a:latin typeface="Calibri"/>
                <a:cs typeface="Calibri"/>
              </a:rPr>
              <a:t> </a:t>
            </a:r>
            <a:r>
              <a:rPr dirty="0" sz="2800">
                <a:solidFill>
                  <a:srgbClr val="4E3629"/>
                </a:solidFill>
                <a:latin typeface="Calibri"/>
                <a:cs typeface="Calibri"/>
              </a:rPr>
              <a:t>puede</a:t>
            </a:r>
            <a:r>
              <a:rPr dirty="0" sz="2800" spc="-30">
                <a:solidFill>
                  <a:srgbClr val="4E3629"/>
                </a:solidFill>
                <a:latin typeface="Calibri"/>
                <a:cs typeface="Calibri"/>
              </a:rPr>
              <a:t> </a:t>
            </a:r>
            <a:r>
              <a:rPr dirty="0" sz="2800">
                <a:solidFill>
                  <a:srgbClr val="4E3629"/>
                </a:solidFill>
                <a:latin typeface="Calibri"/>
                <a:cs typeface="Calibri"/>
              </a:rPr>
              <a:t>combinar</a:t>
            </a:r>
            <a:r>
              <a:rPr dirty="0" sz="2800" spc="-30">
                <a:solidFill>
                  <a:srgbClr val="4E3629"/>
                </a:solidFill>
                <a:latin typeface="Calibri"/>
                <a:cs typeface="Calibri"/>
              </a:rPr>
              <a:t> </a:t>
            </a:r>
            <a:r>
              <a:rPr dirty="0" sz="2800">
                <a:solidFill>
                  <a:srgbClr val="4E3629"/>
                </a:solidFill>
                <a:latin typeface="Calibri"/>
                <a:cs typeface="Calibri"/>
              </a:rPr>
              <a:t>los</a:t>
            </a:r>
            <a:r>
              <a:rPr dirty="0" sz="2800" spc="-40">
                <a:solidFill>
                  <a:srgbClr val="4E3629"/>
                </a:solidFill>
                <a:latin typeface="Calibri"/>
                <a:cs typeface="Calibri"/>
              </a:rPr>
              <a:t> </a:t>
            </a:r>
            <a:r>
              <a:rPr dirty="0" sz="2800">
                <a:solidFill>
                  <a:srgbClr val="4E3629"/>
                </a:solidFill>
                <a:latin typeface="Calibri"/>
                <a:cs typeface="Calibri"/>
              </a:rPr>
              <a:t>tipos</a:t>
            </a:r>
            <a:r>
              <a:rPr dirty="0" sz="2800" spc="-30">
                <a:solidFill>
                  <a:srgbClr val="4E3629"/>
                </a:solidFill>
                <a:latin typeface="Calibri"/>
                <a:cs typeface="Calibri"/>
              </a:rPr>
              <a:t> </a:t>
            </a:r>
            <a:r>
              <a:rPr dirty="0" sz="2800">
                <a:solidFill>
                  <a:srgbClr val="4E3629"/>
                </a:solidFill>
                <a:latin typeface="Calibri"/>
                <a:cs typeface="Calibri"/>
              </a:rPr>
              <a:t>de</a:t>
            </a:r>
            <a:r>
              <a:rPr dirty="0" sz="2800" spc="-40">
                <a:solidFill>
                  <a:srgbClr val="4E3629"/>
                </a:solidFill>
                <a:latin typeface="Calibri"/>
                <a:cs typeface="Calibri"/>
              </a:rPr>
              <a:t> </a:t>
            </a:r>
            <a:r>
              <a:rPr dirty="0" sz="2800">
                <a:solidFill>
                  <a:srgbClr val="4E3629"/>
                </a:solidFill>
                <a:latin typeface="Calibri"/>
                <a:cs typeface="Calibri"/>
              </a:rPr>
              <a:t>dato</a:t>
            </a:r>
            <a:r>
              <a:rPr dirty="0" sz="2800" spc="-55">
                <a:solidFill>
                  <a:srgbClr val="4E3629"/>
                </a:solidFill>
                <a:latin typeface="Calibri"/>
                <a:cs typeface="Calibri"/>
              </a:rPr>
              <a:t> </a:t>
            </a:r>
            <a:r>
              <a:rPr dirty="0" sz="2800">
                <a:solidFill>
                  <a:srgbClr val="4E3629"/>
                </a:solidFill>
                <a:latin typeface="Calibri"/>
                <a:cs typeface="Calibri"/>
              </a:rPr>
              <a:t>en</a:t>
            </a:r>
            <a:r>
              <a:rPr dirty="0" sz="2800" spc="-45">
                <a:solidFill>
                  <a:srgbClr val="4E3629"/>
                </a:solidFill>
                <a:latin typeface="Calibri"/>
                <a:cs typeface="Calibri"/>
              </a:rPr>
              <a:t> </a:t>
            </a:r>
            <a:r>
              <a:rPr dirty="0" sz="2800">
                <a:solidFill>
                  <a:srgbClr val="4E3629"/>
                </a:solidFill>
                <a:latin typeface="Calibri"/>
                <a:cs typeface="Calibri"/>
              </a:rPr>
              <a:t>una</a:t>
            </a:r>
            <a:r>
              <a:rPr dirty="0" sz="2800" spc="-35">
                <a:solidFill>
                  <a:srgbClr val="4E3629"/>
                </a:solidFill>
                <a:latin typeface="Calibri"/>
                <a:cs typeface="Calibri"/>
              </a:rPr>
              <a:t> </a:t>
            </a:r>
            <a:r>
              <a:rPr dirty="0" sz="2800" spc="-10">
                <a:solidFill>
                  <a:srgbClr val="4E3629"/>
                </a:solidFill>
                <a:latin typeface="Calibri"/>
                <a:cs typeface="Calibri"/>
              </a:rPr>
              <a:t>columna</a:t>
            </a:r>
            <a:endParaRPr sz="2800">
              <a:latin typeface="Calibri"/>
              <a:cs typeface="Calibri"/>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prstGeom prst="rect"/>
        </p:spPr>
        <p:txBody>
          <a:bodyPr wrap="square" lIns="0" tIns="12700" rIns="0" bIns="0" rtlCol="0" vert="horz">
            <a:spAutoFit/>
          </a:bodyPr>
          <a:lstStyle/>
          <a:p>
            <a:pPr marL="12700">
              <a:lnSpc>
                <a:spcPct val="100000"/>
              </a:lnSpc>
              <a:spcBef>
                <a:spcPts val="100"/>
              </a:spcBef>
            </a:pPr>
            <a:r>
              <a:rPr dirty="0"/>
              <a:t>Tipos</a:t>
            </a:r>
            <a:r>
              <a:rPr dirty="0" spc="-50"/>
              <a:t> </a:t>
            </a:r>
            <a:r>
              <a:rPr dirty="0"/>
              <a:t>de</a:t>
            </a:r>
            <a:r>
              <a:rPr dirty="0" spc="-50"/>
              <a:t> </a:t>
            </a:r>
            <a:r>
              <a:rPr dirty="0"/>
              <a:t>Dato</a:t>
            </a:r>
            <a:r>
              <a:rPr dirty="0" spc="-60"/>
              <a:t> </a:t>
            </a:r>
            <a:r>
              <a:rPr dirty="0" spc="-10"/>
              <a:t>Comunes</a:t>
            </a:r>
          </a:p>
        </p:txBody>
      </p:sp>
      <p:sp>
        <p:nvSpPr>
          <p:cNvPr id="4" name="object 4" descr=""/>
          <p:cNvSpPr txBox="1">
            <a:spLocks noGrp="1"/>
          </p:cNvSpPr>
          <p:nvPr>
            <p:ph type="dt" idx="6" sz="half"/>
          </p:nvPr>
        </p:nvSpPr>
        <p:spPr>
          <a:prstGeom prst="rect"/>
        </p:spPr>
        <p:txBody>
          <a:bodyPr wrap="square" lIns="0" tIns="0" rIns="0" bIns="0" rtlCol="0" vert="horz">
            <a:spAutoFit/>
          </a:bodyPr>
          <a:lstStyle/>
          <a:p>
            <a:pPr marL="12700">
              <a:lnSpc>
                <a:spcPts val="855"/>
              </a:lnSpc>
            </a:pPr>
            <a:r>
              <a:rPr dirty="0"/>
              <a:t>DP</a:t>
            </a:r>
            <a:r>
              <a:rPr dirty="0" spc="-10"/>
              <a:t> </a:t>
            </a:r>
            <a:r>
              <a:rPr dirty="0"/>
              <a:t>13-</a:t>
            </a:r>
            <a:r>
              <a:rPr dirty="0" spc="-50"/>
              <a:t>2</a:t>
            </a:r>
          </a:p>
          <a:p>
            <a:pPr marL="12700">
              <a:lnSpc>
                <a:spcPts val="965"/>
              </a:lnSpc>
            </a:pPr>
            <a:r>
              <a:rPr dirty="0"/>
              <a:t>Uso</a:t>
            </a:r>
            <a:r>
              <a:rPr dirty="0" spc="-30"/>
              <a:t> </a:t>
            </a:r>
            <a:r>
              <a:rPr dirty="0"/>
              <a:t>de</a:t>
            </a:r>
            <a:r>
              <a:rPr dirty="0" spc="-20"/>
              <a:t> </a:t>
            </a:r>
            <a:r>
              <a:rPr dirty="0"/>
              <a:t>Tipos</a:t>
            </a:r>
            <a:r>
              <a:rPr dirty="0" spc="-20"/>
              <a:t> </a:t>
            </a:r>
            <a:r>
              <a:rPr dirty="0"/>
              <a:t>de</a:t>
            </a:r>
            <a:r>
              <a:rPr dirty="0" spc="-15"/>
              <a:t> </a:t>
            </a:r>
            <a:r>
              <a:rPr dirty="0" spc="-20"/>
              <a:t>Dato</a:t>
            </a:r>
          </a:p>
        </p:txBody>
      </p:sp>
      <p:sp>
        <p:nvSpPr>
          <p:cNvPr id="5" name="object 5" descr=""/>
          <p:cNvSpPr txBox="1">
            <a:spLocks noGrp="1"/>
          </p:cNvSpPr>
          <p:nvPr>
            <p:ph type="ftr" idx="5" sz="quarter"/>
          </p:nvPr>
        </p:nvSpPr>
        <p:spPr>
          <a:prstGeom prst="rect"/>
        </p:spPr>
        <p:txBody>
          <a:bodyPr wrap="square" lIns="0" tIns="0" rIns="0" bIns="0" rtlCol="0" vert="horz">
            <a:spAutoFit/>
          </a:bodyPr>
          <a:lstStyle/>
          <a:p>
            <a:pPr marL="12700">
              <a:lnSpc>
                <a:spcPts val="910"/>
              </a:lnSpc>
            </a:pPr>
            <a:r>
              <a:rPr dirty="0"/>
              <a:t>Copyright</a:t>
            </a:r>
            <a:r>
              <a:rPr dirty="0" spc="-35"/>
              <a:t> </a:t>
            </a:r>
            <a:r>
              <a:rPr dirty="0"/>
              <a:t>©</a:t>
            </a:r>
            <a:r>
              <a:rPr dirty="0" spc="-40"/>
              <a:t> </a:t>
            </a:r>
            <a:r>
              <a:rPr dirty="0"/>
              <a:t>2020,</a:t>
            </a:r>
            <a:r>
              <a:rPr dirty="0" spc="-45"/>
              <a:t> </a:t>
            </a:r>
            <a:r>
              <a:rPr dirty="0"/>
              <a:t>Oracle</a:t>
            </a:r>
            <a:r>
              <a:rPr dirty="0" spc="-30"/>
              <a:t> </a:t>
            </a:r>
            <a:r>
              <a:rPr dirty="0"/>
              <a:t>y/o</a:t>
            </a:r>
            <a:r>
              <a:rPr dirty="0" spc="-30"/>
              <a:t> </a:t>
            </a:r>
            <a:r>
              <a:rPr dirty="0"/>
              <a:t>sus</a:t>
            </a:r>
            <a:r>
              <a:rPr dirty="0" spc="-35"/>
              <a:t> </a:t>
            </a:r>
            <a:r>
              <a:rPr dirty="0"/>
              <a:t>filiales.</a:t>
            </a:r>
            <a:r>
              <a:rPr dirty="0" spc="-10"/>
              <a:t> </a:t>
            </a:r>
            <a:r>
              <a:rPr dirty="0"/>
              <a:t>Todos</a:t>
            </a:r>
            <a:r>
              <a:rPr dirty="0" spc="-35"/>
              <a:t> </a:t>
            </a:r>
            <a:r>
              <a:rPr dirty="0"/>
              <a:t>los</a:t>
            </a:r>
            <a:r>
              <a:rPr dirty="0" spc="-25"/>
              <a:t> </a:t>
            </a:r>
            <a:r>
              <a:rPr dirty="0"/>
              <a:t>derechos</a:t>
            </a:r>
            <a:r>
              <a:rPr dirty="0" spc="-5"/>
              <a:t> </a:t>
            </a:r>
            <a:r>
              <a:rPr dirty="0" spc="-10"/>
              <a:t>reservados.</a:t>
            </a:r>
          </a:p>
        </p:txBody>
      </p:sp>
      <p:sp>
        <p:nvSpPr>
          <p:cNvPr id="6" name="object 6" descr=""/>
          <p:cNvSpPr txBox="1">
            <a:spLocks noGrp="1"/>
          </p:cNvSpPr>
          <p:nvPr>
            <p:ph type="sldNum" idx="7" sz="quarter"/>
          </p:nvPr>
        </p:nvSpPr>
        <p:spPr>
          <a:prstGeom prst="rect"/>
        </p:spPr>
        <p:txBody>
          <a:bodyPr wrap="square" lIns="0" tIns="0" rIns="0" bIns="0" rtlCol="0" vert="horz">
            <a:spAutoFit/>
          </a:bodyPr>
          <a:lstStyle/>
          <a:p>
            <a:pPr marL="12700">
              <a:lnSpc>
                <a:spcPts val="910"/>
              </a:lnSpc>
            </a:pPr>
            <a:r>
              <a:rPr dirty="0" spc="-25"/>
              <a:t>7</a:t>
            </a:r>
          </a:p>
        </p:txBody>
      </p:sp>
      <p:sp>
        <p:nvSpPr>
          <p:cNvPr id="3" name="object 3" descr=""/>
          <p:cNvSpPr txBox="1"/>
          <p:nvPr/>
        </p:nvSpPr>
        <p:spPr>
          <a:xfrm>
            <a:off x="483552" y="1415417"/>
            <a:ext cx="7920990" cy="3715385"/>
          </a:xfrm>
          <a:prstGeom prst="rect">
            <a:avLst/>
          </a:prstGeom>
        </p:spPr>
        <p:txBody>
          <a:bodyPr wrap="square" lIns="0" tIns="59690" rIns="0" bIns="0" rtlCol="0" vert="horz">
            <a:spAutoFit/>
          </a:bodyPr>
          <a:lstStyle/>
          <a:p>
            <a:pPr marL="182880" marR="100330" indent="-170815">
              <a:lnSpc>
                <a:spcPts val="3030"/>
              </a:lnSpc>
              <a:spcBef>
                <a:spcPts val="470"/>
              </a:spcBef>
              <a:buClr>
                <a:srgbClr val="D1350F"/>
              </a:buClr>
              <a:buFont typeface="Arial MT"/>
              <a:buChar char="•"/>
              <a:tabLst>
                <a:tab pos="184785" algn="l"/>
              </a:tabLst>
            </a:pPr>
            <a:r>
              <a:rPr dirty="0" sz="2800">
                <a:solidFill>
                  <a:srgbClr val="4E3629"/>
                </a:solidFill>
                <a:latin typeface="Calibri"/>
                <a:cs typeface="Calibri"/>
              </a:rPr>
              <a:t>A</a:t>
            </a:r>
            <a:r>
              <a:rPr dirty="0" sz="2800" spc="-50">
                <a:solidFill>
                  <a:srgbClr val="4E3629"/>
                </a:solidFill>
                <a:latin typeface="Calibri"/>
                <a:cs typeface="Calibri"/>
              </a:rPr>
              <a:t> </a:t>
            </a:r>
            <a:r>
              <a:rPr dirty="0" sz="2800" spc="-10">
                <a:solidFill>
                  <a:srgbClr val="4E3629"/>
                </a:solidFill>
                <a:latin typeface="Calibri"/>
                <a:cs typeface="Calibri"/>
              </a:rPr>
              <a:t>continuación</a:t>
            </a:r>
            <a:r>
              <a:rPr dirty="0" sz="2800" spc="-30">
                <a:solidFill>
                  <a:srgbClr val="4E3629"/>
                </a:solidFill>
                <a:latin typeface="Calibri"/>
                <a:cs typeface="Calibri"/>
              </a:rPr>
              <a:t> </a:t>
            </a:r>
            <a:r>
              <a:rPr dirty="0" sz="2800">
                <a:solidFill>
                  <a:srgbClr val="4E3629"/>
                </a:solidFill>
                <a:latin typeface="Calibri"/>
                <a:cs typeface="Calibri"/>
              </a:rPr>
              <a:t>se</a:t>
            </a:r>
            <a:r>
              <a:rPr dirty="0" sz="2800" spc="-60">
                <a:solidFill>
                  <a:srgbClr val="4E3629"/>
                </a:solidFill>
                <a:latin typeface="Calibri"/>
                <a:cs typeface="Calibri"/>
              </a:rPr>
              <a:t> </a:t>
            </a:r>
            <a:r>
              <a:rPr dirty="0" sz="2800" spc="-10">
                <a:solidFill>
                  <a:srgbClr val="4E3629"/>
                </a:solidFill>
                <a:latin typeface="Calibri"/>
                <a:cs typeface="Calibri"/>
              </a:rPr>
              <a:t>muestran</a:t>
            </a:r>
            <a:r>
              <a:rPr dirty="0" sz="2800" spc="-30">
                <a:solidFill>
                  <a:srgbClr val="4E3629"/>
                </a:solidFill>
                <a:latin typeface="Calibri"/>
                <a:cs typeface="Calibri"/>
              </a:rPr>
              <a:t> </a:t>
            </a:r>
            <a:r>
              <a:rPr dirty="0" sz="2800">
                <a:solidFill>
                  <a:srgbClr val="4E3629"/>
                </a:solidFill>
                <a:latin typeface="Calibri"/>
                <a:cs typeface="Calibri"/>
              </a:rPr>
              <a:t>los</a:t>
            </a:r>
            <a:r>
              <a:rPr dirty="0" sz="2800" spc="-50">
                <a:solidFill>
                  <a:srgbClr val="4E3629"/>
                </a:solidFill>
                <a:latin typeface="Calibri"/>
                <a:cs typeface="Calibri"/>
              </a:rPr>
              <a:t> </a:t>
            </a:r>
            <a:r>
              <a:rPr dirty="0" sz="2800">
                <a:solidFill>
                  <a:srgbClr val="4E3629"/>
                </a:solidFill>
                <a:latin typeface="Calibri"/>
                <a:cs typeface="Calibri"/>
              </a:rPr>
              <a:t>tipos</a:t>
            </a:r>
            <a:r>
              <a:rPr dirty="0" sz="2800" spc="-35">
                <a:solidFill>
                  <a:srgbClr val="4E3629"/>
                </a:solidFill>
                <a:latin typeface="Calibri"/>
                <a:cs typeface="Calibri"/>
              </a:rPr>
              <a:t> </a:t>
            </a:r>
            <a:r>
              <a:rPr dirty="0" sz="2800">
                <a:solidFill>
                  <a:srgbClr val="4E3629"/>
                </a:solidFill>
                <a:latin typeface="Calibri"/>
                <a:cs typeface="Calibri"/>
              </a:rPr>
              <a:t>de</a:t>
            </a:r>
            <a:r>
              <a:rPr dirty="0" sz="2800" spc="-50">
                <a:solidFill>
                  <a:srgbClr val="4E3629"/>
                </a:solidFill>
                <a:latin typeface="Calibri"/>
                <a:cs typeface="Calibri"/>
              </a:rPr>
              <a:t> </a:t>
            </a:r>
            <a:r>
              <a:rPr dirty="0" sz="2800">
                <a:solidFill>
                  <a:srgbClr val="4E3629"/>
                </a:solidFill>
                <a:latin typeface="Calibri"/>
                <a:cs typeface="Calibri"/>
              </a:rPr>
              <a:t>dato</a:t>
            </a:r>
            <a:r>
              <a:rPr dirty="0" sz="2800" spc="-55">
                <a:solidFill>
                  <a:srgbClr val="4E3629"/>
                </a:solidFill>
                <a:latin typeface="Calibri"/>
                <a:cs typeface="Calibri"/>
              </a:rPr>
              <a:t> </a:t>
            </a:r>
            <a:r>
              <a:rPr dirty="0" sz="2800" spc="-25">
                <a:solidFill>
                  <a:srgbClr val="4E3629"/>
                </a:solidFill>
                <a:latin typeface="Calibri"/>
                <a:cs typeface="Calibri"/>
              </a:rPr>
              <a:t>de </a:t>
            </a:r>
            <a:r>
              <a:rPr dirty="0" sz="2800" spc="-25">
                <a:solidFill>
                  <a:srgbClr val="4E3629"/>
                </a:solidFill>
                <a:latin typeface="Calibri"/>
                <a:cs typeface="Calibri"/>
              </a:rPr>
              <a:t>	</a:t>
            </a:r>
            <a:r>
              <a:rPr dirty="0" sz="2800">
                <a:solidFill>
                  <a:srgbClr val="4E3629"/>
                </a:solidFill>
                <a:latin typeface="Calibri"/>
                <a:cs typeface="Calibri"/>
              </a:rPr>
              <a:t>columna</a:t>
            </a:r>
            <a:r>
              <a:rPr dirty="0" sz="2800" spc="-65">
                <a:solidFill>
                  <a:srgbClr val="4E3629"/>
                </a:solidFill>
                <a:latin typeface="Calibri"/>
                <a:cs typeface="Calibri"/>
              </a:rPr>
              <a:t> </a:t>
            </a:r>
            <a:r>
              <a:rPr dirty="0" sz="2800">
                <a:solidFill>
                  <a:srgbClr val="4E3629"/>
                </a:solidFill>
                <a:latin typeface="Calibri"/>
                <a:cs typeface="Calibri"/>
              </a:rPr>
              <a:t>más</a:t>
            </a:r>
            <a:r>
              <a:rPr dirty="0" sz="2800" spc="-80">
                <a:solidFill>
                  <a:srgbClr val="4E3629"/>
                </a:solidFill>
                <a:latin typeface="Calibri"/>
                <a:cs typeface="Calibri"/>
              </a:rPr>
              <a:t> </a:t>
            </a:r>
            <a:r>
              <a:rPr dirty="0" sz="2800">
                <a:solidFill>
                  <a:srgbClr val="4E3629"/>
                </a:solidFill>
                <a:latin typeface="Calibri"/>
                <a:cs typeface="Calibri"/>
              </a:rPr>
              <a:t>utilizados</a:t>
            </a:r>
            <a:r>
              <a:rPr dirty="0" sz="2800" spc="-70">
                <a:solidFill>
                  <a:srgbClr val="4E3629"/>
                </a:solidFill>
                <a:latin typeface="Calibri"/>
                <a:cs typeface="Calibri"/>
              </a:rPr>
              <a:t> </a:t>
            </a:r>
            <a:r>
              <a:rPr dirty="0" sz="2800">
                <a:solidFill>
                  <a:srgbClr val="4E3629"/>
                </a:solidFill>
                <a:latin typeface="Calibri"/>
                <a:cs typeface="Calibri"/>
              </a:rPr>
              <a:t>para</a:t>
            </a:r>
            <a:r>
              <a:rPr dirty="0" sz="2800" spc="-85">
                <a:solidFill>
                  <a:srgbClr val="4E3629"/>
                </a:solidFill>
                <a:latin typeface="Calibri"/>
                <a:cs typeface="Calibri"/>
              </a:rPr>
              <a:t> </a:t>
            </a:r>
            <a:r>
              <a:rPr dirty="0" sz="2800">
                <a:solidFill>
                  <a:srgbClr val="4E3629"/>
                </a:solidFill>
                <a:latin typeface="Calibri"/>
                <a:cs typeface="Calibri"/>
              </a:rPr>
              <a:t>los</a:t>
            </a:r>
            <a:r>
              <a:rPr dirty="0" sz="2800" spc="-80">
                <a:solidFill>
                  <a:srgbClr val="4E3629"/>
                </a:solidFill>
                <a:latin typeface="Calibri"/>
                <a:cs typeface="Calibri"/>
              </a:rPr>
              <a:t> </a:t>
            </a:r>
            <a:r>
              <a:rPr dirty="0" sz="2800">
                <a:solidFill>
                  <a:srgbClr val="4E3629"/>
                </a:solidFill>
                <a:latin typeface="Calibri"/>
                <a:cs typeface="Calibri"/>
              </a:rPr>
              <a:t>valores</a:t>
            </a:r>
            <a:r>
              <a:rPr dirty="0" sz="2800" spc="-85">
                <a:solidFill>
                  <a:srgbClr val="4E3629"/>
                </a:solidFill>
                <a:latin typeface="Calibri"/>
                <a:cs typeface="Calibri"/>
              </a:rPr>
              <a:t> </a:t>
            </a:r>
            <a:r>
              <a:rPr dirty="0" sz="2800">
                <a:solidFill>
                  <a:srgbClr val="4E3629"/>
                </a:solidFill>
                <a:latin typeface="Calibri"/>
                <a:cs typeface="Calibri"/>
              </a:rPr>
              <a:t>de</a:t>
            </a:r>
            <a:r>
              <a:rPr dirty="0" sz="2800" spc="-80">
                <a:solidFill>
                  <a:srgbClr val="4E3629"/>
                </a:solidFill>
                <a:latin typeface="Calibri"/>
                <a:cs typeface="Calibri"/>
              </a:rPr>
              <a:t> </a:t>
            </a:r>
            <a:r>
              <a:rPr dirty="0" sz="2800" spc="-10">
                <a:solidFill>
                  <a:srgbClr val="4E3629"/>
                </a:solidFill>
                <a:latin typeface="Calibri"/>
                <a:cs typeface="Calibri"/>
              </a:rPr>
              <a:t>carácter</a:t>
            </a:r>
            <a:r>
              <a:rPr dirty="0" sz="2800" spc="-100">
                <a:solidFill>
                  <a:srgbClr val="4E3629"/>
                </a:solidFill>
                <a:latin typeface="Calibri"/>
                <a:cs typeface="Calibri"/>
              </a:rPr>
              <a:t> </a:t>
            </a:r>
            <a:r>
              <a:rPr dirty="0" sz="2800" spc="-50">
                <a:solidFill>
                  <a:srgbClr val="4E3629"/>
                </a:solidFill>
                <a:latin typeface="Calibri"/>
                <a:cs typeface="Calibri"/>
              </a:rPr>
              <a:t>y </a:t>
            </a:r>
            <a:r>
              <a:rPr dirty="0" sz="2800" spc="-50">
                <a:solidFill>
                  <a:srgbClr val="4E3629"/>
                </a:solidFill>
                <a:latin typeface="Calibri"/>
                <a:cs typeface="Calibri"/>
              </a:rPr>
              <a:t>	</a:t>
            </a:r>
            <a:r>
              <a:rPr dirty="0" sz="2800" spc="-10">
                <a:solidFill>
                  <a:srgbClr val="4E3629"/>
                </a:solidFill>
                <a:latin typeface="Calibri"/>
                <a:cs typeface="Calibri"/>
              </a:rPr>
              <a:t>número</a:t>
            </a:r>
            <a:endParaRPr sz="2800">
              <a:latin typeface="Calibri"/>
              <a:cs typeface="Calibri"/>
            </a:endParaRPr>
          </a:p>
          <a:p>
            <a:pPr marL="183515" indent="-170815">
              <a:lnSpc>
                <a:spcPct val="100000"/>
              </a:lnSpc>
              <a:spcBef>
                <a:spcPts val="409"/>
              </a:spcBef>
              <a:buClr>
                <a:srgbClr val="D1350F"/>
              </a:buClr>
              <a:buFont typeface="Arial MT"/>
              <a:buChar char="•"/>
              <a:tabLst>
                <a:tab pos="183515" algn="l"/>
              </a:tabLst>
            </a:pPr>
            <a:r>
              <a:rPr dirty="0" sz="2800" spc="-10">
                <a:solidFill>
                  <a:srgbClr val="4E3629"/>
                </a:solidFill>
                <a:latin typeface="Calibri"/>
                <a:cs typeface="Calibri"/>
              </a:rPr>
              <a:t>Para</a:t>
            </a:r>
            <a:r>
              <a:rPr dirty="0" sz="2800" spc="-90">
                <a:solidFill>
                  <a:srgbClr val="4E3629"/>
                </a:solidFill>
                <a:latin typeface="Calibri"/>
                <a:cs typeface="Calibri"/>
              </a:rPr>
              <a:t> </a:t>
            </a:r>
            <a:r>
              <a:rPr dirty="0" sz="2800">
                <a:solidFill>
                  <a:srgbClr val="4E3629"/>
                </a:solidFill>
                <a:latin typeface="Calibri"/>
                <a:cs typeface="Calibri"/>
              </a:rPr>
              <a:t>valores</a:t>
            </a:r>
            <a:r>
              <a:rPr dirty="0" sz="2800" spc="-95">
                <a:solidFill>
                  <a:srgbClr val="4E3629"/>
                </a:solidFill>
                <a:latin typeface="Calibri"/>
                <a:cs typeface="Calibri"/>
              </a:rPr>
              <a:t> </a:t>
            </a:r>
            <a:r>
              <a:rPr dirty="0" sz="2800">
                <a:solidFill>
                  <a:srgbClr val="4E3629"/>
                </a:solidFill>
                <a:latin typeface="Calibri"/>
                <a:cs typeface="Calibri"/>
              </a:rPr>
              <a:t>de</a:t>
            </a:r>
            <a:r>
              <a:rPr dirty="0" sz="2800" spc="-85">
                <a:solidFill>
                  <a:srgbClr val="4E3629"/>
                </a:solidFill>
                <a:latin typeface="Calibri"/>
                <a:cs typeface="Calibri"/>
              </a:rPr>
              <a:t> </a:t>
            </a:r>
            <a:r>
              <a:rPr dirty="0" sz="2800" spc="-10">
                <a:solidFill>
                  <a:srgbClr val="4E3629"/>
                </a:solidFill>
                <a:latin typeface="Calibri"/>
                <a:cs typeface="Calibri"/>
              </a:rPr>
              <a:t>carácter:</a:t>
            </a:r>
            <a:endParaRPr sz="2800">
              <a:latin typeface="Calibri"/>
              <a:cs typeface="Calibri"/>
            </a:endParaRPr>
          </a:p>
          <a:p>
            <a:pPr marL="355600">
              <a:lnSpc>
                <a:spcPct val="100000"/>
              </a:lnSpc>
              <a:spcBef>
                <a:spcPts val="135"/>
              </a:spcBef>
            </a:pPr>
            <a:r>
              <a:rPr dirty="0" sz="2400">
                <a:solidFill>
                  <a:srgbClr val="D1350F"/>
                </a:solidFill>
                <a:latin typeface="Calibri"/>
                <a:cs typeface="Calibri"/>
              </a:rPr>
              <a:t>−</a:t>
            </a:r>
            <a:r>
              <a:rPr dirty="0" sz="2400">
                <a:solidFill>
                  <a:srgbClr val="4E3629"/>
                </a:solidFill>
                <a:latin typeface="Calibri"/>
                <a:cs typeface="Calibri"/>
              </a:rPr>
              <a:t>CHAR</a:t>
            </a:r>
            <a:r>
              <a:rPr dirty="0" sz="2400" spc="-35">
                <a:solidFill>
                  <a:srgbClr val="4E3629"/>
                </a:solidFill>
                <a:latin typeface="Calibri"/>
                <a:cs typeface="Calibri"/>
              </a:rPr>
              <a:t> </a:t>
            </a:r>
            <a:r>
              <a:rPr dirty="0" sz="2400">
                <a:solidFill>
                  <a:srgbClr val="4E3629"/>
                </a:solidFill>
                <a:latin typeface="Calibri"/>
                <a:cs typeface="Calibri"/>
              </a:rPr>
              <a:t>(tamaño</a:t>
            </a:r>
            <a:r>
              <a:rPr dirty="0" sz="2400" spc="-45">
                <a:solidFill>
                  <a:srgbClr val="4E3629"/>
                </a:solidFill>
                <a:latin typeface="Calibri"/>
                <a:cs typeface="Calibri"/>
              </a:rPr>
              <a:t> </a:t>
            </a:r>
            <a:r>
              <a:rPr dirty="0" sz="2400">
                <a:solidFill>
                  <a:srgbClr val="4E3629"/>
                </a:solidFill>
                <a:latin typeface="Calibri"/>
                <a:cs typeface="Calibri"/>
              </a:rPr>
              <a:t>fijo,</a:t>
            </a:r>
            <a:r>
              <a:rPr dirty="0" sz="2400" spc="-20">
                <a:solidFill>
                  <a:srgbClr val="4E3629"/>
                </a:solidFill>
                <a:latin typeface="Calibri"/>
                <a:cs typeface="Calibri"/>
              </a:rPr>
              <a:t> </a:t>
            </a:r>
            <a:r>
              <a:rPr dirty="0" sz="2400">
                <a:solidFill>
                  <a:srgbClr val="4E3629"/>
                </a:solidFill>
                <a:latin typeface="Calibri"/>
                <a:cs typeface="Calibri"/>
              </a:rPr>
              <a:t>máximo</a:t>
            </a:r>
            <a:r>
              <a:rPr dirty="0" sz="2400" spc="-40">
                <a:solidFill>
                  <a:srgbClr val="4E3629"/>
                </a:solidFill>
                <a:latin typeface="Calibri"/>
                <a:cs typeface="Calibri"/>
              </a:rPr>
              <a:t> </a:t>
            </a:r>
            <a:r>
              <a:rPr dirty="0" sz="2400">
                <a:solidFill>
                  <a:srgbClr val="4E3629"/>
                </a:solidFill>
                <a:latin typeface="Calibri"/>
                <a:cs typeface="Calibri"/>
              </a:rPr>
              <a:t>de</a:t>
            </a:r>
            <a:r>
              <a:rPr dirty="0" sz="2400" spc="-15">
                <a:solidFill>
                  <a:srgbClr val="4E3629"/>
                </a:solidFill>
                <a:latin typeface="Calibri"/>
                <a:cs typeface="Calibri"/>
              </a:rPr>
              <a:t> </a:t>
            </a:r>
            <a:r>
              <a:rPr dirty="0" sz="2400">
                <a:solidFill>
                  <a:srgbClr val="4E3629"/>
                </a:solidFill>
                <a:latin typeface="Calibri"/>
                <a:cs typeface="Calibri"/>
              </a:rPr>
              <a:t>2000</a:t>
            </a:r>
            <a:r>
              <a:rPr dirty="0" sz="2400" spc="-20">
                <a:solidFill>
                  <a:srgbClr val="4E3629"/>
                </a:solidFill>
                <a:latin typeface="Calibri"/>
                <a:cs typeface="Calibri"/>
              </a:rPr>
              <a:t> </a:t>
            </a:r>
            <a:r>
              <a:rPr dirty="0" sz="2400" spc="-10">
                <a:solidFill>
                  <a:srgbClr val="4E3629"/>
                </a:solidFill>
                <a:latin typeface="Calibri"/>
                <a:cs typeface="Calibri"/>
              </a:rPr>
              <a:t>caracteres)</a:t>
            </a:r>
            <a:endParaRPr sz="2400">
              <a:latin typeface="Calibri"/>
              <a:cs typeface="Calibri"/>
            </a:endParaRPr>
          </a:p>
          <a:p>
            <a:pPr marL="355600">
              <a:lnSpc>
                <a:spcPct val="100000"/>
              </a:lnSpc>
              <a:spcBef>
                <a:spcPts val="120"/>
              </a:spcBef>
            </a:pPr>
            <a:r>
              <a:rPr dirty="0" sz="2400">
                <a:solidFill>
                  <a:srgbClr val="D1350F"/>
                </a:solidFill>
                <a:latin typeface="Calibri"/>
                <a:cs typeface="Calibri"/>
              </a:rPr>
              <a:t>−</a:t>
            </a:r>
            <a:r>
              <a:rPr dirty="0" sz="2400">
                <a:solidFill>
                  <a:srgbClr val="4E3629"/>
                </a:solidFill>
                <a:latin typeface="Calibri"/>
                <a:cs typeface="Calibri"/>
              </a:rPr>
              <a:t>VARCHAR2</a:t>
            </a:r>
            <a:r>
              <a:rPr dirty="0" sz="2400" spc="-90">
                <a:solidFill>
                  <a:srgbClr val="4E3629"/>
                </a:solidFill>
                <a:latin typeface="Calibri"/>
                <a:cs typeface="Calibri"/>
              </a:rPr>
              <a:t> </a:t>
            </a:r>
            <a:r>
              <a:rPr dirty="0" sz="2400">
                <a:solidFill>
                  <a:srgbClr val="4E3629"/>
                </a:solidFill>
                <a:latin typeface="Calibri"/>
                <a:cs typeface="Calibri"/>
              </a:rPr>
              <a:t>(tamaño</a:t>
            </a:r>
            <a:r>
              <a:rPr dirty="0" sz="2400" spc="-75">
                <a:solidFill>
                  <a:srgbClr val="4E3629"/>
                </a:solidFill>
                <a:latin typeface="Calibri"/>
                <a:cs typeface="Calibri"/>
              </a:rPr>
              <a:t> </a:t>
            </a:r>
            <a:r>
              <a:rPr dirty="0" sz="2400">
                <a:solidFill>
                  <a:srgbClr val="4E3629"/>
                </a:solidFill>
                <a:latin typeface="Calibri"/>
                <a:cs typeface="Calibri"/>
              </a:rPr>
              <a:t>variable,</a:t>
            </a:r>
            <a:r>
              <a:rPr dirty="0" sz="2400" spc="-45">
                <a:solidFill>
                  <a:srgbClr val="4E3629"/>
                </a:solidFill>
                <a:latin typeface="Calibri"/>
                <a:cs typeface="Calibri"/>
              </a:rPr>
              <a:t> </a:t>
            </a:r>
            <a:r>
              <a:rPr dirty="0" sz="2400">
                <a:solidFill>
                  <a:srgbClr val="4E3629"/>
                </a:solidFill>
                <a:latin typeface="Calibri"/>
                <a:cs typeface="Calibri"/>
              </a:rPr>
              <a:t>máximo</a:t>
            </a:r>
            <a:r>
              <a:rPr dirty="0" sz="2400" spc="-80">
                <a:solidFill>
                  <a:srgbClr val="4E3629"/>
                </a:solidFill>
                <a:latin typeface="Calibri"/>
                <a:cs typeface="Calibri"/>
              </a:rPr>
              <a:t> </a:t>
            </a:r>
            <a:r>
              <a:rPr dirty="0" sz="2400">
                <a:solidFill>
                  <a:srgbClr val="4E3629"/>
                </a:solidFill>
                <a:latin typeface="Calibri"/>
                <a:cs typeface="Calibri"/>
              </a:rPr>
              <a:t>de</a:t>
            </a:r>
            <a:r>
              <a:rPr dirty="0" sz="2400" spc="-40">
                <a:solidFill>
                  <a:srgbClr val="4E3629"/>
                </a:solidFill>
                <a:latin typeface="Calibri"/>
                <a:cs typeface="Calibri"/>
              </a:rPr>
              <a:t> </a:t>
            </a:r>
            <a:r>
              <a:rPr dirty="0" sz="2400">
                <a:solidFill>
                  <a:srgbClr val="4E3629"/>
                </a:solidFill>
                <a:latin typeface="Calibri"/>
                <a:cs typeface="Calibri"/>
              </a:rPr>
              <a:t>32,767</a:t>
            </a:r>
            <a:r>
              <a:rPr dirty="0" sz="2400" spc="-55">
                <a:solidFill>
                  <a:srgbClr val="4E3629"/>
                </a:solidFill>
                <a:latin typeface="Calibri"/>
                <a:cs typeface="Calibri"/>
              </a:rPr>
              <a:t> </a:t>
            </a:r>
            <a:r>
              <a:rPr dirty="0" sz="2400" spc="-10">
                <a:solidFill>
                  <a:srgbClr val="4E3629"/>
                </a:solidFill>
                <a:latin typeface="Calibri"/>
                <a:cs typeface="Calibri"/>
              </a:rPr>
              <a:t>caracteres)</a:t>
            </a:r>
            <a:endParaRPr sz="2400">
              <a:latin typeface="Calibri"/>
              <a:cs typeface="Calibri"/>
            </a:endParaRPr>
          </a:p>
          <a:p>
            <a:pPr marL="355600">
              <a:lnSpc>
                <a:spcPct val="100000"/>
              </a:lnSpc>
              <a:spcBef>
                <a:spcPts val="110"/>
              </a:spcBef>
            </a:pPr>
            <a:r>
              <a:rPr dirty="0" sz="2400">
                <a:solidFill>
                  <a:srgbClr val="D1350F"/>
                </a:solidFill>
                <a:latin typeface="Calibri"/>
                <a:cs typeface="Calibri"/>
              </a:rPr>
              <a:t>−</a:t>
            </a:r>
            <a:r>
              <a:rPr dirty="0" sz="2400">
                <a:solidFill>
                  <a:srgbClr val="4E3629"/>
                </a:solidFill>
                <a:latin typeface="Calibri"/>
                <a:cs typeface="Calibri"/>
              </a:rPr>
              <a:t>CLOB</a:t>
            </a:r>
            <a:r>
              <a:rPr dirty="0" sz="2400" spc="-40">
                <a:solidFill>
                  <a:srgbClr val="4E3629"/>
                </a:solidFill>
                <a:latin typeface="Calibri"/>
                <a:cs typeface="Calibri"/>
              </a:rPr>
              <a:t> </a:t>
            </a:r>
            <a:r>
              <a:rPr dirty="0" sz="2400">
                <a:solidFill>
                  <a:srgbClr val="4E3629"/>
                </a:solidFill>
                <a:latin typeface="Calibri"/>
                <a:cs typeface="Calibri"/>
              </a:rPr>
              <a:t>(tamaño</a:t>
            </a:r>
            <a:r>
              <a:rPr dirty="0" sz="2400" spc="-60">
                <a:solidFill>
                  <a:srgbClr val="4E3629"/>
                </a:solidFill>
                <a:latin typeface="Calibri"/>
                <a:cs typeface="Calibri"/>
              </a:rPr>
              <a:t> </a:t>
            </a:r>
            <a:r>
              <a:rPr dirty="0" sz="2400">
                <a:solidFill>
                  <a:srgbClr val="4E3629"/>
                </a:solidFill>
                <a:latin typeface="Calibri"/>
                <a:cs typeface="Calibri"/>
              </a:rPr>
              <a:t>variable,</a:t>
            </a:r>
            <a:r>
              <a:rPr dirty="0" sz="2400" spc="-40">
                <a:solidFill>
                  <a:srgbClr val="4E3629"/>
                </a:solidFill>
                <a:latin typeface="Calibri"/>
                <a:cs typeface="Calibri"/>
              </a:rPr>
              <a:t> </a:t>
            </a:r>
            <a:r>
              <a:rPr dirty="0" sz="2400">
                <a:solidFill>
                  <a:srgbClr val="4E3629"/>
                </a:solidFill>
                <a:latin typeface="Calibri"/>
                <a:cs typeface="Calibri"/>
              </a:rPr>
              <a:t>máximo</a:t>
            </a:r>
            <a:r>
              <a:rPr dirty="0" sz="2400" spc="-60">
                <a:solidFill>
                  <a:srgbClr val="4E3629"/>
                </a:solidFill>
                <a:latin typeface="Calibri"/>
                <a:cs typeface="Calibri"/>
              </a:rPr>
              <a:t> </a:t>
            </a:r>
            <a:r>
              <a:rPr dirty="0" sz="2400">
                <a:solidFill>
                  <a:srgbClr val="4E3629"/>
                </a:solidFill>
                <a:latin typeface="Calibri"/>
                <a:cs typeface="Calibri"/>
              </a:rPr>
              <a:t>de</a:t>
            </a:r>
            <a:r>
              <a:rPr dirty="0" sz="2400" spc="-25">
                <a:solidFill>
                  <a:srgbClr val="4E3629"/>
                </a:solidFill>
                <a:latin typeface="Calibri"/>
                <a:cs typeface="Calibri"/>
              </a:rPr>
              <a:t> </a:t>
            </a:r>
            <a:r>
              <a:rPr dirty="0" sz="2400">
                <a:solidFill>
                  <a:srgbClr val="4E3629"/>
                </a:solidFill>
                <a:latin typeface="Calibri"/>
                <a:cs typeface="Calibri"/>
              </a:rPr>
              <a:t>128</a:t>
            </a:r>
            <a:r>
              <a:rPr dirty="0" sz="2400" spc="-30">
                <a:solidFill>
                  <a:srgbClr val="4E3629"/>
                </a:solidFill>
                <a:latin typeface="Calibri"/>
                <a:cs typeface="Calibri"/>
              </a:rPr>
              <a:t> </a:t>
            </a:r>
            <a:r>
              <a:rPr dirty="0" sz="2400" spc="-10">
                <a:solidFill>
                  <a:srgbClr val="4E3629"/>
                </a:solidFill>
                <a:latin typeface="Calibri"/>
                <a:cs typeface="Calibri"/>
              </a:rPr>
              <a:t>terabytes)</a:t>
            </a:r>
            <a:endParaRPr sz="2400">
              <a:latin typeface="Calibri"/>
              <a:cs typeface="Calibri"/>
            </a:endParaRPr>
          </a:p>
          <a:p>
            <a:pPr marL="183515" indent="-170815">
              <a:lnSpc>
                <a:spcPct val="100000"/>
              </a:lnSpc>
              <a:spcBef>
                <a:spcPts val="440"/>
              </a:spcBef>
              <a:buClr>
                <a:srgbClr val="D1350F"/>
              </a:buClr>
              <a:buFont typeface="Arial MT"/>
              <a:buChar char="•"/>
              <a:tabLst>
                <a:tab pos="183515" algn="l"/>
              </a:tabLst>
            </a:pPr>
            <a:r>
              <a:rPr dirty="0" sz="2800" spc="-10">
                <a:solidFill>
                  <a:srgbClr val="4E3629"/>
                </a:solidFill>
                <a:latin typeface="Calibri"/>
                <a:cs typeface="Calibri"/>
              </a:rPr>
              <a:t>Para</a:t>
            </a:r>
            <a:r>
              <a:rPr dirty="0" sz="2800" spc="-90">
                <a:solidFill>
                  <a:srgbClr val="4E3629"/>
                </a:solidFill>
                <a:latin typeface="Calibri"/>
                <a:cs typeface="Calibri"/>
              </a:rPr>
              <a:t> </a:t>
            </a:r>
            <a:r>
              <a:rPr dirty="0" sz="2800">
                <a:solidFill>
                  <a:srgbClr val="4E3629"/>
                </a:solidFill>
                <a:latin typeface="Calibri"/>
                <a:cs typeface="Calibri"/>
              </a:rPr>
              <a:t>valores</a:t>
            </a:r>
            <a:r>
              <a:rPr dirty="0" sz="2800" spc="-95">
                <a:solidFill>
                  <a:srgbClr val="4E3629"/>
                </a:solidFill>
                <a:latin typeface="Calibri"/>
                <a:cs typeface="Calibri"/>
              </a:rPr>
              <a:t> </a:t>
            </a:r>
            <a:r>
              <a:rPr dirty="0" sz="2800">
                <a:solidFill>
                  <a:srgbClr val="4E3629"/>
                </a:solidFill>
                <a:latin typeface="Calibri"/>
                <a:cs typeface="Calibri"/>
              </a:rPr>
              <a:t>de</a:t>
            </a:r>
            <a:r>
              <a:rPr dirty="0" sz="2800" spc="-85">
                <a:solidFill>
                  <a:srgbClr val="4E3629"/>
                </a:solidFill>
                <a:latin typeface="Calibri"/>
                <a:cs typeface="Calibri"/>
              </a:rPr>
              <a:t> </a:t>
            </a:r>
            <a:r>
              <a:rPr dirty="0" sz="2800" spc="-10">
                <a:solidFill>
                  <a:srgbClr val="4E3629"/>
                </a:solidFill>
                <a:latin typeface="Calibri"/>
                <a:cs typeface="Calibri"/>
              </a:rPr>
              <a:t>número:</a:t>
            </a:r>
            <a:endParaRPr sz="2800">
              <a:latin typeface="Calibri"/>
              <a:cs typeface="Calibri"/>
            </a:endParaRPr>
          </a:p>
          <a:p>
            <a:pPr marL="355600">
              <a:lnSpc>
                <a:spcPct val="100000"/>
              </a:lnSpc>
              <a:spcBef>
                <a:spcPts val="135"/>
              </a:spcBef>
            </a:pPr>
            <a:r>
              <a:rPr dirty="0" sz="2400">
                <a:solidFill>
                  <a:srgbClr val="D1350F"/>
                </a:solidFill>
                <a:latin typeface="Calibri"/>
                <a:cs typeface="Calibri"/>
              </a:rPr>
              <a:t>−</a:t>
            </a:r>
            <a:r>
              <a:rPr dirty="0" sz="2400">
                <a:solidFill>
                  <a:srgbClr val="4E3629"/>
                </a:solidFill>
                <a:latin typeface="Calibri"/>
                <a:cs typeface="Calibri"/>
              </a:rPr>
              <a:t>NUMBER</a:t>
            </a:r>
            <a:r>
              <a:rPr dirty="0" sz="2400" spc="-55">
                <a:solidFill>
                  <a:srgbClr val="4E3629"/>
                </a:solidFill>
                <a:latin typeface="Calibri"/>
                <a:cs typeface="Calibri"/>
              </a:rPr>
              <a:t> </a:t>
            </a:r>
            <a:r>
              <a:rPr dirty="0" sz="2400">
                <a:solidFill>
                  <a:srgbClr val="4E3629"/>
                </a:solidFill>
                <a:latin typeface="Calibri"/>
                <a:cs typeface="Calibri"/>
              </a:rPr>
              <a:t>(tamaño</a:t>
            </a:r>
            <a:r>
              <a:rPr dirty="0" sz="2400" spc="-65">
                <a:solidFill>
                  <a:srgbClr val="4E3629"/>
                </a:solidFill>
                <a:latin typeface="Calibri"/>
                <a:cs typeface="Calibri"/>
              </a:rPr>
              <a:t> </a:t>
            </a:r>
            <a:r>
              <a:rPr dirty="0" sz="2400">
                <a:solidFill>
                  <a:srgbClr val="4E3629"/>
                </a:solidFill>
                <a:latin typeface="Calibri"/>
                <a:cs typeface="Calibri"/>
              </a:rPr>
              <a:t>variable,</a:t>
            </a:r>
            <a:r>
              <a:rPr dirty="0" sz="2400" spc="-30">
                <a:solidFill>
                  <a:srgbClr val="4E3629"/>
                </a:solidFill>
                <a:latin typeface="Calibri"/>
                <a:cs typeface="Calibri"/>
              </a:rPr>
              <a:t> </a:t>
            </a:r>
            <a:r>
              <a:rPr dirty="0" sz="2400">
                <a:solidFill>
                  <a:srgbClr val="4E3629"/>
                </a:solidFill>
                <a:latin typeface="Calibri"/>
                <a:cs typeface="Calibri"/>
              </a:rPr>
              <a:t>precisión</a:t>
            </a:r>
            <a:r>
              <a:rPr dirty="0" sz="2400" spc="-35">
                <a:solidFill>
                  <a:srgbClr val="4E3629"/>
                </a:solidFill>
                <a:latin typeface="Calibri"/>
                <a:cs typeface="Calibri"/>
              </a:rPr>
              <a:t> </a:t>
            </a:r>
            <a:r>
              <a:rPr dirty="0" sz="2400">
                <a:solidFill>
                  <a:srgbClr val="4E3629"/>
                </a:solidFill>
                <a:latin typeface="Calibri"/>
                <a:cs typeface="Calibri"/>
              </a:rPr>
              <a:t>máxima</a:t>
            </a:r>
            <a:r>
              <a:rPr dirty="0" sz="2400" spc="-55">
                <a:solidFill>
                  <a:srgbClr val="4E3629"/>
                </a:solidFill>
                <a:latin typeface="Calibri"/>
                <a:cs typeface="Calibri"/>
              </a:rPr>
              <a:t> </a:t>
            </a:r>
            <a:r>
              <a:rPr dirty="0" sz="2400">
                <a:solidFill>
                  <a:srgbClr val="4E3629"/>
                </a:solidFill>
                <a:latin typeface="Calibri"/>
                <a:cs typeface="Calibri"/>
              </a:rPr>
              <a:t>de</a:t>
            </a:r>
            <a:r>
              <a:rPr dirty="0" sz="2400" spc="-30">
                <a:solidFill>
                  <a:srgbClr val="4E3629"/>
                </a:solidFill>
                <a:latin typeface="Calibri"/>
                <a:cs typeface="Calibri"/>
              </a:rPr>
              <a:t> </a:t>
            </a:r>
            <a:r>
              <a:rPr dirty="0" sz="2400">
                <a:solidFill>
                  <a:srgbClr val="4E3629"/>
                </a:solidFill>
                <a:latin typeface="Calibri"/>
                <a:cs typeface="Calibri"/>
              </a:rPr>
              <a:t>38</a:t>
            </a:r>
            <a:r>
              <a:rPr dirty="0" sz="2400" spc="-45">
                <a:solidFill>
                  <a:srgbClr val="4E3629"/>
                </a:solidFill>
                <a:latin typeface="Calibri"/>
                <a:cs typeface="Calibri"/>
              </a:rPr>
              <a:t> </a:t>
            </a:r>
            <a:r>
              <a:rPr dirty="0" sz="2400" spc="-10">
                <a:solidFill>
                  <a:srgbClr val="4E3629"/>
                </a:solidFill>
                <a:latin typeface="Calibri"/>
                <a:cs typeface="Calibri"/>
              </a:rPr>
              <a:t>dígitos)</a:t>
            </a:r>
            <a:endParaRPr sz="2400">
              <a:latin typeface="Calibri"/>
              <a:cs typeface="Calibri"/>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prstGeom prst="rect"/>
        </p:spPr>
        <p:txBody>
          <a:bodyPr wrap="square" lIns="0" tIns="12700" rIns="0" bIns="0" rtlCol="0" vert="horz">
            <a:spAutoFit/>
          </a:bodyPr>
          <a:lstStyle/>
          <a:p>
            <a:pPr marL="12700">
              <a:lnSpc>
                <a:spcPct val="100000"/>
              </a:lnSpc>
              <a:spcBef>
                <a:spcPts val="100"/>
              </a:spcBef>
            </a:pPr>
            <a:r>
              <a:rPr dirty="0"/>
              <a:t>Tipos</a:t>
            </a:r>
            <a:r>
              <a:rPr dirty="0" spc="-50"/>
              <a:t> </a:t>
            </a:r>
            <a:r>
              <a:rPr dirty="0"/>
              <a:t>de</a:t>
            </a:r>
            <a:r>
              <a:rPr dirty="0" spc="-50"/>
              <a:t> </a:t>
            </a:r>
            <a:r>
              <a:rPr dirty="0"/>
              <a:t>Dato</a:t>
            </a:r>
            <a:r>
              <a:rPr dirty="0" spc="-60"/>
              <a:t> </a:t>
            </a:r>
            <a:r>
              <a:rPr dirty="0" spc="-10"/>
              <a:t>Comunes</a:t>
            </a:r>
          </a:p>
        </p:txBody>
      </p:sp>
      <p:sp>
        <p:nvSpPr>
          <p:cNvPr id="4" name="object 4" descr=""/>
          <p:cNvSpPr txBox="1">
            <a:spLocks noGrp="1"/>
          </p:cNvSpPr>
          <p:nvPr>
            <p:ph type="dt" idx="6" sz="half"/>
          </p:nvPr>
        </p:nvSpPr>
        <p:spPr>
          <a:prstGeom prst="rect"/>
        </p:spPr>
        <p:txBody>
          <a:bodyPr wrap="square" lIns="0" tIns="0" rIns="0" bIns="0" rtlCol="0" vert="horz">
            <a:spAutoFit/>
          </a:bodyPr>
          <a:lstStyle/>
          <a:p>
            <a:pPr marL="12700">
              <a:lnSpc>
                <a:spcPts val="855"/>
              </a:lnSpc>
            </a:pPr>
            <a:r>
              <a:rPr dirty="0"/>
              <a:t>DP</a:t>
            </a:r>
            <a:r>
              <a:rPr dirty="0" spc="-10"/>
              <a:t> </a:t>
            </a:r>
            <a:r>
              <a:rPr dirty="0"/>
              <a:t>13-</a:t>
            </a:r>
            <a:r>
              <a:rPr dirty="0" spc="-50"/>
              <a:t>2</a:t>
            </a:r>
          </a:p>
          <a:p>
            <a:pPr marL="12700">
              <a:lnSpc>
                <a:spcPts val="965"/>
              </a:lnSpc>
            </a:pPr>
            <a:r>
              <a:rPr dirty="0"/>
              <a:t>Uso</a:t>
            </a:r>
            <a:r>
              <a:rPr dirty="0" spc="-30"/>
              <a:t> </a:t>
            </a:r>
            <a:r>
              <a:rPr dirty="0"/>
              <a:t>de</a:t>
            </a:r>
            <a:r>
              <a:rPr dirty="0" spc="-20"/>
              <a:t> </a:t>
            </a:r>
            <a:r>
              <a:rPr dirty="0"/>
              <a:t>Tipos</a:t>
            </a:r>
            <a:r>
              <a:rPr dirty="0" spc="-20"/>
              <a:t> </a:t>
            </a:r>
            <a:r>
              <a:rPr dirty="0"/>
              <a:t>de</a:t>
            </a:r>
            <a:r>
              <a:rPr dirty="0" spc="-15"/>
              <a:t> </a:t>
            </a:r>
            <a:r>
              <a:rPr dirty="0" spc="-20"/>
              <a:t>Dato</a:t>
            </a:r>
          </a:p>
        </p:txBody>
      </p:sp>
      <p:sp>
        <p:nvSpPr>
          <p:cNvPr id="5" name="object 5" descr=""/>
          <p:cNvSpPr txBox="1">
            <a:spLocks noGrp="1"/>
          </p:cNvSpPr>
          <p:nvPr>
            <p:ph type="ftr" idx="5" sz="quarter"/>
          </p:nvPr>
        </p:nvSpPr>
        <p:spPr>
          <a:prstGeom prst="rect"/>
        </p:spPr>
        <p:txBody>
          <a:bodyPr wrap="square" lIns="0" tIns="0" rIns="0" bIns="0" rtlCol="0" vert="horz">
            <a:spAutoFit/>
          </a:bodyPr>
          <a:lstStyle/>
          <a:p>
            <a:pPr marL="12700">
              <a:lnSpc>
                <a:spcPts val="910"/>
              </a:lnSpc>
            </a:pPr>
            <a:r>
              <a:rPr dirty="0"/>
              <a:t>Copyright</a:t>
            </a:r>
            <a:r>
              <a:rPr dirty="0" spc="-35"/>
              <a:t> </a:t>
            </a:r>
            <a:r>
              <a:rPr dirty="0"/>
              <a:t>©</a:t>
            </a:r>
            <a:r>
              <a:rPr dirty="0" spc="-40"/>
              <a:t> </a:t>
            </a:r>
            <a:r>
              <a:rPr dirty="0"/>
              <a:t>2020,</a:t>
            </a:r>
            <a:r>
              <a:rPr dirty="0" spc="-45"/>
              <a:t> </a:t>
            </a:r>
            <a:r>
              <a:rPr dirty="0"/>
              <a:t>Oracle</a:t>
            </a:r>
            <a:r>
              <a:rPr dirty="0" spc="-30"/>
              <a:t> </a:t>
            </a:r>
            <a:r>
              <a:rPr dirty="0"/>
              <a:t>y/o</a:t>
            </a:r>
            <a:r>
              <a:rPr dirty="0" spc="-30"/>
              <a:t> </a:t>
            </a:r>
            <a:r>
              <a:rPr dirty="0"/>
              <a:t>sus</a:t>
            </a:r>
            <a:r>
              <a:rPr dirty="0" spc="-35"/>
              <a:t> </a:t>
            </a:r>
            <a:r>
              <a:rPr dirty="0"/>
              <a:t>filiales.</a:t>
            </a:r>
            <a:r>
              <a:rPr dirty="0" spc="-10"/>
              <a:t> </a:t>
            </a:r>
            <a:r>
              <a:rPr dirty="0"/>
              <a:t>Todos</a:t>
            </a:r>
            <a:r>
              <a:rPr dirty="0" spc="-35"/>
              <a:t> </a:t>
            </a:r>
            <a:r>
              <a:rPr dirty="0"/>
              <a:t>los</a:t>
            </a:r>
            <a:r>
              <a:rPr dirty="0" spc="-25"/>
              <a:t> </a:t>
            </a:r>
            <a:r>
              <a:rPr dirty="0"/>
              <a:t>derechos</a:t>
            </a:r>
            <a:r>
              <a:rPr dirty="0" spc="-5"/>
              <a:t> </a:t>
            </a:r>
            <a:r>
              <a:rPr dirty="0" spc="-10"/>
              <a:t>reservados.</a:t>
            </a:r>
          </a:p>
        </p:txBody>
      </p:sp>
      <p:sp>
        <p:nvSpPr>
          <p:cNvPr id="6" name="object 6" descr=""/>
          <p:cNvSpPr txBox="1">
            <a:spLocks noGrp="1"/>
          </p:cNvSpPr>
          <p:nvPr>
            <p:ph type="sldNum" idx="7" sz="quarter"/>
          </p:nvPr>
        </p:nvSpPr>
        <p:spPr>
          <a:prstGeom prst="rect"/>
        </p:spPr>
        <p:txBody>
          <a:bodyPr wrap="square" lIns="0" tIns="0" rIns="0" bIns="0" rtlCol="0" vert="horz">
            <a:spAutoFit/>
          </a:bodyPr>
          <a:lstStyle/>
          <a:p>
            <a:pPr marL="12700">
              <a:lnSpc>
                <a:spcPts val="910"/>
              </a:lnSpc>
            </a:pPr>
            <a:r>
              <a:rPr dirty="0" spc="-25"/>
              <a:t>8</a:t>
            </a:r>
          </a:p>
        </p:txBody>
      </p:sp>
      <p:sp>
        <p:nvSpPr>
          <p:cNvPr id="3" name="object 3" descr=""/>
          <p:cNvSpPr txBox="1"/>
          <p:nvPr/>
        </p:nvSpPr>
        <p:spPr>
          <a:xfrm>
            <a:off x="483552" y="1415417"/>
            <a:ext cx="8025765" cy="4478655"/>
          </a:xfrm>
          <a:prstGeom prst="rect">
            <a:avLst/>
          </a:prstGeom>
        </p:spPr>
        <p:txBody>
          <a:bodyPr wrap="square" lIns="0" tIns="59690" rIns="0" bIns="0" rtlCol="0" vert="horz">
            <a:spAutoFit/>
          </a:bodyPr>
          <a:lstStyle/>
          <a:p>
            <a:pPr marL="182880" marR="5080" indent="-170815">
              <a:lnSpc>
                <a:spcPts val="3030"/>
              </a:lnSpc>
              <a:spcBef>
                <a:spcPts val="470"/>
              </a:spcBef>
              <a:buClr>
                <a:srgbClr val="D1350F"/>
              </a:buClr>
              <a:buFont typeface="Arial MT"/>
              <a:buChar char="•"/>
              <a:tabLst>
                <a:tab pos="184785" algn="l"/>
              </a:tabLst>
            </a:pPr>
            <a:r>
              <a:rPr dirty="0" sz="2800">
                <a:solidFill>
                  <a:srgbClr val="4E3629"/>
                </a:solidFill>
                <a:latin typeface="Calibri"/>
                <a:cs typeface="Calibri"/>
              </a:rPr>
              <a:t>A</a:t>
            </a:r>
            <a:r>
              <a:rPr dirty="0" sz="2800" spc="-50">
                <a:solidFill>
                  <a:srgbClr val="4E3629"/>
                </a:solidFill>
                <a:latin typeface="Calibri"/>
                <a:cs typeface="Calibri"/>
              </a:rPr>
              <a:t> </a:t>
            </a:r>
            <a:r>
              <a:rPr dirty="0" sz="2800" spc="-10">
                <a:solidFill>
                  <a:srgbClr val="4E3629"/>
                </a:solidFill>
                <a:latin typeface="Calibri"/>
                <a:cs typeface="Calibri"/>
              </a:rPr>
              <a:t>continuación</a:t>
            </a:r>
            <a:r>
              <a:rPr dirty="0" sz="2800" spc="-30">
                <a:solidFill>
                  <a:srgbClr val="4E3629"/>
                </a:solidFill>
                <a:latin typeface="Calibri"/>
                <a:cs typeface="Calibri"/>
              </a:rPr>
              <a:t> </a:t>
            </a:r>
            <a:r>
              <a:rPr dirty="0" sz="2800">
                <a:solidFill>
                  <a:srgbClr val="4E3629"/>
                </a:solidFill>
                <a:latin typeface="Calibri"/>
                <a:cs typeface="Calibri"/>
              </a:rPr>
              <a:t>se</a:t>
            </a:r>
            <a:r>
              <a:rPr dirty="0" sz="2800" spc="-60">
                <a:solidFill>
                  <a:srgbClr val="4E3629"/>
                </a:solidFill>
                <a:latin typeface="Calibri"/>
                <a:cs typeface="Calibri"/>
              </a:rPr>
              <a:t> </a:t>
            </a:r>
            <a:r>
              <a:rPr dirty="0" sz="2800" spc="-10">
                <a:solidFill>
                  <a:srgbClr val="4E3629"/>
                </a:solidFill>
                <a:latin typeface="Calibri"/>
                <a:cs typeface="Calibri"/>
              </a:rPr>
              <a:t>muestran</a:t>
            </a:r>
            <a:r>
              <a:rPr dirty="0" sz="2800" spc="-30">
                <a:solidFill>
                  <a:srgbClr val="4E3629"/>
                </a:solidFill>
                <a:latin typeface="Calibri"/>
                <a:cs typeface="Calibri"/>
              </a:rPr>
              <a:t> </a:t>
            </a:r>
            <a:r>
              <a:rPr dirty="0" sz="2800">
                <a:solidFill>
                  <a:srgbClr val="4E3629"/>
                </a:solidFill>
                <a:latin typeface="Calibri"/>
                <a:cs typeface="Calibri"/>
              </a:rPr>
              <a:t>los</a:t>
            </a:r>
            <a:r>
              <a:rPr dirty="0" sz="2800" spc="-50">
                <a:solidFill>
                  <a:srgbClr val="4E3629"/>
                </a:solidFill>
                <a:latin typeface="Calibri"/>
                <a:cs typeface="Calibri"/>
              </a:rPr>
              <a:t> </a:t>
            </a:r>
            <a:r>
              <a:rPr dirty="0" sz="2800">
                <a:solidFill>
                  <a:srgbClr val="4E3629"/>
                </a:solidFill>
                <a:latin typeface="Calibri"/>
                <a:cs typeface="Calibri"/>
              </a:rPr>
              <a:t>tipos</a:t>
            </a:r>
            <a:r>
              <a:rPr dirty="0" sz="2800" spc="-35">
                <a:solidFill>
                  <a:srgbClr val="4E3629"/>
                </a:solidFill>
                <a:latin typeface="Calibri"/>
                <a:cs typeface="Calibri"/>
              </a:rPr>
              <a:t> </a:t>
            </a:r>
            <a:r>
              <a:rPr dirty="0" sz="2800">
                <a:solidFill>
                  <a:srgbClr val="4E3629"/>
                </a:solidFill>
                <a:latin typeface="Calibri"/>
                <a:cs typeface="Calibri"/>
              </a:rPr>
              <a:t>de</a:t>
            </a:r>
            <a:r>
              <a:rPr dirty="0" sz="2800" spc="-50">
                <a:solidFill>
                  <a:srgbClr val="4E3629"/>
                </a:solidFill>
                <a:latin typeface="Calibri"/>
                <a:cs typeface="Calibri"/>
              </a:rPr>
              <a:t> </a:t>
            </a:r>
            <a:r>
              <a:rPr dirty="0" sz="2800">
                <a:solidFill>
                  <a:srgbClr val="4E3629"/>
                </a:solidFill>
                <a:latin typeface="Calibri"/>
                <a:cs typeface="Calibri"/>
              </a:rPr>
              <a:t>dato</a:t>
            </a:r>
            <a:r>
              <a:rPr dirty="0" sz="2800" spc="-55">
                <a:solidFill>
                  <a:srgbClr val="4E3629"/>
                </a:solidFill>
                <a:latin typeface="Calibri"/>
                <a:cs typeface="Calibri"/>
              </a:rPr>
              <a:t> </a:t>
            </a:r>
            <a:r>
              <a:rPr dirty="0" sz="2800" spc="-25">
                <a:solidFill>
                  <a:srgbClr val="4E3629"/>
                </a:solidFill>
                <a:latin typeface="Calibri"/>
                <a:cs typeface="Calibri"/>
              </a:rPr>
              <a:t>de </a:t>
            </a:r>
            <a:r>
              <a:rPr dirty="0" sz="2800" spc="-25">
                <a:solidFill>
                  <a:srgbClr val="4E3629"/>
                </a:solidFill>
                <a:latin typeface="Calibri"/>
                <a:cs typeface="Calibri"/>
              </a:rPr>
              <a:t>	</a:t>
            </a:r>
            <a:r>
              <a:rPr dirty="0" sz="2800">
                <a:solidFill>
                  <a:srgbClr val="4E3629"/>
                </a:solidFill>
                <a:latin typeface="Calibri"/>
                <a:cs typeface="Calibri"/>
              </a:rPr>
              <a:t>columna</a:t>
            </a:r>
            <a:r>
              <a:rPr dirty="0" sz="2800" spc="-70">
                <a:solidFill>
                  <a:srgbClr val="4E3629"/>
                </a:solidFill>
                <a:latin typeface="Calibri"/>
                <a:cs typeface="Calibri"/>
              </a:rPr>
              <a:t> </a:t>
            </a:r>
            <a:r>
              <a:rPr dirty="0" sz="2800">
                <a:solidFill>
                  <a:srgbClr val="4E3629"/>
                </a:solidFill>
                <a:latin typeface="Calibri"/>
                <a:cs typeface="Calibri"/>
              </a:rPr>
              <a:t>más</a:t>
            </a:r>
            <a:r>
              <a:rPr dirty="0" sz="2800" spc="-80">
                <a:solidFill>
                  <a:srgbClr val="4E3629"/>
                </a:solidFill>
                <a:latin typeface="Calibri"/>
                <a:cs typeface="Calibri"/>
              </a:rPr>
              <a:t> </a:t>
            </a:r>
            <a:r>
              <a:rPr dirty="0" sz="2800">
                <a:solidFill>
                  <a:srgbClr val="4E3629"/>
                </a:solidFill>
                <a:latin typeface="Calibri"/>
                <a:cs typeface="Calibri"/>
              </a:rPr>
              <a:t>utilizados</a:t>
            </a:r>
            <a:r>
              <a:rPr dirty="0" sz="2800" spc="-70">
                <a:solidFill>
                  <a:srgbClr val="4E3629"/>
                </a:solidFill>
                <a:latin typeface="Calibri"/>
                <a:cs typeface="Calibri"/>
              </a:rPr>
              <a:t> </a:t>
            </a:r>
            <a:r>
              <a:rPr dirty="0" sz="2800">
                <a:solidFill>
                  <a:srgbClr val="4E3629"/>
                </a:solidFill>
                <a:latin typeface="Calibri"/>
                <a:cs typeface="Calibri"/>
              </a:rPr>
              <a:t>para</a:t>
            </a:r>
            <a:r>
              <a:rPr dirty="0" sz="2800" spc="-85">
                <a:solidFill>
                  <a:srgbClr val="4E3629"/>
                </a:solidFill>
                <a:latin typeface="Calibri"/>
                <a:cs typeface="Calibri"/>
              </a:rPr>
              <a:t> </a:t>
            </a:r>
            <a:r>
              <a:rPr dirty="0" sz="2800">
                <a:solidFill>
                  <a:srgbClr val="4E3629"/>
                </a:solidFill>
                <a:latin typeface="Calibri"/>
                <a:cs typeface="Calibri"/>
              </a:rPr>
              <a:t>los</a:t>
            </a:r>
            <a:r>
              <a:rPr dirty="0" sz="2800" spc="-85">
                <a:solidFill>
                  <a:srgbClr val="4E3629"/>
                </a:solidFill>
                <a:latin typeface="Calibri"/>
                <a:cs typeface="Calibri"/>
              </a:rPr>
              <a:t> </a:t>
            </a:r>
            <a:r>
              <a:rPr dirty="0" sz="2800">
                <a:solidFill>
                  <a:srgbClr val="4E3629"/>
                </a:solidFill>
                <a:latin typeface="Calibri"/>
                <a:cs typeface="Calibri"/>
              </a:rPr>
              <a:t>valores</a:t>
            </a:r>
            <a:r>
              <a:rPr dirty="0" sz="2800" spc="-90">
                <a:solidFill>
                  <a:srgbClr val="4E3629"/>
                </a:solidFill>
                <a:latin typeface="Calibri"/>
                <a:cs typeface="Calibri"/>
              </a:rPr>
              <a:t> </a:t>
            </a:r>
            <a:r>
              <a:rPr dirty="0" sz="2800">
                <a:solidFill>
                  <a:srgbClr val="4E3629"/>
                </a:solidFill>
                <a:latin typeface="Calibri"/>
                <a:cs typeface="Calibri"/>
              </a:rPr>
              <a:t>de</a:t>
            </a:r>
            <a:r>
              <a:rPr dirty="0" sz="2800" spc="-75">
                <a:solidFill>
                  <a:srgbClr val="4E3629"/>
                </a:solidFill>
                <a:latin typeface="Calibri"/>
                <a:cs typeface="Calibri"/>
              </a:rPr>
              <a:t> </a:t>
            </a:r>
            <a:r>
              <a:rPr dirty="0" sz="2800">
                <a:solidFill>
                  <a:srgbClr val="4E3629"/>
                </a:solidFill>
                <a:latin typeface="Calibri"/>
                <a:cs typeface="Calibri"/>
              </a:rPr>
              <a:t>fecha,</a:t>
            </a:r>
            <a:r>
              <a:rPr dirty="0" sz="2800" spc="-95">
                <a:solidFill>
                  <a:srgbClr val="4E3629"/>
                </a:solidFill>
                <a:latin typeface="Calibri"/>
                <a:cs typeface="Calibri"/>
              </a:rPr>
              <a:t> </a:t>
            </a:r>
            <a:r>
              <a:rPr dirty="0" sz="2800" spc="-20">
                <a:solidFill>
                  <a:srgbClr val="4E3629"/>
                </a:solidFill>
                <a:latin typeface="Calibri"/>
                <a:cs typeface="Calibri"/>
              </a:rPr>
              <a:t>hora </a:t>
            </a:r>
            <a:r>
              <a:rPr dirty="0" sz="2800" spc="-20">
                <a:solidFill>
                  <a:srgbClr val="4E3629"/>
                </a:solidFill>
                <a:latin typeface="Calibri"/>
                <a:cs typeface="Calibri"/>
              </a:rPr>
              <a:t>	</a:t>
            </a:r>
            <a:r>
              <a:rPr dirty="0" sz="2800">
                <a:solidFill>
                  <a:srgbClr val="4E3629"/>
                </a:solidFill>
                <a:latin typeface="Calibri"/>
                <a:cs typeface="Calibri"/>
              </a:rPr>
              <a:t>y</a:t>
            </a:r>
            <a:r>
              <a:rPr dirty="0" sz="2800" spc="-5">
                <a:solidFill>
                  <a:srgbClr val="4E3629"/>
                </a:solidFill>
                <a:latin typeface="Calibri"/>
                <a:cs typeface="Calibri"/>
              </a:rPr>
              <a:t> </a:t>
            </a:r>
            <a:r>
              <a:rPr dirty="0" sz="2800" spc="-10">
                <a:solidFill>
                  <a:srgbClr val="4E3629"/>
                </a:solidFill>
                <a:latin typeface="Calibri"/>
                <a:cs typeface="Calibri"/>
              </a:rPr>
              <a:t>binario</a:t>
            </a:r>
            <a:endParaRPr sz="2800">
              <a:latin typeface="Calibri"/>
              <a:cs typeface="Calibri"/>
            </a:endParaRPr>
          </a:p>
          <a:p>
            <a:pPr marL="183515" indent="-170815">
              <a:lnSpc>
                <a:spcPct val="100000"/>
              </a:lnSpc>
              <a:spcBef>
                <a:spcPts val="409"/>
              </a:spcBef>
              <a:buClr>
                <a:srgbClr val="D1350F"/>
              </a:buClr>
              <a:buFont typeface="Arial MT"/>
              <a:buChar char="•"/>
              <a:tabLst>
                <a:tab pos="183515" algn="l"/>
              </a:tabLst>
            </a:pPr>
            <a:r>
              <a:rPr dirty="0" sz="2800" spc="-10">
                <a:solidFill>
                  <a:srgbClr val="4E3629"/>
                </a:solidFill>
                <a:latin typeface="Calibri"/>
                <a:cs typeface="Calibri"/>
              </a:rPr>
              <a:t>Para</a:t>
            </a:r>
            <a:r>
              <a:rPr dirty="0" sz="2800" spc="-75">
                <a:solidFill>
                  <a:srgbClr val="4E3629"/>
                </a:solidFill>
                <a:latin typeface="Calibri"/>
                <a:cs typeface="Calibri"/>
              </a:rPr>
              <a:t> </a:t>
            </a:r>
            <a:r>
              <a:rPr dirty="0" sz="2800">
                <a:solidFill>
                  <a:srgbClr val="4E3629"/>
                </a:solidFill>
                <a:latin typeface="Calibri"/>
                <a:cs typeface="Calibri"/>
              </a:rPr>
              <a:t>valores</a:t>
            </a:r>
            <a:r>
              <a:rPr dirty="0" sz="2800" spc="-80">
                <a:solidFill>
                  <a:srgbClr val="4E3629"/>
                </a:solidFill>
                <a:latin typeface="Calibri"/>
                <a:cs typeface="Calibri"/>
              </a:rPr>
              <a:t> </a:t>
            </a:r>
            <a:r>
              <a:rPr dirty="0" sz="2800">
                <a:solidFill>
                  <a:srgbClr val="4E3629"/>
                </a:solidFill>
                <a:latin typeface="Calibri"/>
                <a:cs typeface="Calibri"/>
              </a:rPr>
              <a:t>de</a:t>
            </a:r>
            <a:r>
              <a:rPr dirty="0" sz="2800" spc="-70">
                <a:solidFill>
                  <a:srgbClr val="4E3629"/>
                </a:solidFill>
                <a:latin typeface="Calibri"/>
                <a:cs typeface="Calibri"/>
              </a:rPr>
              <a:t> </a:t>
            </a:r>
            <a:r>
              <a:rPr dirty="0" sz="2800">
                <a:solidFill>
                  <a:srgbClr val="4E3629"/>
                </a:solidFill>
                <a:latin typeface="Calibri"/>
                <a:cs typeface="Calibri"/>
              </a:rPr>
              <a:t>fecha</a:t>
            </a:r>
            <a:r>
              <a:rPr dirty="0" sz="2800" spc="-70">
                <a:solidFill>
                  <a:srgbClr val="4E3629"/>
                </a:solidFill>
                <a:latin typeface="Calibri"/>
                <a:cs typeface="Calibri"/>
              </a:rPr>
              <a:t> </a:t>
            </a:r>
            <a:r>
              <a:rPr dirty="0" sz="2800">
                <a:solidFill>
                  <a:srgbClr val="4E3629"/>
                </a:solidFill>
                <a:latin typeface="Calibri"/>
                <a:cs typeface="Calibri"/>
              </a:rPr>
              <a:t>y</a:t>
            </a:r>
            <a:r>
              <a:rPr dirty="0" sz="2800" spc="-85">
                <a:solidFill>
                  <a:srgbClr val="4E3629"/>
                </a:solidFill>
                <a:latin typeface="Calibri"/>
                <a:cs typeface="Calibri"/>
              </a:rPr>
              <a:t> </a:t>
            </a:r>
            <a:r>
              <a:rPr dirty="0" sz="2800" spc="-10">
                <a:solidFill>
                  <a:srgbClr val="4E3629"/>
                </a:solidFill>
                <a:latin typeface="Calibri"/>
                <a:cs typeface="Calibri"/>
              </a:rPr>
              <a:t>hora:</a:t>
            </a:r>
            <a:endParaRPr sz="2800">
              <a:latin typeface="Calibri"/>
              <a:cs typeface="Calibri"/>
            </a:endParaRPr>
          </a:p>
          <a:p>
            <a:pPr marL="355600">
              <a:lnSpc>
                <a:spcPct val="100000"/>
              </a:lnSpc>
              <a:spcBef>
                <a:spcPts val="135"/>
              </a:spcBef>
            </a:pPr>
            <a:r>
              <a:rPr dirty="0" sz="2400" spc="-10">
                <a:solidFill>
                  <a:srgbClr val="D1350F"/>
                </a:solidFill>
                <a:latin typeface="Calibri"/>
                <a:cs typeface="Calibri"/>
              </a:rPr>
              <a:t>−</a:t>
            </a:r>
            <a:r>
              <a:rPr dirty="0" sz="2400" spc="-10">
                <a:solidFill>
                  <a:srgbClr val="4E3629"/>
                </a:solidFill>
                <a:latin typeface="Calibri"/>
                <a:cs typeface="Calibri"/>
              </a:rPr>
              <a:t>DATE</a:t>
            </a:r>
            <a:endParaRPr sz="2400">
              <a:latin typeface="Calibri"/>
              <a:cs typeface="Calibri"/>
            </a:endParaRPr>
          </a:p>
          <a:p>
            <a:pPr marL="355600">
              <a:lnSpc>
                <a:spcPct val="100000"/>
              </a:lnSpc>
              <a:spcBef>
                <a:spcPts val="120"/>
              </a:spcBef>
            </a:pPr>
            <a:r>
              <a:rPr dirty="0" sz="2400" spc="-10">
                <a:solidFill>
                  <a:srgbClr val="D1350F"/>
                </a:solidFill>
                <a:latin typeface="Calibri"/>
                <a:cs typeface="Calibri"/>
              </a:rPr>
              <a:t>−</a:t>
            </a:r>
            <a:r>
              <a:rPr dirty="0" sz="2400" spc="-10">
                <a:solidFill>
                  <a:srgbClr val="4E3629"/>
                </a:solidFill>
                <a:latin typeface="Calibri"/>
                <a:cs typeface="Calibri"/>
              </a:rPr>
              <a:t>TIMESTAMP</a:t>
            </a:r>
            <a:r>
              <a:rPr dirty="0" sz="2400" spc="-40">
                <a:solidFill>
                  <a:srgbClr val="4E3629"/>
                </a:solidFill>
                <a:latin typeface="Calibri"/>
                <a:cs typeface="Calibri"/>
              </a:rPr>
              <a:t> </a:t>
            </a:r>
            <a:r>
              <a:rPr dirty="0" sz="2400" spc="-25">
                <a:solidFill>
                  <a:srgbClr val="4E3629"/>
                </a:solidFill>
                <a:latin typeface="Calibri"/>
                <a:cs typeface="Calibri"/>
              </a:rPr>
              <a:t>….</a:t>
            </a:r>
            <a:endParaRPr sz="2400">
              <a:latin typeface="Calibri"/>
              <a:cs typeface="Calibri"/>
            </a:endParaRPr>
          </a:p>
          <a:p>
            <a:pPr marL="355600">
              <a:lnSpc>
                <a:spcPct val="100000"/>
              </a:lnSpc>
              <a:spcBef>
                <a:spcPts val="110"/>
              </a:spcBef>
            </a:pPr>
            <a:r>
              <a:rPr dirty="0" sz="2400" spc="-10">
                <a:solidFill>
                  <a:srgbClr val="D1350F"/>
                </a:solidFill>
                <a:latin typeface="Calibri"/>
                <a:cs typeface="Calibri"/>
              </a:rPr>
              <a:t>−</a:t>
            </a:r>
            <a:r>
              <a:rPr dirty="0" sz="2400" spc="-10">
                <a:solidFill>
                  <a:srgbClr val="4E3629"/>
                </a:solidFill>
                <a:latin typeface="Calibri"/>
                <a:cs typeface="Calibri"/>
              </a:rPr>
              <a:t>INTERVAL</a:t>
            </a:r>
            <a:endParaRPr sz="2400">
              <a:latin typeface="Calibri"/>
              <a:cs typeface="Calibri"/>
            </a:endParaRPr>
          </a:p>
          <a:p>
            <a:pPr marL="182880" marR="514984" indent="-170815">
              <a:lnSpc>
                <a:spcPts val="3030"/>
              </a:lnSpc>
              <a:spcBef>
                <a:spcPts val="815"/>
              </a:spcBef>
              <a:buClr>
                <a:srgbClr val="D1350F"/>
              </a:buClr>
              <a:buFont typeface="Arial MT"/>
              <a:buChar char="•"/>
              <a:tabLst>
                <a:tab pos="184785" algn="l"/>
              </a:tabLst>
            </a:pPr>
            <a:r>
              <a:rPr dirty="0" sz="2800">
                <a:solidFill>
                  <a:srgbClr val="4E3629"/>
                </a:solidFill>
                <a:latin typeface="Calibri"/>
                <a:cs typeface="Calibri"/>
              </a:rPr>
              <a:t>Para</a:t>
            </a:r>
            <a:r>
              <a:rPr dirty="0" sz="2800" spc="-85">
                <a:solidFill>
                  <a:srgbClr val="4E3629"/>
                </a:solidFill>
                <a:latin typeface="Calibri"/>
                <a:cs typeface="Calibri"/>
              </a:rPr>
              <a:t> </a:t>
            </a:r>
            <a:r>
              <a:rPr dirty="0" sz="2800">
                <a:solidFill>
                  <a:srgbClr val="4E3629"/>
                </a:solidFill>
                <a:latin typeface="Calibri"/>
                <a:cs typeface="Calibri"/>
              </a:rPr>
              <a:t>valores</a:t>
            </a:r>
            <a:r>
              <a:rPr dirty="0" sz="2800" spc="-90">
                <a:solidFill>
                  <a:srgbClr val="4E3629"/>
                </a:solidFill>
                <a:latin typeface="Calibri"/>
                <a:cs typeface="Calibri"/>
              </a:rPr>
              <a:t> </a:t>
            </a:r>
            <a:r>
              <a:rPr dirty="0" sz="2800">
                <a:solidFill>
                  <a:srgbClr val="4E3629"/>
                </a:solidFill>
                <a:latin typeface="Calibri"/>
                <a:cs typeface="Calibri"/>
              </a:rPr>
              <a:t>binarios</a:t>
            </a:r>
            <a:r>
              <a:rPr dirty="0" sz="2800" spc="-55">
                <a:solidFill>
                  <a:srgbClr val="4E3629"/>
                </a:solidFill>
                <a:latin typeface="Calibri"/>
                <a:cs typeface="Calibri"/>
              </a:rPr>
              <a:t> </a:t>
            </a:r>
            <a:r>
              <a:rPr dirty="0" sz="2800">
                <a:solidFill>
                  <a:srgbClr val="4E3629"/>
                </a:solidFill>
                <a:latin typeface="Calibri"/>
                <a:cs typeface="Calibri"/>
              </a:rPr>
              <a:t>(p.</a:t>
            </a:r>
            <a:r>
              <a:rPr dirty="0" sz="2800" spc="-75">
                <a:solidFill>
                  <a:srgbClr val="4E3629"/>
                </a:solidFill>
                <a:latin typeface="Calibri"/>
                <a:cs typeface="Calibri"/>
              </a:rPr>
              <a:t> </a:t>
            </a:r>
            <a:r>
              <a:rPr dirty="0" sz="2800">
                <a:solidFill>
                  <a:srgbClr val="4E3629"/>
                </a:solidFill>
                <a:latin typeface="Calibri"/>
                <a:cs typeface="Calibri"/>
              </a:rPr>
              <a:t>ej.,</a:t>
            </a:r>
            <a:r>
              <a:rPr dirty="0" sz="2800" spc="-80">
                <a:solidFill>
                  <a:srgbClr val="4E3629"/>
                </a:solidFill>
                <a:latin typeface="Calibri"/>
                <a:cs typeface="Calibri"/>
              </a:rPr>
              <a:t> </a:t>
            </a:r>
            <a:r>
              <a:rPr dirty="0" sz="2800">
                <a:solidFill>
                  <a:srgbClr val="4E3629"/>
                </a:solidFill>
                <a:latin typeface="Calibri"/>
                <a:cs typeface="Calibri"/>
              </a:rPr>
              <a:t>multimedia:</a:t>
            </a:r>
            <a:r>
              <a:rPr dirty="0" sz="2800" spc="-65">
                <a:solidFill>
                  <a:srgbClr val="4E3629"/>
                </a:solidFill>
                <a:latin typeface="Calibri"/>
                <a:cs typeface="Calibri"/>
              </a:rPr>
              <a:t> </a:t>
            </a:r>
            <a:r>
              <a:rPr dirty="0" sz="2800">
                <a:solidFill>
                  <a:srgbClr val="4E3629"/>
                </a:solidFill>
                <a:latin typeface="Calibri"/>
                <a:cs typeface="Calibri"/>
              </a:rPr>
              <a:t>JPG,</a:t>
            </a:r>
            <a:r>
              <a:rPr dirty="0" sz="2800" spc="-80">
                <a:solidFill>
                  <a:srgbClr val="4E3629"/>
                </a:solidFill>
                <a:latin typeface="Calibri"/>
                <a:cs typeface="Calibri"/>
              </a:rPr>
              <a:t> </a:t>
            </a:r>
            <a:r>
              <a:rPr dirty="0" sz="2800" spc="-55">
                <a:solidFill>
                  <a:srgbClr val="4E3629"/>
                </a:solidFill>
                <a:latin typeface="Calibri"/>
                <a:cs typeface="Calibri"/>
              </a:rPr>
              <a:t>WAV, </a:t>
            </a:r>
            <a:r>
              <a:rPr dirty="0" sz="2800" spc="-55">
                <a:solidFill>
                  <a:srgbClr val="4E3629"/>
                </a:solidFill>
                <a:latin typeface="Calibri"/>
                <a:cs typeface="Calibri"/>
              </a:rPr>
              <a:t>	</a:t>
            </a:r>
            <a:r>
              <a:rPr dirty="0" sz="2800">
                <a:solidFill>
                  <a:srgbClr val="4E3629"/>
                </a:solidFill>
                <a:latin typeface="Calibri"/>
                <a:cs typeface="Calibri"/>
              </a:rPr>
              <a:t>MP3,</a:t>
            </a:r>
            <a:r>
              <a:rPr dirty="0" sz="2800" spc="-40">
                <a:solidFill>
                  <a:srgbClr val="4E3629"/>
                </a:solidFill>
                <a:latin typeface="Calibri"/>
                <a:cs typeface="Calibri"/>
              </a:rPr>
              <a:t> </a:t>
            </a:r>
            <a:r>
              <a:rPr dirty="0" sz="2800" spc="-10">
                <a:solidFill>
                  <a:srgbClr val="4E3629"/>
                </a:solidFill>
                <a:latin typeface="Calibri"/>
                <a:cs typeface="Calibri"/>
              </a:rPr>
              <a:t>etc.):</a:t>
            </a:r>
            <a:endParaRPr sz="2800">
              <a:latin typeface="Calibri"/>
              <a:cs typeface="Calibri"/>
            </a:endParaRPr>
          </a:p>
          <a:p>
            <a:pPr marL="355600">
              <a:lnSpc>
                <a:spcPct val="100000"/>
              </a:lnSpc>
              <a:spcBef>
                <a:spcPts val="85"/>
              </a:spcBef>
            </a:pPr>
            <a:r>
              <a:rPr dirty="0" sz="2400">
                <a:solidFill>
                  <a:srgbClr val="D1350F"/>
                </a:solidFill>
                <a:latin typeface="Calibri"/>
                <a:cs typeface="Calibri"/>
              </a:rPr>
              <a:t>−</a:t>
            </a:r>
            <a:r>
              <a:rPr dirty="0" sz="2400">
                <a:solidFill>
                  <a:srgbClr val="4E3629"/>
                </a:solidFill>
                <a:latin typeface="Calibri"/>
                <a:cs typeface="Calibri"/>
              </a:rPr>
              <a:t>RAW</a:t>
            </a:r>
            <a:r>
              <a:rPr dirty="0" sz="2400" spc="-50">
                <a:solidFill>
                  <a:srgbClr val="4E3629"/>
                </a:solidFill>
                <a:latin typeface="Calibri"/>
                <a:cs typeface="Calibri"/>
              </a:rPr>
              <a:t> </a:t>
            </a:r>
            <a:r>
              <a:rPr dirty="0" sz="2400">
                <a:solidFill>
                  <a:srgbClr val="4E3629"/>
                </a:solidFill>
                <a:latin typeface="Calibri"/>
                <a:cs typeface="Calibri"/>
              </a:rPr>
              <a:t>(tamaño</a:t>
            </a:r>
            <a:r>
              <a:rPr dirty="0" sz="2400" spc="-65">
                <a:solidFill>
                  <a:srgbClr val="4E3629"/>
                </a:solidFill>
                <a:latin typeface="Calibri"/>
                <a:cs typeface="Calibri"/>
              </a:rPr>
              <a:t> </a:t>
            </a:r>
            <a:r>
              <a:rPr dirty="0" sz="2400">
                <a:solidFill>
                  <a:srgbClr val="4E3629"/>
                </a:solidFill>
                <a:latin typeface="Calibri"/>
                <a:cs typeface="Calibri"/>
              </a:rPr>
              <a:t>variable,</a:t>
            </a:r>
            <a:r>
              <a:rPr dirty="0" sz="2400" spc="-40">
                <a:solidFill>
                  <a:srgbClr val="4E3629"/>
                </a:solidFill>
                <a:latin typeface="Calibri"/>
                <a:cs typeface="Calibri"/>
              </a:rPr>
              <a:t> </a:t>
            </a:r>
            <a:r>
              <a:rPr dirty="0" sz="2400">
                <a:solidFill>
                  <a:srgbClr val="4E3629"/>
                </a:solidFill>
                <a:latin typeface="Calibri"/>
                <a:cs typeface="Calibri"/>
              </a:rPr>
              <a:t>máximo</a:t>
            </a:r>
            <a:r>
              <a:rPr dirty="0" sz="2400" spc="-65">
                <a:solidFill>
                  <a:srgbClr val="4E3629"/>
                </a:solidFill>
                <a:latin typeface="Calibri"/>
                <a:cs typeface="Calibri"/>
              </a:rPr>
              <a:t> </a:t>
            </a:r>
            <a:r>
              <a:rPr dirty="0" sz="2400">
                <a:solidFill>
                  <a:srgbClr val="4E3629"/>
                </a:solidFill>
                <a:latin typeface="Calibri"/>
                <a:cs typeface="Calibri"/>
              </a:rPr>
              <a:t>de</a:t>
            </a:r>
            <a:r>
              <a:rPr dirty="0" sz="2400" spc="-35">
                <a:solidFill>
                  <a:srgbClr val="4E3629"/>
                </a:solidFill>
                <a:latin typeface="Calibri"/>
                <a:cs typeface="Calibri"/>
              </a:rPr>
              <a:t> </a:t>
            </a:r>
            <a:r>
              <a:rPr dirty="0" sz="2400">
                <a:solidFill>
                  <a:srgbClr val="4E3629"/>
                </a:solidFill>
                <a:latin typeface="Calibri"/>
                <a:cs typeface="Calibri"/>
              </a:rPr>
              <a:t>2000</a:t>
            </a:r>
            <a:r>
              <a:rPr dirty="0" sz="2400" spc="-45">
                <a:solidFill>
                  <a:srgbClr val="4E3629"/>
                </a:solidFill>
                <a:latin typeface="Calibri"/>
                <a:cs typeface="Calibri"/>
              </a:rPr>
              <a:t> </a:t>
            </a:r>
            <a:r>
              <a:rPr dirty="0" sz="2400" spc="-10">
                <a:solidFill>
                  <a:srgbClr val="4E3629"/>
                </a:solidFill>
                <a:latin typeface="Calibri"/>
                <a:cs typeface="Calibri"/>
              </a:rPr>
              <a:t>bytes)</a:t>
            </a:r>
            <a:endParaRPr sz="2400">
              <a:latin typeface="Calibri"/>
              <a:cs typeface="Calibri"/>
            </a:endParaRPr>
          </a:p>
          <a:p>
            <a:pPr marL="355600">
              <a:lnSpc>
                <a:spcPct val="100000"/>
              </a:lnSpc>
              <a:spcBef>
                <a:spcPts val="110"/>
              </a:spcBef>
            </a:pPr>
            <a:r>
              <a:rPr dirty="0" sz="2400">
                <a:solidFill>
                  <a:srgbClr val="D1350F"/>
                </a:solidFill>
                <a:latin typeface="Calibri"/>
                <a:cs typeface="Calibri"/>
              </a:rPr>
              <a:t>−</a:t>
            </a:r>
            <a:r>
              <a:rPr dirty="0" sz="2400">
                <a:solidFill>
                  <a:srgbClr val="4E3629"/>
                </a:solidFill>
                <a:latin typeface="Calibri"/>
                <a:cs typeface="Calibri"/>
              </a:rPr>
              <a:t>BLOB</a:t>
            </a:r>
            <a:r>
              <a:rPr dirty="0" sz="2400" spc="-45">
                <a:solidFill>
                  <a:srgbClr val="4E3629"/>
                </a:solidFill>
                <a:latin typeface="Calibri"/>
                <a:cs typeface="Calibri"/>
              </a:rPr>
              <a:t> </a:t>
            </a:r>
            <a:r>
              <a:rPr dirty="0" sz="2400">
                <a:solidFill>
                  <a:srgbClr val="4E3629"/>
                </a:solidFill>
                <a:latin typeface="Calibri"/>
                <a:cs typeface="Calibri"/>
              </a:rPr>
              <a:t>(tamaño</a:t>
            </a:r>
            <a:r>
              <a:rPr dirty="0" sz="2400" spc="-55">
                <a:solidFill>
                  <a:srgbClr val="4E3629"/>
                </a:solidFill>
                <a:latin typeface="Calibri"/>
                <a:cs typeface="Calibri"/>
              </a:rPr>
              <a:t> </a:t>
            </a:r>
            <a:r>
              <a:rPr dirty="0" sz="2400">
                <a:solidFill>
                  <a:srgbClr val="4E3629"/>
                </a:solidFill>
                <a:latin typeface="Calibri"/>
                <a:cs typeface="Calibri"/>
              </a:rPr>
              <a:t>variable,</a:t>
            </a:r>
            <a:r>
              <a:rPr dirty="0" sz="2400" spc="-40">
                <a:solidFill>
                  <a:srgbClr val="4E3629"/>
                </a:solidFill>
                <a:latin typeface="Calibri"/>
                <a:cs typeface="Calibri"/>
              </a:rPr>
              <a:t> </a:t>
            </a:r>
            <a:r>
              <a:rPr dirty="0" sz="2400">
                <a:solidFill>
                  <a:srgbClr val="4E3629"/>
                </a:solidFill>
                <a:latin typeface="Calibri"/>
                <a:cs typeface="Calibri"/>
              </a:rPr>
              <a:t>máximo</a:t>
            </a:r>
            <a:r>
              <a:rPr dirty="0" sz="2400" spc="-60">
                <a:solidFill>
                  <a:srgbClr val="4E3629"/>
                </a:solidFill>
                <a:latin typeface="Calibri"/>
                <a:cs typeface="Calibri"/>
              </a:rPr>
              <a:t> </a:t>
            </a:r>
            <a:r>
              <a:rPr dirty="0" sz="2400">
                <a:solidFill>
                  <a:srgbClr val="4E3629"/>
                </a:solidFill>
                <a:latin typeface="Calibri"/>
                <a:cs typeface="Calibri"/>
              </a:rPr>
              <a:t>de</a:t>
            </a:r>
            <a:r>
              <a:rPr dirty="0" sz="2400" spc="-25">
                <a:solidFill>
                  <a:srgbClr val="4E3629"/>
                </a:solidFill>
                <a:latin typeface="Calibri"/>
                <a:cs typeface="Calibri"/>
              </a:rPr>
              <a:t> </a:t>
            </a:r>
            <a:r>
              <a:rPr dirty="0" sz="2400">
                <a:solidFill>
                  <a:srgbClr val="4E3629"/>
                </a:solidFill>
                <a:latin typeface="Calibri"/>
                <a:cs typeface="Calibri"/>
              </a:rPr>
              <a:t>128</a:t>
            </a:r>
            <a:r>
              <a:rPr dirty="0" sz="2400" spc="-35">
                <a:solidFill>
                  <a:srgbClr val="4E3629"/>
                </a:solidFill>
                <a:latin typeface="Calibri"/>
                <a:cs typeface="Calibri"/>
              </a:rPr>
              <a:t> </a:t>
            </a:r>
            <a:r>
              <a:rPr dirty="0" sz="2400" spc="-10">
                <a:solidFill>
                  <a:srgbClr val="4E3629"/>
                </a:solidFill>
                <a:latin typeface="Calibri"/>
                <a:cs typeface="Calibri"/>
              </a:rPr>
              <a:t>terabytes)</a:t>
            </a:r>
            <a:endParaRPr sz="2400">
              <a:latin typeface="Calibri"/>
              <a:cs typeface="Calibri"/>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prstGeom prst="rect"/>
        </p:spPr>
        <p:txBody>
          <a:bodyPr wrap="square" lIns="0" tIns="12700" rIns="0" bIns="0" rtlCol="0" vert="horz">
            <a:spAutoFit/>
          </a:bodyPr>
          <a:lstStyle/>
          <a:p>
            <a:pPr marL="12700">
              <a:lnSpc>
                <a:spcPct val="100000"/>
              </a:lnSpc>
              <a:spcBef>
                <a:spcPts val="100"/>
              </a:spcBef>
            </a:pPr>
            <a:r>
              <a:rPr dirty="0"/>
              <a:t>Tipos</a:t>
            </a:r>
            <a:r>
              <a:rPr dirty="0" spc="-50"/>
              <a:t> </a:t>
            </a:r>
            <a:r>
              <a:rPr dirty="0"/>
              <a:t>de</a:t>
            </a:r>
            <a:r>
              <a:rPr dirty="0" spc="-50"/>
              <a:t> </a:t>
            </a:r>
            <a:r>
              <a:rPr dirty="0"/>
              <a:t>Dato</a:t>
            </a:r>
            <a:r>
              <a:rPr dirty="0" spc="-60"/>
              <a:t> </a:t>
            </a:r>
            <a:r>
              <a:rPr dirty="0" spc="-10"/>
              <a:t>Comunes</a:t>
            </a:r>
          </a:p>
        </p:txBody>
      </p:sp>
      <p:sp>
        <p:nvSpPr>
          <p:cNvPr id="4" name="object 4" descr=""/>
          <p:cNvSpPr txBox="1">
            <a:spLocks noGrp="1"/>
          </p:cNvSpPr>
          <p:nvPr>
            <p:ph type="dt" idx="6" sz="half"/>
          </p:nvPr>
        </p:nvSpPr>
        <p:spPr>
          <a:prstGeom prst="rect"/>
        </p:spPr>
        <p:txBody>
          <a:bodyPr wrap="square" lIns="0" tIns="0" rIns="0" bIns="0" rtlCol="0" vert="horz">
            <a:spAutoFit/>
          </a:bodyPr>
          <a:lstStyle/>
          <a:p>
            <a:pPr marL="12700">
              <a:lnSpc>
                <a:spcPts val="855"/>
              </a:lnSpc>
            </a:pPr>
            <a:r>
              <a:rPr dirty="0"/>
              <a:t>DP</a:t>
            </a:r>
            <a:r>
              <a:rPr dirty="0" spc="-10"/>
              <a:t> </a:t>
            </a:r>
            <a:r>
              <a:rPr dirty="0"/>
              <a:t>13-</a:t>
            </a:r>
            <a:r>
              <a:rPr dirty="0" spc="-50"/>
              <a:t>2</a:t>
            </a:r>
          </a:p>
          <a:p>
            <a:pPr marL="12700">
              <a:lnSpc>
                <a:spcPts val="965"/>
              </a:lnSpc>
            </a:pPr>
            <a:r>
              <a:rPr dirty="0"/>
              <a:t>Uso</a:t>
            </a:r>
            <a:r>
              <a:rPr dirty="0" spc="-30"/>
              <a:t> </a:t>
            </a:r>
            <a:r>
              <a:rPr dirty="0"/>
              <a:t>de</a:t>
            </a:r>
            <a:r>
              <a:rPr dirty="0" spc="-20"/>
              <a:t> </a:t>
            </a:r>
            <a:r>
              <a:rPr dirty="0"/>
              <a:t>Tipos</a:t>
            </a:r>
            <a:r>
              <a:rPr dirty="0" spc="-20"/>
              <a:t> </a:t>
            </a:r>
            <a:r>
              <a:rPr dirty="0"/>
              <a:t>de</a:t>
            </a:r>
            <a:r>
              <a:rPr dirty="0" spc="-15"/>
              <a:t> </a:t>
            </a:r>
            <a:r>
              <a:rPr dirty="0" spc="-20"/>
              <a:t>Dato</a:t>
            </a:r>
          </a:p>
        </p:txBody>
      </p:sp>
      <p:sp>
        <p:nvSpPr>
          <p:cNvPr id="5" name="object 5" descr=""/>
          <p:cNvSpPr txBox="1">
            <a:spLocks noGrp="1"/>
          </p:cNvSpPr>
          <p:nvPr>
            <p:ph type="ftr" idx="5" sz="quarter"/>
          </p:nvPr>
        </p:nvSpPr>
        <p:spPr>
          <a:prstGeom prst="rect"/>
        </p:spPr>
        <p:txBody>
          <a:bodyPr wrap="square" lIns="0" tIns="0" rIns="0" bIns="0" rtlCol="0" vert="horz">
            <a:spAutoFit/>
          </a:bodyPr>
          <a:lstStyle/>
          <a:p>
            <a:pPr marL="12700">
              <a:lnSpc>
                <a:spcPts val="910"/>
              </a:lnSpc>
            </a:pPr>
            <a:r>
              <a:rPr dirty="0"/>
              <a:t>Copyright</a:t>
            </a:r>
            <a:r>
              <a:rPr dirty="0" spc="-35"/>
              <a:t> </a:t>
            </a:r>
            <a:r>
              <a:rPr dirty="0"/>
              <a:t>©</a:t>
            </a:r>
            <a:r>
              <a:rPr dirty="0" spc="-40"/>
              <a:t> </a:t>
            </a:r>
            <a:r>
              <a:rPr dirty="0"/>
              <a:t>2020,</a:t>
            </a:r>
            <a:r>
              <a:rPr dirty="0" spc="-45"/>
              <a:t> </a:t>
            </a:r>
            <a:r>
              <a:rPr dirty="0"/>
              <a:t>Oracle</a:t>
            </a:r>
            <a:r>
              <a:rPr dirty="0" spc="-30"/>
              <a:t> </a:t>
            </a:r>
            <a:r>
              <a:rPr dirty="0"/>
              <a:t>y/o</a:t>
            </a:r>
            <a:r>
              <a:rPr dirty="0" spc="-30"/>
              <a:t> </a:t>
            </a:r>
            <a:r>
              <a:rPr dirty="0"/>
              <a:t>sus</a:t>
            </a:r>
            <a:r>
              <a:rPr dirty="0" spc="-35"/>
              <a:t> </a:t>
            </a:r>
            <a:r>
              <a:rPr dirty="0"/>
              <a:t>filiales.</a:t>
            </a:r>
            <a:r>
              <a:rPr dirty="0" spc="-10"/>
              <a:t> </a:t>
            </a:r>
            <a:r>
              <a:rPr dirty="0"/>
              <a:t>Todos</a:t>
            </a:r>
            <a:r>
              <a:rPr dirty="0" spc="-35"/>
              <a:t> </a:t>
            </a:r>
            <a:r>
              <a:rPr dirty="0"/>
              <a:t>los</a:t>
            </a:r>
            <a:r>
              <a:rPr dirty="0" spc="-25"/>
              <a:t> </a:t>
            </a:r>
            <a:r>
              <a:rPr dirty="0"/>
              <a:t>derechos</a:t>
            </a:r>
            <a:r>
              <a:rPr dirty="0" spc="-5"/>
              <a:t> </a:t>
            </a:r>
            <a:r>
              <a:rPr dirty="0" spc="-10"/>
              <a:t>reservados.</a:t>
            </a:r>
          </a:p>
        </p:txBody>
      </p:sp>
      <p:sp>
        <p:nvSpPr>
          <p:cNvPr id="6" name="object 6" descr=""/>
          <p:cNvSpPr txBox="1">
            <a:spLocks noGrp="1"/>
          </p:cNvSpPr>
          <p:nvPr>
            <p:ph type="sldNum" idx="7" sz="quarter"/>
          </p:nvPr>
        </p:nvSpPr>
        <p:spPr>
          <a:prstGeom prst="rect"/>
        </p:spPr>
        <p:txBody>
          <a:bodyPr wrap="square" lIns="0" tIns="0" rIns="0" bIns="0" rtlCol="0" vert="horz">
            <a:spAutoFit/>
          </a:bodyPr>
          <a:lstStyle/>
          <a:p>
            <a:pPr marL="12700">
              <a:lnSpc>
                <a:spcPts val="910"/>
              </a:lnSpc>
            </a:pPr>
            <a:r>
              <a:rPr dirty="0" spc="-25"/>
              <a:t>9</a:t>
            </a:r>
          </a:p>
        </p:txBody>
      </p:sp>
      <p:sp>
        <p:nvSpPr>
          <p:cNvPr id="3" name="object 3" descr=""/>
          <p:cNvSpPr txBox="1">
            <a:spLocks noGrp="1"/>
          </p:cNvSpPr>
          <p:nvPr>
            <p:ph type="body" idx="1"/>
          </p:nvPr>
        </p:nvSpPr>
        <p:spPr>
          <a:prstGeom prst="rect"/>
        </p:spPr>
        <p:txBody>
          <a:bodyPr wrap="square" lIns="0" tIns="97155" rIns="0" bIns="0" rtlCol="0" vert="horz">
            <a:spAutoFit/>
          </a:bodyPr>
          <a:lstStyle/>
          <a:p>
            <a:pPr marL="182880" marR="36830" indent="-170815">
              <a:lnSpc>
                <a:spcPct val="80000"/>
              </a:lnSpc>
              <a:spcBef>
                <a:spcPts val="765"/>
              </a:spcBef>
              <a:buClr>
                <a:srgbClr val="D1350F"/>
              </a:buClr>
              <a:buFont typeface="Arial MT"/>
              <a:buChar char="•"/>
              <a:tabLst>
                <a:tab pos="184785" algn="l"/>
              </a:tabLst>
            </a:pPr>
            <a:r>
              <a:rPr dirty="0"/>
              <a:t>Para</a:t>
            </a:r>
            <a:r>
              <a:rPr dirty="0" spc="-100"/>
              <a:t> </a:t>
            </a:r>
            <a:r>
              <a:rPr dirty="0"/>
              <a:t>valores</a:t>
            </a:r>
            <a:r>
              <a:rPr dirty="0" spc="-95"/>
              <a:t> </a:t>
            </a:r>
            <a:r>
              <a:rPr dirty="0"/>
              <a:t>de</a:t>
            </a:r>
            <a:r>
              <a:rPr dirty="0" spc="-85"/>
              <a:t> </a:t>
            </a:r>
            <a:r>
              <a:rPr dirty="0" spc="-10"/>
              <a:t>caracteres,</a:t>
            </a:r>
            <a:r>
              <a:rPr dirty="0" spc="-105"/>
              <a:t> </a:t>
            </a:r>
            <a:r>
              <a:rPr dirty="0" spc="-10"/>
              <a:t>normalmente</a:t>
            </a:r>
            <a:r>
              <a:rPr dirty="0" spc="-75"/>
              <a:t> </a:t>
            </a:r>
            <a:r>
              <a:rPr dirty="0"/>
              <a:t>es</a:t>
            </a:r>
            <a:r>
              <a:rPr dirty="0" spc="-90"/>
              <a:t> </a:t>
            </a:r>
            <a:r>
              <a:rPr dirty="0" spc="-10"/>
              <a:t>mejor </a:t>
            </a:r>
            <a:r>
              <a:rPr dirty="0" spc="-10"/>
              <a:t>	</a:t>
            </a:r>
            <a:r>
              <a:rPr dirty="0"/>
              <a:t>utilizar</a:t>
            </a:r>
            <a:r>
              <a:rPr dirty="0" spc="-70"/>
              <a:t> </a:t>
            </a:r>
            <a:r>
              <a:rPr dirty="0" spc="-20"/>
              <a:t>VARCHAR2</a:t>
            </a:r>
            <a:r>
              <a:rPr dirty="0" spc="-45"/>
              <a:t> </a:t>
            </a:r>
            <a:r>
              <a:rPr dirty="0"/>
              <a:t>o</a:t>
            </a:r>
            <a:r>
              <a:rPr dirty="0" spc="-80"/>
              <a:t> </a:t>
            </a:r>
            <a:r>
              <a:rPr dirty="0"/>
              <a:t>CLOB</a:t>
            </a:r>
            <a:r>
              <a:rPr dirty="0" spc="-75"/>
              <a:t> </a:t>
            </a:r>
            <a:r>
              <a:rPr dirty="0"/>
              <a:t>que</a:t>
            </a:r>
            <a:r>
              <a:rPr dirty="0" spc="-55"/>
              <a:t> </a:t>
            </a:r>
            <a:r>
              <a:rPr dirty="0"/>
              <a:t>CHAR,</a:t>
            </a:r>
            <a:r>
              <a:rPr dirty="0" spc="-55"/>
              <a:t> </a:t>
            </a:r>
            <a:r>
              <a:rPr dirty="0"/>
              <a:t>porque</a:t>
            </a:r>
            <a:r>
              <a:rPr dirty="0" spc="-55"/>
              <a:t> </a:t>
            </a:r>
            <a:r>
              <a:rPr dirty="0"/>
              <a:t>se</a:t>
            </a:r>
            <a:r>
              <a:rPr dirty="0" spc="-80"/>
              <a:t> </a:t>
            </a:r>
            <a:r>
              <a:rPr dirty="0" spc="-10"/>
              <a:t>ahorra 	espacio</a:t>
            </a:r>
          </a:p>
          <a:p>
            <a:pPr marL="183515" indent="-170815">
              <a:lnSpc>
                <a:spcPct val="100000"/>
              </a:lnSpc>
              <a:spcBef>
                <a:spcPts val="135"/>
              </a:spcBef>
              <a:buClr>
                <a:srgbClr val="D1350F"/>
              </a:buClr>
              <a:buFont typeface="Arial MT"/>
              <a:buChar char="•"/>
              <a:tabLst>
                <a:tab pos="183515" algn="l"/>
              </a:tabLst>
            </a:pPr>
            <a:r>
              <a:rPr dirty="0"/>
              <a:t>Por</a:t>
            </a:r>
            <a:r>
              <a:rPr dirty="0" spc="-55"/>
              <a:t> </a:t>
            </a:r>
            <a:r>
              <a:rPr dirty="0"/>
              <a:t>ejemplo,</a:t>
            </a:r>
            <a:r>
              <a:rPr dirty="0" spc="-35"/>
              <a:t> </a:t>
            </a:r>
            <a:r>
              <a:rPr dirty="0"/>
              <a:t>el</a:t>
            </a:r>
            <a:r>
              <a:rPr dirty="0" spc="-65"/>
              <a:t> </a:t>
            </a:r>
            <a:r>
              <a:rPr dirty="0"/>
              <a:t>apellido</a:t>
            </a:r>
            <a:r>
              <a:rPr dirty="0" spc="-45"/>
              <a:t> </a:t>
            </a:r>
            <a:r>
              <a:rPr dirty="0"/>
              <a:t>de</a:t>
            </a:r>
            <a:r>
              <a:rPr dirty="0" spc="-50"/>
              <a:t> </a:t>
            </a:r>
            <a:r>
              <a:rPr dirty="0"/>
              <a:t>un</a:t>
            </a:r>
            <a:r>
              <a:rPr dirty="0" spc="-55"/>
              <a:t> </a:t>
            </a:r>
            <a:r>
              <a:rPr dirty="0"/>
              <a:t>empleado</a:t>
            </a:r>
            <a:r>
              <a:rPr dirty="0" spc="-40"/>
              <a:t> </a:t>
            </a:r>
            <a:r>
              <a:rPr dirty="0"/>
              <a:t>es</a:t>
            </a:r>
            <a:r>
              <a:rPr dirty="0" spc="-60"/>
              <a:t> </a:t>
            </a:r>
            <a:r>
              <a:rPr dirty="0" spc="-10"/>
              <a:t>"Chang"</a:t>
            </a:r>
          </a:p>
          <a:p>
            <a:pPr marL="182880" marR="93345" indent="-170815">
              <a:lnSpc>
                <a:spcPct val="80000"/>
              </a:lnSpc>
              <a:spcBef>
                <a:spcPts val="795"/>
              </a:spcBef>
              <a:buClr>
                <a:srgbClr val="D1350F"/>
              </a:buClr>
              <a:buFont typeface="Arial MT"/>
              <a:buChar char="•"/>
              <a:tabLst>
                <a:tab pos="184785" algn="l"/>
              </a:tabLst>
            </a:pPr>
            <a:r>
              <a:rPr dirty="0"/>
              <a:t>En</a:t>
            </a:r>
            <a:r>
              <a:rPr dirty="0" spc="-55"/>
              <a:t> </a:t>
            </a:r>
            <a:r>
              <a:rPr dirty="0"/>
              <a:t>una</a:t>
            </a:r>
            <a:r>
              <a:rPr dirty="0" spc="-40"/>
              <a:t> </a:t>
            </a:r>
            <a:r>
              <a:rPr dirty="0"/>
              <a:t>columna</a:t>
            </a:r>
            <a:r>
              <a:rPr dirty="0" spc="-35"/>
              <a:t> </a:t>
            </a:r>
            <a:r>
              <a:rPr dirty="0" spc="-20"/>
              <a:t>VARCHAR2(30), </a:t>
            </a:r>
            <a:r>
              <a:rPr dirty="0"/>
              <a:t>solo</a:t>
            </a:r>
            <a:r>
              <a:rPr dirty="0" spc="-45"/>
              <a:t> </a:t>
            </a:r>
            <a:r>
              <a:rPr dirty="0"/>
              <a:t>se</a:t>
            </a:r>
            <a:r>
              <a:rPr dirty="0" spc="-50"/>
              <a:t> </a:t>
            </a:r>
            <a:r>
              <a:rPr dirty="0"/>
              <a:t>almacenan</a:t>
            </a:r>
            <a:r>
              <a:rPr dirty="0" spc="-65"/>
              <a:t> </a:t>
            </a:r>
            <a:r>
              <a:rPr dirty="0" spc="-25"/>
              <a:t>los </a:t>
            </a:r>
            <a:r>
              <a:rPr dirty="0" spc="-25"/>
              <a:t>	</a:t>
            </a:r>
            <a:r>
              <a:rPr dirty="0"/>
              <a:t>5</a:t>
            </a:r>
            <a:r>
              <a:rPr dirty="0" spc="-35"/>
              <a:t> </a:t>
            </a:r>
            <a:r>
              <a:rPr dirty="0" spc="-10"/>
              <a:t>caracteres</a:t>
            </a:r>
            <a:r>
              <a:rPr dirty="0" spc="-50"/>
              <a:t> </a:t>
            </a:r>
            <a:r>
              <a:rPr dirty="0" spc="-10"/>
              <a:t>importantes: </a:t>
            </a:r>
            <a:r>
              <a:rPr dirty="0"/>
              <a:t>C</a:t>
            </a:r>
            <a:r>
              <a:rPr dirty="0" spc="-40"/>
              <a:t> </a:t>
            </a:r>
            <a:r>
              <a:rPr dirty="0"/>
              <a:t>h</a:t>
            </a:r>
            <a:r>
              <a:rPr dirty="0" spc="-30"/>
              <a:t> </a:t>
            </a:r>
            <a:r>
              <a:rPr dirty="0"/>
              <a:t>a</a:t>
            </a:r>
            <a:r>
              <a:rPr dirty="0" spc="-35"/>
              <a:t> </a:t>
            </a:r>
            <a:r>
              <a:rPr dirty="0"/>
              <a:t>n</a:t>
            </a:r>
            <a:r>
              <a:rPr dirty="0" spc="-30"/>
              <a:t> </a:t>
            </a:r>
            <a:r>
              <a:rPr dirty="0" spc="-50"/>
              <a:t>g</a:t>
            </a:r>
          </a:p>
          <a:p>
            <a:pPr marL="182880" marR="431165" indent="-170815">
              <a:lnSpc>
                <a:spcPct val="80000"/>
              </a:lnSpc>
              <a:spcBef>
                <a:spcPts val="805"/>
              </a:spcBef>
              <a:buClr>
                <a:srgbClr val="D1350F"/>
              </a:buClr>
              <a:buFont typeface="Arial MT"/>
              <a:buChar char="•"/>
              <a:tabLst>
                <a:tab pos="184785" algn="l"/>
              </a:tabLst>
            </a:pPr>
            <a:r>
              <a:rPr dirty="0"/>
              <a:t>Pero</a:t>
            </a:r>
            <a:r>
              <a:rPr dirty="0" spc="-70"/>
              <a:t> </a:t>
            </a:r>
            <a:r>
              <a:rPr dirty="0"/>
              <a:t>en</a:t>
            </a:r>
            <a:r>
              <a:rPr dirty="0" spc="-75"/>
              <a:t> </a:t>
            </a:r>
            <a:r>
              <a:rPr dirty="0"/>
              <a:t>una</a:t>
            </a:r>
            <a:r>
              <a:rPr dirty="0" spc="-65"/>
              <a:t> </a:t>
            </a:r>
            <a:r>
              <a:rPr dirty="0"/>
              <a:t>columna</a:t>
            </a:r>
            <a:r>
              <a:rPr dirty="0" spc="-50"/>
              <a:t> </a:t>
            </a:r>
            <a:r>
              <a:rPr dirty="0"/>
              <a:t>CHAR(30),</a:t>
            </a:r>
            <a:r>
              <a:rPr dirty="0" spc="-50"/>
              <a:t> </a:t>
            </a:r>
            <a:r>
              <a:rPr dirty="0"/>
              <a:t>se</a:t>
            </a:r>
            <a:r>
              <a:rPr dirty="0" spc="-70"/>
              <a:t> </a:t>
            </a:r>
            <a:r>
              <a:rPr dirty="0" spc="-10"/>
              <a:t>almacenarán </a:t>
            </a:r>
            <a:r>
              <a:rPr dirty="0" spc="-10"/>
              <a:t>	</a:t>
            </a:r>
            <a:r>
              <a:rPr dirty="0"/>
              <a:t>también</a:t>
            </a:r>
            <a:r>
              <a:rPr dirty="0" spc="-60"/>
              <a:t> </a:t>
            </a:r>
            <a:r>
              <a:rPr dirty="0"/>
              <a:t>25</a:t>
            </a:r>
            <a:r>
              <a:rPr dirty="0" spc="-60"/>
              <a:t> </a:t>
            </a:r>
            <a:r>
              <a:rPr dirty="0"/>
              <a:t>espacios</a:t>
            </a:r>
            <a:r>
              <a:rPr dirty="0" spc="-70"/>
              <a:t> </a:t>
            </a:r>
            <a:r>
              <a:rPr dirty="0"/>
              <a:t>finales,</a:t>
            </a:r>
            <a:r>
              <a:rPr dirty="0" spc="-65"/>
              <a:t> </a:t>
            </a:r>
            <a:r>
              <a:rPr dirty="0"/>
              <a:t>para</a:t>
            </a:r>
            <a:r>
              <a:rPr dirty="0" spc="-60"/>
              <a:t> </a:t>
            </a:r>
            <a:r>
              <a:rPr dirty="0"/>
              <a:t>formar</a:t>
            </a:r>
            <a:r>
              <a:rPr dirty="0" spc="-80"/>
              <a:t> </a:t>
            </a:r>
            <a:r>
              <a:rPr dirty="0"/>
              <a:t>un</a:t>
            </a:r>
            <a:r>
              <a:rPr dirty="0" spc="-55"/>
              <a:t> </a:t>
            </a:r>
            <a:r>
              <a:rPr dirty="0" spc="-10"/>
              <a:t>tamaño </a:t>
            </a:r>
            <a:r>
              <a:rPr dirty="0" spc="-10"/>
              <a:t>	</a:t>
            </a:r>
            <a:r>
              <a:rPr dirty="0"/>
              <a:t>fijo</a:t>
            </a:r>
            <a:r>
              <a:rPr dirty="0" spc="-30"/>
              <a:t> </a:t>
            </a:r>
            <a:r>
              <a:rPr dirty="0"/>
              <a:t>de</a:t>
            </a:r>
            <a:r>
              <a:rPr dirty="0" spc="-15"/>
              <a:t> </a:t>
            </a:r>
            <a:r>
              <a:rPr dirty="0"/>
              <a:t>30</a:t>
            </a:r>
            <a:r>
              <a:rPr dirty="0" spc="-5"/>
              <a:t> </a:t>
            </a:r>
            <a:r>
              <a:rPr dirty="0" spc="-10"/>
              <a:t>caracteres</a:t>
            </a:r>
          </a:p>
          <a:p>
            <a:pPr algn="just" marL="182880" marR="5080" indent="-170815">
              <a:lnSpc>
                <a:spcPct val="80000"/>
              </a:lnSpc>
              <a:spcBef>
                <a:spcPts val="805"/>
              </a:spcBef>
              <a:buClr>
                <a:srgbClr val="D1350F"/>
              </a:buClr>
              <a:buFont typeface="Arial MT"/>
              <a:buChar char="•"/>
              <a:tabLst>
                <a:tab pos="184785" algn="l"/>
              </a:tabLst>
            </a:pPr>
            <a:r>
              <a:rPr dirty="0"/>
              <a:t>Los</a:t>
            </a:r>
            <a:r>
              <a:rPr dirty="0" spc="-60"/>
              <a:t> </a:t>
            </a:r>
            <a:r>
              <a:rPr dirty="0"/>
              <a:t>valores</a:t>
            </a:r>
            <a:r>
              <a:rPr dirty="0" spc="-70"/>
              <a:t> </a:t>
            </a:r>
            <a:r>
              <a:rPr dirty="0"/>
              <a:t>de</a:t>
            </a:r>
            <a:r>
              <a:rPr dirty="0" spc="-65"/>
              <a:t> </a:t>
            </a:r>
            <a:r>
              <a:rPr dirty="0"/>
              <a:t>número</a:t>
            </a:r>
            <a:r>
              <a:rPr dirty="0" spc="-25"/>
              <a:t> </a:t>
            </a:r>
            <a:r>
              <a:rPr dirty="0"/>
              <a:t>pueden</a:t>
            </a:r>
            <a:r>
              <a:rPr dirty="0" spc="-40"/>
              <a:t> </a:t>
            </a:r>
            <a:r>
              <a:rPr dirty="0"/>
              <a:t>ser</a:t>
            </a:r>
            <a:r>
              <a:rPr dirty="0" spc="-70"/>
              <a:t> </a:t>
            </a:r>
            <a:r>
              <a:rPr dirty="0" spc="-10"/>
              <a:t>negativos,</a:t>
            </a:r>
            <a:r>
              <a:rPr dirty="0" spc="-55"/>
              <a:t> </a:t>
            </a:r>
            <a:r>
              <a:rPr dirty="0"/>
              <a:t>así</a:t>
            </a:r>
            <a:r>
              <a:rPr dirty="0" spc="-75"/>
              <a:t> </a:t>
            </a:r>
            <a:r>
              <a:rPr dirty="0" spc="-20"/>
              <a:t>como </a:t>
            </a:r>
            <a:r>
              <a:rPr dirty="0" spc="-20"/>
              <a:t>	</a:t>
            </a:r>
            <a:r>
              <a:rPr dirty="0"/>
              <a:t>positivos.</a:t>
            </a:r>
            <a:r>
              <a:rPr dirty="0" spc="-95"/>
              <a:t> </a:t>
            </a:r>
            <a:r>
              <a:rPr dirty="0"/>
              <a:t>Por</a:t>
            </a:r>
            <a:r>
              <a:rPr dirty="0" spc="-120"/>
              <a:t> </a:t>
            </a:r>
            <a:r>
              <a:rPr dirty="0"/>
              <a:t>ejemplo,</a:t>
            </a:r>
            <a:r>
              <a:rPr dirty="0" spc="-110"/>
              <a:t> </a:t>
            </a:r>
            <a:r>
              <a:rPr dirty="0"/>
              <a:t>NUMBER(6,2)</a:t>
            </a:r>
            <a:r>
              <a:rPr dirty="0" spc="-95"/>
              <a:t> </a:t>
            </a:r>
            <a:r>
              <a:rPr dirty="0"/>
              <a:t>puede</a:t>
            </a:r>
            <a:r>
              <a:rPr dirty="0" spc="-105"/>
              <a:t> </a:t>
            </a:r>
            <a:r>
              <a:rPr dirty="0" spc="-10"/>
              <a:t>almacenar </a:t>
            </a:r>
            <a:r>
              <a:rPr dirty="0" spc="-10"/>
              <a:t>	</a:t>
            </a:r>
            <a:r>
              <a:rPr dirty="0"/>
              <a:t>cualquier</a:t>
            </a:r>
            <a:r>
              <a:rPr dirty="0" spc="-70"/>
              <a:t> </a:t>
            </a:r>
            <a:r>
              <a:rPr dirty="0"/>
              <a:t>valor</a:t>
            </a:r>
            <a:r>
              <a:rPr dirty="0" spc="-85"/>
              <a:t> </a:t>
            </a:r>
            <a:r>
              <a:rPr dirty="0"/>
              <a:t>de</a:t>
            </a:r>
            <a:r>
              <a:rPr dirty="0" spc="-70"/>
              <a:t> </a:t>
            </a:r>
            <a:r>
              <a:rPr dirty="0"/>
              <a:t>+9999,99</a:t>
            </a:r>
            <a:r>
              <a:rPr dirty="0" spc="-30"/>
              <a:t> </a:t>
            </a:r>
            <a:r>
              <a:rPr dirty="0"/>
              <a:t>hasta</a:t>
            </a:r>
            <a:r>
              <a:rPr dirty="0" spc="-60"/>
              <a:t> </a:t>
            </a:r>
            <a:r>
              <a:rPr dirty="0" spc="-20"/>
              <a:t>-</a:t>
            </a:r>
            <a:r>
              <a:rPr dirty="0" spc="-10"/>
              <a:t>9999,99</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prstGeom prst="rect"/>
        </p:spPr>
        <p:txBody>
          <a:bodyPr wrap="square" lIns="0" tIns="12700" rIns="0" bIns="0" rtlCol="0" vert="horz">
            <a:spAutoFit/>
          </a:bodyPr>
          <a:lstStyle/>
          <a:p>
            <a:pPr marL="12700">
              <a:lnSpc>
                <a:spcPct val="100000"/>
              </a:lnSpc>
              <a:spcBef>
                <a:spcPts val="100"/>
              </a:spcBef>
            </a:pPr>
            <a:r>
              <a:rPr dirty="0"/>
              <a:t>Tipos</a:t>
            </a:r>
            <a:r>
              <a:rPr dirty="0" spc="-40"/>
              <a:t> </a:t>
            </a:r>
            <a:r>
              <a:rPr dirty="0"/>
              <a:t>de</a:t>
            </a:r>
            <a:r>
              <a:rPr dirty="0" spc="-35"/>
              <a:t> </a:t>
            </a:r>
            <a:r>
              <a:rPr dirty="0"/>
              <a:t>Dato</a:t>
            </a:r>
            <a:r>
              <a:rPr dirty="0" spc="-45"/>
              <a:t> </a:t>
            </a:r>
            <a:r>
              <a:rPr dirty="0" spc="-85"/>
              <a:t>DATE-</a:t>
            </a:r>
            <a:r>
              <a:rPr dirty="0" spc="-20"/>
              <a:t>TIME</a:t>
            </a:r>
          </a:p>
        </p:txBody>
      </p:sp>
      <p:sp>
        <p:nvSpPr>
          <p:cNvPr id="4" name="object 4" descr=""/>
          <p:cNvSpPr txBox="1">
            <a:spLocks noGrp="1"/>
          </p:cNvSpPr>
          <p:nvPr>
            <p:ph type="dt" idx="6" sz="half"/>
          </p:nvPr>
        </p:nvSpPr>
        <p:spPr>
          <a:prstGeom prst="rect"/>
        </p:spPr>
        <p:txBody>
          <a:bodyPr wrap="square" lIns="0" tIns="0" rIns="0" bIns="0" rtlCol="0" vert="horz">
            <a:spAutoFit/>
          </a:bodyPr>
          <a:lstStyle/>
          <a:p>
            <a:pPr marL="12700">
              <a:lnSpc>
                <a:spcPts val="855"/>
              </a:lnSpc>
            </a:pPr>
            <a:r>
              <a:rPr dirty="0"/>
              <a:t>DP</a:t>
            </a:r>
            <a:r>
              <a:rPr dirty="0" spc="-10"/>
              <a:t> </a:t>
            </a:r>
            <a:r>
              <a:rPr dirty="0"/>
              <a:t>13-</a:t>
            </a:r>
            <a:r>
              <a:rPr dirty="0" spc="-50"/>
              <a:t>2</a:t>
            </a:r>
          </a:p>
          <a:p>
            <a:pPr marL="12700">
              <a:lnSpc>
                <a:spcPts val="965"/>
              </a:lnSpc>
            </a:pPr>
            <a:r>
              <a:rPr dirty="0"/>
              <a:t>Uso</a:t>
            </a:r>
            <a:r>
              <a:rPr dirty="0" spc="-30"/>
              <a:t> </a:t>
            </a:r>
            <a:r>
              <a:rPr dirty="0"/>
              <a:t>de</a:t>
            </a:r>
            <a:r>
              <a:rPr dirty="0" spc="-20"/>
              <a:t> </a:t>
            </a:r>
            <a:r>
              <a:rPr dirty="0"/>
              <a:t>Tipos</a:t>
            </a:r>
            <a:r>
              <a:rPr dirty="0" spc="-20"/>
              <a:t> </a:t>
            </a:r>
            <a:r>
              <a:rPr dirty="0"/>
              <a:t>de</a:t>
            </a:r>
            <a:r>
              <a:rPr dirty="0" spc="-15"/>
              <a:t> </a:t>
            </a:r>
            <a:r>
              <a:rPr dirty="0" spc="-20"/>
              <a:t>Dato</a:t>
            </a:r>
          </a:p>
        </p:txBody>
      </p:sp>
      <p:sp>
        <p:nvSpPr>
          <p:cNvPr id="5" name="object 5" descr=""/>
          <p:cNvSpPr txBox="1">
            <a:spLocks noGrp="1"/>
          </p:cNvSpPr>
          <p:nvPr>
            <p:ph type="ftr" idx="5" sz="quarter"/>
          </p:nvPr>
        </p:nvSpPr>
        <p:spPr>
          <a:prstGeom prst="rect"/>
        </p:spPr>
        <p:txBody>
          <a:bodyPr wrap="square" lIns="0" tIns="0" rIns="0" bIns="0" rtlCol="0" vert="horz">
            <a:spAutoFit/>
          </a:bodyPr>
          <a:lstStyle/>
          <a:p>
            <a:pPr marL="12700">
              <a:lnSpc>
                <a:spcPts val="910"/>
              </a:lnSpc>
            </a:pPr>
            <a:r>
              <a:rPr dirty="0"/>
              <a:t>Copyright</a:t>
            </a:r>
            <a:r>
              <a:rPr dirty="0" spc="-35"/>
              <a:t> </a:t>
            </a:r>
            <a:r>
              <a:rPr dirty="0"/>
              <a:t>©</a:t>
            </a:r>
            <a:r>
              <a:rPr dirty="0" spc="-40"/>
              <a:t> </a:t>
            </a:r>
            <a:r>
              <a:rPr dirty="0"/>
              <a:t>2020,</a:t>
            </a:r>
            <a:r>
              <a:rPr dirty="0" spc="-45"/>
              <a:t> </a:t>
            </a:r>
            <a:r>
              <a:rPr dirty="0"/>
              <a:t>Oracle</a:t>
            </a:r>
            <a:r>
              <a:rPr dirty="0" spc="-30"/>
              <a:t> </a:t>
            </a:r>
            <a:r>
              <a:rPr dirty="0"/>
              <a:t>y/o</a:t>
            </a:r>
            <a:r>
              <a:rPr dirty="0" spc="-30"/>
              <a:t> </a:t>
            </a:r>
            <a:r>
              <a:rPr dirty="0"/>
              <a:t>sus</a:t>
            </a:r>
            <a:r>
              <a:rPr dirty="0" spc="-35"/>
              <a:t> </a:t>
            </a:r>
            <a:r>
              <a:rPr dirty="0"/>
              <a:t>filiales.</a:t>
            </a:r>
            <a:r>
              <a:rPr dirty="0" spc="-10"/>
              <a:t> </a:t>
            </a:r>
            <a:r>
              <a:rPr dirty="0"/>
              <a:t>Todos</a:t>
            </a:r>
            <a:r>
              <a:rPr dirty="0" spc="-35"/>
              <a:t> </a:t>
            </a:r>
            <a:r>
              <a:rPr dirty="0"/>
              <a:t>los</a:t>
            </a:r>
            <a:r>
              <a:rPr dirty="0" spc="-25"/>
              <a:t> </a:t>
            </a:r>
            <a:r>
              <a:rPr dirty="0"/>
              <a:t>derechos</a:t>
            </a:r>
            <a:r>
              <a:rPr dirty="0" spc="-5"/>
              <a:t> </a:t>
            </a:r>
            <a:r>
              <a:rPr dirty="0" spc="-10"/>
              <a:t>reservados.</a:t>
            </a:r>
          </a:p>
        </p:txBody>
      </p:sp>
      <p:sp>
        <p:nvSpPr>
          <p:cNvPr id="6" name="object 6" descr=""/>
          <p:cNvSpPr txBox="1">
            <a:spLocks noGrp="1"/>
          </p:cNvSpPr>
          <p:nvPr>
            <p:ph type="sldNum" idx="7" sz="quarter"/>
          </p:nvPr>
        </p:nvSpPr>
        <p:spPr>
          <a:prstGeom prst="rect"/>
        </p:spPr>
        <p:txBody>
          <a:bodyPr wrap="square" lIns="0" tIns="0" rIns="0" bIns="0" rtlCol="0" vert="horz">
            <a:spAutoFit/>
          </a:bodyPr>
          <a:lstStyle/>
          <a:p>
            <a:pPr marL="12700">
              <a:lnSpc>
                <a:spcPts val="910"/>
              </a:lnSpc>
            </a:pPr>
            <a:r>
              <a:rPr dirty="0" spc="-25"/>
              <a:t>10</a:t>
            </a:r>
          </a:p>
        </p:txBody>
      </p:sp>
      <p:sp>
        <p:nvSpPr>
          <p:cNvPr id="3" name="object 3" descr=""/>
          <p:cNvSpPr txBox="1"/>
          <p:nvPr/>
        </p:nvSpPr>
        <p:spPr>
          <a:xfrm>
            <a:off x="483552" y="1415417"/>
            <a:ext cx="8036559" cy="4213225"/>
          </a:xfrm>
          <a:prstGeom prst="rect">
            <a:avLst/>
          </a:prstGeom>
        </p:spPr>
        <p:txBody>
          <a:bodyPr wrap="square" lIns="0" tIns="59690" rIns="0" bIns="0" rtlCol="0" vert="horz">
            <a:spAutoFit/>
          </a:bodyPr>
          <a:lstStyle/>
          <a:p>
            <a:pPr marL="182880" marR="34290" indent="-170815">
              <a:lnSpc>
                <a:spcPts val="3030"/>
              </a:lnSpc>
              <a:spcBef>
                <a:spcPts val="470"/>
              </a:spcBef>
              <a:buClr>
                <a:srgbClr val="D1350F"/>
              </a:buClr>
              <a:buFont typeface="Arial MT"/>
              <a:buChar char="•"/>
              <a:tabLst>
                <a:tab pos="184785" algn="l"/>
              </a:tabLst>
            </a:pPr>
            <a:r>
              <a:rPr dirty="0" sz="2800">
                <a:solidFill>
                  <a:srgbClr val="4E3629"/>
                </a:solidFill>
                <a:latin typeface="Calibri"/>
                <a:cs typeface="Calibri"/>
              </a:rPr>
              <a:t>El</a:t>
            </a:r>
            <a:r>
              <a:rPr dirty="0" sz="2800" spc="-60">
                <a:solidFill>
                  <a:srgbClr val="4E3629"/>
                </a:solidFill>
                <a:latin typeface="Calibri"/>
                <a:cs typeface="Calibri"/>
              </a:rPr>
              <a:t> </a:t>
            </a:r>
            <a:r>
              <a:rPr dirty="0" sz="2800">
                <a:solidFill>
                  <a:srgbClr val="4E3629"/>
                </a:solidFill>
                <a:latin typeface="Calibri"/>
                <a:cs typeface="Calibri"/>
              </a:rPr>
              <a:t>tipo</a:t>
            </a:r>
            <a:r>
              <a:rPr dirty="0" sz="2800" spc="-45">
                <a:solidFill>
                  <a:srgbClr val="4E3629"/>
                </a:solidFill>
                <a:latin typeface="Calibri"/>
                <a:cs typeface="Calibri"/>
              </a:rPr>
              <a:t> </a:t>
            </a:r>
            <a:r>
              <a:rPr dirty="0" sz="2800">
                <a:solidFill>
                  <a:srgbClr val="4E3629"/>
                </a:solidFill>
                <a:latin typeface="Calibri"/>
                <a:cs typeface="Calibri"/>
              </a:rPr>
              <a:t>de</a:t>
            </a:r>
            <a:r>
              <a:rPr dirty="0" sz="2800" spc="-40">
                <a:solidFill>
                  <a:srgbClr val="4E3629"/>
                </a:solidFill>
                <a:latin typeface="Calibri"/>
                <a:cs typeface="Calibri"/>
              </a:rPr>
              <a:t> </a:t>
            </a:r>
            <a:r>
              <a:rPr dirty="0" sz="2800">
                <a:solidFill>
                  <a:srgbClr val="4E3629"/>
                </a:solidFill>
                <a:latin typeface="Calibri"/>
                <a:cs typeface="Calibri"/>
              </a:rPr>
              <a:t>dato</a:t>
            </a:r>
            <a:r>
              <a:rPr dirty="0" sz="2800" spc="-50">
                <a:solidFill>
                  <a:srgbClr val="4E3629"/>
                </a:solidFill>
                <a:latin typeface="Calibri"/>
                <a:cs typeface="Calibri"/>
              </a:rPr>
              <a:t> DATE</a:t>
            </a:r>
            <a:r>
              <a:rPr dirty="0" sz="2800" spc="-65">
                <a:solidFill>
                  <a:srgbClr val="4E3629"/>
                </a:solidFill>
                <a:latin typeface="Calibri"/>
                <a:cs typeface="Calibri"/>
              </a:rPr>
              <a:t> </a:t>
            </a:r>
            <a:r>
              <a:rPr dirty="0" sz="2800">
                <a:solidFill>
                  <a:srgbClr val="4E3629"/>
                </a:solidFill>
                <a:latin typeface="Calibri"/>
                <a:cs typeface="Calibri"/>
              </a:rPr>
              <a:t>almacena</a:t>
            </a:r>
            <a:r>
              <a:rPr dirty="0" sz="2800" spc="-50">
                <a:solidFill>
                  <a:srgbClr val="4E3629"/>
                </a:solidFill>
                <a:latin typeface="Calibri"/>
                <a:cs typeface="Calibri"/>
              </a:rPr>
              <a:t> </a:t>
            </a:r>
            <a:r>
              <a:rPr dirty="0" sz="2800">
                <a:solidFill>
                  <a:srgbClr val="4E3629"/>
                </a:solidFill>
                <a:latin typeface="Calibri"/>
                <a:cs typeface="Calibri"/>
              </a:rPr>
              <a:t>un</a:t>
            </a:r>
            <a:r>
              <a:rPr dirty="0" sz="2800" spc="-35">
                <a:solidFill>
                  <a:srgbClr val="4E3629"/>
                </a:solidFill>
                <a:latin typeface="Calibri"/>
                <a:cs typeface="Calibri"/>
              </a:rPr>
              <a:t> </a:t>
            </a:r>
            <a:r>
              <a:rPr dirty="0" sz="2800">
                <a:solidFill>
                  <a:srgbClr val="4E3629"/>
                </a:solidFill>
                <a:latin typeface="Calibri"/>
                <a:cs typeface="Calibri"/>
              </a:rPr>
              <a:t>valor</a:t>
            </a:r>
            <a:r>
              <a:rPr dirty="0" sz="2800" spc="-60">
                <a:solidFill>
                  <a:srgbClr val="4E3629"/>
                </a:solidFill>
                <a:latin typeface="Calibri"/>
                <a:cs typeface="Calibri"/>
              </a:rPr>
              <a:t> </a:t>
            </a:r>
            <a:r>
              <a:rPr dirty="0" sz="2800">
                <a:solidFill>
                  <a:srgbClr val="4E3629"/>
                </a:solidFill>
                <a:latin typeface="Calibri"/>
                <a:cs typeface="Calibri"/>
              </a:rPr>
              <a:t>de</a:t>
            </a:r>
            <a:r>
              <a:rPr dirty="0" sz="2800" spc="-55">
                <a:solidFill>
                  <a:srgbClr val="4E3629"/>
                </a:solidFill>
                <a:latin typeface="Calibri"/>
                <a:cs typeface="Calibri"/>
              </a:rPr>
              <a:t> </a:t>
            </a:r>
            <a:r>
              <a:rPr dirty="0" sz="2800">
                <a:solidFill>
                  <a:srgbClr val="4E3629"/>
                </a:solidFill>
                <a:latin typeface="Calibri"/>
                <a:cs typeface="Calibri"/>
              </a:rPr>
              <a:t>siglos</a:t>
            </a:r>
            <a:r>
              <a:rPr dirty="0" sz="2800" spc="-45">
                <a:solidFill>
                  <a:srgbClr val="4E3629"/>
                </a:solidFill>
                <a:latin typeface="Calibri"/>
                <a:cs typeface="Calibri"/>
              </a:rPr>
              <a:t> </a:t>
            </a:r>
            <a:r>
              <a:rPr dirty="0" sz="2800" spc="-10">
                <a:solidFill>
                  <a:srgbClr val="4E3629"/>
                </a:solidFill>
                <a:latin typeface="Calibri"/>
                <a:cs typeface="Calibri"/>
              </a:rPr>
              <a:t>hasta </a:t>
            </a:r>
            <a:r>
              <a:rPr dirty="0" sz="2800" spc="-10">
                <a:solidFill>
                  <a:srgbClr val="4E3629"/>
                </a:solidFill>
                <a:latin typeface="Calibri"/>
                <a:cs typeface="Calibri"/>
              </a:rPr>
              <a:t>	</a:t>
            </a:r>
            <a:r>
              <a:rPr dirty="0" sz="2800">
                <a:solidFill>
                  <a:srgbClr val="4E3629"/>
                </a:solidFill>
                <a:latin typeface="Calibri"/>
                <a:cs typeface="Calibri"/>
              </a:rPr>
              <a:t>segundos</a:t>
            </a:r>
            <a:r>
              <a:rPr dirty="0" sz="2800" spc="-55">
                <a:solidFill>
                  <a:srgbClr val="4E3629"/>
                </a:solidFill>
                <a:latin typeface="Calibri"/>
                <a:cs typeface="Calibri"/>
              </a:rPr>
              <a:t> </a:t>
            </a:r>
            <a:r>
              <a:rPr dirty="0" sz="2800" spc="-10">
                <a:solidFill>
                  <a:srgbClr val="4E3629"/>
                </a:solidFill>
                <a:latin typeface="Calibri"/>
                <a:cs typeface="Calibri"/>
              </a:rPr>
              <a:t>enteros,</a:t>
            </a:r>
            <a:r>
              <a:rPr dirty="0" sz="2800" spc="-70">
                <a:solidFill>
                  <a:srgbClr val="4E3629"/>
                </a:solidFill>
                <a:latin typeface="Calibri"/>
                <a:cs typeface="Calibri"/>
              </a:rPr>
              <a:t> </a:t>
            </a:r>
            <a:r>
              <a:rPr dirty="0" sz="2800">
                <a:solidFill>
                  <a:srgbClr val="4E3629"/>
                </a:solidFill>
                <a:latin typeface="Calibri"/>
                <a:cs typeface="Calibri"/>
              </a:rPr>
              <a:t>pero</a:t>
            </a:r>
            <a:r>
              <a:rPr dirty="0" sz="2800" spc="-70">
                <a:solidFill>
                  <a:srgbClr val="4E3629"/>
                </a:solidFill>
                <a:latin typeface="Calibri"/>
                <a:cs typeface="Calibri"/>
              </a:rPr>
              <a:t> </a:t>
            </a:r>
            <a:r>
              <a:rPr dirty="0" sz="2800">
                <a:solidFill>
                  <a:srgbClr val="4E3629"/>
                </a:solidFill>
                <a:latin typeface="Calibri"/>
                <a:cs typeface="Calibri"/>
              </a:rPr>
              <a:t>no</a:t>
            </a:r>
            <a:r>
              <a:rPr dirty="0" sz="2800" spc="-65">
                <a:solidFill>
                  <a:srgbClr val="4E3629"/>
                </a:solidFill>
                <a:latin typeface="Calibri"/>
                <a:cs typeface="Calibri"/>
              </a:rPr>
              <a:t> </a:t>
            </a:r>
            <a:r>
              <a:rPr dirty="0" sz="2800">
                <a:solidFill>
                  <a:srgbClr val="4E3629"/>
                </a:solidFill>
                <a:latin typeface="Calibri"/>
                <a:cs typeface="Calibri"/>
              </a:rPr>
              <a:t>se</a:t>
            </a:r>
            <a:r>
              <a:rPr dirty="0" sz="2800" spc="-75">
                <a:solidFill>
                  <a:srgbClr val="4E3629"/>
                </a:solidFill>
                <a:latin typeface="Calibri"/>
                <a:cs typeface="Calibri"/>
              </a:rPr>
              <a:t> </a:t>
            </a:r>
            <a:r>
              <a:rPr dirty="0" sz="2800">
                <a:solidFill>
                  <a:srgbClr val="4E3629"/>
                </a:solidFill>
                <a:latin typeface="Calibri"/>
                <a:cs typeface="Calibri"/>
              </a:rPr>
              <a:t>pueden</a:t>
            </a:r>
            <a:r>
              <a:rPr dirty="0" sz="2800" spc="-55">
                <a:solidFill>
                  <a:srgbClr val="4E3629"/>
                </a:solidFill>
                <a:latin typeface="Calibri"/>
                <a:cs typeface="Calibri"/>
              </a:rPr>
              <a:t> </a:t>
            </a:r>
            <a:r>
              <a:rPr dirty="0" sz="2800">
                <a:solidFill>
                  <a:srgbClr val="4E3629"/>
                </a:solidFill>
                <a:latin typeface="Calibri"/>
                <a:cs typeface="Calibri"/>
              </a:rPr>
              <a:t>almacenar</a:t>
            </a:r>
            <a:r>
              <a:rPr dirty="0" sz="2800" spc="-80">
                <a:solidFill>
                  <a:srgbClr val="4E3629"/>
                </a:solidFill>
                <a:latin typeface="Calibri"/>
                <a:cs typeface="Calibri"/>
              </a:rPr>
              <a:t> </a:t>
            </a:r>
            <a:r>
              <a:rPr dirty="0" sz="2800" spc="-25">
                <a:solidFill>
                  <a:srgbClr val="4E3629"/>
                </a:solidFill>
                <a:latin typeface="Calibri"/>
                <a:cs typeface="Calibri"/>
              </a:rPr>
              <a:t>las </a:t>
            </a:r>
            <a:r>
              <a:rPr dirty="0" sz="2800" spc="-25">
                <a:solidFill>
                  <a:srgbClr val="4E3629"/>
                </a:solidFill>
                <a:latin typeface="Calibri"/>
                <a:cs typeface="Calibri"/>
              </a:rPr>
              <a:t>	</a:t>
            </a:r>
            <a:r>
              <a:rPr dirty="0" sz="2800">
                <a:solidFill>
                  <a:srgbClr val="4E3629"/>
                </a:solidFill>
                <a:latin typeface="Calibri"/>
                <a:cs typeface="Calibri"/>
              </a:rPr>
              <a:t>fracciones</a:t>
            </a:r>
            <a:r>
              <a:rPr dirty="0" sz="2800" spc="-60">
                <a:solidFill>
                  <a:srgbClr val="4E3629"/>
                </a:solidFill>
                <a:latin typeface="Calibri"/>
                <a:cs typeface="Calibri"/>
              </a:rPr>
              <a:t> </a:t>
            </a:r>
            <a:r>
              <a:rPr dirty="0" sz="2800">
                <a:solidFill>
                  <a:srgbClr val="4E3629"/>
                </a:solidFill>
                <a:latin typeface="Calibri"/>
                <a:cs typeface="Calibri"/>
              </a:rPr>
              <a:t>de</a:t>
            </a:r>
            <a:r>
              <a:rPr dirty="0" sz="2800" spc="-55">
                <a:solidFill>
                  <a:srgbClr val="4E3629"/>
                </a:solidFill>
                <a:latin typeface="Calibri"/>
                <a:cs typeface="Calibri"/>
              </a:rPr>
              <a:t> </a:t>
            </a:r>
            <a:r>
              <a:rPr dirty="0" sz="2800">
                <a:solidFill>
                  <a:srgbClr val="4E3629"/>
                </a:solidFill>
                <a:latin typeface="Calibri"/>
                <a:cs typeface="Calibri"/>
              </a:rPr>
              <a:t>un</a:t>
            </a:r>
            <a:r>
              <a:rPr dirty="0" sz="2800" spc="-50">
                <a:solidFill>
                  <a:srgbClr val="4E3629"/>
                </a:solidFill>
                <a:latin typeface="Calibri"/>
                <a:cs typeface="Calibri"/>
              </a:rPr>
              <a:t> </a:t>
            </a:r>
            <a:r>
              <a:rPr dirty="0" sz="2800" spc="-10">
                <a:solidFill>
                  <a:srgbClr val="4E3629"/>
                </a:solidFill>
                <a:latin typeface="Calibri"/>
                <a:cs typeface="Calibri"/>
              </a:rPr>
              <a:t>segundo</a:t>
            </a:r>
            <a:endParaRPr sz="2800">
              <a:latin typeface="Calibri"/>
              <a:cs typeface="Calibri"/>
            </a:endParaRPr>
          </a:p>
          <a:p>
            <a:pPr marL="182880" marR="911860" indent="-170815">
              <a:lnSpc>
                <a:spcPts val="3030"/>
              </a:lnSpc>
              <a:spcBef>
                <a:spcPts val="785"/>
              </a:spcBef>
              <a:buClr>
                <a:srgbClr val="D1350F"/>
              </a:buClr>
              <a:buFont typeface="Arial MT"/>
              <a:buChar char="•"/>
              <a:tabLst>
                <a:tab pos="184785" algn="l"/>
              </a:tabLst>
            </a:pPr>
            <a:r>
              <a:rPr dirty="0" sz="2800" spc="-25">
                <a:solidFill>
                  <a:srgbClr val="4E3629"/>
                </a:solidFill>
                <a:latin typeface="Calibri"/>
                <a:cs typeface="Calibri"/>
              </a:rPr>
              <a:t>"21-</a:t>
            </a:r>
            <a:r>
              <a:rPr dirty="0" sz="2800" spc="-20">
                <a:solidFill>
                  <a:srgbClr val="4E3629"/>
                </a:solidFill>
                <a:latin typeface="Calibri"/>
                <a:cs typeface="Calibri"/>
              </a:rPr>
              <a:t>Aug-</a:t>
            </a:r>
            <a:r>
              <a:rPr dirty="0" sz="2800">
                <a:solidFill>
                  <a:srgbClr val="4E3629"/>
                </a:solidFill>
                <a:latin typeface="Calibri"/>
                <a:cs typeface="Calibri"/>
              </a:rPr>
              <a:t>2003</a:t>
            </a:r>
            <a:r>
              <a:rPr dirty="0" sz="2800" spc="-10">
                <a:solidFill>
                  <a:srgbClr val="4E3629"/>
                </a:solidFill>
                <a:latin typeface="Calibri"/>
                <a:cs typeface="Calibri"/>
              </a:rPr>
              <a:t> </a:t>
            </a:r>
            <a:r>
              <a:rPr dirty="0" sz="2800">
                <a:solidFill>
                  <a:srgbClr val="4E3629"/>
                </a:solidFill>
                <a:latin typeface="Calibri"/>
                <a:cs typeface="Calibri"/>
              </a:rPr>
              <a:t>17:25:30"</a:t>
            </a:r>
            <a:r>
              <a:rPr dirty="0" sz="2800" spc="-10">
                <a:solidFill>
                  <a:srgbClr val="4E3629"/>
                </a:solidFill>
                <a:latin typeface="Calibri"/>
                <a:cs typeface="Calibri"/>
              </a:rPr>
              <a:t> </a:t>
            </a:r>
            <a:r>
              <a:rPr dirty="0" sz="2800">
                <a:solidFill>
                  <a:srgbClr val="4E3629"/>
                </a:solidFill>
                <a:latin typeface="Calibri"/>
                <a:cs typeface="Calibri"/>
              </a:rPr>
              <a:t>es</a:t>
            </a:r>
            <a:r>
              <a:rPr dirty="0" sz="2800" spc="-55">
                <a:solidFill>
                  <a:srgbClr val="4E3629"/>
                </a:solidFill>
                <a:latin typeface="Calibri"/>
                <a:cs typeface="Calibri"/>
              </a:rPr>
              <a:t> </a:t>
            </a:r>
            <a:r>
              <a:rPr dirty="0" sz="2800">
                <a:solidFill>
                  <a:srgbClr val="4E3629"/>
                </a:solidFill>
                <a:latin typeface="Calibri"/>
                <a:cs typeface="Calibri"/>
              </a:rPr>
              <a:t>un</a:t>
            </a:r>
            <a:r>
              <a:rPr dirty="0" sz="2800" spc="-45">
                <a:solidFill>
                  <a:srgbClr val="4E3629"/>
                </a:solidFill>
                <a:latin typeface="Calibri"/>
                <a:cs typeface="Calibri"/>
              </a:rPr>
              <a:t> </a:t>
            </a:r>
            <a:r>
              <a:rPr dirty="0" sz="2800">
                <a:solidFill>
                  <a:srgbClr val="4E3629"/>
                </a:solidFill>
                <a:latin typeface="Calibri"/>
                <a:cs typeface="Calibri"/>
              </a:rPr>
              <a:t>valor</a:t>
            </a:r>
            <a:r>
              <a:rPr dirty="0" sz="2800" spc="-75">
                <a:solidFill>
                  <a:srgbClr val="4E3629"/>
                </a:solidFill>
                <a:latin typeface="Calibri"/>
                <a:cs typeface="Calibri"/>
              </a:rPr>
              <a:t> </a:t>
            </a:r>
            <a:r>
              <a:rPr dirty="0" sz="2800">
                <a:solidFill>
                  <a:srgbClr val="4E3629"/>
                </a:solidFill>
                <a:latin typeface="Calibri"/>
                <a:cs typeface="Calibri"/>
              </a:rPr>
              <a:t>válido,</a:t>
            </a:r>
            <a:r>
              <a:rPr dirty="0" sz="2800" spc="-50">
                <a:solidFill>
                  <a:srgbClr val="4E3629"/>
                </a:solidFill>
                <a:latin typeface="Calibri"/>
                <a:cs typeface="Calibri"/>
              </a:rPr>
              <a:t> </a:t>
            </a:r>
            <a:r>
              <a:rPr dirty="0" sz="2800" spc="-20">
                <a:solidFill>
                  <a:srgbClr val="4E3629"/>
                </a:solidFill>
                <a:latin typeface="Calibri"/>
                <a:cs typeface="Calibri"/>
              </a:rPr>
              <a:t>pero </a:t>
            </a:r>
            <a:r>
              <a:rPr dirty="0" sz="2800" spc="-20">
                <a:solidFill>
                  <a:srgbClr val="4E3629"/>
                </a:solidFill>
                <a:latin typeface="Calibri"/>
                <a:cs typeface="Calibri"/>
              </a:rPr>
              <a:t>	</a:t>
            </a:r>
            <a:r>
              <a:rPr dirty="0" sz="2800" spc="-25">
                <a:solidFill>
                  <a:srgbClr val="4E3629"/>
                </a:solidFill>
                <a:latin typeface="Calibri"/>
                <a:cs typeface="Calibri"/>
              </a:rPr>
              <a:t>"21-</a:t>
            </a:r>
            <a:r>
              <a:rPr dirty="0" sz="2800" spc="-20">
                <a:solidFill>
                  <a:srgbClr val="4E3629"/>
                </a:solidFill>
                <a:latin typeface="Calibri"/>
                <a:cs typeface="Calibri"/>
              </a:rPr>
              <a:t>Aug-</a:t>
            </a:r>
            <a:r>
              <a:rPr dirty="0" sz="2800">
                <a:solidFill>
                  <a:srgbClr val="4E3629"/>
                </a:solidFill>
                <a:latin typeface="Calibri"/>
                <a:cs typeface="Calibri"/>
              </a:rPr>
              <a:t>2003</a:t>
            </a:r>
            <a:r>
              <a:rPr dirty="0" sz="2800" spc="10">
                <a:solidFill>
                  <a:srgbClr val="4E3629"/>
                </a:solidFill>
                <a:latin typeface="Calibri"/>
                <a:cs typeface="Calibri"/>
              </a:rPr>
              <a:t> </a:t>
            </a:r>
            <a:r>
              <a:rPr dirty="0" sz="2800">
                <a:solidFill>
                  <a:srgbClr val="4E3629"/>
                </a:solidFill>
                <a:latin typeface="Calibri"/>
                <a:cs typeface="Calibri"/>
              </a:rPr>
              <a:t>17:25:30.255"</a:t>
            </a:r>
            <a:r>
              <a:rPr dirty="0" sz="2800" spc="10">
                <a:solidFill>
                  <a:srgbClr val="4E3629"/>
                </a:solidFill>
                <a:latin typeface="Calibri"/>
                <a:cs typeface="Calibri"/>
              </a:rPr>
              <a:t> </a:t>
            </a:r>
            <a:r>
              <a:rPr dirty="0" sz="2800">
                <a:solidFill>
                  <a:srgbClr val="4E3629"/>
                </a:solidFill>
                <a:latin typeface="Calibri"/>
                <a:cs typeface="Calibri"/>
              </a:rPr>
              <a:t>no</a:t>
            </a:r>
            <a:r>
              <a:rPr dirty="0" sz="2800" spc="-30">
                <a:solidFill>
                  <a:srgbClr val="4E3629"/>
                </a:solidFill>
                <a:latin typeface="Calibri"/>
                <a:cs typeface="Calibri"/>
              </a:rPr>
              <a:t> </a:t>
            </a:r>
            <a:r>
              <a:rPr dirty="0" sz="2800">
                <a:solidFill>
                  <a:srgbClr val="4E3629"/>
                </a:solidFill>
                <a:latin typeface="Calibri"/>
                <a:cs typeface="Calibri"/>
              </a:rPr>
              <a:t>lo</a:t>
            </a:r>
            <a:r>
              <a:rPr dirty="0" sz="2800" spc="-45">
                <a:solidFill>
                  <a:srgbClr val="4E3629"/>
                </a:solidFill>
                <a:latin typeface="Calibri"/>
                <a:cs typeface="Calibri"/>
              </a:rPr>
              <a:t> </a:t>
            </a:r>
            <a:r>
              <a:rPr dirty="0" sz="2800" spc="-25">
                <a:solidFill>
                  <a:srgbClr val="4E3629"/>
                </a:solidFill>
                <a:latin typeface="Calibri"/>
                <a:cs typeface="Calibri"/>
              </a:rPr>
              <a:t>es</a:t>
            </a:r>
            <a:endParaRPr sz="2800">
              <a:latin typeface="Calibri"/>
              <a:cs typeface="Calibri"/>
            </a:endParaRPr>
          </a:p>
          <a:p>
            <a:pPr marL="182880" marR="249554" indent="-170815">
              <a:lnSpc>
                <a:spcPts val="3030"/>
              </a:lnSpc>
              <a:spcBef>
                <a:spcPts val="795"/>
              </a:spcBef>
              <a:buClr>
                <a:srgbClr val="D1350F"/>
              </a:buClr>
              <a:buFont typeface="Arial MT"/>
              <a:buChar char="•"/>
              <a:tabLst>
                <a:tab pos="184785" algn="l"/>
              </a:tabLst>
            </a:pPr>
            <a:r>
              <a:rPr dirty="0" sz="2800">
                <a:solidFill>
                  <a:srgbClr val="4E3629"/>
                </a:solidFill>
                <a:latin typeface="Calibri"/>
                <a:cs typeface="Calibri"/>
              </a:rPr>
              <a:t>El</a:t>
            </a:r>
            <a:r>
              <a:rPr dirty="0" sz="2800" spc="-65">
                <a:solidFill>
                  <a:srgbClr val="4E3629"/>
                </a:solidFill>
                <a:latin typeface="Calibri"/>
                <a:cs typeface="Calibri"/>
              </a:rPr>
              <a:t> </a:t>
            </a:r>
            <a:r>
              <a:rPr dirty="0" sz="2800">
                <a:solidFill>
                  <a:srgbClr val="4E3629"/>
                </a:solidFill>
                <a:latin typeface="Calibri"/>
                <a:cs typeface="Calibri"/>
              </a:rPr>
              <a:t>tipo</a:t>
            </a:r>
            <a:r>
              <a:rPr dirty="0" sz="2800" spc="-45">
                <a:solidFill>
                  <a:srgbClr val="4E3629"/>
                </a:solidFill>
                <a:latin typeface="Calibri"/>
                <a:cs typeface="Calibri"/>
              </a:rPr>
              <a:t> </a:t>
            </a:r>
            <a:r>
              <a:rPr dirty="0" sz="2800">
                <a:solidFill>
                  <a:srgbClr val="4E3629"/>
                </a:solidFill>
                <a:latin typeface="Calibri"/>
                <a:cs typeface="Calibri"/>
              </a:rPr>
              <a:t>de</a:t>
            </a:r>
            <a:r>
              <a:rPr dirty="0" sz="2800" spc="-45">
                <a:solidFill>
                  <a:srgbClr val="4E3629"/>
                </a:solidFill>
                <a:latin typeface="Calibri"/>
                <a:cs typeface="Calibri"/>
              </a:rPr>
              <a:t> </a:t>
            </a:r>
            <a:r>
              <a:rPr dirty="0" sz="2800">
                <a:solidFill>
                  <a:srgbClr val="4E3629"/>
                </a:solidFill>
                <a:latin typeface="Calibri"/>
                <a:cs typeface="Calibri"/>
              </a:rPr>
              <a:t>dato</a:t>
            </a:r>
            <a:r>
              <a:rPr dirty="0" sz="2800" spc="-55">
                <a:solidFill>
                  <a:srgbClr val="4E3629"/>
                </a:solidFill>
                <a:latin typeface="Calibri"/>
                <a:cs typeface="Calibri"/>
              </a:rPr>
              <a:t> </a:t>
            </a:r>
            <a:r>
              <a:rPr dirty="0" sz="2800" spc="-30">
                <a:solidFill>
                  <a:srgbClr val="4E3629"/>
                </a:solidFill>
                <a:latin typeface="Calibri"/>
                <a:cs typeface="Calibri"/>
              </a:rPr>
              <a:t>TIMESTAMP</a:t>
            </a:r>
            <a:r>
              <a:rPr dirty="0" sz="2800" spc="-50">
                <a:solidFill>
                  <a:srgbClr val="4E3629"/>
                </a:solidFill>
                <a:latin typeface="Calibri"/>
                <a:cs typeface="Calibri"/>
              </a:rPr>
              <a:t> </a:t>
            </a:r>
            <a:r>
              <a:rPr dirty="0" sz="2800">
                <a:solidFill>
                  <a:srgbClr val="4E3629"/>
                </a:solidFill>
                <a:latin typeface="Calibri"/>
                <a:cs typeface="Calibri"/>
              </a:rPr>
              <a:t>es</a:t>
            </a:r>
            <a:r>
              <a:rPr dirty="0" sz="2800" spc="-50">
                <a:solidFill>
                  <a:srgbClr val="4E3629"/>
                </a:solidFill>
                <a:latin typeface="Calibri"/>
                <a:cs typeface="Calibri"/>
              </a:rPr>
              <a:t> </a:t>
            </a:r>
            <a:r>
              <a:rPr dirty="0" sz="2800">
                <a:solidFill>
                  <a:srgbClr val="4E3629"/>
                </a:solidFill>
                <a:latin typeface="Calibri"/>
                <a:cs typeface="Calibri"/>
              </a:rPr>
              <a:t>una</a:t>
            </a:r>
            <a:r>
              <a:rPr dirty="0" sz="2800" spc="-40">
                <a:solidFill>
                  <a:srgbClr val="4E3629"/>
                </a:solidFill>
                <a:latin typeface="Calibri"/>
                <a:cs typeface="Calibri"/>
              </a:rPr>
              <a:t> </a:t>
            </a:r>
            <a:r>
              <a:rPr dirty="0" sz="2800">
                <a:solidFill>
                  <a:srgbClr val="4E3629"/>
                </a:solidFill>
                <a:latin typeface="Calibri"/>
                <a:cs typeface="Calibri"/>
              </a:rPr>
              <a:t>extensión</a:t>
            </a:r>
            <a:r>
              <a:rPr dirty="0" sz="2800" spc="-40">
                <a:solidFill>
                  <a:srgbClr val="4E3629"/>
                </a:solidFill>
                <a:latin typeface="Calibri"/>
                <a:cs typeface="Calibri"/>
              </a:rPr>
              <a:t> </a:t>
            </a:r>
            <a:r>
              <a:rPr dirty="0" sz="2800">
                <a:solidFill>
                  <a:srgbClr val="4E3629"/>
                </a:solidFill>
                <a:latin typeface="Calibri"/>
                <a:cs typeface="Calibri"/>
              </a:rPr>
              <a:t>del</a:t>
            </a:r>
            <a:r>
              <a:rPr dirty="0" sz="2800" spc="-50">
                <a:solidFill>
                  <a:srgbClr val="4E3629"/>
                </a:solidFill>
                <a:latin typeface="Calibri"/>
                <a:cs typeface="Calibri"/>
              </a:rPr>
              <a:t> </a:t>
            </a:r>
            <a:r>
              <a:rPr dirty="0" sz="2800" spc="-20">
                <a:solidFill>
                  <a:srgbClr val="4E3629"/>
                </a:solidFill>
                <a:latin typeface="Calibri"/>
                <a:cs typeface="Calibri"/>
              </a:rPr>
              <a:t>tipo </a:t>
            </a:r>
            <a:r>
              <a:rPr dirty="0" sz="2800" spc="-20">
                <a:solidFill>
                  <a:srgbClr val="4E3629"/>
                </a:solidFill>
                <a:latin typeface="Calibri"/>
                <a:cs typeface="Calibri"/>
              </a:rPr>
              <a:t>	</a:t>
            </a:r>
            <a:r>
              <a:rPr dirty="0" sz="2800">
                <a:solidFill>
                  <a:srgbClr val="4E3629"/>
                </a:solidFill>
                <a:latin typeface="Calibri"/>
                <a:cs typeface="Calibri"/>
              </a:rPr>
              <a:t>de</a:t>
            </a:r>
            <a:r>
              <a:rPr dirty="0" sz="2800" spc="-60">
                <a:solidFill>
                  <a:srgbClr val="4E3629"/>
                </a:solidFill>
                <a:latin typeface="Calibri"/>
                <a:cs typeface="Calibri"/>
              </a:rPr>
              <a:t> </a:t>
            </a:r>
            <a:r>
              <a:rPr dirty="0" sz="2800">
                <a:solidFill>
                  <a:srgbClr val="4E3629"/>
                </a:solidFill>
                <a:latin typeface="Calibri"/>
                <a:cs typeface="Calibri"/>
              </a:rPr>
              <a:t>dato</a:t>
            </a:r>
            <a:r>
              <a:rPr dirty="0" sz="2800" spc="-70">
                <a:solidFill>
                  <a:srgbClr val="4E3629"/>
                </a:solidFill>
                <a:latin typeface="Calibri"/>
                <a:cs typeface="Calibri"/>
              </a:rPr>
              <a:t> </a:t>
            </a:r>
            <a:r>
              <a:rPr dirty="0" sz="2800" spc="-50">
                <a:solidFill>
                  <a:srgbClr val="4E3629"/>
                </a:solidFill>
                <a:latin typeface="Calibri"/>
                <a:cs typeface="Calibri"/>
              </a:rPr>
              <a:t>DATE</a:t>
            </a:r>
            <a:r>
              <a:rPr dirty="0" sz="2800" spc="-70">
                <a:solidFill>
                  <a:srgbClr val="4E3629"/>
                </a:solidFill>
                <a:latin typeface="Calibri"/>
                <a:cs typeface="Calibri"/>
              </a:rPr>
              <a:t> </a:t>
            </a:r>
            <a:r>
              <a:rPr dirty="0" sz="2800">
                <a:solidFill>
                  <a:srgbClr val="4E3629"/>
                </a:solidFill>
                <a:latin typeface="Calibri"/>
                <a:cs typeface="Calibri"/>
              </a:rPr>
              <a:t>que</a:t>
            </a:r>
            <a:r>
              <a:rPr dirty="0" sz="2800" spc="-45">
                <a:solidFill>
                  <a:srgbClr val="4E3629"/>
                </a:solidFill>
                <a:latin typeface="Calibri"/>
                <a:cs typeface="Calibri"/>
              </a:rPr>
              <a:t> </a:t>
            </a:r>
            <a:r>
              <a:rPr dirty="0" sz="2800">
                <a:solidFill>
                  <a:srgbClr val="4E3629"/>
                </a:solidFill>
                <a:latin typeface="Calibri"/>
                <a:cs typeface="Calibri"/>
              </a:rPr>
              <a:t>permite</a:t>
            </a:r>
            <a:r>
              <a:rPr dirty="0" sz="2800" spc="-55">
                <a:solidFill>
                  <a:srgbClr val="4E3629"/>
                </a:solidFill>
                <a:latin typeface="Calibri"/>
                <a:cs typeface="Calibri"/>
              </a:rPr>
              <a:t> </a:t>
            </a:r>
            <a:r>
              <a:rPr dirty="0" sz="2800" spc="-10">
                <a:solidFill>
                  <a:srgbClr val="4E3629"/>
                </a:solidFill>
                <a:latin typeface="Calibri"/>
                <a:cs typeface="Calibri"/>
              </a:rPr>
              <a:t>fracciones</a:t>
            </a:r>
            <a:r>
              <a:rPr dirty="0" sz="2800" spc="-60">
                <a:solidFill>
                  <a:srgbClr val="4E3629"/>
                </a:solidFill>
                <a:latin typeface="Calibri"/>
                <a:cs typeface="Calibri"/>
              </a:rPr>
              <a:t> </a:t>
            </a:r>
            <a:r>
              <a:rPr dirty="0" sz="2800">
                <a:solidFill>
                  <a:srgbClr val="4E3629"/>
                </a:solidFill>
                <a:latin typeface="Calibri"/>
                <a:cs typeface="Calibri"/>
              </a:rPr>
              <a:t>de</a:t>
            </a:r>
            <a:r>
              <a:rPr dirty="0" sz="2800" spc="-60">
                <a:solidFill>
                  <a:srgbClr val="4E3629"/>
                </a:solidFill>
                <a:latin typeface="Calibri"/>
                <a:cs typeface="Calibri"/>
              </a:rPr>
              <a:t> </a:t>
            </a:r>
            <a:r>
              <a:rPr dirty="0" sz="2800">
                <a:solidFill>
                  <a:srgbClr val="4E3629"/>
                </a:solidFill>
                <a:latin typeface="Calibri"/>
                <a:cs typeface="Calibri"/>
              </a:rPr>
              <a:t>un</a:t>
            </a:r>
            <a:r>
              <a:rPr dirty="0" sz="2800" spc="-60">
                <a:solidFill>
                  <a:srgbClr val="4E3629"/>
                </a:solidFill>
                <a:latin typeface="Calibri"/>
                <a:cs typeface="Calibri"/>
              </a:rPr>
              <a:t> </a:t>
            </a:r>
            <a:r>
              <a:rPr dirty="0" sz="2800" spc="-10">
                <a:solidFill>
                  <a:srgbClr val="4E3629"/>
                </a:solidFill>
                <a:latin typeface="Calibri"/>
                <a:cs typeface="Calibri"/>
              </a:rPr>
              <a:t>segundo</a:t>
            </a:r>
            <a:endParaRPr sz="2800">
              <a:latin typeface="Calibri"/>
              <a:cs typeface="Calibri"/>
            </a:endParaRPr>
          </a:p>
          <a:p>
            <a:pPr algn="just" marL="182880" marR="5080" indent="-170815">
              <a:lnSpc>
                <a:spcPts val="3030"/>
              </a:lnSpc>
              <a:spcBef>
                <a:spcPts val="780"/>
              </a:spcBef>
              <a:buClr>
                <a:srgbClr val="D1350F"/>
              </a:buClr>
              <a:buFont typeface="Arial MT"/>
              <a:buChar char="•"/>
              <a:tabLst>
                <a:tab pos="184785" algn="l"/>
              </a:tabLst>
            </a:pPr>
            <a:r>
              <a:rPr dirty="0" sz="2800">
                <a:solidFill>
                  <a:srgbClr val="4E3629"/>
                </a:solidFill>
                <a:latin typeface="Calibri"/>
                <a:cs typeface="Calibri"/>
              </a:rPr>
              <a:t>Por</a:t>
            </a:r>
            <a:r>
              <a:rPr dirty="0" sz="2800" spc="-90">
                <a:solidFill>
                  <a:srgbClr val="4E3629"/>
                </a:solidFill>
                <a:latin typeface="Calibri"/>
                <a:cs typeface="Calibri"/>
              </a:rPr>
              <a:t> </a:t>
            </a:r>
            <a:r>
              <a:rPr dirty="0" sz="2800">
                <a:solidFill>
                  <a:srgbClr val="4E3629"/>
                </a:solidFill>
                <a:latin typeface="Calibri"/>
                <a:cs typeface="Calibri"/>
              </a:rPr>
              <a:t>ejemplo,</a:t>
            </a:r>
            <a:r>
              <a:rPr dirty="0" sz="2800" spc="-70">
                <a:solidFill>
                  <a:srgbClr val="4E3629"/>
                </a:solidFill>
                <a:latin typeface="Calibri"/>
                <a:cs typeface="Calibri"/>
              </a:rPr>
              <a:t> </a:t>
            </a:r>
            <a:r>
              <a:rPr dirty="0" sz="2800" spc="-25">
                <a:solidFill>
                  <a:srgbClr val="4E3629"/>
                </a:solidFill>
                <a:latin typeface="Calibri"/>
                <a:cs typeface="Calibri"/>
              </a:rPr>
              <a:t>TIMESTAMP(3)</a:t>
            </a:r>
            <a:r>
              <a:rPr dirty="0" sz="2800" spc="-75">
                <a:solidFill>
                  <a:srgbClr val="4E3629"/>
                </a:solidFill>
                <a:latin typeface="Calibri"/>
                <a:cs typeface="Calibri"/>
              </a:rPr>
              <a:t> </a:t>
            </a:r>
            <a:r>
              <a:rPr dirty="0" sz="2800">
                <a:solidFill>
                  <a:srgbClr val="4E3629"/>
                </a:solidFill>
                <a:latin typeface="Calibri"/>
                <a:cs typeface="Calibri"/>
              </a:rPr>
              <a:t>permite</a:t>
            </a:r>
            <a:r>
              <a:rPr dirty="0" sz="2800" spc="-95">
                <a:solidFill>
                  <a:srgbClr val="4E3629"/>
                </a:solidFill>
                <a:latin typeface="Calibri"/>
                <a:cs typeface="Calibri"/>
              </a:rPr>
              <a:t> </a:t>
            </a:r>
            <a:r>
              <a:rPr dirty="0" sz="2800">
                <a:solidFill>
                  <a:srgbClr val="4E3629"/>
                </a:solidFill>
                <a:latin typeface="Calibri"/>
                <a:cs typeface="Calibri"/>
              </a:rPr>
              <a:t>3</a:t>
            </a:r>
            <a:r>
              <a:rPr dirty="0" sz="2800" spc="-85">
                <a:solidFill>
                  <a:srgbClr val="4E3629"/>
                </a:solidFill>
                <a:latin typeface="Calibri"/>
                <a:cs typeface="Calibri"/>
              </a:rPr>
              <a:t> </a:t>
            </a:r>
            <a:r>
              <a:rPr dirty="0" sz="2800">
                <a:solidFill>
                  <a:srgbClr val="4E3629"/>
                </a:solidFill>
                <a:latin typeface="Calibri"/>
                <a:cs typeface="Calibri"/>
              </a:rPr>
              <a:t>dígitos</a:t>
            </a:r>
            <a:r>
              <a:rPr dirty="0" sz="2800" spc="-85">
                <a:solidFill>
                  <a:srgbClr val="4E3629"/>
                </a:solidFill>
                <a:latin typeface="Calibri"/>
                <a:cs typeface="Calibri"/>
              </a:rPr>
              <a:t> </a:t>
            </a:r>
            <a:r>
              <a:rPr dirty="0" sz="2800" spc="-10">
                <a:solidFill>
                  <a:srgbClr val="4E3629"/>
                </a:solidFill>
                <a:latin typeface="Calibri"/>
                <a:cs typeface="Calibri"/>
              </a:rPr>
              <a:t>después </a:t>
            </a:r>
            <a:r>
              <a:rPr dirty="0" sz="2800" spc="-10">
                <a:solidFill>
                  <a:srgbClr val="4E3629"/>
                </a:solidFill>
                <a:latin typeface="Calibri"/>
                <a:cs typeface="Calibri"/>
              </a:rPr>
              <a:t>	</a:t>
            </a:r>
            <a:r>
              <a:rPr dirty="0" sz="2800">
                <a:solidFill>
                  <a:srgbClr val="4E3629"/>
                </a:solidFill>
                <a:latin typeface="Calibri"/>
                <a:cs typeface="Calibri"/>
              </a:rPr>
              <a:t>de</a:t>
            </a:r>
            <a:r>
              <a:rPr dirty="0" sz="2800" spc="-60">
                <a:solidFill>
                  <a:srgbClr val="4E3629"/>
                </a:solidFill>
                <a:latin typeface="Calibri"/>
                <a:cs typeface="Calibri"/>
              </a:rPr>
              <a:t> </a:t>
            </a:r>
            <a:r>
              <a:rPr dirty="0" sz="2800">
                <a:solidFill>
                  <a:srgbClr val="4E3629"/>
                </a:solidFill>
                <a:latin typeface="Calibri"/>
                <a:cs typeface="Calibri"/>
              </a:rPr>
              <a:t>los</a:t>
            </a:r>
            <a:r>
              <a:rPr dirty="0" sz="2800" spc="-65">
                <a:solidFill>
                  <a:srgbClr val="4E3629"/>
                </a:solidFill>
                <a:latin typeface="Calibri"/>
                <a:cs typeface="Calibri"/>
              </a:rPr>
              <a:t> </a:t>
            </a:r>
            <a:r>
              <a:rPr dirty="0" sz="2800">
                <a:solidFill>
                  <a:srgbClr val="4E3629"/>
                </a:solidFill>
                <a:latin typeface="Calibri"/>
                <a:cs typeface="Calibri"/>
              </a:rPr>
              <a:t>segundos</a:t>
            </a:r>
            <a:r>
              <a:rPr dirty="0" sz="2800" spc="-25">
                <a:solidFill>
                  <a:srgbClr val="4E3629"/>
                </a:solidFill>
                <a:latin typeface="Calibri"/>
                <a:cs typeface="Calibri"/>
              </a:rPr>
              <a:t> </a:t>
            </a:r>
            <a:r>
              <a:rPr dirty="0" sz="2800" spc="-10">
                <a:solidFill>
                  <a:srgbClr val="4E3629"/>
                </a:solidFill>
                <a:latin typeface="Calibri"/>
                <a:cs typeface="Calibri"/>
              </a:rPr>
              <a:t>completos,</a:t>
            </a:r>
            <a:r>
              <a:rPr dirty="0" sz="2800" spc="-55">
                <a:solidFill>
                  <a:srgbClr val="4E3629"/>
                </a:solidFill>
                <a:latin typeface="Calibri"/>
                <a:cs typeface="Calibri"/>
              </a:rPr>
              <a:t> </a:t>
            </a:r>
            <a:r>
              <a:rPr dirty="0" sz="2800">
                <a:solidFill>
                  <a:srgbClr val="4E3629"/>
                </a:solidFill>
                <a:latin typeface="Calibri"/>
                <a:cs typeface="Calibri"/>
              </a:rPr>
              <a:t>lo</a:t>
            </a:r>
            <a:r>
              <a:rPr dirty="0" sz="2800" spc="-55">
                <a:solidFill>
                  <a:srgbClr val="4E3629"/>
                </a:solidFill>
                <a:latin typeface="Calibri"/>
                <a:cs typeface="Calibri"/>
              </a:rPr>
              <a:t> </a:t>
            </a:r>
            <a:r>
              <a:rPr dirty="0" sz="2800">
                <a:solidFill>
                  <a:srgbClr val="4E3629"/>
                </a:solidFill>
                <a:latin typeface="Calibri"/>
                <a:cs typeface="Calibri"/>
              </a:rPr>
              <a:t>que</a:t>
            </a:r>
            <a:r>
              <a:rPr dirty="0" sz="2800" spc="-55">
                <a:solidFill>
                  <a:srgbClr val="4E3629"/>
                </a:solidFill>
                <a:latin typeface="Calibri"/>
                <a:cs typeface="Calibri"/>
              </a:rPr>
              <a:t> </a:t>
            </a:r>
            <a:r>
              <a:rPr dirty="0" sz="2800">
                <a:solidFill>
                  <a:srgbClr val="4E3629"/>
                </a:solidFill>
                <a:latin typeface="Calibri"/>
                <a:cs typeface="Calibri"/>
              </a:rPr>
              <a:t>permite</a:t>
            </a:r>
            <a:r>
              <a:rPr dirty="0" sz="2800" spc="-60">
                <a:solidFill>
                  <a:srgbClr val="4E3629"/>
                </a:solidFill>
                <a:latin typeface="Calibri"/>
                <a:cs typeface="Calibri"/>
              </a:rPr>
              <a:t> </a:t>
            </a:r>
            <a:r>
              <a:rPr dirty="0" sz="2800" spc="-10">
                <a:solidFill>
                  <a:srgbClr val="4E3629"/>
                </a:solidFill>
                <a:latin typeface="Calibri"/>
                <a:cs typeface="Calibri"/>
              </a:rPr>
              <a:t>almacenar </a:t>
            </a:r>
            <a:r>
              <a:rPr dirty="0" sz="2800" spc="-10">
                <a:solidFill>
                  <a:srgbClr val="4E3629"/>
                </a:solidFill>
                <a:latin typeface="Calibri"/>
                <a:cs typeface="Calibri"/>
              </a:rPr>
              <a:t>	</a:t>
            </a:r>
            <a:r>
              <a:rPr dirty="0" sz="2800">
                <a:solidFill>
                  <a:srgbClr val="4E3629"/>
                </a:solidFill>
                <a:latin typeface="Calibri"/>
                <a:cs typeface="Calibri"/>
              </a:rPr>
              <a:t>valores</a:t>
            </a:r>
            <a:r>
              <a:rPr dirty="0" sz="2800" spc="-85">
                <a:solidFill>
                  <a:srgbClr val="4E3629"/>
                </a:solidFill>
                <a:latin typeface="Calibri"/>
                <a:cs typeface="Calibri"/>
              </a:rPr>
              <a:t> </a:t>
            </a:r>
            <a:r>
              <a:rPr dirty="0" sz="2800">
                <a:solidFill>
                  <a:srgbClr val="4E3629"/>
                </a:solidFill>
                <a:latin typeface="Calibri"/>
                <a:cs typeface="Calibri"/>
              </a:rPr>
              <a:t>de</a:t>
            </a:r>
            <a:r>
              <a:rPr dirty="0" sz="2800" spc="-65">
                <a:solidFill>
                  <a:srgbClr val="4E3629"/>
                </a:solidFill>
                <a:latin typeface="Calibri"/>
                <a:cs typeface="Calibri"/>
              </a:rPr>
              <a:t> </a:t>
            </a:r>
            <a:r>
              <a:rPr dirty="0" sz="2800">
                <a:solidFill>
                  <a:srgbClr val="4E3629"/>
                </a:solidFill>
                <a:latin typeface="Calibri"/>
                <a:cs typeface="Calibri"/>
              </a:rPr>
              <a:t>hasta</a:t>
            </a:r>
            <a:r>
              <a:rPr dirty="0" sz="2800" spc="-65">
                <a:solidFill>
                  <a:srgbClr val="4E3629"/>
                </a:solidFill>
                <a:latin typeface="Calibri"/>
                <a:cs typeface="Calibri"/>
              </a:rPr>
              <a:t> </a:t>
            </a:r>
            <a:r>
              <a:rPr dirty="0" sz="2800" spc="-10">
                <a:solidFill>
                  <a:srgbClr val="4E3629"/>
                </a:solidFill>
                <a:latin typeface="Calibri"/>
                <a:cs typeface="Calibri"/>
              </a:rPr>
              <a:t>milisegundos</a:t>
            </a:r>
            <a:endParaRPr sz="2800">
              <a:latin typeface="Calibri"/>
              <a:cs typeface="Calibri"/>
            </a:endParaRP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prstGeom prst="rect"/>
        </p:spPr>
        <p:txBody>
          <a:bodyPr wrap="square" lIns="0" tIns="12700" rIns="0" bIns="0" rtlCol="0" vert="horz">
            <a:spAutoFit/>
          </a:bodyPr>
          <a:lstStyle/>
          <a:p>
            <a:pPr marL="12700">
              <a:lnSpc>
                <a:spcPct val="100000"/>
              </a:lnSpc>
              <a:spcBef>
                <a:spcPts val="100"/>
              </a:spcBef>
            </a:pPr>
            <a:r>
              <a:rPr dirty="0"/>
              <a:t>Tipos</a:t>
            </a:r>
            <a:r>
              <a:rPr dirty="0" spc="-40"/>
              <a:t> </a:t>
            </a:r>
            <a:r>
              <a:rPr dirty="0"/>
              <a:t>de</a:t>
            </a:r>
            <a:r>
              <a:rPr dirty="0" spc="-35"/>
              <a:t> </a:t>
            </a:r>
            <a:r>
              <a:rPr dirty="0"/>
              <a:t>Dato</a:t>
            </a:r>
            <a:r>
              <a:rPr dirty="0" spc="-45"/>
              <a:t> </a:t>
            </a:r>
            <a:r>
              <a:rPr dirty="0" spc="-85"/>
              <a:t>DATE-</a:t>
            </a:r>
            <a:r>
              <a:rPr dirty="0" spc="-20"/>
              <a:t>TIME</a:t>
            </a:r>
          </a:p>
        </p:txBody>
      </p:sp>
      <p:sp>
        <p:nvSpPr>
          <p:cNvPr id="10" name="object 10" descr=""/>
          <p:cNvSpPr txBox="1">
            <a:spLocks noGrp="1"/>
          </p:cNvSpPr>
          <p:nvPr>
            <p:ph type="dt" idx="6" sz="half"/>
          </p:nvPr>
        </p:nvSpPr>
        <p:spPr>
          <a:prstGeom prst="rect"/>
        </p:spPr>
        <p:txBody>
          <a:bodyPr wrap="square" lIns="0" tIns="0" rIns="0" bIns="0" rtlCol="0" vert="horz">
            <a:spAutoFit/>
          </a:bodyPr>
          <a:lstStyle/>
          <a:p>
            <a:pPr marL="12700">
              <a:lnSpc>
                <a:spcPts val="855"/>
              </a:lnSpc>
            </a:pPr>
            <a:r>
              <a:rPr dirty="0"/>
              <a:t>DP</a:t>
            </a:r>
            <a:r>
              <a:rPr dirty="0" spc="-10"/>
              <a:t> </a:t>
            </a:r>
            <a:r>
              <a:rPr dirty="0"/>
              <a:t>13-</a:t>
            </a:r>
            <a:r>
              <a:rPr dirty="0" spc="-50"/>
              <a:t>2</a:t>
            </a:r>
          </a:p>
          <a:p>
            <a:pPr marL="12700">
              <a:lnSpc>
                <a:spcPts val="965"/>
              </a:lnSpc>
            </a:pPr>
            <a:r>
              <a:rPr dirty="0"/>
              <a:t>Uso</a:t>
            </a:r>
            <a:r>
              <a:rPr dirty="0" spc="-30"/>
              <a:t> </a:t>
            </a:r>
            <a:r>
              <a:rPr dirty="0"/>
              <a:t>de</a:t>
            </a:r>
            <a:r>
              <a:rPr dirty="0" spc="-20"/>
              <a:t> </a:t>
            </a:r>
            <a:r>
              <a:rPr dirty="0"/>
              <a:t>Tipos</a:t>
            </a:r>
            <a:r>
              <a:rPr dirty="0" spc="-20"/>
              <a:t> </a:t>
            </a:r>
            <a:r>
              <a:rPr dirty="0"/>
              <a:t>de</a:t>
            </a:r>
            <a:r>
              <a:rPr dirty="0" spc="-15"/>
              <a:t> </a:t>
            </a:r>
            <a:r>
              <a:rPr dirty="0" spc="-20"/>
              <a:t>Dato</a:t>
            </a:r>
          </a:p>
        </p:txBody>
      </p:sp>
      <p:sp>
        <p:nvSpPr>
          <p:cNvPr id="11" name="object 11" descr=""/>
          <p:cNvSpPr txBox="1">
            <a:spLocks noGrp="1"/>
          </p:cNvSpPr>
          <p:nvPr>
            <p:ph type="ftr" idx="5" sz="quarter"/>
          </p:nvPr>
        </p:nvSpPr>
        <p:spPr>
          <a:prstGeom prst="rect"/>
        </p:spPr>
        <p:txBody>
          <a:bodyPr wrap="square" lIns="0" tIns="0" rIns="0" bIns="0" rtlCol="0" vert="horz">
            <a:spAutoFit/>
          </a:bodyPr>
          <a:lstStyle/>
          <a:p>
            <a:pPr marL="12700">
              <a:lnSpc>
                <a:spcPts val="910"/>
              </a:lnSpc>
            </a:pPr>
            <a:r>
              <a:rPr dirty="0"/>
              <a:t>Copyright</a:t>
            </a:r>
            <a:r>
              <a:rPr dirty="0" spc="-35"/>
              <a:t> </a:t>
            </a:r>
            <a:r>
              <a:rPr dirty="0"/>
              <a:t>©</a:t>
            </a:r>
            <a:r>
              <a:rPr dirty="0" spc="-40"/>
              <a:t> </a:t>
            </a:r>
            <a:r>
              <a:rPr dirty="0"/>
              <a:t>2020,</a:t>
            </a:r>
            <a:r>
              <a:rPr dirty="0" spc="-45"/>
              <a:t> </a:t>
            </a:r>
            <a:r>
              <a:rPr dirty="0"/>
              <a:t>Oracle</a:t>
            </a:r>
            <a:r>
              <a:rPr dirty="0" spc="-30"/>
              <a:t> </a:t>
            </a:r>
            <a:r>
              <a:rPr dirty="0"/>
              <a:t>y/o</a:t>
            </a:r>
            <a:r>
              <a:rPr dirty="0" spc="-30"/>
              <a:t> </a:t>
            </a:r>
            <a:r>
              <a:rPr dirty="0"/>
              <a:t>sus</a:t>
            </a:r>
            <a:r>
              <a:rPr dirty="0" spc="-35"/>
              <a:t> </a:t>
            </a:r>
            <a:r>
              <a:rPr dirty="0"/>
              <a:t>filiales.</a:t>
            </a:r>
            <a:r>
              <a:rPr dirty="0" spc="-10"/>
              <a:t> </a:t>
            </a:r>
            <a:r>
              <a:rPr dirty="0"/>
              <a:t>Todos</a:t>
            </a:r>
            <a:r>
              <a:rPr dirty="0" spc="-35"/>
              <a:t> </a:t>
            </a:r>
            <a:r>
              <a:rPr dirty="0"/>
              <a:t>los</a:t>
            </a:r>
            <a:r>
              <a:rPr dirty="0" spc="-25"/>
              <a:t> </a:t>
            </a:r>
            <a:r>
              <a:rPr dirty="0"/>
              <a:t>derechos</a:t>
            </a:r>
            <a:r>
              <a:rPr dirty="0" spc="-5"/>
              <a:t> </a:t>
            </a:r>
            <a:r>
              <a:rPr dirty="0" spc="-10"/>
              <a:t>reservados.</a:t>
            </a:r>
          </a:p>
        </p:txBody>
      </p:sp>
      <p:sp>
        <p:nvSpPr>
          <p:cNvPr id="12" name="object 12" descr=""/>
          <p:cNvSpPr txBox="1">
            <a:spLocks noGrp="1"/>
          </p:cNvSpPr>
          <p:nvPr>
            <p:ph type="sldNum" idx="7" sz="quarter"/>
          </p:nvPr>
        </p:nvSpPr>
        <p:spPr>
          <a:prstGeom prst="rect"/>
        </p:spPr>
        <p:txBody>
          <a:bodyPr wrap="square" lIns="0" tIns="0" rIns="0" bIns="0" rtlCol="0" vert="horz">
            <a:spAutoFit/>
          </a:bodyPr>
          <a:lstStyle/>
          <a:p>
            <a:pPr marL="12700">
              <a:lnSpc>
                <a:spcPts val="910"/>
              </a:lnSpc>
            </a:pPr>
            <a:r>
              <a:rPr dirty="0" spc="-25"/>
              <a:t>11</a:t>
            </a:r>
          </a:p>
        </p:txBody>
      </p:sp>
      <p:sp>
        <p:nvSpPr>
          <p:cNvPr id="3" name="object 3" descr=""/>
          <p:cNvSpPr txBox="1"/>
          <p:nvPr/>
        </p:nvSpPr>
        <p:spPr>
          <a:xfrm>
            <a:off x="483552" y="1415417"/>
            <a:ext cx="3729990" cy="452120"/>
          </a:xfrm>
          <a:prstGeom prst="rect">
            <a:avLst/>
          </a:prstGeom>
        </p:spPr>
        <p:txBody>
          <a:bodyPr wrap="square" lIns="0" tIns="12065" rIns="0" bIns="0" rtlCol="0" vert="horz">
            <a:spAutoFit/>
          </a:bodyPr>
          <a:lstStyle/>
          <a:p>
            <a:pPr marL="183515" indent="-170815">
              <a:lnSpc>
                <a:spcPct val="100000"/>
              </a:lnSpc>
              <a:spcBef>
                <a:spcPts val="95"/>
              </a:spcBef>
              <a:buClr>
                <a:srgbClr val="D1350F"/>
              </a:buClr>
              <a:buFont typeface="Arial MT"/>
              <a:buChar char="•"/>
              <a:tabLst>
                <a:tab pos="183515" algn="l"/>
              </a:tabLst>
            </a:pPr>
            <a:r>
              <a:rPr dirty="0" sz="2800">
                <a:solidFill>
                  <a:srgbClr val="4E3629"/>
                </a:solidFill>
                <a:latin typeface="Calibri"/>
                <a:cs typeface="Calibri"/>
              </a:rPr>
              <a:t>Ejemplo</a:t>
            </a:r>
            <a:r>
              <a:rPr dirty="0" sz="2800" spc="-35">
                <a:solidFill>
                  <a:srgbClr val="4E3629"/>
                </a:solidFill>
                <a:latin typeface="Calibri"/>
                <a:cs typeface="Calibri"/>
              </a:rPr>
              <a:t> </a:t>
            </a:r>
            <a:r>
              <a:rPr dirty="0" sz="2800">
                <a:solidFill>
                  <a:srgbClr val="4E3629"/>
                </a:solidFill>
                <a:latin typeface="Calibri"/>
                <a:cs typeface="Calibri"/>
              </a:rPr>
              <a:t>de</a:t>
            </a:r>
            <a:r>
              <a:rPr dirty="0" sz="2800" spc="-30">
                <a:solidFill>
                  <a:srgbClr val="4E3629"/>
                </a:solidFill>
                <a:latin typeface="Calibri"/>
                <a:cs typeface="Calibri"/>
              </a:rPr>
              <a:t> </a:t>
            </a:r>
            <a:r>
              <a:rPr dirty="0" sz="2800" spc="-25">
                <a:solidFill>
                  <a:srgbClr val="4E3629"/>
                </a:solidFill>
                <a:latin typeface="Calibri"/>
                <a:cs typeface="Calibri"/>
              </a:rPr>
              <a:t>TIMESTAMP:</a:t>
            </a:r>
            <a:endParaRPr sz="2800">
              <a:latin typeface="Calibri"/>
              <a:cs typeface="Calibri"/>
            </a:endParaRPr>
          </a:p>
        </p:txBody>
      </p:sp>
      <p:graphicFrame>
        <p:nvGraphicFramePr>
          <p:cNvPr id="4" name="object 4" descr=""/>
          <p:cNvGraphicFramePr>
            <a:graphicFrameLocks noGrp="1"/>
          </p:cNvGraphicFramePr>
          <p:nvPr/>
        </p:nvGraphicFramePr>
        <p:xfrm>
          <a:off x="5826805" y="4879357"/>
          <a:ext cx="2995295" cy="1234440"/>
        </p:xfrm>
        <a:graphic>
          <a:graphicData uri="http://schemas.openxmlformats.org/drawingml/2006/table">
            <a:tbl>
              <a:tblPr firstRow="1" bandRow="1">
                <a:tableStyleId>{2D5ABB26-0587-4C30-8999-92F81FD0307C}</a:tableStyleId>
              </a:tblPr>
              <a:tblGrid>
                <a:gridCol w="2905760"/>
              </a:tblGrid>
              <a:tr h="308610">
                <a:tc>
                  <a:txBody>
                    <a:bodyPr/>
                    <a:lstStyle/>
                    <a:p>
                      <a:pPr marL="71755">
                        <a:lnSpc>
                          <a:spcPct val="100000"/>
                        </a:lnSpc>
                        <a:spcBef>
                          <a:spcPts val="155"/>
                        </a:spcBef>
                      </a:pPr>
                      <a:r>
                        <a:rPr dirty="0" sz="1600" spc="-10" b="1">
                          <a:solidFill>
                            <a:srgbClr val="4E3629"/>
                          </a:solidFill>
                          <a:latin typeface="Calibri"/>
                          <a:cs typeface="Calibri"/>
                        </a:rPr>
                        <a:t>EXACT_TIME</a:t>
                      </a:r>
                      <a:endParaRPr sz="1600">
                        <a:latin typeface="Calibri"/>
                        <a:cs typeface="Calibri"/>
                      </a:endParaRPr>
                    </a:p>
                  </a:txBody>
                  <a:tcPr marL="0" marR="0" marB="0" marT="19685">
                    <a:lnL w="12700">
                      <a:solidFill>
                        <a:srgbClr val="D1350F"/>
                      </a:solidFill>
                      <a:prstDash val="solid"/>
                    </a:lnL>
                    <a:lnR w="12700">
                      <a:solidFill>
                        <a:srgbClr val="D1350F"/>
                      </a:solidFill>
                      <a:prstDash val="solid"/>
                    </a:lnR>
                    <a:lnT w="12700">
                      <a:solidFill>
                        <a:srgbClr val="D1350F"/>
                      </a:solidFill>
                      <a:prstDash val="solid"/>
                    </a:lnT>
                    <a:lnB w="28575">
                      <a:solidFill>
                        <a:srgbClr val="D1350F"/>
                      </a:solidFill>
                      <a:prstDash val="solid"/>
                    </a:lnB>
                  </a:tcPr>
                </a:tc>
              </a:tr>
              <a:tr h="308610">
                <a:tc>
                  <a:txBody>
                    <a:bodyPr/>
                    <a:lstStyle/>
                    <a:p>
                      <a:pPr marL="71755">
                        <a:lnSpc>
                          <a:spcPct val="100000"/>
                        </a:lnSpc>
                        <a:spcBef>
                          <a:spcPts val="155"/>
                        </a:spcBef>
                      </a:pPr>
                      <a:r>
                        <a:rPr dirty="0" sz="1600" spc="-10">
                          <a:solidFill>
                            <a:srgbClr val="4E3629"/>
                          </a:solidFill>
                          <a:latin typeface="Calibri"/>
                          <a:cs typeface="Calibri"/>
                        </a:rPr>
                        <a:t>10-JUN-</a:t>
                      </a:r>
                      <a:r>
                        <a:rPr dirty="0" sz="1600">
                          <a:solidFill>
                            <a:srgbClr val="4E3629"/>
                          </a:solidFill>
                          <a:latin typeface="Calibri"/>
                          <a:cs typeface="Calibri"/>
                        </a:rPr>
                        <a:t>15</a:t>
                      </a:r>
                      <a:r>
                        <a:rPr dirty="0" sz="1600" spc="20">
                          <a:solidFill>
                            <a:srgbClr val="4E3629"/>
                          </a:solidFill>
                          <a:latin typeface="Calibri"/>
                          <a:cs typeface="Calibri"/>
                        </a:rPr>
                        <a:t> </a:t>
                      </a:r>
                      <a:r>
                        <a:rPr dirty="0" sz="1600" spc="-10">
                          <a:solidFill>
                            <a:srgbClr val="4E3629"/>
                          </a:solidFill>
                          <a:latin typeface="Calibri"/>
                          <a:cs typeface="Calibri"/>
                        </a:rPr>
                        <a:t>10.52.29.123456</a:t>
                      </a:r>
                      <a:r>
                        <a:rPr dirty="0" sz="1600" spc="50">
                          <a:solidFill>
                            <a:srgbClr val="4E3629"/>
                          </a:solidFill>
                          <a:latin typeface="Calibri"/>
                          <a:cs typeface="Calibri"/>
                        </a:rPr>
                        <a:t> </a:t>
                      </a:r>
                      <a:r>
                        <a:rPr dirty="0" sz="1600" spc="-25">
                          <a:solidFill>
                            <a:srgbClr val="4E3629"/>
                          </a:solidFill>
                          <a:latin typeface="Calibri"/>
                          <a:cs typeface="Calibri"/>
                        </a:rPr>
                        <a:t>AM</a:t>
                      </a:r>
                      <a:endParaRPr sz="1600">
                        <a:latin typeface="Calibri"/>
                        <a:cs typeface="Calibri"/>
                      </a:endParaRPr>
                    </a:p>
                  </a:txBody>
                  <a:tcPr marL="0" marR="0" marB="0" marT="19685">
                    <a:lnL w="12700">
                      <a:solidFill>
                        <a:srgbClr val="D1350F"/>
                      </a:solidFill>
                      <a:prstDash val="solid"/>
                    </a:lnL>
                    <a:lnR w="12700">
                      <a:solidFill>
                        <a:srgbClr val="D1350F"/>
                      </a:solidFill>
                      <a:prstDash val="solid"/>
                    </a:lnR>
                    <a:lnT w="28575">
                      <a:solidFill>
                        <a:srgbClr val="D1350F"/>
                      </a:solidFill>
                      <a:prstDash val="solid"/>
                    </a:lnT>
                    <a:lnB w="12700">
                      <a:solidFill>
                        <a:srgbClr val="D1350F"/>
                      </a:solidFill>
                      <a:prstDash val="solid"/>
                    </a:lnB>
                  </a:tcPr>
                </a:tc>
              </a:tr>
              <a:tr h="308610">
                <a:tc>
                  <a:txBody>
                    <a:bodyPr/>
                    <a:lstStyle/>
                    <a:p>
                      <a:pPr marL="71755">
                        <a:lnSpc>
                          <a:spcPct val="100000"/>
                        </a:lnSpc>
                        <a:spcBef>
                          <a:spcPts val="155"/>
                        </a:spcBef>
                      </a:pPr>
                      <a:r>
                        <a:rPr dirty="0" sz="1600" spc="-10">
                          <a:solidFill>
                            <a:srgbClr val="4E3629"/>
                          </a:solidFill>
                          <a:latin typeface="Calibri"/>
                          <a:cs typeface="Calibri"/>
                        </a:rPr>
                        <a:t>16-</a:t>
                      </a:r>
                      <a:r>
                        <a:rPr dirty="0" sz="1600" spc="-20">
                          <a:solidFill>
                            <a:srgbClr val="4E3629"/>
                          </a:solidFill>
                          <a:latin typeface="Calibri"/>
                          <a:cs typeface="Calibri"/>
                        </a:rPr>
                        <a:t>JUL-</a:t>
                      </a:r>
                      <a:r>
                        <a:rPr dirty="0" sz="1600">
                          <a:solidFill>
                            <a:srgbClr val="4E3629"/>
                          </a:solidFill>
                          <a:latin typeface="Calibri"/>
                          <a:cs typeface="Calibri"/>
                        </a:rPr>
                        <a:t>15</a:t>
                      </a:r>
                      <a:r>
                        <a:rPr dirty="0" sz="1600" spc="40">
                          <a:solidFill>
                            <a:srgbClr val="4E3629"/>
                          </a:solidFill>
                          <a:latin typeface="Calibri"/>
                          <a:cs typeface="Calibri"/>
                        </a:rPr>
                        <a:t> </a:t>
                      </a:r>
                      <a:r>
                        <a:rPr dirty="0" sz="1600" spc="-10">
                          <a:solidFill>
                            <a:srgbClr val="4E3629"/>
                          </a:solidFill>
                          <a:latin typeface="Calibri"/>
                          <a:cs typeface="Calibri"/>
                        </a:rPr>
                        <a:t>08.17.08.000000</a:t>
                      </a:r>
                      <a:r>
                        <a:rPr dirty="0" sz="1600" spc="50">
                          <a:solidFill>
                            <a:srgbClr val="4E3629"/>
                          </a:solidFill>
                          <a:latin typeface="Calibri"/>
                          <a:cs typeface="Calibri"/>
                        </a:rPr>
                        <a:t> </a:t>
                      </a:r>
                      <a:r>
                        <a:rPr dirty="0" sz="1600" spc="-25">
                          <a:solidFill>
                            <a:srgbClr val="4E3629"/>
                          </a:solidFill>
                          <a:latin typeface="Calibri"/>
                          <a:cs typeface="Calibri"/>
                        </a:rPr>
                        <a:t>AM</a:t>
                      </a:r>
                      <a:endParaRPr sz="1600">
                        <a:latin typeface="Calibri"/>
                        <a:cs typeface="Calibri"/>
                      </a:endParaRPr>
                    </a:p>
                  </a:txBody>
                  <a:tcPr marL="0" marR="0" marB="0" marT="19685">
                    <a:lnL w="12700">
                      <a:solidFill>
                        <a:srgbClr val="D1350F"/>
                      </a:solidFill>
                      <a:prstDash val="solid"/>
                    </a:lnL>
                    <a:lnR w="12700">
                      <a:solidFill>
                        <a:srgbClr val="D1350F"/>
                      </a:solidFill>
                      <a:prstDash val="solid"/>
                    </a:lnR>
                    <a:lnT w="12700">
                      <a:solidFill>
                        <a:srgbClr val="D1350F"/>
                      </a:solidFill>
                      <a:prstDash val="solid"/>
                    </a:lnT>
                    <a:lnB w="12700">
                      <a:solidFill>
                        <a:srgbClr val="D1350F"/>
                      </a:solidFill>
                      <a:prstDash val="solid"/>
                    </a:lnB>
                  </a:tcPr>
                </a:tc>
              </a:tr>
              <a:tr h="308610">
                <a:tc>
                  <a:txBody>
                    <a:bodyPr/>
                    <a:lstStyle/>
                    <a:p>
                      <a:pPr marL="71755">
                        <a:lnSpc>
                          <a:spcPct val="100000"/>
                        </a:lnSpc>
                        <a:spcBef>
                          <a:spcPts val="155"/>
                        </a:spcBef>
                      </a:pPr>
                      <a:r>
                        <a:rPr dirty="0" sz="1600" spc="-10">
                          <a:solidFill>
                            <a:srgbClr val="4E3629"/>
                          </a:solidFill>
                          <a:latin typeface="Calibri"/>
                          <a:cs typeface="Calibri"/>
                        </a:rPr>
                        <a:t>16-</a:t>
                      </a:r>
                      <a:r>
                        <a:rPr dirty="0" sz="1600" spc="-20">
                          <a:solidFill>
                            <a:srgbClr val="4E3629"/>
                          </a:solidFill>
                          <a:latin typeface="Calibri"/>
                          <a:cs typeface="Calibri"/>
                        </a:rPr>
                        <a:t>JUL-</a:t>
                      </a:r>
                      <a:r>
                        <a:rPr dirty="0" sz="1600">
                          <a:solidFill>
                            <a:srgbClr val="4E3629"/>
                          </a:solidFill>
                          <a:latin typeface="Calibri"/>
                          <a:cs typeface="Calibri"/>
                        </a:rPr>
                        <a:t>15</a:t>
                      </a:r>
                      <a:r>
                        <a:rPr dirty="0" sz="1600" spc="40">
                          <a:solidFill>
                            <a:srgbClr val="4E3629"/>
                          </a:solidFill>
                          <a:latin typeface="Calibri"/>
                          <a:cs typeface="Calibri"/>
                        </a:rPr>
                        <a:t> </a:t>
                      </a:r>
                      <a:r>
                        <a:rPr dirty="0" sz="1600" spc="-10">
                          <a:solidFill>
                            <a:srgbClr val="4E3629"/>
                          </a:solidFill>
                          <a:latin typeface="Calibri"/>
                          <a:cs typeface="Calibri"/>
                        </a:rPr>
                        <a:t>08.17.16.610293</a:t>
                      </a:r>
                      <a:r>
                        <a:rPr dirty="0" sz="1600" spc="50">
                          <a:solidFill>
                            <a:srgbClr val="4E3629"/>
                          </a:solidFill>
                          <a:latin typeface="Calibri"/>
                          <a:cs typeface="Calibri"/>
                        </a:rPr>
                        <a:t> </a:t>
                      </a:r>
                      <a:r>
                        <a:rPr dirty="0" sz="1600" spc="-25">
                          <a:solidFill>
                            <a:srgbClr val="4E3629"/>
                          </a:solidFill>
                          <a:latin typeface="Calibri"/>
                          <a:cs typeface="Calibri"/>
                        </a:rPr>
                        <a:t>AM</a:t>
                      </a:r>
                      <a:endParaRPr sz="1600">
                        <a:latin typeface="Calibri"/>
                        <a:cs typeface="Calibri"/>
                      </a:endParaRPr>
                    </a:p>
                  </a:txBody>
                  <a:tcPr marL="0" marR="0" marB="0" marT="19685">
                    <a:lnL w="12700">
                      <a:solidFill>
                        <a:srgbClr val="D1350F"/>
                      </a:solidFill>
                      <a:prstDash val="solid"/>
                    </a:lnL>
                    <a:lnR w="12700">
                      <a:solidFill>
                        <a:srgbClr val="D1350F"/>
                      </a:solidFill>
                      <a:prstDash val="solid"/>
                    </a:lnR>
                    <a:lnT w="12700">
                      <a:solidFill>
                        <a:srgbClr val="D1350F"/>
                      </a:solidFill>
                      <a:prstDash val="solid"/>
                    </a:lnT>
                    <a:lnB w="12700">
                      <a:solidFill>
                        <a:srgbClr val="D1350F"/>
                      </a:solidFill>
                      <a:prstDash val="solid"/>
                    </a:lnB>
                  </a:tcPr>
                </a:tc>
              </a:tr>
            </a:tbl>
          </a:graphicData>
        </a:graphic>
      </p:graphicFrame>
      <p:sp>
        <p:nvSpPr>
          <p:cNvPr id="5" name="object 5" descr=""/>
          <p:cNvSpPr txBox="1"/>
          <p:nvPr/>
        </p:nvSpPr>
        <p:spPr>
          <a:xfrm>
            <a:off x="405384" y="1993392"/>
            <a:ext cx="8345805" cy="524510"/>
          </a:xfrm>
          <a:prstGeom prst="rect">
            <a:avLst/>
          </a:prstGeom>
          <a:solidFill>
            <a:srgbClr val="9DBEC4">
              <a:alpha val="50199"/>
            </a:srgbClr>
          </a:solidFill>
        </p:spPr>
        <p:txBody>
          <a:bodyPr wrap="square" lIns="0" tIns="0" rIns="0" bIns="0" rtlCol="0" vert="horz">
            <a:spAutoFit/>
          </a:bodyPr>
          <a:lstStyle/>
          <a:p>
            <a:pPr>
              <a:lnSpc>
                <a:spcPts val="1845"/>
              </a:lnSpc>
            </a:pPr>
            <a:r>
              <a:rPr dirty="0" sz="1800" b="1">
                <a:solidFill>
                  <a:srgbClr val="4E3629"/>
                </a:solidFill>
                <a:latin typeface="Courier New"/>
                <a:cs typeface="Courier New"/>
              </a:rPr>
              <a:t>CREATE</a:t>
            </a:r>
            <a:r>
              <a:rPr dirty="0" sz="1800" spc="-55" b="1">
                <a:solidFill>
                  <a:srgbClr val="4E3629"/>
                </a:solidFill>
                <a:latin typeface="Courier New"/>
                <a:cs typeface="Courier New"/>
              </a:rPr>
              <a:t> </a:t>
            </a:r>
            <a:r>
              <a:rPr dirty="0" sz="1800" b="1">
                <a:solidFill>
                  <a:srgbClr val="4E3629"/>
                </a:solidFill>
                <a:latin typeface="Courier New"/>
                <a:cs typeface="Courier New"/>
              </a:rPr>
              <a:t>TABLE</a:t>
            </a:r>
            <a:r>
              <a:rPr dirty="0" sz="1800" spc="-50" b="1">
                <a:solidFill>
                  <a:srgbClr val="4E3629"/>
                </a:solidFill>
                <a:latin typeface="Courier New"/>
                <a:cs typeface="Courier New"/>
              </a:rPr>
              <a:t> </a:t>
            </a:r>
            <a:r>
              <a:rPr dirty="0" sz="1800" spc="-10" b="1">
                <a:solidFill>
                  <a:srgbClr val="4E3629"/>
                </a:solidFill>
                <a:latin typeface="Courier New"/>
                <a:cs typeface="Courier New"/>
              </a:rPr>
              <a:t>time_ex1</a:t>
            </a:r>
            <a:endParaRPr sz="1800">
              <a:latin typeface="Courier New"/>
              <a:cs typeface="Courier New"/>
            </a:endParaRPr>
          </a:p>
          <a:p>
            <a:pPr>
              <a:lnSpc>
                <a:spcPct val="100000"/>
              </a:lnSpc>
            </a:pPr>
            <a:r>
              <a:rPr dirty="0" sz="1800" b="1">
                <a:solidFill>
                  <a:srgbClr val="4E3629"/>
                </a:solidFill>
                <a:latin typeface="Courier New"/>
                <a:cs typeface="Courier New"/>
              </a:rPr>
              <a:t>(exact_time</a:t>
            </a:r>
            <a:r>
              <a:rPr dirty="0" sz="1800" spc="-105" b="1">
                <a:solidFill>
                  <a:srgbClr val="4E3629"/>
                </a:solidFill>
                <a:latin typeface="Courier New"/>
                <a:cs typeface="Courier New"/>
              </a:rPr>
              <a:t> </a:t>
            </a:r>
            <a:r>
              <a:rPr dirty="0" sz="1800" spc="-10" b="1">
                <a:solidFill>
                  <a:srgbClr val="4E3629"/>
                </a:solidFill>
                <a:latin typeface="Courier New"/>
                <a:cs typeface="Courier New"/>
              </a:rPr>
              <a:t>TIMESTAMP);</a:t>
            </a:r>
            <a:endParaRPr sz="1800">
              <a:latin typeface="Courier New"/>
              <a:cs typeface="Courier New"/>
            </a:endParaRPr>
          </a:p>
        </p:txBody>
      </p:sp>
      <p:sp>
        <p:nvSpPr>
          <p:cNvPr id="6" name="object 6" descr=""/>
          <p:cNvSpPr txBox="1"/>
          <p:nvPr/>
        </p:nvSpPr>
        <p:spPr>
          <a:xfrm>
            <a:off x="405384" y="2682239"/>
            <a:ext cx="8345805" cy="523240"/>
          </a:xfrm>
          <a:prstGeom prst="rect">
            <a:avLst/>
          </a:prstGeom>
          <a:solidFill>
            <a:srgbClr val="9DBEC4">
              <a:alpha val="50199"/>
            </a:srgbClr>
          </a:solidFill>
        </p:spPr>
        <p:txBody>
          <a:bodyPr wrap="square" lIns="0" tIns="0" rIns="0" bIns="0" rtlCol="0" vert="horz">
            <a:spAutoFit/>
          </a:bodyPr>
          <a:lstStyle/>
          <a:p>
            <a:pPr>
              <a:lnSpc>
                <a:spcPts val="1839"/>
              </a:lnSpc>
            </a:pPr>
            <a:r>
              <a:rPr dirty="0" sz="1800" b="1">
                <a:solidFill>
                  <a:srgbClr val="4E3629"/>
                </a:solidFill>
                <a:latin typeface="Courier New"/>
                <a:cs typeface="Courier New"/>
              </a:rPr>
              <a:t>INSERT</a:t>
            </a:r>
            <a:r>
              <a:rPr dirty="0" sz="1800" spc="-50" b="1">
                <a:solidFill>
                  <a:srgbClr val="4E3629"/>
                </a:solidFill>
                <a:latin typeface="Courier New"/>
                <a:cs typeface="Courier New"/>
              </a:rPr>
              <a:t> </a:t>
            </a:r>
            <a:r>
              <a:rPr dirty="0" sz="1800" b="1">
                <a:solidFill>
                  <a:srgbClr val="4E3629"/>
                </a:solidFill>
                <a:latin typeface="Courier New"/>
                <a:cs typeface="Courier New"/>
              </a:rPr>
              <a:t>INTO</a:t>
            </a:r>
            <a:r>
              <a:rPr dirty="0" sz="1800" spc="-50" b="1">
                <a:solidFill>
                  <a:srgbClr val="4E3629"/>
                </a:solidFill>
                <a:latin typeface="Courier New"/>
                <a:cs typeface="Courier New"/>
              </a:rPr>
              <a:t> </a:t>
            </a:r>
            <a:r>
              <a:rPr dirty="0" sz="1800" spc="-10" b="1">
                <a:solidFill>
                  <a:srgbClr val="4E3629"/>
                </a:solidFill>
                <a:latin typeface="Courier New"/>
                <a:cs typeface="Courier New"/>
              </a:rPr>
              <a:t>time_ex1</a:t>
            </a:r>
            <a:endParaRPr sz="1800">
              <a:latin typeface="Courier New"/>
              <a:cs typeface="Courier New"/>
            </a:endParaRPr>
          </a:p>
          <a:p>
            <a:pPr>
              <a:lnSpc>
                <a:spcPct val="100000"/>
              </a:lnSpc>
            </a:pPr>
            <a:r>
              <a:rPr dirty="0" sz="1800" b="1">
                <a:solidFill>
                  <a:srgbClr val="4E3629"/>
                </a:solidFill>
                <a:latin typeface="Courier New"/>
                <a:cs typeface="Courier New"/>
              </a:rPr>
              <a:t>VALUES</a:t>
            </a:r>
            <a:r>
              <a:rPr dirty="0" sz="1800" spc="-30" b="1">
                <a:solidFill>
                  <a:srgbClr val="4E3629"/>
                </a:solidFill>
                <a:latin typeface="Courier New"/>
                <a:cs typeface="Courier New"/>
              </a:rPr>
              <a:t> </a:t>
            </a:r>
            <a:r>
              <a:rPr dirty="0" sz="1800" spc="-20" b="1">
                <a:solidFill>
                  <a:srgbClr val="4E3629"/>
                </a:solidFill>
                <a:latin typeface="Courier New"/>
                <a:cs typeface="Courier New"/>
              </a:rPr>
              <a:t>('10-</a:t>
            </a:r>
            <a:r>
              <a:rPr dirty="0" sz="1800" spc="-10" b="1">
                <a:solidFill>
                  <a:srgbClr val="4E3629"/>
                </a:solidFill>
                <a:latin typeface="Courier New"/>
                <a:cs typeface="Courier New"/>
              </a:rPr>
              <a:t>Jun-</a:t>
            </a:r>
            <a:r>
              <a:rPr dirty="0" sz="1800" b="1">
                <a:solidFill>
                  <a:srgbClr val="4E3629"/>
                </a:solidFill>
                <a:latin typeface="Courier New"/>
                <a:cs typeface="Courier New"/>
              </a:rPr>
              <a:t>2017</a:t>
            </a:r>
            <a:r>
              <a:rPr dirty="0" sz="1800" spc="-25" b="1">
                <a:solidFill>
                  <a:srgbClr val="4E3629"/>
                </a:solidFill>
                <a:latin typeface="Courier New"/>
                <a:cs typeface="Courier New"/>
              </a:rPr>
              <a:t> </a:t>
            </a:r>
            <a:r>
              <a:rPr dirty="0" sz="1800" spc="-10" b="1">
                <a:solidFill>
                  <a:srgbClr val="4E3629"/>
                </a:solidFill>
                <a:latin typeface="Courier New"/>
                <a:cs typeface="Courier New"/>
              </a:rPr>
              <a:t>10:52:29.123456');</a:t>
            </a:r>
            <a:endParaRPr sz="1800">
              <a:latin typeface="Courier New"/>
              <a:cs typeface="Courier New"/>
            </a:endParaRPr>
          </a:p>
        </p:txBody>
      </p:sp>
      <p:sp>
        <p:nvSpPr>
          <p:cNvPr id="7" name="object 7" descr=""/>
          <p:cNvSpPr txBox="1"/>
          <p:nvPr/>
        </p:nvSpPr>
        <p:spPr>
          <a:xfrm>
            <a:off x="405384" y="3384803"/>
            <a:ext cx="8345805" cy="523240"/>
          </a:xfrm>
          <a:prstGeom prst="rect">
            <a:avLst/>
          </a:prstGeom>
          <a:solidFill>
            <a:srgbClr val="9DBEC4">
              <a:alpha val="50199"/>
            </a:srgbClr>
          </a:solidFill>
        </p:spPr>
        <p:txBody>
          <a:bodyPr wrap="square" lIns="0" tIns="0" rIns="0" bIns="0" rtlCol="0" vert="horz">
            <a:spAutoFit/>
          </a:bodyPr>
          <a:lstStyle/>
          <a:p>
            <a:pPr>
              <a:lnSpc>
                <a:spcPts val="1845"/>
              </a:lnSpc>
            </a:pPr>
            <a:r>
              <a:rPr dirty="0" sz="1800" b="1">
                <a:solidFill>
                  <a:srgbClr val="4E3629"/>
                </a:solidFill>
                <a:latin typeface="Courier New"/>
                <a:cs typeface="Courier New"/>
              </a:rPr>
              <a:t>INSERT</a:t>
            </a:r>
            <a:r>
              <a:rPr dirty="0" sz="1800" spc="-50" b="1">
                <a:solidFill>
                  <a:srgbClr val="4E3629"/>
                </a:solidFill>
                <a:latin typeface="Courier New"/>
                <a:cs typeface="Courier New"/>
              </a:rPr>
              <a:t> </a:t>
            </a:r>
            <a:r>
              <a:rPr dirty="0" sz="1800" b="1">
                <a:solidFill>
                  <a:srgbClr val="4E3629"/>
                </a:solidFill>
                <a:latin typeface="Courier New"/>
                <a:cs typeface="Courier New"/>
              </a:rPr>
              <a:t>INTO</a:t>
            </a:r>
            <a:r>
              <a:rPr dirty="0" sz="1800" spc="-50" b="1">
                <a:solidFill>
                  <a:srgbClr val="4E3629"/>
                </a:solidFill>
                <a:latin typeface="Courier New"/>
                <a:cs typeface="Courier New"/>
              </a:rPr>
              <a:t> </a:t>
            </a:r>
            <a:r>
              <a:rPr dirty="0" sz="1800" spc="-10" b="1">
                <a:solidFill>
                  <a:srgbClr val="4E3629"/>
                </a:solidFill>
                <a:latin typeface="Courier New"/>
                <a:cs typeface="Courier New"/>
              </a:rPr>
              <a:t>time_ex1</a:t>
            </a:r>
            <a:endParaRPr sz="1800">
              <a:latin typeface="Courier New"/>
              <a:cs typeface="Courier New"/>
            </a:endParaRPr>
          </a:p>
          <a:p>
            <a:pPr>
              <a:lnSpc>
                <a:spcPct val="100000"/>
              </a:lnSpc>
            </a:pPr>
            <a:r>
              <a:rPr dirty="0" sz="1800" b="1">
                <a:solidFill>
                  <a:srgbClr val="4E3629"/>
                </a:solidFill>
                <a:latin typeface="Courier New"/>
                <a:cs typeface="Courier New"/>
              </a:rPr>
              <a:t>VALUES</a:t>
            </a:r>
            <a:r>
              <a:rPr dirty="0" sz="1800" spc="-50" b="1">
                <a:solidFill>
                  <a:srgbClr val="4E3629"/>
                </a:solidFill>
                <a:latin typeface="Courier New"/>
                <a:cs typeface="Courier New"/>
              </a:rPr>
              <a:t> </a:t>
            </a:r>
            <a:r>
              <a:rPr dirty="0" sz="1800" spc="-10" b="1">
                <a:solidFill>
                  <a:srgbClr val="4E3629"/>
                </a:solidFill>
                <a:latin typeface="Courier New"/>
                <a:cs typeface="Courier New"/>
              </a:rPr>
              <a:t>(SYSDATE);</a:t>
            </a:r>
            <a:endParaRPr sz="1800">
              <a:latin typeface="Courier New"/>
              <a:cs typeface="Courier New"/>
            </a:endParaRPr>
          </a:p>
        </p:txBody>
      </p:sp>
      <p:sp>
        <p:nvSpPr>
          <p:cNvPr id="8" name="object 8" descr=""/>
          <p:cNvSpPr txBox="1"/>
          <p:nvPr/>
        </p:nvSpPr>
        <p:spPr>
          <a:xfrm>
            <a:off x="405384" y="4134611"/>
            <a:ext cx="8345805" cy="524510"/>
          </a:xfrm>
          <a:prstGeom prst="rect">
            <a:avLst/>
          </a:prstGeom>
          <a:solidFill>
            <a:srgbClr val="9DBEC4">
              <a:alpha val="50199"/>
            </a:srgbClr>
          </a:solidFill>
        </p:spPr>
        <p:txBody>
          <a:bodyPr wrap="square" lIns="0" tIns="0" rIns="0" bIns="0" rtlCol="0" vert="horz">
            <a:spAutoFit/>
          </a:bodyPr>
          <a:lstStyle/>
          <a:p>
            <a:pPr>
              <a:lnSpc>
                <a:spcPts val="1850"/>
              </a:lnSpc>
            </a:pPr>
            <a:r>
              <a:rPr dirty="0" sz="1800" b="1">
                <a:solidFill>
                  <a:srgbClr val="4E3629"/>
                </a:solidFill>
                <a:latin typeface="Courier New"/>
                <a:cs typeface="Courier New"/>
              </a:rPr>
              <a:t>INSERT</a:t>
            </a:r>
            <a:r>
              <a:rPr dirty="0" sz="1800" spc="-50" b="1">
                <a:solidFill>
                  <a:srgbClr val="4E3629"/>
                </a:solidFill>
                <a:latin typeface="Courier New"/>
                <a:cs typeface="Courier New"/>
              </a:rPr>
              <a:t> </a:t>
            </a:r>
            <a:r>
              <a:rPr dirty="0" sz="1800" b="1">
                <a:solidFill>
                  <a:srgbClr val="4E3629"/>
                </a:solidFill>
                <a:latin typeface="Courier New"/>
                <a:cs typeface="Courier New"/>
              </a:rPr>
              <a:t>INTO</a:t>
            </a:r>
            <a:r>
              <a:rPr dirty="0" sz="1800" spc="-50" b="1">
                <a:solidFill>
                  <a:srgbClr val="4E3629"/>
                </a:solidFill>
                <a:latin typeface="Courier New"/>
                <a:cs typeface="Courier New"/>
              </a:rPr>
              <a:t> </a:t>
            </a:r>
            <a:r>
              <a:rPr dirty="0" sz="1800" spc="-10" b="1">
                <a:solidFill>
                  <a:srgbClr val="4E3629"/>
                </a:solidFill>
                <a:latin typeface="Courier New"/>
                <a:cs typeface="Courier New"/>
              </a:rPr>
              <a:t>time_ex1</a:t>
            </a:r>
            <a:endParaRPr sz="1800">
              <a:latin typeface="Courier New"/>
              <a:cs typeface="Courier New"/>
            </a:endParaRPr>
          </a:p>
          <a:p>
            <a:pPr>
              <a:lnSpc>
                <a:spcPct val="100000"/>
              </a:lnSpc>
            </a:pPr>
            <a:r>
              <a:rPr dirty="0" sz="1800" b="1">
                <a:solidFill>
                  <a:srgbClr val="4E3629"/>
                </a:solidFill>
                <a:latin typeface="Courier New"/>
                <a:cs typeface="Courier New"/>
              </a:rPr>
              <a:t>VALUES</a:t>
            </a:r>
            <a:r>
              <a:rPr dirty="0" sz="1800" spc="-50" b="1">
                <a:solidFill>
                  <a:srgbClr val="4E3629"/>
                </a:solidFill>
                <a:latin typeface="Courier New"/>
                <a:cs typeface="Courier New"/>
              </a:rPr>
              <a:t> </a:t>
            </a:r>
            <a:r>
              <a:rPr dirty="0" sz="1800" spc="-10" b="1">
                <a:solidFill>
                  <a:srgbClr val="4E3629"/>
                </a:solidFill>
                <a:latin typeface="Courier New"/>
                <a:cs typeface="Courier New"/>
              </a:rPr>
              <a:t>(SYSTIMESTAMP);</a:t>
            </a:r>
            <a:endParaRPr sz="1800">
              <a:latin typeface="Courier New"/>
              <a:cs typeface="Courier New"/>
            </a:endParaRPr>
          </a:p>
        </p:txBody>
      </p:sp>
      <p:sp>
        <p:nvSpPr>
          <p:cNvPr id="9" name="object 9" descr=""/>
          <p:cNvSpPr txBox="1"/>
          <p:nvPr/>
        </p:nvSpPr>
        <p:spPr>
          <a:xfrm>
            <a:off x="393191" y="4887467"/>
            <a:ext cx="3467100" cy="523240"/>
          </a:xfrm>
          <a:prstGeom prst="rect">
            <a:avLst/>
          </a:prstGeom>
          <a:solidFill>
            <a:srgbClr val="9DBEC4">
              <a:alpha val="50199"/>
            </a:srgbClr>
          </a:solidFill>
        </p:spPr>
        <p:txBody>
          <a:bodyPr wrap="square" lIns="0" tIns="0" rIns="0" bIns="0" rtlCol="0" vert="horz">
            <a:spAutoFit/>
          </a:bodyPr>
          <a:lstStyle/>
          <a:p>
            <a:pPr>
              <a:lnSpc>
                <a:spcPts val="1839"/>
              </a:lnSpc>
            </a:pPr>
            <a:r>
              <a:rPr dirty="0" sz="1800" b="1">
                <a:solidFill>
                  <a:srgbClr val="4E3629"/>
                </a:solidFill>
                <a:latin typeface="Courier New"/>
                <a:cs typeface="Courier New"/>
              </a:rPr>
              <a:t>SELECT</a:t>
            </a:r>
            <a:r>
              <a:rPr dirty="0" sz="1800" spc="-50" b="1">
                <a:solidFill>
                  <a:srgbClr val="4E3629"/>
                </a:solidFill>
                <a:latin typeface="Courier New"/>
                <a:cs typeface="Courier New"/>
              </a:rPr>
              <a:t> *</a:t>
            </a:r>
            <a:endParaRPr sz="1800">
              <a:latin typeface="Courier New"/>
              <a:cs typeface="Courier New"/>
            </a:endParaRPr>
          </a:p>
          <a:p>
            <a:pPr>
              <a:lnSpc>
                <a:spcPct val="100000"/>
              </a:lnSpc>
            </a:pPr>
            <a:r>
              <a:rPr dirty="0" sz="1800" b="1">
                <a:solidFill>
                  <a:srgbClr val="4E3629"/>
                </a:solidFill>
                <a:latin typeface="Courier New"/>
                <a:cs typeface="Courier New"/>
              </a:rPr>
              <a:t>FROM</a:t>
            </a:r>
            <a:r>
              <a:rPr dirty="0" sz="1800" spc="-40" b="1">
                <a:solidFill>
                  <a:srgbClr val="4E3629"/>
                </a:solidFill>
                <a:latin typeface="Courier New"/>
                <a:cs typeface="Courier New"/>
              </a:rPr>
              <a:t> </a:t>
            </a:r>
            <a:r>
              <a:rPr dirty="0" sz="1800" spc="-10" b="1">
                <a:solidFill>
                  <a:srgbClr val="4E3629"/>
                </a:solidFill>
                <a:latin typeface="Courier New"/>
                <a:cs typeface="Courier New"/>
              </a:rPr>
              <a:t>time_ex1;</a:t>
            </a:r>
            <a:endParaRPr sz="1800">
              <a:latin typeface="Courier New"/>
              <a:cs typeface="Courier New"/>
            </a:endParaRP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prstGeom prst="rect"/>
        </p:spPr>
        <p:txBody>
          <a:bodyPr wrap="square" lIns="0" tIns="12700" rIns="0" bIns="0" rtlCol="0" vert="horz">
            <a:spAutoFit/>
          </a:bodyPr>
          <a:lstStyle/>
          <a:p>
            <a:pPr marL="12700">
              <a:lnSpc>
                <a:spcPct val="100000"/>
              </a:lnSpc>
              <a:spcBef>
                <a:spcPts val="100"/>
              </a:spcBef>
            </a:pPr>
            <a:r>
              <a:rPr dirty="0" spc="-30"/>
              <a:t>TIMESTAMP…With</a:t>
            </a:r>
            <a:r>
              <a:rPr dirty="0" spc="-95"/>
              <a:t> </a:t>
            </a:r>
            <a:r>
              <a:rPr dirty="0"/>
              <a:t>[LOCAL]</a:t>
            </a:r>
            <a:r>
              <a:rPr dirty="0" spc="-120"/>
              <a:t> </a:t>
            </a:r>
            <a:r>
              <a:rPr dirty="0"/>
              <a:t>Time</a:t>
            </a:r>
            <a:r>
              <a:rPr dirty="0" spc="-125"/>
              <a:t> </a:t>
            </a:r>
            <a:r>
              <a:rPr dirty="0" spc="-20"/>
              <a:t>Zone</a:t>
            </a:r>
          </a:p>
        </p:txBody>
      </p:sp>
      <p:sp>
        <p:nvSpPr>
          <p:cNvPr id="4" name="object 4" descr=""/>
          <p:cNvSpPr txBox="1">
            <a:spLocks noGrp="1"/>
          </p:cNvSpPr>
          <p:nvPr>
            <p:ph type="dt" idx="6" sz="half"/>
          </p:nvPr>
        </p:nvSpPr>
        <p:spPr>
          <a:prstGeom prst="rect"/>
        </p:spPr>
        <p:txBody>
          <a:bodyPr wrap="square" lIns="0" tIns="0" rIns="0" bIns="0" rtlCol="0" vert="horz">
            <a:spAutoFit/>
          </a:bodyPr>
          <a:lstStyle/>
          <a:p>
            <a:pPr marL="12700">
              <a:lnSpc>
                <a:spcPts val="855"/>
              </a:lnSpc>
            </a:pPr>
            <a:r>
              <a:rPr dirty="0"/>
              <a:t>DP</a:t>
            </a:r>
            <a:r>
              <a:rPr dirty="0" spc="-10"/>
              <a:t> </a:t>
            </a:r>
            <a:r>
              <a:rPr dirty="0"/>
              <a:t>13-</a:t>
            </a:r>
            <a:r>
              <a:rPr dirty="0" spc="-50"/>
              <a:t>2</a:t>
            </a:r>
          </a:p>
          <a:p>
            <a:pPr marL="12700">
              <a:lnSpc>
                <a:spcPts val="965"/>
              </a:lnSpc>
            </a:pPr>
            <a:r>
              <a:rPr dirty="0"/>
              <a:t>Uso</a:t>
            </a:r>
            <a:r>
              <a:rPr dirty="0" spc="-30"/>
              <a:t> </a:t>
            </a:r>
            <a:r>
              <a:rPr dirty="0"/>
              <a:t>de</a:t>
            </a:r>
            <a:r>
              <a:rPr dirty="0" spc="-20"/>
              <a:t> </a:t>
            </a:r>
            <a:r>
              <a:rPr dirty="0"/>
              <a:t>Tipos</a:t>
            </a:r>
            <a:r>
              <a:rPr dirty="0" spc="-20"/>
              <a:t> </a:t>
            </a:r>
            <a:r>
              <a:rPr dirty="0"/>
              <a:t>de</a:t>
            </a:r>
            <a:r>
              <a:rPr dirty="0" spc="-15"/>
              <a:t> </a:t>
            </a:r>
            <a:r>
              <a:rPr dirty="0" spc="-20"/>
              <a:t>Dato</a:t>
            </a:r>
          </a:p>
        </p:txBody>
      </p:sp>
      <p:sp>
        <p:nvSpPr>
          <p:cNvPr id="5" name="object 5" descr=""/>
          <p:cNvSpPr txBox="1">
            <a:spLocks noGrp="1"/>
          </p:cNvSpPr>
          <p:nvPr>
            <p:ph type="ftr" idx="5" sz="quarter"/>
          </p:nvPr>
        </p:nvSpPr>
        <p:spPr>
          <a:prstGeom prst="rect"/>
        </p:spPr>
        <p:txBody>
          <a:bodyPr wrap="square" lIns="0" tIns="0" rIns="0" bIns="0" rtlCol="0" vert="horz">
            <a:spAutoFit/>
          </a:bodyPr>
          <a:lstStyle/>
          <a:p>
            <a:pPr marL="12700">
              <a:lnSpc>
                <a:spcPts val="910"/>
              </a:lnSpc>
            </a:pPr>
            <a:r>
              <a:rPr dirty="0"/>
              <a:t>Copyright</a:t>
            </a:r>
            <a:r>
              <a:rPr dirty="0" spc="-35"/>
              <a:t> </a:t>
            </a:r>
            <a:r>
              <a:rPr dirty="0"/>
              <a:t>©</a:t>
            </a:r>
            <a:r>
              <a:rPr dirty="0" spc="-40"/>
              <a:t> </a:t>
            </a:r>
            <a:r>
              <a:rPr dirty="0"/>
              <a:t>2020,</a:t>
            </a:r>
            <a:r>
              <a:rPr dirty="0" spc="-45"/>
              <a:t> </a:t>
            </a:r>
            <a:r>
              <a:rPr dirty="0"/>
              <a:t>Oracle</a:t>
            </a:r>
            <a:r>
              <a:rPr dirty="0" spc="-30"/>
              <a:t> </a:t>
            </a:r>
            <a:r>
              <a:rPr dirty="0"/>
              <a:t>y/o</a:t>
            </a:r>
            <a:r>
              <a:rPr dirty="0" spc="-30"/>
              <a:t> </a:t>
            </a:r>
            <a:r>
              <a:rPr dirty="0"/>
              <a:t>sus</a:t>
            </a:r>
            <a:r>
              <a:rPr dirty="0" spc="-35"/>
              <a:t> </a:t>
            </a:r>
            <a:r>
              <a:rPr dirty="0"/>
              <a:t>filiales.</a:t>
            </a:r>
            <a:r>
              <a:rPr dirty="0" spc="-10"/>
              <a:t> </a:t>
            </a:r>
            <a:r>
              <a:rPr dirty="0"/>
              <a:t>Todos</a:t>
            </a:r>
            <a:r>
              <a:rPr dirty="0" spc="-35"/>
              <a:t> </a:t>
            </a:r>
            <a:r>
              <a:rPr dirty="0"/>
              <a:t>los</a:t>
            </a:r>
            <a:r>
              <a:rPr dirty="0" spc="-25"/>
              <a:t> </a:t>
            </a:r>
            <a:r>
              <a:rPr dirty="0"/>
              <a:t>derechos</a:t>
            </a:r>
            <a:r>
              <a:rPr dirty="0" spc="-5"/>
              <a:t> </a:t>
            </a:r>
            <a:r>
              <a:rPr dirty="0" spc="-10"/>
              <a:t>reservados.</a:t>
            </a:r>
          </a:p>
        </p:txBody>
      </p:sp>
      <p:sp>
        <p:nvSpPr>
          <p:cNvPr id="6" name="object 6" descr=""/>
          <p:cNvSpPr txBox="1">
            <a:spLocks noGrp="1"/>
          </p:cNvSpPr>
          <p:nvPr>
            <p:ph type="sldNum" idx="7" sz="quarter"/>
          </p:nvPr>
        </p:nvSpPr>
        <p:spPr>
          <a:prstGeom prst="rect"/>
        </p:spPr>
        <p:txBody>
          <a:bodyPr wrap="square" lIns="0" tIns="0" rIns="0" bIns="0" rtlCol="0" vert="horz">
            <a:spAutoFit/>
          </a:bodyPr>
          <a:lstStyle/>
          <a:p>
            <a:pPr marL="12700">
              <a:lnSpc>
                <a:spcPts val="910"/>
              </a:lnSpc>
            </a:pPr>
            <a:r>
              <a:rPr dirty="0" spc="-25"/>
              <a:t>12</a:t>
            </a:r>
          </a:p>
        </p:txBody>
      </p:sp>
      <p:sp>
        <p:nvSpPr>
          <p:cNvPr id="3" name="object 3" descr=""/>
          <p:cNvSpPr txBox="1"/>
          <p:nvPr/>
        </p:nvSpPr>
        <p:spPr>
          <a:xfrm>
            <a:off x="483552" y="1415417"/>
            <a:ext cx="8084184" cy="3445510"/>
          </a:xfrm>
          <a:prstGeom prst="rect">
            <a:avLst/>
          </a:prstGeom>
        </p:spPr>
        <p:txBody>
          <a:bodyPr wrap="square" lIns="0" tIns="59690" rIns="0" bIns="0" rtlCol="0" vert="horz">
            <a:spAutoFit/>
          </a:bodyPr>
          <a:lstStyle/>
          <a:p>
            <a:pPr marL="182880" marR="857250" indent="-170815">
              <a:lnSpc>
                <a:spcPts val="3030"/>
              </a:lnSpc>
              <a:spcBef>
                <a:spcPts val="470"/>
              </a:spcBef>
              <a:buClr>
                <a:srgbClr val="D1350F"/>
              </a:buClr>
              <a:buFont typeface="Arial MT"/>
              <a:buChar char="•"/>
              <a:tabLst>
                <a:tab pos="184785" algn="l"/>
              </a:tabLst>
            </a:pPr>
            <a:r>
              <a:rPr dirty="0" sz="2800">
                <a:solidFill>
                  <a:srgbClr val="4E3629"/>
                </a:solidFill>
                <a:latin typeface="Calibri"/>
                <a:cs typeface="Calibri"/>
              </a:rPr>
              <a:t>Piense</a:t>
            </a:r>
            <a:r>
              <a:rPr dirty="0" sz="2800" spc="-40">
                <a:solidFill>
                  <a:srgbClr val="4E3629"/>
                </a:solidFill>
                <a:latin typeface="Calibri"/>
                <a:cs typeface="Calibri"/>
              </a:rPr>
              <a:t> </a:t>
            </a:r>
            <a:r>
              <a:rPr dirty="0" sz="2800">
                <a:solidFill>
                  <a:srgbClr val="4E3629"/>
                </a:solidFill>
                <a:latin typeface="Calibri"/>
                <a:cs typeface="Calibri"/>
              </a:rPr>
              <a:t>en</a:t>
            </a:r>
            <a:r>
              <a:rPr dirty="0" sz="2800" spc="-50">
                <a:solidFill>
                  <a:srgbClr val="4E3629"/>
                </a:solidFill>
                <a:latin typeface="Calibri"/>
                <a:cs typeface="Calibri"/>
              </a:rPr>
              <a:t> </a:t>
            </a:r>
            <a:r>
              <a:rPr dirty="0" sz="2800">
                <a:solidFill>
                  <a:srgbClr val="4E3629"/>
                </a:solidFill>
                <a:latin typeface="Calibri"/>
                <a:cs typeface="Calibri"/>
              </a:rPr>
              <a:t>el</a:t>
            </a:r>
            <a:r>
              <a:rPr dirty="0" sz="2800" spc="-75">
                <a:solidFill>
                  <a:srgbClr val="4E3629"/>
                </a:solidFill>
                <a:latin typeface="Calibri"/>
                <a:cs typeface="Calibri"/>
              </a:rPr>
              <a:t> </a:t>
            </a:r>
            <a:r>
              <a:rPr dirty="0" sz="2800">
                <a:solidFill>
                  <a:srgbClr val="4E3629"/>
                </a:solidFill>
                <a:latin typeface="Calibri"/>
                <a:cs typeface="Calibri"/>
              </a:rPr>
              <a:t>valor</a:t>
            </a:r>
            <a:r>
              <a:rPr dirty="0" sz="2800" spc="-60">
                <a:solidFill>
                  <a:srgbClr val="4E3629"/>
                </a:solidFill>
                <a:latin typeface="Calibri"/>
                <a:cs typeface="Calibri"/>
              </a:rPr>
              <a:t> </a:t>
            </a:r>
            <a:r>
              <a:rPr dirty="0" sz="2800">
                <a:solidFill>
                  <a:srgbClr val="4E3629"/>
                </a:solidFill>
                <a:latin typeface="Calibri"/>
                <a:cs typeface="Calibri"/>
              </a:rPr>
              <a:t>de</a:t>
            </a:r>
            <a:r>
              <a:rPr dirty="0" sz="2800" spc="-45">
                <a:solidFill>
                  <a:srgbClr val="4E3629"/>
                </a:solidFill>
                <a:latin typeface="Calibri"/>
                <a:cs typeface="Calibri"/>
              </a:rPr>
              <a:t> </a:t>
            </a:r>
            <a:r>
              <a:rPr dirty="0" sz="2800">
                <a:solidFill>
                  <a:srgbClr val="4E3629"/>
                </a:solidFill>
                <a:latin typeface="Calibri"/>
                <a:cs typeface="Calibri"/>
              </a:rPr>
              <a:t>hora</a:t>
            </a:r>
            <a:r>
              <a:rPr dirty="0" sz="2800" spc="-45">
                <a:solidFill>
                  <a:srgbClr val="4E3629"/>
                </a:solidFill>
                <a:latin typeface="Calibri"/>
                <a:cs typeface="Calibri"/>
              </a:rPr>
              <a:t> </a:t>
            </a:r>
            <a:r>
              <a:rPr dirty="0" sz="2800">
                <a:solidFill>
                  <a:srgbClr val="4E3629"/>
                </a:solidFill>
                <a:latin typeface="Calibri"/>
                <a:cs typeface="Calibri"/>
              </a:rPr>
              <a:t>"17:30".</a:t>
            </a:r>
            <a:r>
              <a:rPr dirty="0" sz="2800" spc="-5">
                <a:solidFill>
                  <a:srgbClr val="4E3629"/>
                </a:solidFill>
                <a:latin typeface="Calibri"/>
                <a:cs typeface="Calibri"/>
              </a:rPr>
              <a:t> </a:t>
            </a:r>
            <a:r>
              <a:rPr dirty="0" sz="2800">
                <a:solidFill>
                  <a:srgbClr val="4E3629"/>
                </a:solidFill>
                <a:latin typeface="Calibri"/>
                <a:cs typeface="Calibri"/>
              </a:rPr>
              <a:t>Por</a:t>
            </a:r>
            <a:r>
              <a:rPr dirty="0" sz="2800" spc="-35">
                <a:solidFill>
                  <a:srgbClr val="4E3629"/>
                </a:solidFill>
                <a:latin typeface="Calibri"/>
                <a:cs typeface="Calibri"/>
              </a:rPr>
              <a:t> </a:t>
            </a:r>
            <a:r>
              <a:rPr dirty="0" sz="2800" spc="-10">
                <a:solidFill>
                  <a:srgbClr val="4E3629"/>
                </a:solidFill>
                <a:latin typeface="Calibri"/>
                <a:cs typeface="Calibri"/>
              </a:rPr>
              <a:t>supuesto, </a:t>
            </a:r>
            <a:r>
              <a:rPr dirty="0" sz="2800" spc="-10">
                <a:solidFill>
                  <a:srgbClr val="4E3629"/>
                </a:solidFill>
                <a:latin typeface="Calibri"/>
                <a:cs typeface="Calibri"/>
              </a:rPr>
              <a:t>	</a:t>
            </a:r>
            <a:r>
              <a:rPr dirty="0" sz="2800">
                <a:solidFill>
                  <a:srgbClr val="4E3629"/>
                </a:solidFill>
                <a:latin typeface="Calibri"/>
                <a:cs typeface="Calibri"/>
              </a:rPr>
              <a:t>significa</a:t>
            </a:r>
            <a:r>
              <a:rPr dirty="0" sz="2800" spc="-40">
                <a:solidFill>
                  <a:srgbClr val="4E3629"/>
                </a:solidFill>
                <a:latin typeface="Calibri"/>
                <a:cs typeface="Calibri"/>
              </a:rPr>
              <a:t> </a:t>
            </a:r>
            <a:r>
              <a:rPr dirty="0" sz="2800">
                <a:solidFill>
                  <a:srgbClr val="4E3629"/>
                </a:solidFill>
                <a:latin typeface="Calibri"/>
                <a:cs typeface="Calibri"/>
              </a:rPr>
              <a:t>"cinco</a:t>
            </a:r>
            <a:r>
              <a:rPr dirty="0" sz="2800" spc="-30">
                <a:solidFill>
                  <a:srgbClr val="4E3629"/>
                </a:solidFill>
                <a:latin typeface="Calibri"/>
                <a:cs typeface="Calibri"/>
              </a:rPr>
              <a:t> </a:t>
            </a:r>
            <a:r>
              <a:rPr dirty="0" sz="2800">
                <a:solidFill>
                  <a:srgbClr val="4E3629"/>
                </a:solidFill>
                <a:latin typeface="Calibri"/>
                <a:cs typeface="Calibri"/>
              </a:rPr>
              <a:t>y</a:t>
            </a:r>
            <a:r>
              <a:rPr dirty="0" sz="2800" spc="-60">
                <a:solidFill>
                  <a:srgbClr val="4E3629"/>
                </a:solidFill>
                <a:latin typeface="Calibri"/>
                <a:cs typeface="Calibri"/>
              </a:rPr>
              <a:t> </a:t>
            </a:r>
            <a:r>
              <a:rPr dirty="0" sz="2800">
                <a:solidFill>
                  <a:srgbClr val="4E3629"/>
                </a:solidFill>
                <a:latin typeface="Calibri"/>
                <a:cs typeface="Calibri"/>
              </a:rPr>
              <a:t>media</a:t>
            </a:r>
            <a:r>
              <a:rPr dirty="0" sz="2800" spc="-40">
                <a:solidFill>
                  <a:srgbClr val="4E3629"/>
                </a:solidFill>
                <a:latin typeface="Calibri"/>
                <a:cs typeface="Calibri"/>
              </a:rPr>
              <a:t> </a:t>
            </a:r>
            <a:r>
              <a:rPr dirty="0" sz="2800">
                <a:solidFill>
                  <a:srgbClr val="4E3629"/>
                </a:solidFill>
                <a:latin typeface="Calibri"/>
                <a:cs typeface="Calibri"/>
              </a:rPr>
              <a:t>de</a:t>
            </a:r>
            <a:r>
              <a:rPr dirty="0" sz="2800" spc="-55">
                <a:solidFill>
                  <a:srgbClr val="4E3629"/>
                </a:solidFill>
                <a:latin typeface="Calibri"/>
                <a:cs typeface="Calibri"/>
              </a:rPr>
              <a:t> </a:t>
            </a:r>
            <a:r>
              <a:rPr dirty="0" sz="2800">
                <a:solidFill>
                  <a:srgbClr val="4E3629"/>
                </a:solidFill>
                <a:latin typeface="Calibri"/>
                <a:cs typeface="Calibri"/>
              </a:rPr>
              <a:t>la</a:t>
            </a:r>
            <a:r>
              <a:rPr dirty="0" sz="2800" spc="-45">
                <a:solidFill>
                  <a:srgbClr val="4E3629"/>
                </a:solidFill>
                <a:latin typeface="Calibri"/>
                <a:cs typeface="Calibri"/>
              </a:rPr>
              <a:t> </a:t>
            </a:r>
            <a:r>
              <a:rPr dirty="0" sz="2800" spc="-10">
                <a:solidFill>
                  <a:srgbClr val="4E3629"/>
                </a:solidFill>
                <a:latin typeface="Calibri"/>
                <a:cs typeface="Calibri"/>
              </a:rPr>
              <a:t>tarde"</a:t>
            </a:r>
            <a:endParaRPr sz="2800">
              <a:latin typeface="Calibri"/>
              <a:cs typeface="Calibri"/>
            </a:endParaRPr>
          </a:p>
          <a:p>
            <a:pPr marL="183515" indent="-170815">
              <a:lnSpc>
                <a:spcPct val="100000"/>
              </a:lnSpc>
              <a:spcBef>
                <a:spcPts val="415"/>
              </a:spcBef>
              <a:buClr>
                <a:srgbClr val="D1350F"/>
              </a:buClr>
              <a:buFont typeface="Arial MT"/>
              <a:buChar char="•"/>
              <a:tabLst>
                <a:tab pos="183515" algn="l"/>
              </a:tabLst>
            </a:pPr>
            <a:r>
              <a:rPr dirty="0" sz="2800">
                <a:solidFill>
                  <a:srgbClr val="4E3629"/>
                </a:solidFill>
                <a:latin typeface="Calibri"/>
                <a:cs typeface="Calibri"/>
              </a:rPr>
              <a:t>¿Pero</a:t>
            </a:r>
            <a:r>
              <a:rPr dirty="0" sz="2800" spc="-65">
                <a:solidFill>
                  <a:srgbClr val="4E3629"/>
                </a:solidFill>
                <a:latin typeface="Calibri"/>
                <a:cs typeface="Calibri"/>
              </a:rPr>
              <a:t> </a:t>
            </a:r>
            <a:r>
              <a:rPr dirty="0" sz="2800">
                <a:solidFill>
                  <a:srgbClr val="4E3629"/>
                </a:solidFill>
                <a:latin typeface="Calibri"/>
                <a:cs typeface="Calibri"/>
              </a:rPr>
              <a:t>en</a:t>
            </a:r>
            <a:r>
              <a:rPr dirty="0" sz="2800" spc="-90">
                <a:solidFill>
                  <a:srgbClr val="4E3629"/>
                </a:solidFill>
                <a:latin typeface="Calibri"/>
                <a:cs typeface="Calibri"/>
              </a:rPr>
              <a:t> </a:t>
            </a:r>
            <a:r>
              <a:rPr dirty="0" sz="2800">
                <a:solidFill>
                  <a:srgbClr val="4E3629"/>
                </a:solidFill>
                <a:latin typeface="Calibri"/>
                <a:cs typeface="Calibri"/>
              </a:rPr>
              <a:t>qué</a:t>
            </a:r>
            <a:r>
              <a:rPr dirty="0" sz="2800" spc="-65">
                <a:solidFill>
                  <a:srgbClr val="4E3629"/>
                </a:solidFill>
                <a:latin typeface="Calibri"/>
                <a:cs typeface="Calibri"/>
              </a:rPr>
              <a:t> </a:t>
            </a:r>
            <a:r>
              <a:rPr dirty="0" sz="2800">
                <a:solidFill>
                  <a:srgbClr val="4E3629"/>
                </a:solidFill>
                <a:latin typeface="Calibri"/>
                <a:cs typeface="Calibri"/>
              </a:rPr>
              <a:t>zona</a:t>
            </a:r>
            <a:r>
              <a:rPr dirty="0" sz="2800" spc="-85">
                <a:solidFill>
                  <a:srgbClr val="4E3629"/>
                </a:solidFill>
                <a:latin typeface="Calibri"/>
                <a:cs typeface="Calibri"/>
              </a:rPr>
              <a:t> </a:t>
            </a:r>
            <a:r>
              <a:rPr dirty="0" sz="2800" spc="-10">
                <a:solidFill>
                  <a:srgbClr val="4E3629"/>
                </a:solidFill>
                <a:latin typeface="Calibri"/>
                <a:cs typeface="Calibri"/>
              </a:rPr>
              <a:t>horaria?</a:t>
            </a:r>
            <a:endParaRPr sz="2800">
              <a:latin typeface="Calibri"/>
              <a:cs typeface="Calibri"/>
            </a:endParaRPr>
          </a:p>
          <a:p>
            <a:pPr marL="182880" marR="214629" indent="-170815">
              <a:lnSpc>
                <a:spcPts val="3030"/>
              </a:lnSpc>
              <a:spcBef>
                <a:spcPts val="844"/>
              </a:spcBef>
              <a:buClr>
                <a:srgbClr val="D1350F"/>
              </a:buClr>
              <a:buFont typeface="Arial MT"/>
              <a:buChar char="•"/>
              <a:tabLst>
                <a:tab pos="184785" algn="l"/>
              </a:tabLst>
            </a:pPr>
            <a:r>
              <a:rPr dirty="0" sz="2800">
                <a:solidFill>
                  <a:srgbClr val="4E3629"/>
                </a:solidFill>
                <a:latin typeface="Calibri"/>
                <a:cs typeface="Calibri"/>
              </a:rPr>
              <a:t>¿Es</a:t>
            </a:r>
            <a:r>
              <a:rPr dirty="0" sz="2800" spc="-45">
                <a:solidFill>
                  <a:srgbClr val="4E3629"/>
                </a:solidFill>
                <a:latin typeface="Calibri"/>
                <a:cs typeface="Calibri"/>
              </a:rPr>
              <a:t> </a:t>
            </a:r>
            <a:r>
              <a:rPr dirty="0" sz="2800">
                <a:solidFill>
                  <a:srgbClr val="4E3629"/>
                </a:solidFill>
                <a:latin typeface="Calibri"/>
                <a:cs typeface="Calibri"/>
              </a:rPr>
              <a:t>cinco</a:t>
            </a:r>
            <a:r>
              <a:rPr dirty="0" sz="2800" spc="-45">
                <a:solidFill>
                  <a:srgbClr val="4E3629"/>
                </a:solidFill>
                <a:latin typeface="Calibri"/>
                <a:cs typeface="Calibri"/>
              </a:rPr>
              <a:t> </a:t>
            </a:r>
            <a:r>
              <a:rPr dirty="0" sz="2800">
                <a:solidFill>
                  <a:srgbClr val="4E3629"/>
                </a:solidFill>
                <a:latin typeface="Calibri"/>
                <a:cs typeface="Calibri"/>
              </a:rPr>
              <a:t>y</a:t>
            </a:r>
            <a:r>
              <a:rPr dirty="0" sz="2800" spc="-60">
                <a:solidFill>
                  <a:srgbClr val="4E3629"/>
                </a:solidFill>
                <a:latin typeface="Calibri"/>
                <a:cs typeface="Calibri"/>
              </a:rPr>
              <a:t> </a:t>
            </a:r>
            <a:r>
              <a:rPr dirty="0" sz="2800">
                <a:solidFill>
                  <a:srgbClr val="4E3629"/>
                </a:solidFill>
                <a:latin typeface="Calibri"/>
                <a:cs typeface="Calibri"/>
              </a:rPr>
              <a:t>media</a:t>
            </a:r>
            <a:r>
              <a:rPr dirty="0" sz="2800" spc="-40">
                <a:solidFill>
                  <a:srgbClr val="4E3629"/>
                </a:solidFill>
                <a:latin typeface="Calibri"/>
                <a:cs typeface="Calibri"/>
              </a:rPr>
              <a:t> </a:t>
            </a:r>
            <a:r>
              <a:rPr dirty="0" sz="2800">
                <a:solidFill>
                  <a:srgbClr val="4E3629"/>
                </a:solidFill>
                <a:latin typeface="Calibri"/>
                <a:cs typeface="Calibri"/>
              </a:rPr>
              <a:t>de</a:t>
            </a:r>
            <a:r>
              <a:rPr dirty="0" sz="2800" spc="-55">
                <a:solidFill>
                  <a:srgbClr val="4E3629"/>
                </a:solidFill>
                <a:latin typeface="Calibri"/>
                <a:cs typeface="Calibri"/>
              </a:rPr>
              <a:t> </a:t>
            </a:r>
            <a:r>
              <a:rPr dirty="0" sz="2800">
                <a:solidFill>
                  <a:srgbClr val="4E3629"/>
                </a:solidFill>
                <a:latin typeface="Calibri"/>
                <a:cs typeface="Calibri"/>
              </a:rPr>
              <a:t>la</a:t>
            </a:r>
            <a:r>
              <a:rPr dirty="0" sz="2800" spc="-50">
                <a:solidFill>
                  <a:srgbClr val="4E3629"/>
                </a:solidFill>
                <a:latin typeface="Calibri"/>
                <a:cs typeface="Calibri"/>
              </a:rPr>
              <a:t> </a:t>
            </a:r>
            <a:r>
              <a:rPr dirty="0" sz="2800">
                <a:solidFill>
                  <a:srgbClr val="4E3629"/>
                </a:solidFill>
                <a:latin typeface="Calibri"/>
                <a:cs typeface="Calibri"/>
              </a:rPr>
              <a:t>hora</a:t>
            </a:r>
            <a:r>
              <a:rPr dirty="0" sz="2800" spc="-40">
                <a:solidFill>
                  <a:srgbClr val="4E3629"/>
                </a:solidFill>
                <a:latin typeface="Calibri"/>
                <a:cs typeface="Calibri"/>
              </a:rPr>
              <a:t> </a:t>
            </a:r>
            <a:r>
              <a:rPr dirty="0" sz="2800">
                <a:solidFill>
                  <a:srgbClr val="4E3629"/>
                </a:solidFill>
                <a:latin typeface="Calibri"/>
                <a:cs typeface="Calibri"/>
              </a:rPr>
              <a:t>de</a:t>
            </a:r>
            <a:r>
              <a:rPr dirty="0" sz="2800" spc="-45">
                <a:solidFill>
                  <a:srgbClr val="4E3629"/>
                </a:solidFill>
                <a:latin typeface="Calibri"/>
                <a:cs typeface="Calibri"/>
              </a:rPr>
              <a:t> </a:t>
            </a:r>
            <a:r>
              <a:rPr dirty="0" sz="2800">
                <a:solidFill>
                  <a:srgbClr val="4E3629"/>
                </a:solidFill>
                <a:latin typeface="Calibri"/>
                <a:cs typeface="Calibri"/>
              </a:rPr>
              <a:t>Nueva</a:t>
            </a:r>
            <a:r>
              <a:rPr dirty="0" sz="2800" spc="-40">
                <a:solidFill>
                  <a:srgbClr val="4E3629"/>
                </a:solidFill>
                <a:latin typeface="Calibri"/>
                <a:cs typeface="Calibri"/>
              </a:rPr>
              <a:t> </a:t>
            </a:r>
            <a:r>
              <a:rPr dirty="0" sz="2800" spc="-25">
                <a:solidFill>
                  <a:srgbClr val="4E3629"/>
                </a:solidFill>
                <a:latin typeface="Calibri"/>
                <a:cs typeface="Calibri"/>
              </a:rPr>
              <a:t>York,</a:t>
            </a:r>
            <a:r>
              <a:rPr dirty="0" sz="2800" spc="-55">
                <a:solidFill>
                  <a:srgbClr val="4E3629"/>
                </a:solidFill>
                <a:latin typeface="Calibri"/>
                <a:cs typeface="Calibri"/>
              </a:rPr>
              <a:t> </a:t>
            </a:r>
            <a:r>
              <a:rPr dirty="0" sz="2800">
                <a:solidFill>
                  <a:srgbClr val="4E3629"/>
                </a:solidFill>
                <a:latin typeface="Calibri"/>
                <a:cs typeface="Calibri"/>
              </a:rPr>
              <a:t>de</a:t>
            </a:r>
            <a:r>
              <a:rPr dirty="0" sz="2800" spc="-55">
                <a:solidFill>
                  <a:srgbClr val="4E3629"/>
                </a:solidFill>
                <a:latin typeface="Calibri"/>
                <a:cs typeface="Calibri"/>
              </a:rPr>
              <a:t> </a:t>
            </a:r>
            <a:r>
              <a:rPr dirty="0" sz="2800" spc="-10">
                <a:solidFill>
                  <a:srgbClr val="4E3629"/>
                </a:solidFill>
                <a:latin typeface="Calibri"/>
                <a:cs typeface="Calibri"/>
              </a:rPr>
              <a:t>Pekín, </a:t>
            </a:r>
            <a:r>
              <a:rPr dirty="0" sz="2800" spc="-10">
                <a:solidFill>
                  <a:srgbClr val="4E3629"/>
                </a:solidFill>
                <a:latin typeface="Calibri"/>
                <a:cs typeface="Calibri"/>
              </a:rPr>
              <a:t>	</a:t>
            </a:r>
            <a:r>
              <a:rPr dirty="0" sz="2800">
                <a:solidFill>
                  <a:srgbClr val="4E3629"/>
                </a:solidFill>
                <a:latin typeface="Calibri"/>
                <a:cs typeface="Calibri"/>
              </a:rPr>
              <a:t>de</a:t>
            </a:r>
            <a:r>
              <a:rPr dirty="0" sz="2800" spc="-100">
                <a:solidFill>
                  <a:srgbClr val="4E3629"/>
                </a:solidFill>
                <a:latin typeface="Calibri"/>
                <a:cs typeface="Calibri"/>
              </a:rPr>
              <a:t> </a:t>
            </a:r>
            <a:r>
              <a:rPr dirty="0" sz="2800">
                <a:solidFill>
                  <a:srgbClr val="4E3629"/>
                </a:solidFill>
                <a:latin typeface="Calibri"/>
                <a:cs typeface="Calibri"/>
              </a:rPr>
              <a:t>Estambul</a:t>
            </a:r>
            <a:r>
              <a:rPr dirty="0" sz="2800" spc="-80">
                <a:solidFill>
                  <a:srgbClr val="4E3629"/>
                </a:solidFill>
                <a:latin typeface="Calibri"/>
                <a:cs typeface="Calibri"/>
              </a:rPr>
              <a:t> </a:t>
            </a:r>
            <a:r>
              <a:rPr dirty="0" sz="2800">
                <a:solidFill>
                  <a:srgbClr val="4E3629"/>
                </a:solidFill>
                <a:latin typeface="Calibri"/>
                <a:cs typeface="Calibri"/>
              </a:rPr>
              <a:t>tiempo...</a:t>
            </a:r>
            <a:r>
              <a:rPr dirty="0" sz="2800" spc="-80">
                <a:solidFill>
                  <a:srgbClr val="4E3629"/>
                </a:solidFill>
                <a:latin typeface="Calibri"/>
                <a:cs typeface="Calibri"/>
              </a:rPr>
              <a:t> </a:t>
            </a:r>
            <a:r>
              <a:rPr dirty="0" sz="2800" spc="-50">
                <a:solidFill>
                  <a:srgbClr val="4E3629"/>
                </a:solidFill>
                <a:latin typeface="Calibri"/>
                <a:cs typeface="Calibri"/>
              </a:rPr>
              <a:t>?</a:t>
            </a:r>
            <a:endParaRPr sz="2800">
              <a:latin typeface="Calibri"/>
              <a:cs typeface="Calibri"/>
            </a:endParaRPr>
          </a:p>
          <a:p>
            <a:pPr algn="just" marL="182880" marR="5080" indent="-170815">
              <a:lnSpc>
                <a:spcPts val="3030"/>
              </a:lnSpc>
              <a:spcBef>
                <a:spcPts val="780"/>
              </a:spcBef>
              <a:buClr>
                <a:srgbClr val="D1350F"/>
              </a:buClr>
              <a:buFont typeface="Arial MT"/>
              <a:buChar char="•"/>
              <a:tabLst>
                <a:tab pos="184785" algn="l"/>
              </a:tabLst>
            </a:pPr>
            <a:r>
              <a:rPr dirty="0" sz="2800">
                <a:solidFill>
                  <a:srgbClr val="4E3629"/>
                </a:solidFill>
                <a:latin typeface="Calibri"/>
                <a:cs typeface="Calibri"/>
              </a:rPr>
              <a:t>En</a:t>
            </a:r>
            <a:r>
              <a:rPr dirty="0" sz="2800" spc="-45">
                <a:solidFill>
                  <a:srgbClr val="4E3629"/>
                </a:solidFill>
                <a:latin typeface="Calibri"/>
                <a:cs typeface="Calibri"/>
              </a:rPr>
              <a:t> </a:t>
            </a:r>
            <a:r>
              <a:rPr dirty="0" sz="2800">
                <a:solidFill>
                  <a:srgbClr val="4E3629"/>
                </a:solidFill>
                <a:latin typeface="Calibri"/>
                <a:cs typeface="Calibri"/>
              </a:rPr>
              <a:t>las</a:t>
            </a:r>
            <a:r>
              <a:rPr dirty="0" sz="2800" spc="-45">
                <a:solidFill>
                  <a:srgbClr val="4E3629"/>
                </a:solidFill>
                <a:latin typeface="Calibri"/>
                <a:cs typeface="Calibri"/>
              </a:rPr>
              <a:t> </a:t>
            </a:r>
            <a:r>
              <a:rPr dirty="0" sz="2800" spc="-20">
                <a:solidFill>
                  <a:srgbClr val="4E3629"/>
                </a:solidFill>
                <a:latin typeface="Calibri"/>
                <a:cs typeface="Calibri"/>
              </a:rPr>
              <a:t>organizaciones</a:t>
            </a:r>
            <a:r>
              <a:rPr dirty="0" sz="2800" spc="-45">
                <a:solidFill>
                  <a:srgbClr val="4E3629"/>
                </a:solidFill>
                <a:latin typeface="Calibri"/>
                <a:cs typeface="Calibri"/>
              </a:rPr>
              <a:t> </a:t>
            </a:r>
            <a:r>
              <a:rPr dirty="0" sz="2800" spc="-10">
                <a:solidFill>
                  <a:srgbClr val="4E3629"/>
                </a:solidFill>
                <a:latin typeface="Calibri"/>
                <a:cs typeface="Calibri"/>
              </a:rPr>
              <a:t>globalizadas</a:t>
            </a:r>
            <a:r>
              <a:rPr dirty="0" sz="2800" spc="-35">
                <a:solidFill>
                  <a:srgbClr val="4E3629"/>
                </a:solidFill>
                <a:latin typeface="Calibri"/>
                <a:cs typeface="Calibri"/>
              </a:rPr>
              <a:t> </a:t>
            </a:r>
            <a:r>
              <a:rPr dirty="0" sz="2800">
                <a:solidFill>
                  <a:srgbClr val="4E3629"/>
                </a:solidFill>
                <a:latin typeface="Calibri"/>
                <a:cs typeface="Calibri"/>
              </a:rPr>
              <a:t>actuales</a:t>
            </a:r>
            <a:r>
              <a:rPr dirty="0" sz="2800" spc="-50">
                <a:solidFill>
                  <a:srgbClr val="4E3629"/>
                </a:solidFill>
                <a:latin typeface="Calibri"/>
                <a:cs typeface="Calibri"/>
              </a:rPr>
              <a:t> </a:t>
            </a:r>
            <a:r>
              <a:rPr dirty="0" sz="2800">
                <a:solidFill>
                  <a:srgbClr val="4E3629"/>
                </a:solidFill>
                <a:latin typeface="Calibri"/>
                <a:cs typeface="Calibri"/>
              </a:rPr>
              <a:t>que</a:t>
            </a:r>
            <a:r>
              <a:rPr dirty="0" sz="2800" spc="-20">
                <a:solidFill>
                  <a:srgbClr val="4E3629"/>
                </a:solidFill>
                <a:latin typeface="Calibri"/>
                <a:cs typeface="Calibri"/>
              </a:rPr>
              <a:t> </a:t>
            </a:r>
            <a:r>
              <a:rPr dirty="0" sz="2800" spc="-10">
                <a:solidFill>
                  <a:srgbClr val="4E3629"/>
                </a:solidFill>
                <a:latin typeface="Calibri"/>
                <a:cs typeface="Calibri"/>
              </a:rPr>
              <a:t>operan </a:t>
            </a:r>
            <a:r>
              <a:rPr dirty="0" sz="2800" spc="-10">
                <a:solidFill>
                  <a:srgbClr val="4E3629"/>
                </a:solidFill>
                <a:latin typeface="Calibri"/>
                <a:cs typeface="Calibri"/>
              </a:rPr>
              <a:t>	</a:t>
            </a:r>
            <a:r>
              <a:rPr dirty="0" sz="2800">
                <a:solidFill>
                  <a:srgbClr val="4E3629"/>
                </a:solidFill>
                <a:latin typeface="Calibri"/>
                <a:cs typeface="Calibri"/>
              </a:rPr>
              <a:t>en</a:t>
            </a:r>
            <a:r>
              <a:rPr dirty="0" sz="2800" spc="-55">
                <a:solidFill>
                  <a:srgbClr val="4E3629"/>
                </a:solidFill>
                <a:latin typeface="Calibri"/>
                <a:cs typeface="Calibri"/>
              </a:rPr>
              <a:t> </a:t>
            </a:r>
            <a:r>
              <a:rPr dirty="0" sz="2800">
                <a:solidFill>
                  <a:srgbClr val="4E3629"/>
                </a:solidFill>
                <a:latin typeface="Calibri"/>
                <a:cs typeface="Calibri"/>
              </a:rPr>
              <a:t>muchos</a:t>
            </a:r>
            <a:r>
              <a:rPr dirty="0" sz="2800" spc="-25">
                <a:solidFill>
                  <a:srgbClr val="4E3629"/>
                </a:solidFill>
                <a:latin typeface="Calibri"/>
                <a:cs typeface="Calibri"/>
              </a:rPr>
              <a:t> </a:t>
            </a:r>
            <a:r>
              <a:rPr dirty="0" sz="2800">
                <a:solidFill>
                  <a:srgbClr val="4E3629"/>
                </a:solidFill>
                <a:latin typeface="Calibri"/>
                <a:cs typeface="Calibri"/>
              </a:rPr>
              <a:t>países</a:t>
            </a:r>
            <a:r>
              <a:rPr dirty="0" sz="2800" spc="-50">
                <a:solidFill>
                  <a:srgbClr val="4E3629"/>
                </a:solidFill>
                <a:latin typeface="Calibri"/>
                <a:cs typeface="Calibri"/>
              </a:rPr>
              <a:t> </a:t>
            </a:r>
            <a:r>
              <a:rPr dirty="0" sz="2800" spc="-10">
                <a:solidFill>
                  <a:srgbClr val="4E3629"/>
                </a:solidFill>
                <a:latin typeface="Calibri"/>
                <a:cs typeface="Calibri"/>
              </a:rPr>
              <a:t>distintos,</a:t>
            </a:r>
            <a:r>
              <a:rPr dirty="0" sz="2800" spc="-20">
                <a:solidFill>
                  <a:srgbClr val="4E3629"/>
                </a:solidFill>
                <a:latin typeface="Calibri"/>
                <a:cs typeface="Calibri"/>
              </a:rPr>
              <a:t> </a:t>
            </a:r>
            <a:r>
              <a:rPr dirty="0" sz="2800">
                <a:solidFill>
                  <a:srgbClr val="4E3629"/>
                </a:solidFill>
                <a:latin typeface="Calibri"/>
                <a:cs typeface="Calibri"/>
              </a:rPr>
              <a:t>es</a:t>
            </a:r>
            <a:r>
              <a:rPr dirty="0" sz="2800" spc="-50">
                <a:solidFill>
                  <a:srgbClr val="4E3629"/>
                </a:solidFill>
                <a:latin typeface="Calibri"/>
                <a:cs typeface="Calibri"/>
              </a:rPr>
              <a:t> </a:t>
            </a:r>
            <a:r>
              <a:rPr dirty="0" sz="2800" spc="-10">
                <a:solidFill>
                  <a:srgbClr val="4E3629"/>
                </a:solidFill>
                <a:latin typeface="Calibri"/>
                <a:cs typeface="Calibri"/>
              </a:rPr>
              <a:t>importante</a:t>
            </a:r>
            <a:r>
              <a:rPr dirty="0" sz="2800" spc="-50">
                <a:solidFill>
                  <a:srgbClr val="4E3629"/>
                </a:solidFill>
                <a:latin typeface="Calibri"/>
                <a:cs typeface="Calibri"/>
              </a:rPr>
              <a:t> </a:t>
            </a:r>
            <a:r>
              <a:rPr dirty="0" sz="2800">
                <a:solidFill>
                  <a:srgbClr val="4E3629"/>
                </a:solidFill>
                <a:latin typeface="Calibri"/>
                <a:cs typeface="Calibri"/>
              </a:rPr>
              <a:t>saber</a:t>
            </a:r>
            <a:r>
              <a:rPr dirty="0" sz="2800" spc="-50">
                <a:solidFill>
                  <a:srgbClr val="4E3629"/>
                </a:solidFill>
                <a:latin typeface="Calibri"/>
                <a:cs typeface="Calibri"/>
              </a:rPr>
              <a:t> </a:t>
            </a:r>
            <a:r>
              <a:rPr dirty="0" sz="2800">
                <a:solidFill>
                  <a:srgbClr val="4E3629"/>
                </a:solidFill>
                <a:latin typeface="Calibri"/>
                <a:cs typeface="Calibri"/>
              </a:rPr>
              <a:t>a</a:t>
            </a:r>
            <a:r>
              <a:rPr dirty="0" sz="2800" spc="-60">
                <a:solidFill>
                  <a:srgbClr val="4E3629"/>
                </a:solidFill>
                <a:latin typeface="Calibri"/>
                <a:cs typeface="Calibri"/>
              </a:rPr>
              <a:t> </a:t>
            </a:r>
            <a:r>
              <a:rPr dirty="0" sz="2800" spc="-25">
                <a:solidFill>
                  <a:srgbClr val="4E3629"/>
                </a:solidFill>
                <a:latin typeface="Calibri"/>
                <a:cs typeface="Calibri"/>
              </a:rPr>
              <a:t>qué </a:t>
            </a:r>
            <a:r>
              <a:rPr dirty="0" sz="2800" spc="-25">
                <a:solidFill>
                  <a:srgbClr val="4E3629"/>
                </a:solidFill>
                <a:latin typeface="Calibri"/>
                <a:cs typeface="Calibri"/>
              </a:rPr>
              <a:t>	</a:t>
            </a:r>
            <a:r>
              <a:rPr dirty="0" sz="2800">
                <a:solidFill>
                  <a:srgbClr val="4E3629"/>
                </a:solidFill>
                <a:latin typeface="Calibri"/>
                <a:cs typeface="Calibri"/>
              </a:rPr>
              <a:t>zona</a:t>
            </a:r>
            <a:r>
              <a:rPr dirty="0" sz="2800" spc="-60">
                <a:solidFill>
                  <a:srgbClr val="4E3629"/>
                </a:solidFill>
                <a:latin typeface="Calibri"/>
                <a:cs typeface="Calibri"/>
              </a:rPr>
              <a:t> </a:t>
            </a:r>
            <a:r>
              <a:rPr dirty="0" sz="2800">
                <a:solidFill>
                  <a:srgbClr val="4E3629"/>
                </a:solidFill>
                <a:latin typeface="Calibri"/>
                <a:cs typeface="Calibri"/>
              </a:rPr>
              <a:t>horaria</a:t>
            </a:r>
            <a:r>
              <a:rPr dirty="0" sz="2800" spc="-45">
                <a:solidFill>
                  <a:srgbClr val="4E3629"/>
                </a:solidFill>
                <a:latin typeface="Calibri"/>
                <a:cs typeface="Calibri"/>
              </a:rPr>
              <a:t> </a:t>
            </a:r>
            <a:r>
              <a:rPr dirty="0" sz="2800">
                <a:solidFill>
                  <a:srgbClr val="4E3629"/>
                </a:solidFill>
                <a:latin typeface="Calibri"/>
                <a:cs typeface="Calibri"/>
              </a:rPr>
              <a:t>hacer</a:t>
            </a:r>
            <a:r>
              <a:rPr dirty="0" sz="2800" spc="-65">
                <a:solidFill>
                  <a:srgbClr val="4E3629"/>
                </a:solidFill>
                <a:latin typeface="Calibri"/>
                <a:cs typeface="Calibri"/>
              </a:rPr>
              <a:t> </a:t>
            </a:r>
            <a:r>
              <a:rPr dirty="0" sz="2800" spc="-20">
                <a:solidFill>
                  <a:srgbClr val="4E3629"/>
                </a:solidFill>
                <a:latin typeface="Calibri"/>
                <a:cs typeface="Calibri"/>
              </a:rPr>
              <a:t>referencia</a:t>
            </a:r>
            <a:r>
              <a:rPr dirty="0" sz="2800" spc="-60">
                <a:solidFill>
                  <a:srgbClr val="4E3629"/>
                </a:solidFill>
                <a:latin typeface="Calibri"/>
                <a:cs typeface="Calibri"/>
              </a:rPr>
              <a:t> </a:t>
            </a:r>
            <a:r>
              <a:rPr dirty="0" sz="2800">
                <a:solidFill>
                  <a:srgbClr val="4E3629"/>
                </a:solidFill>
                <a:latin typeface="Calibri"/>
                <a:cs typeface="Calibri"/>
              </a:rPr>
              <a:t>un</a:t>
            </a:r>
            <a:r>
              <a:rPr dirty="0" sz="2800" spc="-40">
                <a:solidFill>
                  <a:srgbClr val="4E3629"/>
                </a:solidFill>
                <a:latin typeface="Calibri"/>
                <a:cs typeface="Calibri"/>
              </a:rPr>
              <a:t> </a:t>
            </a:r>
            <a:r>
              <a:rPr dirty="0" sz="2800">
                <a:solidFill>
                  <a:srgbClr val="4E3629"/>
                </a:solidFill>
                <a:latin typeface="Calibri"/>
                <a:cs typeface="Calibri"/>
              </a:rPr>
              <a:t>valor</a:t>
            </a:r>
            <a:r>
              <a:rPr dirty="0" sz="2800" spc="-75">
                <a:solidFill>
                  <a:srgbClr val="4E3629"/>
                </a:solidFill>
                <a:latin typeface="Calibri"/>
                <a:cs typeface="Calibri"/>
              </a:rPr>
              <a:t> </a:t>
            </a:r>
            <a:r>
              <a:rPr dirty="0" sz="2800">
                <a:solidFill>
                  <a:srgbClr val="4E3629"/>
                </a:solidFill>
                <a:latin typeface="Calibri"/>
                <a:cs typeface="Calibri"/>
              </a:rPr>
              <a:t>de</a:t>
            </a:r>
            <a:r>
              <a:rPr dirty="0" sz="2800" spc="-50">
                <a:solidFill>
                  <a:srgbClr val="4E3629"/>
                </a:solidFill>
                <a:latin typeface="Calibri"/>
                <a:cs typeface="Calibri"/>
              </a:rPr>
              <a:t> </a:t>
            </a:r>
            <a:r>
              <a:rPr dirty="0" sz="2800" spc="-25">
                <a:solidFill>
                  <a:srgbClr val="4E3629"/>
                </a:solidFill>
                <a:latin typeface="Calibri"/>
                <a:cs typeface="Calibri"/>
              </a:rPr>
              <a:t>fecha-</a:t>
            </a:r>
            <a:r>
              <a:rPr dirty="0" sz="2800" spc="-20">
                <a:solidFill>
                  <a:srgbClr val="4E3629"/>
                </a:solidFill>
                <a:latin typeface="Calibri"/>
                <a:cs typeface="Calibri"/>
              </a:rPr>
              <a:t>hora</a:t>
            </a:r>
            <a:endParaRPr sz="2800">
              <a:latin typeface="Calibri"/>
              <a:cs typeface="Calibri"/>
            </a:endParaRP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prstGeom prst="rect"/>
        </p:spPr>
        <p:txBody>
          <a:bodyPr wrap="square" lIns="0" tIns="12700" rIns="0" bIns="0" rtlCol="0" vert="horz">
            <a:spAutoFit/>
          </a:bodyPr>
          <a:lstStyle/>
          <a:p>
            <a:pPr marL="12700">
              <a:lnSpc>
                <a:spcPct val="100000"/>
              </a:lnSpc>
              <a:spcBef>
                <a:spcPts val="100"/>
              </a:spcBef>
            </a:pPr>
            <a:r>
              <a:rPr dirty="0" spc="-30"/>
              <a:t>TIMESTAMP…With</a:t>
            </a:r>
            <a:r>
              <a:rPr dirty="0" spc="-95"/>
              <a:t> </a:t>
            </a:r>
            <a:r>
              <a:rPr dirty="0"/>
              <a:t>[LOCAL]</a:t>
            </a:r>
            <a:r>
              <a:rPr dirty="0" spc="-120"/>
              <a:t> </a:t>
            </a:r>
            <a:r>
              <a:rPr dirty="0"/>
              <a:t>Time</a:t>
            </a:r>
            <a:r>
              <a:rPr dirty="0" spc="-125"/>
              <a:t> </a:t>
            </a:r>
            <a:r>
              <a:rPr dirty="0" spc="-20"/>
              <a:t>Zone</a:t>
            </a:r>
          </a:p>
        </p:txBody>
      </p:sp>
      <p:sp>
        <p:nvSpPr>
          <p:cNvPr id="4" name="object 4" descr=""/>
          <p:cNvSpPr txBox="1">
            <a:spLocks noGrp="1"/>
          </p:cNvSpPr>
          <p:nvPr>
            <p:ph type="dt" idx="6" sz="half"/>
          </p:nvPr>
        </p:nvSpPr>
        <p:spPr>
          <a:prstGeom prst="rect"/>
        </p:spPr>
        <p:txBody>
          <a:bodyPr wrap="square" lIns="0" tIns="0" rIns="0" bIns="0" rtlCol="0" vert="horz">
            <a:spAutoFit/>
          </a:bodyPr>
          <a:lstStyle/>
          <a:p>
            <a:pPr marL="12700">
              <a:lnSpc>
                <a:spcPts val="855"/>
              </a:lnSpc>
            </a:pPr>
            <a:r>
              <a:rPr dirty="0"/>
              <a:t>DP</a:t>
            </a:r>
            <a:r>
              <a:rPr dirty="0" spc="-10"/>
              <a:t> </a:t>
            </a:r>
            <a:r>
              <a:rPr dirty="0"/>
              <a:t>13-</a:t>
            </a:r>
            <a:r>
              <a:rPr dirty="0" spc="-50"/>
              <a:t>2</a:t>
            </a:r>
          </a:p>
          <a:p>
            <a:pPr marL="12700">
              <a:lnSpc>
                <a:spcPts val="965"/>
              </a:lnSpc>
            </a:pPr>
            <a:r>
              <a:rPr dirty="0"/>
              <a:t>Uso</a:t>
            </a:r>
            <a:r>
              <a:rPr dirty="0" spc="-30"/>
              <a:t> </a:t>
            </a:r>
            <a:r>
              <a:rPr dirty="0"/>
              <a:t>de</a:t>
            </a:r>
            <a:r>
              <a:rPr dirty="0" spc="-20"/>
              <a:t> </a:t>
            </a:r>
            <a:r>
              <a:rPr dirty="0"/>
              <a:t>Tipos</a:t>
            </a:r>
            <a:r>
              <a:rPr dirty="0" spc="-20"/>
              <a:t> </a:t>
            </a:r>
            <a:r>
              <a:rPr dirty="0"/>
              <a:t>de</a:t>
            </a:r>
            <a:r>
              <a:rPr dirty="0" spc="-15"/>
              <a:t> </a:t>
            </a:r>
            <a:r>
              <a:rPr dirty="0" spc="-20"/>
              <a:t>Dato</a:t>
            </a:r>
          </a:p>
        </p:txBody>
      </p:sp>
      <p:sp>
        <p:nvSpPr>
          <p:cNvPr id="5" name="object 5" descr=""/>
          <p:cNvSpPr txBox="1">
            <a:spLocks noGrp="1"/>
          </p:cNvSpPr>
          <p:nvPr>
            <p:ph type="ftr" idx="5" sz="quarter"/>
          </p:nvPr>
        </p:nvSpPr>
        <p:spPr>
          <a:prstGeom prst="rect"/>
        </p:spPr>
        <p:txBody>
          <a:bodyPr wrap="square" lIns="0" tIns="0" rIns="0" bIns="0" rtlCol="0" vert="horz">
            <a:spAutoFit/>
          </a:bodyPr>
          <a:lstStyle/>
          <a:p>
            <a:pPr marL="12700">
              <a:lnSpc>
                <a:spcPts val="910"/>
              </a:lnSpc>
            </a:pPr>
            <a:r>
              <a:rPr dirty="0"/>
              <a:t>Copyright</a:t>
            </a:r>
            <a:r>
              <a:rPr dirty="0" spc="-35"/>
              <a:t> </a:t>
            </a:r>
            <a:r>
              <a:rPr dirty="0"/>
              <a:t>©</a:t>
            </a:r>
            <a:r>
              <a:rPr dirty="0" spc="-40"/>
              <a:t> </a:t>
            </a:r>
            <a:r>
              <a:rPr dirty="0"/>
              <a:t>2020,</a:t>
            </a:r>
            <a:r>
              <a:rPr dirty="0" spc="-45"/>
              <a:t> </a:t>
            </a:r>
            <a:r>
              <a:rPr dirty="0"/>
              <a:t>Oracle</a:t>
            </a:r>
            <a:r>
              <a:rPr dirty="0" spc="-30"/>
              <a:t> </a:t>
            </a:r>
            <a:r>
              <a:rPr dirty="0"/>
              <a:t>y/o</a:t>
            </a:r>
            <a:r>
              <a:rPr dirty="0" spc="-30"/>
              <a:t> </a:t>
            </a:r>
            <a:r>
              <a:rPr dirty="0"/>
              <a:t>sus</a:t>
            </a:r>
            <a:r>
              <a:rPr dirty="0" spc="-35"/>
              <a:t> </a:t>
            </a:r>
            <a:r>
              <a:rPr dirty="0"/>
              <a:t>filiales.</a:t>
            </a:r>
            <a:r>
              <a:rPr dirty="0" spc="-10"/>
              <a:t> </a:t>
            </a:r>
            <a:r>
              <a:rPr dirty="0"/>
              <a:t>Todos</a:t>
            </a:r>
            <a:r>
              <a:rPr dirty="0" spc="-35"/>
              <a:t> </a:t>
            </a:r>
            <a:r>
              <a:rPr dirty="0"/>
              <a:t>los</a:t>
            </a:r>
            <a:r>
              <a:rPr dirty="0" spc="-25"/>
              <a:t> </a:t>
            </a:r>
            <a:r>
              <a:rPr dirty="0"/>
              <a:t>derechos</a:t>
            </a:r>
            <a:r>
              <a:rPr dirty="0" spc="-5"/>
              <a:t> </a:t>
            </a:r>
            <a:r>
              <a:rPr dirty="0" spc="-10"/>
              <a:t>reservados.</a:t>
            </a:r>
          </a:p>
        </p:txBody>
      </p:sp>
      <p:sp>
        <p:nvSpPr>
          <p:cNvPr id="6" name="object 6" descr=""/>
          <p:cNvSpPr txBox="1">
            <a:spLocks noGrp="1"/>
          </p:cNvSpPr>
          <p:nvPr>
            <p:ph type="sldNum" idx="7" sz="quarter"/>
          </p:nvPr>
        </p:nvSpPr>
        <p:spPr>
          <a:prstGeom prst="rect"/>
        </p:spPr>
        <p:txBody>
          <a:bodyPr wrap="square" lIns="0" tIns="0" rIns="0" bIns="0" rtlCol="0" vert="horz">
            <a:spAutoFit/>
          </a:bodyPr>
          <a:lstStyle/>
          <a:p>
            <a:pPr marL="12700">
              <a:lnSpc>
                <a:spcPts val="910"/>
              </a:lnSpc>
            </a:pPr>
            <a:r>
              <a:rPr dirty="0" spc="-25"/>
              <a:t>13</a:t>
            </a:r>
          </a:p>
        </p:txBody>
      </p:sp>
      <p:sp>
        <p:nvSpPr>
          <p:cNvPr id="3" name="object 3" descr=""/>
          <p:cNvSpPr txBox="1"/>
          <p:nvPr/>
        </p:nvSpPr>
        <p:spPr>
          <a:xfrm>
            <a:off x="483552" y="1415417"/>
            <a:ext cx="7877175" cy="2960370"/>
          </a:xfrm>
          <a:prstGeom prst="rect">
            <a:avLst/>
          </a:prstGeom>
        </p:spPr>
        <p:txBody>
          <a:bodyPr wrap="square" lIns="0" tIns="59690" rIns="0" bIns="0" rtlCol="0" vert="horz">
            <a:spAutoFit/>
          </a:bodyPr>
          <a:lstStyle/>
          <a:p>
            <a:pPr marL="182880" marR="5080" indent="-170815">
              <a:lnSpc>
                <a:spcPts val="3030"/>
              </a:lnSpc>
              <a:spcBef>
                <a:spcPts val="470"/>
              </a:spcBef>
              <a:buClr>
                <a:srgbClr val="D1350F"/>
              </a:buClr>
              <a:buFont typeface="Arial MT"/>
              <a:buChar char="•"/>
              <a:tabLst>
                <a:tab pos="184785" algn="l"/>
              </a:tabLst>
            </a:pPr>
            <a:r>
              <a:rPr dirty="0" sz="2800" spc="-30">
                <a:solidFill>
                  <a:srgbClr val="4E3629"/>
                </a:solidFill>
                <a:latin typeface="Calibri"/>
                <a:cs typeface="Calibri"/>
              </a:rPr>
              <a:t>TIMESTAMP</a:t>
            </a:r>
            <a:r>
              <a:rPr dirty="0" sz="2800" spc="-45">
                <a:solidFill>
                  <a:srgbClr val="4E3629"/>
                </a:solidFill>
                <a:latin typeface="Calibri"/>
                <a:cs typeface="Calibri"/>
              </a:rPr>
              <a:t> </a:t>
            </a:r>
            <a:r>
              <a:rPr dirty="0" sz="2800">
                <a:solidFill>
                  <a:srgbClr val="4E3629"/>
                </a:solidFill>
                <a:latin typeface="Calibri"/>
                <a:cs typeface="Calibri"/>
              </a:rPr>
              <a:t>WITH</a:t>
            </a:r>
            <a:r>
              <a:rPr dirty="0" sz="2800" spc="-60">
                <a:solidFill>
                  <a:srgbClr val="4E3629"/>
                </a:solidFill>
                <a:latin typeface="Calibri"/>
                <a:cs typeface="Calibri"/>
              </a:rPr>
              <a:t> </a:t>
            </a:r>
            <a:r>
              <a:rPr dirty="0" sz="2800">
                <a:solidFill>
                  <a:srgbClr val="4E3629"/>
                </a:solidFill>
                <a:latin typeface="Calibri"/>
                <a:cs typeface="Calibri"/>
              </a:rPr>
              <a:t>TIME</a:t>
            </a:r>
            <a:r>
              <a:rPr dirty="0" sz="2800" spc="-70">
                <a:solidFill>
                  <a:srgbClr val="4E3629"/>
                </a:solidFill>
                <a:latin typeface="Calibri"/>
                <a:cs typeface="Calibri"/>
              </a:rPr>
              <a:t> </a:t>
            </a:r>
            <a:r>
              <a:rPr dirty="0" sz="2800">
                <a:solidFill>
                  <a:srgbClr val="4E3629"/>
                </a:solidFill>
                <a:latin typeface="Calibri"/>
                <a:cs typeface="Calibri"/>
              </a:rPr>
              <a:t>ZONE</a:t>
            </a:r>
            <a:r>
              <a:rPr dirty="0" sz="2800" spc="-35">
                <a:solidFill>
                  <a:srgbClr val="4E3629"/>
                </a:solidFill>
                <a:latin typeface="Calibri"/>
                <a:cs typeface="Calibri"/>
              </a:rPr>
              <a:t> </a:t>
            </a:r>
            <a:r>
              <a:rPr dirty="0" sz="2800">
                <a:solidFill>
                  <a:srgbClr val="4E3629"/>
                </a:solidFill>
                <a:latin typeface="Calibri"/>
                <a:cs typeface="Calibri"/>
              </a:rPr>
              <a:t>almacena</a:t>
            </a:r>
            <a:r>
              <a:rPr dirty="0" sz="2800" spc="-65">
                <a:solidFill>
                  <a:srgbClr val="4E3629"/>
                </a:solidFill>
                <a:latin typeface="Calibri"/>
                <a:cs typeface="Calibri"/>
              </a:rPr>
              <a:t> </a:t>
            </a:r>
            <a:r>
              <a:rPr dirty="0" sz="2800">
                <a:solidFill>
                  <a:srgbClr val="4E3629"/>
                </a:solidFill>
                <a:latin typeface="Calibri"/>
                <a:cs typeface="Calibri"/>
              </a:rPr>
              <a:t>un</a:t>
            </a:r>
            <a:r>
              <a:rPr dirty="0" sz="2800" spc="-40">
                <a:solidFill>
                  <a:srgbClr val="4E3629"/>
                </a:solidFill>
                <a:latin typeface="Calibri"/>
                <a:cs typeface="Calibri"/>
              </a:rPr>
              <a:t> </a:t>
            </a:r>
            <a:r>
              <a:rPr dirty="0" sz="2800">
                <a:solidFill>
                  <a:srgbClr val="4E3629"/>
                </a:solidFill>
                <a:latin typeface="Calibri"/>
                <a:cs typeface="Calibri"/>
              </a:rPr>
              <a:t>valor</a:t>
            </a:r>
            <a:r>
              <a:rPr dirty="0" sz="2800" spc="-65">
                <a:solidFill>
                  <a:srgbClr val="4E3629"/>
                </a:solidFill>
                <a:latin typeface="Calibri"/>
                <a:cs typeface="Calibri"/>
              </a:rPr>
              <a:t> </a:t>
            </a:r>
            <a:r>
              <a:rPr dirty="0" sz="2800" spc="-25">
                <a:solidFill>
                  <a:srgbClr val="4E3629"/>
                </a:solidFill>
                <a:latin typeface="Calibri"/>
                <a:cs typeface="Calibri"/>
              </a:rPr>
              <a:t>de </a:t>
            </a:r>
            <a:r>
              <a:rPr dirty="0" sz="2800" spc="-25">
                <a:solidFill>
                  <a:srgbClr val="4E3629"/>
                </a:solidFill>
                <a:latin typeface="Calibri"/>
                <a:cs typeface="Calibri"/>
              </a:rPr>
              <a:t>	</a:t>
            </a:r>
            <a:r>
              <a:rPr dirty="0" sz="2800">
                <a:solidFill>
                  <a:srgbClr val="4E3629"/>
                </a:solidFill>
                <a:latin typeface="Calibri"/>
                <a:cs typeface="Calibri"/>
              </a:rPr>
              <a:t>zona</a:t>
            </a:r>
            <a:r>
              <a:rPr dirty="0" sz="2800" spc="-70">
                <a:solidFill>
                  <a:srgbClr val="4E3629"/>
                </a:solidFill>
                <a:latin typeface="Calibri"/>
                <a:cs typeface="Calibri"/>
              </a:rPr>
              <a:t> </a:t>
            </a:r>
            <a:r>
              <a:rPr dirty="0" sz="2800">
                <a:solidFill>
                  <a:srgbClr val="4E3629"/>
                </a:solidFill>
                <a:latin typeface="Calibri"/>
                <a:cs typeface="Calibri"/>
              </a:rPr>
              <a:t>horaria</a:t>
            </a:r>
            <a:r>
              <a:rPr dirty="0" sz="2800" spc="-55">
                <a:solidFill>
                  <a:srgbClr val="4E3629"/>
                </a:solidFill>
                <a:latin typeface="Calibri"/>
                <a:cs typeface="Calibri"/>
              </a:rPr>
              <a:t> </a:t>
            </a:r>
            <a:r>
              <a:rPr dirty="0" sz="2800">
                <a:solidFill>
                  <a:srgbClr val="4E3629"/>
                </a:solidFill>
                <a:latin typeface="Calibri"/>
                <a:cs typeface="Calibri"/>
              </a:rPr>
              <a:t>como</a:t>
            </a:r>
            <a:r>
              <a:rPr dirty="0" sz="2800" spc="-70">
                <a:solidFill>
                  <a:srgbClr val="4E3629"/>
                </a:solidFill>
                <a:latin typeface="Calibri"/>
                <a:cs typeface="Calibri"/>
              </a:rPr>
              <a:t> </a:t>
            </a:r>
            <a:r>
              <a:rPr dirty="0" sz="2800">
                <a:solidFill>
                  <a:srgbClr val="4E3629"/>
                </a:solidFill>
                <a:latin typeface="Calibri"/>
                <a:cs typeface="Calibri"/>
              </a:rPr>
              <a:t>un</a:t>
            </a:r>
            <a:r>
              <a:rPr dirty="0" sz="2800" spc="-55">
                <a:solidFill>
                  <a:srgbClr val="4E3629"/>
                </a:solidFill>
                <a:latin typeface="Calibri"/>
                <a:cs typeface="Calibri"/>
              </a:rPr>
              <a:t> </a:t>
            </a:r>
            <a:r>
              <a:rPr dirty="0" sz="2800" spc="-10">
                <a:solidFill>
                  <a:srgbClr val="4E3629"/>
                </a:solidFill>
                <a:latin typeface="Calibri"/>
                <a:cs typeface="Calibri"/>
              </a:rPr>
              <a:t>desplazamiento</a:t>
            </a:r>
            <a:r>
              <a:rPr dirty="0" sz="2800" spc="-40">
                <a:solidFill>
                  <a:srgbClr val="4E3629"/>
                </a:solidFill>
                <a:latin typeface="Calibri"/>
                <a:cs typeface="Calibri"/>
              </a:rPr>
              <a:t> </a:t>
            </a:r>
            <a:r>
              <a:rPr dirty="0" sz="2800">
                <a:solidFill>
                  <a:srgbClr val="4E3629"/>
                </a:solidFill>
                <a:latin typeface="Calibri"/>
                <a:cs typeface="Calibri"/>
              </a:rPr>
              <a:t>de</a:t>
            </a:r>
            <a:r>
              <a:rPr dirty="0" sz="2800" spc="-60">
                <a:solidFill>
                  <a:srgbClr val="4E3629"/>
                </a:solidFill>
                <a:latin typeface="Calibri"/>
                <a:cs typeface="Calibri"/>
              </a:rPr>
              <a:t> </a:t>
            </a:r>
            <a:r>
              <a:rPr dirty="0" sz="2800">
                <a:solidFill>
                  <a:srgbClr val="4E3629"/>
                </a:solidFill>
                <a:latin typeface="Calibri"/>
                <a:cs typeface="Calibri"/>
              </a:rPr>
              <a:t>la</a:t>
            </a:r>
            <a:r>
              <a:rPr dirty="0" sz="2800" spc="-75">
                <a:solidFill>
                  <a:srgbClr val="4E3629"/>
                </a:solidFill>
                <a:latin typeface="Calibri"/>
                <a:cs typeface="Calibri"/>
              </a:rPr>
              <a:t> </a:t>
            </a:r>
            <a:r>
              <a:rPr dirty="0" sz="2800" spc="-20">
                <a:solidFill>
                  <a:srgbClr val="4E3629"/>
                </a:solidFill>
                <a:latin typeface="Calibri"/>
                <a:cs typeface="Calibri"/>
              </a:rPr>
              <a:t>Hora </a:t>
            </a:r>
            <a:r>
              <a:rPr dirty="0" sz="2800" spc="-20">
                <a:solidFill>
                  <a:srgbClr val="4E3629"/>
                </a:solidFill>
                <a:latin typeface="Calibri"/>
                <a:cs typeface="Calibri"/>
              </a:rPr>
              <a:t>	</a:t>
            </a:r>
            <a:r>
              <a:rPr dirty="0" sz="2800">
                <a:solidFill>
                  <a:srgbClr val="4E3629"/>
                </a:solidFill>
                <a:latin typeface="Calibri"/>
                <a:cs typeface="Calibri"/>
              </a:rPr>
              <a:t>Universal</a:t>
            </a:r>
            <a:r>
              <a:rPr dirty="0" sz="2800" spc="-100">
                <a:solidFill>
                  <a:srgbClr val="4E3629"/>
                </a:solidFill>
                <a:latin typeface="Calibri"/>
                <a:cs typeface="Calibri"/>
              </a:rPr>
              <a:t> </a:t>
            </a:r>
            <a:r>
              <a:rPr dirty="0" sz="2800">
                <a:solidFill>
                  <a:srgbClr val="4E3629"/>
                </a:solidFill>
                <a:latin typeface="Calibri"/>
                <a:cs typeface="Calibri"/>
              </a:rPr>
              <a:t>Coordinada</a:t>
            </a:r>
            <a:r>
              <a:rPr dirty="0" sz="2800" spc="-75">
                <a:solidFill>
                  <a:srgbClr val="4E3629"/>
                </a:solidFill>
                <a:latin typeface="Calibri"/>
                <a:cs typeface="Calibri"/>
              </a:rPr>
              <a:t> </a:t>
            </a:r>
            <a:r>
              <a:rPr dirty="0" sz="2800">
                <a:solidFill>
                  <a:srgbClr val="4E3629"/>
                </a:solidFill>
                <a:latin typeface="Calibri"/>
                <a:cs typeface="Calibri"/>
              </a:rPr>
              <a:t>o</a:t>
            </a:r>
            <a:r>
              <a:rPr dirty="0" sz="2800" spc="-100">
                <a:solidFill>
                  <a:srgbClr val="4E3629"/>
                </a:solidFill>
                <a:latin typeface="Calibri"/>
                <a:cs typeface="Calibri"/>
              </a:rPr>
              <a:t> </a:t>
            </a:r>
            <a:r>
              <a:rPr dirty="0" sz="2800">
                <a:solidFill>
                  <a:srgbClr val="4E3629"/>
                </a:solidFill>
                <a:latin typeface="Calibri"/>
                <a:cs typeface="Calibri"/>
              </a:rPr>
              <a:t>UCT</a:t>
            </a:r>
            <a:r>
              <a:rPr dirty="0" sz="2800" spc="-100">
                <a:solidFill>
                  <a:srgbClr val="4E3629"/>
                </a:solidFill>
                <a:latin typeface="Calibri"/>
                <a:cs typeface="Calibri"/>
              </a:rPr>
              <a:t> </a:t>
            </a:r>
            <a:r>
              <a:rPr dirty="0" sz="2800">
                <a:solidFill>
                  <a:srgbClr val="4E3629"/>
                </a:solidFill>
                <a:latin typeface="Calibri"/>
                <a:cs typeface="Calibri"/>
              </a:rPr>
              <a:t>(también</a:t>
            </a:r>
            <a:r>
              <a:rPr dirty="0" sz="2800" spc="-85">
                <a:solidFill>
                  <a:srgbClr val="4E3629"/>
                </a:solidFill>
                <a:latin typeface="Calibri"/>
                <a:cs typeface="Calibri"/>
              </a:rPr>
              <a:t> </a:t>
            </a:r>
            <a:r>
              <a:rPr dirty="0" sz="2800">
                <a:solidFill>
                  <a:srgbClr val="4E3629"/>
                </a:solidFill>
                <a:latin typeface="Calibri"/>
                <a:cs typeface="Calibri"/>
              </a:rPr>
              <a:t>conocida</a:t>
            </a:r>
            <a:r>
              <a:rPr dirty="0" sz="2800" spc="-85">
                <a:solidFill>
                  <a:srgbClr val="4E3629"/>
                </a:solidFill>
                <a:latin typeface="Calibri"/>
                <a:cs typeface="Calibri"/>
              </a:rPr>
              <a:t> </a:t>
            </a:r>
            <a:r>
              <a:rPr dirty="0" sz="2800" spc="-20">
                <a:solidFill>
                  <a:srgbClr val="4E3629"/>
                </a:solidFill>
                <a:latin typeface="Calibri"/>
                <a:cs typeface="Calibri"/>
              </a:rPr>
              <a:t>como </a:t>
            </a:r>
            <a:r>
              <a:rPr dirty="0" sz="2800" spc="-20">
                <a:solidFill>
                  <a:srgbClr val="4E3629"/>
                </a:solidFill>
                <a:latin typeface="Calibri"/>
                <a:cs typeface="Calibri"/>
              </a:rPr>
              <a:t>	</a:t>
            </a:r>
            <a:r>
              <a:rPr dirty="0" sz="2800">
                <a:solidFill>
                  <a:srgbClr val="4E3629"/>
                </a:solidFill>
                <a:latin typeface="Calibri"/>
                <a:cs typeface="Calibri"/>
              </a:rPr>
              <a:t>Hora</a:t>
            </a:r>
            <a:r>
              <a:rPr dirty="0" sz="2800" spc="-55">
                <a:solidFill>
                  <a:srgbClr val="4E3629"/>
                </a:solidFill>
                <a:latin typeface="Calibri"/>
                <a:cs typeface="Calibri"/>
              </a:rPr>
              <a:t> </a:t>
            </a:r>
            <a:r>
              <a:rPr dirty="0" sz="2800">
                <a:solidFill>
                  <a:srgbClr val="4E3629"/>
                </a:solidFill>
                <a:latin typeface="Calibri"/>
                <a:cs typeface="Calibri"/>
              </a:rPr>
              <a:t>Media</a:t>
            </a:r>
            <a:r>
              <a:rPr dirty="0" sz="2800" spc="-50">
                <a:solidFill>
                  <a:srgbClr val="4E3629"/>
                </a:solidFill>
                <a:latin typeface="Calibri"/>
                <a:cs typeface="Calibri"/>
              </a:rPr>
              <a:t> </a:t>
            </a:r>
            <a:r>
              <a:rPr dirty="0" sz="2800">
                <a:solidFill>
                  <a:srgbClr val="4E3629"/>
                </a:solidFill>
                <a:latin typeface="Calibri"/>
                <a:cs typeface="Calibri"/>
              </a:rPr>
              <a:t>de</a:t>
            </a:r>
            <a:r>
              <a:rPr dirty="0" sz="2800" spc="-55">
                <a:solidFill>
                  <a:srgbClr val="4E3629"/>
                </a:solidFill>
                <a:latin typeface="Calibri"/>
                <a:cs typeface="Calibri"/>
              </a:rPr>
              <a:t> </a:t>
            </a:r>
            <a:r>
              <a:rPr dirty="0" sz="2800">
                <a:solidFill>
                  <a:srgbClr val="4E3629"/>
                </a:solidFill>
                <a:latin typeface="Calibri"/>
                <a:cs typeface="Calibri"/>
              </a:rPr>
              <a:t>Greenwich</a:t>
            </a:r>
            <a:r>
              <a:rPr dirty="0" sz="2800" spc="-60">
                <a:solidFill>
                  <a:srgbClr val="4E3629"/>
                </a:solidFill>
                <a:latin typeface="Calibri"/>
                <a:cs typeface="Calibri"/>
              </a:rPr>
              <a:t> </a:t>
            </a:r>
            <a:r>
              <a:rPr dirty="0" sz="2800">
                <a:solidFill>
                  <a:srgbClr val="4E3629"/>
                </a:solidFill>
                <a:latin typeface="Calibri"/>
                <a:cs typeface="Calibri"/>
              </a:rPr>
              <a:t>o</a:t>
            </a:r>
            <a:r>
              <a:rPr dirty="0" sz="2800" spc="-70">
                <a:solidFill>
                  <a:srgbClr val="4E3629"/>
                </a:solidFill>
                <a:latin typeface="Calibri"/>
                <a:cs typeface="Calibri"/>
              </a:rPr>
              <a:t> </a:t>
            </a:r>
            <a:r>
              <a:rPr dirty="0" sz="2800" spc="-20">
                <a:solidFill>
                  <a:srgbClr val="4E3629"/>
                </a:solidFill>
                <a:latin typeface="Calibri"/>
                <a:cs typeface="Calibri"/>
              </a:rPr>
              <a:t>GMT)</a:t>
            </a:r>
            <a:endParaRPr sz="2800">
              <a:latin typeface="Calibri"/>
              <a:cs typeface="Calibri"/>
            </a:endParaRPr>
          </a:p>
          <a:p>
            <a:pPr marL="183515" indent="-170815">
              <a:lnSpc>
                <a:spcPts val="3195"/>
              </a:lnSpc>
              <a:spcBef>
                <a:spcPts val="405"/>
              </a:spcBef>
              <a:buClr>
                <a:srgbClr val="D1350F"/>
              </a:buClr>
              <a:buFont typeface="Arial MT"/>
              <a:buChar char="•"/>
              <a:tabLst>
                <a:tab pos="183515" algn="l"/>
              </a:tabLst>
            </a:pPr>
            <a:r>
              <a:rPr dirty="0" sz="2800">
                <a:solidFill>
                  <a:srgbClr val="4E3629"/>
                </a:solidFill>
                <a:latin typeface="Calibri"/>
                <a:cs typeface="Calibri"/>
              </a:rPr>
              <a:t>Un</a:t>
            </a:r>
            <a:r>
              <a:rPr dirty="0" sz="2800" spc="-65">
                <a:solidFill>
                  <a:srgbClr val="4E3629"/>
                </a:solidFill>
                <a:latin typeface="Calibri"/>
                <a:cs typeface="Calibri"/>
              </a:rPr>
              <a:t> </a:t>
            </a:r>
            <a:r>
              <a:rPr dirty="0" sz="2800">
                <a:solidFill>
                  <a:srgbClr val="4E3629"/>
                </a:solidFill>
                <a:latin typeface="Calibri"/>
                <a:cs typeface="Calibri"/>
              </a:rPr>
              <a:t>valor</a:t>
            </a:r>
            <a:r>
              <a:rPr dirty="0" sz="2800" spc="-75">
                <a:solidFill>
                  <a:srgbClr val="4E3629"/>
                </a:solidFill>
                <a:latin typeface="Calibri"/>
                <a:cs typeface="Calibri"/>
              </a:rPr>
              <a:t> </a:t>
            </a:r>
            <a:r>
              <a:rPr dirty="0" sz="2800" spc="-25">
                <a:solidFill>
                  <a:srgbClr val="4E3629"/>
                </a:solidFill>
                <a:latin typeface="Calibri"/>
                <a:cs typeface="Calibri"/>
              </a:rPr>
              <a:t>"21-</a:t>
            </a:r>
            <a:r>
              <a:rPr dirty="0" sz="2800" spc="-20">
                <a:solidFill>
                  <a:srgbClr val="4E3629"/>
                </a:solidFill>
                <a:latin typeface="Calibri"/>
                <a:cs typeface="Calibri"/>
              </a:rPr>
              <a:t>Aug-</a:t>
            </a:r>
            <a:r>
              <a:rPr dirty="0" sz="2800">
                <a:solidFill>
                  <a:srgbClr val="4E3629"/>
                </a:solidFill>
                <a:latin typeface="Calibri"/>
                <a:cs typeface="Calibri"/>
              </a:rPr>
              <a:t>2003</a:t>
            </a:r>
            <a:r>
              <a:rPr dirty="0" sz="2800" spc="-5">
                <a:solidFill>
                  <a:srgbClr val="4E3629"/>
                </a:solidFill>
                <a:latin typeface="Calibri"/>
                <a:cs typeface="Calibri"/>
              </a:rPr>
              <a:t> </a:t>
            </a:r>
            <a:r>
              <a:rPr dirty="0" sz="2800">
                <a:solidFill>
                  <a:srgbClr val="4E3629"/>
                </a:solidFill>
                <a:latin typeface="Calibri"/>
                <a:cs typeface="Calibri"/>
              </a:rPr>
              <a:t>08:00:00</a:t>
            </a:r>
            <a:r>
              <a:rPr dirty="0" sz="2800" spc="-20">
                <a:solidFill>
                  <a:srgbClr val="4E3629"/>
                </a:solidFill>
                <a:latin typeface="Calibri"/>
                <a:cs typeface="Calibri"/>
              </a:rPr>
              <a:t> </a:t>
            </a:r>
            <a:r>
              <a:rPr dirty="0" sz="2800">
                <a:solidFill>
                  <a:srgbClr val="4E3629"/>
                </a:solidFill>
                <a:latin typeface="Calibri"/>
                <a:cs typeface="Calibri"/>
              </a:rPr>
              <a:t>–5:00"</a:t>
            </a:r>
            <a:r>
              <a:rPr dirty="0" sz="2800" spc="-30">
                <a:solidFill>
                  <a:srgbClr val="4E3629"/>
                </a:solidFill>
                <a:latin typeface="Calibri"/>
                <a:cs typeface="Calibri"/>
              </a:rPr>
              <a:t> </a:t>
            </a:r>
            <a:r>
              <a:rPr dirty="0" sz="2800">
                <a:solidFill>
                  <a:srgbClr val="4E3629"/>
                </a:solidFill>
                <a:latin typeface="Calibri"/>
                <a:cs typeface="Calibri"/>
              </a:rPr>
              <a:t>significa</a:t>
            </a:r>
            <a:r>
              <a:rPr dirty="0" sz="2800" spc="-55">
                <a:solidFill>
                  <a:srgbClr val="4E3629"/>
                </a:solidFill>
                <a:latin typeface="Calibri"/>
                <a:cs typeface="Calibri"/>
              </a:rPr>
              <a:t> </a:t>
            </a:r>
            <a:r>
              <a:rPr dirty="0" sz="2800" spc="-20">
                <a:solidFill>
                  <a:srgbClr val="4E3629"/>
                </a:solidFill>
                <a:latin typeface="Calibri"/>
                <a:cs typeface="Calibri"/>
              </a:rPr>
              <a:t>8:00</a:t>
            </a:r>
            <a:endParaRPr sz="2800">
              <a:latin typeface="Calibri"/>
              <a:cs typeface="Calibri"/>
            </a:endParaRPr>
          </a:p>
          <a:p>
            <a:pPr marL="184785">
              <a:lnSpc>
                <a:spcPts val="3195"/>
              </a:lnSpc>
            </a:pPr>
            <a:r>
              <a:rPr dirty="0" sz="2800">
                <a:solidFill>
                  <a:srgbClr val="4E3629"/>
                </a:solidFill>
                <a:latin typeface="Calibri"/>
                <a:cs typeface="Calibri"/>
              </a:rPr>
              <a:t>a.m.</a:t>
            </a:r>
            <a:r>
              <a:rPr dirty="0" sz="2800" spc="-45">
                <a:solidFill>
                  <a:srgbClr val="4E3629"/>
                </a:solidFill>
                <a:latin typeface="Calibri"/>
                <a:cs typeface="Calibri"/>
              </a:rPr>
              <a:t> </a:t>
            </a:r>
            <a:r>
              <a:rPr dirty="0" sz="2800">
                <a:solidFill>
                  <a:srgbClr val="4E3629"/>
                </a:solidFill>
                <a:latin typeface="Calibri"/>
                <a:cs typeface="Calibri"/>
              </a:rPr>
              <a:t>5</a:t>
            </a:r>
            <a:r>
              <a:rPr dirty="0" sz="2800" spc="-45">
                <a:solidFill>
                  <a:srgbClr val="4E3629"/>
                </a:solidFill>
                <a:latin typeface="Calibri"/>
                <a:cs typeface="Calibri"/>
              </a:rPr>
              <a:t> </a:t>
            </a:r>
            <a:r>
              <a:rPr dirty="0" sz="2800">
                <a:solidFill>
                  <a:srgbClr val="4E3629"/>
                </a:solidFill>
                <a:latin typeface="Calibri"/>
                <a:cs typeface="Calibri"/>
              </a:rPr>
              <a:t>horas</a:t>
            </a:r>
            <a:r>
              <a:rPr dirty="0" sz="2800" spc="-50">
                <a:solidFill>
                  <a:srgbClr val="4E3629"/>
                </a:solidFill>
                <a:latin typeface="Calibri"/>
                <a:cs typeface="Calibri"/>
              </a:rPr>
              <a:t> </a:t>
            </a:r>
            <a:r>
              <a:rPr dirty="0" sz="2800">
                <a:solidFill>
                  <a:srgbClr val="4E3629"/>
                </a:solidFill>
                <a:latin typeface="Calibri"/>
                <a:cs typeface="Calibri"/>
              </a:rPr>
              <a:t>por</a:t>
            </a:r>
            <a:r>
              <a:rPr dirty="0" sz="2800" spc="-50">
                <a:solidFill>
                  <a:srgbClr val="4E3629"/>
                </a:solidFill>
                <a:latin typeface="Calibri"/>
                <a:cs typeface="Calibri"/>
              </a:rPr>
              <a:t> </a:t>
            </a:r>
            <a:r>
              <a:rPr dirty="0" sz="2800">
                <a:solidFill>
                  <a:srgbClr val="4E3629"/>
                </a:solidFill>
                <a:latin typeface="Calibri"/>
                <a:cs typeface="Calibri"/>
              </a:rPr>
              <a:t>debajo</a:t>
            </a:r>
            <a:r>
              <a:rPr dirty="0" sz="2800" spc="-35">
                <a:solidFill>
                  <a:srgbClr val="4E3629"/>
                </a:solidFill>
                <a:latin typeface="Calibri"/>
                <a:cs typeface="Calibri"/>
              </a:rPr>
              <a:t> </a:t>
            </a:r>
            <a:r>
              <a:rPr dirty="0" sz="2800">
                <a:solidFill>
                  <a:srgbClr val="4E3629"/>
                </a:solidFill>
                <a:latin typeface="Calibri"/>
                <a:cs typeface="Calibri"/>
              </a:rPr>
              <a:t>de</a:t>
            </a:r>
            <a:r>
              <a:rPr dirty="0" sz="2800" spc="-60">
                <a:solidFill>
                  <a:srgbClr val="4E3629"/>
                </a:solidFill>
                <a:latin typeface="Calibri"/>
                <a:cs typeface="Calibri"/>
              </a:rPr>
              <a:t> </a:t>
            </a:r>
            <a:r>
              <a:rPr dirty="0" sz="2800" spc="-25">
                <a:solidFill>
                  <a:srgbClr val="4E3629"/>
                </a:solidFill>
                <a:latin typeface="Calibri"/>
                <a:cs typeface="Calibri"/>
              </a:rPr>
              <a:t>UTC</a:t>
            </a:r>
            <a:endParaRPr sz="2800">
              <a:latin typeface="Calibri"/>
              <a:cs typeface="Calibri"/>
            </a:endParaRPr>
          </a:p>
          <a:p>
            <a:pPr marL="183515" indent="-170815">
              <a:lnSpc>
                <a:spcPct val="100000"/>
              </a:lnSpc>
              <a:spcBef>
                <a:spcPts val="465"/>
              </a:spcBef>
              <a:buClr>
                <a:srgbClr val="D1350F"/>
              </a:buClr>
              <a:buFont typeface="Arial MT"/>
              <a:buChar char="•"/>
              <a:tabLst>
                <a:tab pos="183515" algn="l"/>
              </a:tabLst>
            </a:pPr>
            <a:r>
              <a:rPr dirty="0" sz="2800">
                <a:solidFill>
                  <a:srgbClr val="4E3629"/>
                </a:solidFill>
                <a:latin typeface="Calibri"/>
                <a:cs typeface="Calibri"/>
              </a:rPr>
              <a:t>Esta</a:t>
            </a:r>
            <a:r>
              <a:rPr dirty="0" sz="2800" spc="-75">
                <a:solidFill>
                  <a:srgbClr val="4E3629"/>
                </a:solidFill>
                <a:latin typeface="Calibri"/>
                <a:cs typeface="Calibri"/>
              </a:rPr>
              <a:t> </a:t>
            </a:r>
            <a:r>
              <a:rPr dirty="0" sz="2800">
                <a:solidFill>
                  <a:srgbClr val="4E3629"/>
                </a:solidFill>
                <a:latin typeface="Calibri"/>
                <a:cs typeface="Calibri"/>
              </a:rPr>
              <a:t>es</a:t>
            </a:r>
            <a:r>
              <a:rPr dirty="0" sz="2800" spc="-60">
                <a:solidFill>
                  <a:srgbClr val="4E3629"/>
                </a:solidFill>
                <a:latin typeface="Calibri"/>
                <a:cs typeface="Calibri"/>
              </a:rPr>
              <a:t> </a:t>
            </a:r>
            <a:r>
              <a:rPr dirty="0" sz="2800">
                <a:solidFill>
                  <a:srgbClr val="4E3629"/>
                </a:solidFill>
                <a:latin typeface="Calibri"/>
                <a:cs typeface="Calibri"/>
              </a:rPr>
              <a:t>Hora</a:t>
            </a:r>
            <a:r>
              <a:rPr dirty="0" sz="2800" spc="-50">
                <a:solidFill>
                  <a:srgbClr val="4E3629"/>
                </a:solidFill>
                <a:latin typeface="Calibri"/>
                <a:cs typeface="Calibri"/>
              </a:rPr>
              <a:t> </a:t>
            </a:r>
            <a:r>
              <a:rPr dirty="0" sz="2800">
                <a:solidFill>
                  <a:srgbClr val="4E3629"/>
                </a:solidFill>
                <a:latin typeface="Calibri"/>
                <a:cs typeface="Calibri"/>
              </a:rPr>
              <a:t>Oficial</a:t>
            </a:r>
            <a:r>
              <a:rPr dirty="0" sz="2800" spc="-70">
                <a:solidFill>
                  <a:srgbClr val="4E3629"/>
                </a:solidFill>
                <a:latin typeface="Calibri"/>
                <a:cs typeface="Calibri"/>
              </a:rPr>
              <a:t> </a:t>
            </a:r>
            <a:r>
              <a:rPr dirty="0" sz="2800">
                <a:solidFill>
                  <a:srgbClr val="4E3629"/>
                </a:solidFill>
                <a:latin typeface="Calibri"/>
                <a:cs typeface="Calibri"/>
              </a:rPr>
              <a:t>Oriental</a:t>
            </a:r>
            <a:r>
              <a:rPr dirty="0" sz="2800" spc="-60">
                <a:solidFill>
                  <a:srgbClr val="4E3629"/>
                </a:solidFill>
                <a:latin typeface="Calibri"/>
                <a:cs typeface="Calibri"/>
              </a:rPr>
              <a:t> </a:t>
            </a:r>
            <a:r>
              <a:rPr dirty="0" sz="2800">
                <a:solidFill>
                  <a:srgbClr val="4E3629"/>
                </a:solidFill>
                <a:latin typeface="Calibri"/>
                <a:cs typeface="Calibri"/>
              </a:rPr>
              <a:t>de</a:t>
            </a:r>
            <a:r>
              <a:rPr dirty="0" sz="2800" spc="-65">
                <a:solidFill>
                  <a:srgbClr val="4E3629"/>
                </a:solidFill>
                <a:latin typeface="Calibri"/>
                <a:cs typeface="Calibri"/>
              </a:rPr>
              <a:t> </a:t>
            </a:r>
            <a:r>
              <a:rPr dirty="0" sz="2800">
                <a:solidFill>
                  <a:srgbClr val="4E3629"/>
                </a:solidFill>
                <a:latin typeface="Calibri"/>
                <a:cs typeface="Calibri"/>
              </a:rPr>
              <a:t>EE.</a:t>
            </a:r>
            <a:r>
              <a:rPr dirty="0" sz="2800" spc="-60">
                <a:solidFill>
                  <a:srgbClr val="4E3629"/>
                </a:solidFill>
                <a:latin typeface="Calibri"/>
                <a:cs typeface="Calibri"/>
              </a:rPr>
              <a:t> </a:t>
            </a:r>
            <a:r>
              <a:rPr dirty="0" sz="2800">
                <a:solidFill>
                  <a:srgbClr val="4E3629"/>
                </a:solidFill>
                <a:latin typeface="Calibri"/>
                <a:cs typeface="Calibri"/>
              </a:rPr>
              <a:t>UU.</a:t>
            </a:r>
            <a:r>
              <a:rPr dirty="0" sz="2800" spc="-65">
                <a:solidFill>
                  <a:srgbClr val="4E3629"/>
                </a:solidFill>
                <a:latin typeface="Calibri"/>
                <a:cs typeface="Calibri"/>
              </a:rPr>
              <a:t> </a:t>
            </a:r>
            <a:r>
              <a:rPr dirty="0" sz="2800" spc="-10">
                <a:solidFill>
                  <a:srgbClr val="4E3629"/>
                </a:solidFill>
                <a:latin typeface="Calibri"/>
                <a:cs typeface="Calibri"/>
              </a:rPr>
              <a:t>(EST)</a:t>
            </a:r>
            <a:endParaRPr sz="2800">
              <a:latin typeface="Calibri"/>
              <a:cs typeface="Calibri"/>
            </a:endParaRP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prstGeom prst="rect"/>
        </p:spPr>
        <p:txBody>
          <a:bodyPr wrap="square" lIns="0" tIns="12700" rIns="0" bIns="0" rtlCol="0" vert="horz">
            <a:spAutoFit/>
          </a:bodyPr>
          <a:lstStyle/>
          <a:p>
            <a:pPr marL="12700">
              <a:lnSpc>
                <a:spcPct val="100000"/>
              </a:lnSpc>
              <a:spcBef>
                <a:spcPts val="100"/>
              </a:spcBef>
            </a:pPr>
            <a:r>
              <a:rPr dirty="0" spc="-30"/>
              <a:t>TIMESTAMP…With</a:t>
            </a:r>
            <a:r>
              <a:rPr dirty="0" spc="-95"/>
              <a:t> </a:t>
            </a:r>
            <a:r>
              <a:rPr dirty="0"/>
              <a:t>[LOCAL]</a:t>
            </a:r>
            <a:r>
              <a:rPr dirty="0" spc="-120"/>
              <a:t> </a:t>
            </a:r>
            <a:r>
              <a:rPr dirty="0"/>
              <a:t>Time</a:t>
            </a:r>
            <a:r>
              <a:rPr dirty="0" spc="-125"/>
              <a:t> </a:t>
            </a:r>
            <a:r>
              <a:rPr dirty="0" spc="-20"/>
              <a:t>Zone</a:t>
            </a:r>
          </a:p>
        </p:txBody>
      </p:sp>
      <p:sp>
        <p:nvSpPr>
          <p:cNvPr id="9" name="object 9" descr=""/>
          <p:cNvSpPr txBox="1">
            <a:spLocks noGrp="1"/>
          </p:cNvSpPr>
          <p:nvPr>
            <p:ph type="dt" idx="6" sz="half"/>
          </p:nvPr>
        </p:nvSpPr>
        <p:spPr>
          <a:prstGeom prst="rect"/>
        </p:spPr>
        <p:txBody>
          <a:bodyPr wrap="square" lIns="0" tIns="0" rIns="0" bIns="0" rtlCol="0" vert="horz">
            <a:spAutoFit/>
          </a:bodyPr>
          <a:lstStyle/>
          <a:p>
            <a:pPr marL="12700">
              <a:lnSpc>
                <a:spcPts val="855"/>
              </a:lnSpc>
            </a:pPr>
            <a:r>
              <a:rPr dirty="0"/>
              <a:t>DP</a:t>
            </a:r>
            <a:r>
              <a:rPr dirty="0" spc="-10"/>
              <a:t> </a:t>
            </a:r>
            <a:r>
              <a:rPr dirty="0"/>
              <a:t>13-</a:t>
            </a:r>
            <a:r>
              <a:rPr dirty="0" spc="-50"/>
              <a:t>2</a:t>
            </a:r>
          </a:p>
          <a:p>
            <a:pPr marL="12700">
              <a:lnSpc>
                <a:spcPts val="965"/>
              </a:lnSpc>
            </a:pPr>
            <a:r>
              <a:rPr dirty="0"/>
              <a:t>Uso</a:t>
            </a:r>
            <a:r>
              <a:rPr dirty="0" spc="-30"/>
              <a:t> </a:t>
            </a:r>
            <a:r>
              <a:rPr dirty="0"/>
              <a:t>de</a:t>
            </a:r>
            <a:r>
              <a:rPr dirty="0" spc="-20"/>
              <a:t> </a:t>
            </a:r>
            <a:r>
              <a:rPr dirty="0"/>
              <a:t>Tipos</a:t>
            </a:r>
            <a:r>
              <a:rPr dirty="0" spc="-20"/>
              <a:t> </a:t>
            </a:r>
            <a:r>
              <a:rPr dirty="0"/>
              <a:t>de</a:t>
            </a:r>
            <a:r>
              <a:rPr dirty="0" spc="-15"/>
              <a:t> </a:t>
            </a:r>
            <a:r>
              <a:rPr dirty="0" spc="-20"/>
              <a:t>Dato</a:t>
            </a:r>
          </a:p>
        </p:txBody>
      </p:sp>
      <p:sp>
        <p:nvSpPr>
          <p:cNvPr id="10" name="object 10" descr=""/>
          <p:cNvSpPr txBox="1">
            <a:spLocks noGrp="1"/>
          </p:cNvSpPr>
          <p:nvPr>
            <p:ph type="ftr" idx="5" sz="quarter"/>
          </p:nvPr>
        </p:nvSpPr>
        <p:spPr>
          <a:prstGeom prst="rect"/>
        </p:spPr>
        <p:txBody>
          <a:bodyPr wrap="square" lIns="0" tIns="0" rIns="0" bIns="0" rtlCol="0" vert="horz">
            <a:spAutoFit/>
          </a:bodyPr>
          <a:lstStyle/>
          <a:p>
            <a:pPr marL="12700">
              <a:lnSpc>
                <a:spcPts val="910"/>
              </a:lnSpc>
            </a:pPr>
            <a:r>
              <a:rPr dirty="0"/>
              <a:t>Copyright</a:t>
            </a:r>
            <a:r>
              <a:rPr dirty="0" spc="-35"/>
              <a:t> </a:t>
            </a:r>
            <a:r>
              <a:rPr dirty="0"/>
              <a:t>©</a:t>
            </a:r>
            <a:r>
              <a:rPr dirty="0" spc="-40"/>
              <a:t> </a:t>
            </a:r>
            <a:r>
              <a:rPr dirty="0"/>
              <a:t>2020,</a:t>
            </a:r>
            <a:r>
              <a:rPr dirty="0" spc="-45"/>
              <a:t> </a:t>
            </a:r>
            <a:r>
              <a:rPr dirty="0"/>
              <a:t>Oracle</a:t>
            </a:r>
            <a:r>
              <a:rPr dirty="0" spc="-30"/>
              <a:t> </a:t>
            </a:r>
            <a:r>
              <a:rPr dirty="0"/>
              <a:t>y/o</a:t>
            </a:r>
            <a:r>
              <a:rPr dirty="0" spc="-30"/>
              <a:t> </a:t>
            </a:r>
            <a:r>
              <a:rPr dirty="0"/>
              <a:t>sus</a:t>
            </a:r>
            <a:r>
              <a:rPr dirty="0" spc="-35"/>
              <a:t> </a:t>
            </a:r>
            <a:r>
              <a:rPr dirty="0"/>
              <a:t>filiales.</a:t>
            </a:r>
            <a:r>
              <a:rPr dirty="0" spc="-10"/>
              <a:t> </a:t>
            </a:r>
            <a:r>
              <a:rPr dirty="0"/>
              <a:t>Todos</a:t>
            </a:r>
            <a:r>
              <a:rPr dirty="0" spc="-35"/>
              <a:t> </a:t>
            </a:r>
            <a:r>
              <a:rPr dirty="0"/>
              <a:t>los</a:t>
            </a:r>
            <a:r>
              <a:rPr dirty="0" spc="-25"/>
              <a:t> </a:t>
            </a:r>
            <a:r>
              <a:rPr dirty="0"/>
              <a:t>derechos</a:t>
            </a:r>
            <a:r>
              <a:rPr dirty="0" spc="-5"/>
              <a:t> </a:t>
            </a:r>
            <a:r>
              <a:rPr dirty="0" spc="-10"/>
              <a:t>reservados.</a:t>
            </a:r>
          </a:p>
        </p:txBody>
      </p:sp>
      <p:sp>
        <p:nvSpPr>
          <p:cNvPr id="11" name="object 11" descr=""/>
          <p:cNvSpPr txBox="1">
            <a:spLocks noGrp="1"/>
          </p:cNvSpPr>
          <p:nvPr>
            <p:ph type="sldNum" idx="7" sz="quarter"/>
          </p:nvPr>
        </p:nvSpPr>
        <p:spPr>
          <a:prstGeom prst="rect"/>
        </p:spPr>
        <p:txBody>
          <a:bodyPr wrap="square" lIns="0" tIns="0" rIns="0" bIns="0" rtlCol="0" vert="horz">
            <a:spAutoFit/>
          </a:bodyPr>
          <a:lstStyle/>
          <a:p>
            <a:pPr marL="12700">
              <a:lnSpc>
                <a:spcPts val="910"/>
              </a:lnSpc>
            </a:pPr>
            <a:r>
              <a:rPr dirty="0" spc="-25"/>
              <a:t>14</a:t>
            </a:r>
          </a:p>
        </p:txBody>
      </p:sp>
      <p:sp>
        <p:nvSpPr>
          <p:cNvPr id="3" name="object 3" descr=""/>
          <p:cNvSpPr txBox="1"/>
          <p:nvPr/>
        </p:nvSpPr>
        <p:spPr>
          <a:xfrm>
            <a:off x="483552" y="1415417"/>
            <a:ext cx="6313170" cy="452120"/>
          </a:xfrm>
          <a:prstGeom prst="rect">
            <a:avLst/>
          </a:prstGeom>
        </p:spPr>
        <p:txBody>
          <a:bodyPr wrap="square" lIns="0" tIns="12065" rIns="0" bIns="0" rtlCol="0" vert="horz">
            <a:spAutoFit/>
          </a:bodyPr>
          <a:lstStyle/>
          <a:p>
            <a:pPr marL="183515" indent="-170815">
              <a:lnSpc>
                <a:spcPct val="100000"/>
              </a:lnSpc>
              <a:spcBef>
                <a:spcPts val="95"/>
              </a:spcBef>
              <a:buClr>
                <a:srgbClr val="D1350F"/>
              </a:buClr>
              <a:buFont typeface="Arial MT"/>
              <a:buChar char="•"/>
              <a:tabLst>
                <a:tab pos="183515" algn="l"/>
              </a:tabLst>
            </a:pPr>
            <a:r>
              <a:rPr dirty="0" sz="2800">
                <a:solidFill>
                  <a:srgbClr val="4E3629"/>
                </a:solidFill>
                <a:latin typeface="Calibri"/>
                <a:cs typeface="Calibri"/>
              </a:rPr>
              <a:t>Ejemplo</a:t>
            </a:r>
            <a:r>
              <a:rPr dirty="0" sz="2800" spc="-40">
                <a:solidFill>
                  <a:srgbClr val="4E3629"/>
                </a:solidFill>
                <a:latin typeface="Calibri"/>
                <a:cs typeface="Calibri"/>
              </a:rPr>
              <a:t> </a:t>
            </a:r>
            <a:r>
              <a:rPr dirty="0" sz="2800">
                <a:solidFill>
                  <a:srgbClr val="4E3629"/>
                </a:solidFill>
                <a:latin typeface="Calibri"/>
                <a:cs typeface="Calibri"/>
              </a:rPr>
              <a:t>de</a:t>
            </a:r>
            <a:r>
              <a:rPr dirty="0" sz="2800" spc="-35">
                <a:solidFill>
                  <a:srgbClr val="4E3629"/>
                </a:solidFill>
                <a:latin typeface="Calibri"/>
                <a:cs typeface="Calibri"/>
              </a:rPr>
              <a:t> </a:t>
            </a:r>
            <a:r>
              <a:rPr dirty="0" sz="2800" spc="-30">
                <a:solidFill>
                  <a:srgbClr val="4E3629"/>
                </a:solidFill>
                <a:latin typeface="Calibri"/>
                <a:cs typeface="Calibri"/>
              </a:rPr>
              <a:t>TIMESTAMP</a:t>
            </a:r>
            <a:r>
              <a:rPr dirty="0" sz="2800" spc="-40">
                <a:solidFill>
                  <a:srgbClr val="4E3629"/>
                </a:solidFill>
                <a:latin typeface="Calibri"/>
                <a:cs typeface="Calibri"/>
              </a:rPr>
              <a:t> </a:t>
            </a:r>
            <a:r>
              <a:rPr dirty="0" sz="2800">
                <a:solidFill>
                  <a:srgbClr val="4E3629"/>
                </a:solidFill>
                <a:latin typeface="Calibri"/>
                <a:cs typeface="Calibri"/>
              </a:rPr>
              <a:t>WITH</a:t>
            </a:r>
            <a:r>
              <a:rPr dirty="0" sz="2800" spc="-50">
                <a:solidFill>
                  <a:srgbClr val="4E3629"/>
                </a:solidFill>
                <a:latin typeface="Calibri"/>
                <a:cs typeface="Calibri"/>
              </a:rPr>
              <a:t> </a:t>
            </a:r>
            <a:r>
              <a:rPr dirty="0" sz="2800">
                <a:solidFill>
                  <a:srgbClr val="4E3629"/>
                </a:solidFill>
                <a:latin typeface="Calibri"/>
                <a:cs typeface="Calibri"/>
              </a:rPr>
              <a:t>TIME</a:t>
            </a:r>
            <a:r>
              <a:rPr dirty="0" sz="2800" spc="-50">
                <a:solidFill>
                  <a:srgbClr val="4E3629"/>
                </a:solidFill>
                <a:latin typeface="Calibri"/>
                <a:cs typeface="Calibri"/>
              </a:rPr>
              <a:t> </a:t>
            </a:r>
            <a:r>
              <a:rPr dirty="0" sz="2800" spc="-10">
                <a:solidFill>
                  <a:srgbClr val="4E3629"/>
                </a:solidFill>
                <a:latin typeface="Calibri"/>
                <a:cs typeface="Calibri"/>
              </a:rPr>
              <a:t>ZONE:</a:t>
            </a:r>
            <a:endParaRPr sz="2800">
              <a:latin typeface="Calibri"/>
              <a:cs typeface="Calibri"/>
            </a:endParaRPr>
          </a:p>
        </p:txBody>
      </p:sp>
      <p:graphicFrame>
        <p:nvGraphicFramePr>
          <p:cNvPr id="4" name="object 4" descr=""/>
          <p:cNvGraphicFramePr>
            <a:graphicFrameLocks noGrp="1"/>
          </p:cNvGraphicFramePr>
          <p:nvPr/>
        </p:nvGraphicFramePr>
        <p:xfrm>
          <a:off x="5227854" y="4629617"/>
          <a:ext cx="3594100" cy="1178560"/>
        </p:xfrm>
        <a:graphic>
          <a:graphicData uri="http://schemas.openxmlformats.org/drawingml/2006/table">
            <a:tbl>
              <a:tblPr firstRow="1" bandRow="1">
                <a:tableStyleId>{2D5ABB26-0587-4C30-8999-92F81FD0307C}</a:tableStyleId>
              </a:tblPr>
              <a:tblGrid>
                <a:gridCol w="3505200"/>
              </a:tblGrid>
              <a:tr h="387350">
                <a:tc>
                  <a:txBody>
                    <a:bodyPr/>
                    <a:lstStyle/>
                    <a:p>
                      <a:pPr marL="71755">
                        <a:lnSpc>
                          <a:spcPct val="100000"/>
                        </a:lnSpc>
                        <a:spcBef>
                          <a:spcPts val="465"/>
                        </a:spcBef>
                      </a:pPr>
                      <a:r>
                        <a:rPr dirty="0" sz="1600" spc="-10" b="1">
                          <a:solidFill>
                            <a:srgbClr val="4E3629"/>
                          </a:solidFill>
                          <a:latin typeface="Calibri"/>
                          <a:cs typeface="Calibri"/>
                        </a:rPr>
                        <a:t>TIME_WITH_OFFSET</a:t>
                      </a:r>
                      <a:endParaRPr sz="1600">
                        <a:latin typeface="Calibri"/>
                        <a:cs typeface="Calibri"/>
                      </a:endParaRPr>
                    </a:p>
                  </a:txBody>
                  <a:tcPr marL="0" marR="0" marB="0" marT="59055">
                    <a:lnL w="12700">
                      <a:solidFill>
                        <a:srgbClr val="D1350F"/>
                      </a:solidFill>
                      <a:prstDash val="solid"/>
                    </a:lnL>
                    <a:lnR w="12700">
                      <a:solidFill>
                        <a:srgbClr val="D1350F"/>
                      </a:solidFill>
                      <a:prstDash val="solid"/>
                    </a:lnR>
                    <a:lnT w="12700">
                      <a:solidFill>
                        <a:srgbClr val="D1350F"/>
                      </a:solidFill>
                      <a:prstDash val="solid"/>
                    </a:lnT>
                    <a:lnB w="28575">
                      <a:solidFill>
                        <a:srgbClr val="D1350F"/>
                      </a:solidFill>
                      <a:prstDash val="solid"/>
                    </a:lnB>
                  </a:tcPr>
                </a:tc>
              </a:tr>
              <a:tr h="395605">
                <a:tc>
                  <a:txBody>
                    <a:bodyPr/>
                    <a:lstStyle/>
                    <a:p>
                      <a:pPr marL="71755">
                        <a:lnSpc>
                          <a:spcPct val="100000"/>
                        </a:lnSpc>
                        <a:spcBef>
                          <a:spcPts val="500"/>
                        </a:spcBef>
                      </a:pPr>
                      <a:r>
                        <a:rPr dirty="0" sz="1600" spc="-10">
                          <a:solidFill>
                            <a:srgbClr val="4E3629"/>
                          </a:solidFill>
                          <a:latin typeface="Calibri"/>
                          <a:cs typeface="Calibri"/>
                        </a:rPr>
                        <a:t>16-</a:t>
                      </a:r>
                      <a:r>
                        <a:rPr dirty="0" sz="1600" spc="-20">
                          <a:solidFill>
                            <a:srgbClr val="4E3629"/>
                          </a:solidFill>
                          <a:latin typeface="Calibri"/>
                          <a:cs typeface="Calibri"/>
                        </a:rPr>
                        <a:t>JUL-</a:t>
                      </a:r>
                      <a:r>
                        <a:rPr dirty="0" sz="1600">
                          <a:solidFill>
                            <a:srgbClr val="4E3629"/>
                          </a:solidFill>
                          <a:latin typeface="Calibri"/>
                          <a:cs typeface="Calibri"/>
                        </a:rPr>
                        <a:t>15</a:t>
                      </a:r>
                      <a:r>
                        <a:rPr dirty="0" sz="1600" spc="35">
                          <a:solidFill>
                            <a:srgbClr val="4E3629"/>
                          </a:solidFill>
                          <a:latin typeface="Calibri"/>
                          <a:cs typeface="Calibri"/>
                        </a:rPr>
                        <a:t> </a:t>
                      </a:r>
                      <a:r>
                        <a:rPr dirty="0" sz="1600" spc="-10">
                          <a:solidFill>
                            <a:srgbClr val="4E3629"/>
                          </a:solidFill>
                          <a:latin typeface="Calibri"/>
                          <a:cs typeface="Calibri"/>
                        </a:rPr>
                        <a:t>08.49.47.126056</a:t>
                      </a:r>
                      <a:r>
                        <a:rPr dirty="0" sz="1600" spc="45">
                          <a:solidFill>
                            <a:srgbClr val="4E3629"/>
                          </a:solidFill>
                          <a:latin typeface="Calibri"/>
                          <a:cs typeface="Calibri"/>
                        </a:rPr>
                        <a:t> </a:t>
                      </a:r>
                      <a:r>
                        <a:rPr dirty="0" sz="1600">
                          <a:solidFill>
                            <a:srgbClr val="4E3629"/>
                          </a:solidFill>
                          <a:latin typeface="Calibri"/>
                          <a:cs typeface="Calibri"/>
                        </a:rPr>
                        <a:t>AM -</a:t>
                      </a:r>
                      <a:r>
                        <a:rPr dirty="0" sz="1600" spc="-20">
                          <a:solidFill>
                            <a:srgbClr val="4E3629"/>
                          </a:solidFill>
                          <a:latin typeface="Calibri"/>
                          <a:cs typeface="Calibri"/>
                        </a:rPr>
                        <a:t>07:00</a:t>
                      </a:r>
                      <a:endParaRPr sz="1600">
                        <a:latin typeface="Calibri"/>
                        <a:cs typeface="Calibri"/>
                      </a:endParaRPr>
                    </a:p>
                  </a:txBody>
                  <a:tcPr marL="0" marR="0" marB="0" marT="63500">
                    <a:lnL w="12700">
                      <a:solidFill>
                        <a:srgbClr val="D1350F"/>
                      </a:solidFill>
                      <a:prstDash val="solid"/>
                    </a:lnL>
                    <a:lnR w="12700">
                      <a:solidFill>
                        <a:srgbClr val="D1350F"/>
                      </a:solidFill>
                      <a:prstDash val="solid"/>
                    </a:lnR>
                    <a:lnT w="28575">
                      <a:solidFill>
                        <a:srgbClr val="D1350F"/>
                      </a:solidFill>
                      <a:prstDash val="solid"/>
                    </a:lnT>
                    <a:lnB w="12700">
                      <a:solidFill>
                        <a:srgbClr val="D1350F"/>
                      </a:solidFill>
                      <a:prstDash val="solid"/>
                    </a:lnB>
                  </a:tcPr>
                </a:tc>
              </a:tr>
              <a:tr h="395605">
                <a:tc>
                  <a:txBody>
                    <a:bodyPr/>
                    <a:lstStyle/>
                    <a:p>
                      <a:pPr marL="71755">
                        <a:lnSpc>
                          <a:spcPct val="100000"/>
                        </a:lnSpc>
                        <a:spcBef>
                          <a:spcPts val="500"/>
                        </a:spcBef>
                      </a:pPr>
                      <a:r>
                        <a:rPr dirty="0" sz="1600" spc="-10">
                          <a:solidFill>
                            <a:srgbClr val="4E3629"/>
                          </a:solidFill>
                          <a:latin typeface="Calibri"/>
                          <a:cs typeface="Calibri"/>
                        </a:rPr>
                        <a:t>10-JUN-</a:t>
                      </a:r>
                      <a:r>
                        <a:rPr dirty="0" sz="1600">
                          <a:solidFill>
                            <a:srgbClr val="4E3629"/>
                          </a:solidFill>
                          <a:latin typeface="Calibri"/>
                          <a:cs typeface="Calibri"/>
                        </a:rPr>
                        <a:t>15</a:t>
                      </a:r>
                      <a:r>
                        <a:rPr dirty="0" sz="1600" spc="-10">
                          <a:solidFill>
                            <a:srgbClr val="4E3629"/>
                          </a:solidFill>
                          <a:latin typeface="Calibri"/>
                          <a:cs typeface="Calibri"/>
                        </a:rPr>
                        <a:t> </a:t>
                      </a:r>
                      <a:r>
                        <a:rPr dirty="0" sz="1600">
                          <a:solidFill>
                            <a:srgbClr val="4E3629"/>
                          </a:solidFill>
                          <a:latin typeface="Calibri"/>
                          <a:cs typeface="Calibri"/>
                        </a:rPr>
                        <a:t>10.52.29.123456</a:t>
                      </a:r>
                      <a:r>
                        <a:rPr dirty="0" sz="1600" spc="15">
                          <a:solidFill>
                            <a:srgbClr val="4E3629"/>
                          </a:solidFill>
                          <a:latin typeface="Calibri"/>
                          <a:cs typeface="Calibri"/>
                        </a:rPr>
                        <a:t> </a:t>
                      </a:r>
                      <a:r>
                        <a:rPr dirty="0" sz="1600">
                          <a:solidFill>
                            <a:srgbClr val="4E3629"/>
                          </a:solidFill>
                          <a:latin typeface="Calibri"/>
                          <a:cs typeface="Calibri"/>
                        </a:rPr>
                        <a:t>AM</a:t>
                      </a:r>
                      <a:r>
                        <a:rPr dirty="0" sz="1600" spc="-60">
                          <a:solidFill>
                            <a:srgbClr val="4E3629"/>
                          </a:solidFill>
                          <a:latin typeface="Calibri"/>
                          <a:cs typeface="Calibri"/>
                        </a:rPr>
                        <a:t> </a:t>
                      </a:r>
                      <a:r>
                        <a:rPr dirty="0" sz="1600" spc="-10">
                          <a:solidFill>
                            <a:srgbClr val="4E3629"/>
                          </a:solidFill>
                          <a:latin typeface="Calibri"/>
                          <a:cs typeface="Calibri"/>
                        </a:rPr>
                        <a:t>+02:00</a:t>
                      </a:r>
                      <a:endParaRPr sz="1600">
                        <a:latin typeface="Calibri"/>
                        <a:cs typeface="Calibri"/>
                      </a:endParaRPr>
                    </a:p>
                  </a:txBody>
                  <a:tcPr marL="0" marR="0" marB="0" marT="63500">
                    <a:lnL w="12700">
                      <a:solidFill>
                        <a:srgbClr val="D1350F"/>
                      </a:solidFill>
                      <a:prstDash val="solid"/>
                    </a:lnL>
                    <a:lnR w="12700">
                      <a:solidFill>
                        <a:srgbClr val="D1350F"/>
                      </a:solidFill>
                      <a:prstDash val="solid"/>
                    </a:lnR>
                    <a:lnT w="12700">
                      <a:solidFill>
                        <a:srgbClr val="D1350F"/>
                      </a:solidFill>
                      <a:prstDash val="solid"/>
                    </a:lnT>
                    <a:lnB w="12700">
                      <a:solidFill>
                        <a:srgbClr val="D1350F"/>
                      </a:solidFill>
                      <a:prstDash val="solid"/>
                    </a:lnB>
                  </a:tcPr>
                </a:tc>
              </a:tr>
            </a:tbl>
          </a:graphicData>
        </a:graphic>
      </p:graphicFrame>
      <p:sp>
        <p:nvSpPr>
          <p:cNvPr id="5" name="object 5" descr=""/>
          <p:cNvSpPr txBox="1"/>
          <p:nvPr/>
        </p:nvSpPr>
        <p:spPr>
          <a:xfrm>
            <a:off x="406908" y="2023872"/>
            <a:ext cx="8345805" cy="524510"/>
          </a:xfrm>
          <a:prstGeom prst="rect">
            <a:avLst/>
          </a:prstGeom>
          <a:solidFill>
            <a:srgbClr val="9DBEC4">
              <a:alpha val="50199"/>
            </a:srgbClr>
          </a:solidFill>
        </p:spPr>
        <p:txBody>
          <a:bodyPr wrap="square" lIns="0" tIns="0" rIns="0" bIns="0" rtlCol="0" vert="horz">
            <a:spAutoFit/>
          </a:bodyPr>
          <a:lstStyle/>
          <a:p>
            <a:pPr>
              <a:lnSpc>
                <a:spcPts val="1845"/>
              </a:lnSpc>
            </a:pPr>
            <a:r>
              <a:rPr dirty="0" sz="1800" b="1">
                <a:solidFill>
                  <a:srgbClr val="4E3629"/>
                </a:solidFill>
                <a:latin typeface="Courier New"/>
                <a:cs typeface="Courier New"/>
              </a:rPr>
              <a:t>CREATE</a:t>
            </a:r>
            <a:r>
              <a:rPr dirty="0" sz="1800" spc="-55" b="1">
                <a:solidFill>
                  <a:srgbClr val="4E3629"/>
                </a:solidFill>
                <a:latin typeface="Courier New"/>
                <a:cs typeface="Courier New"/>
              </a:rPr>
              <a:t> </a:t>
            </a:r>
            <a:r>
              <a:rPr dirty="0" sz="1800" b="1">
                <a:solidFill>
                  <a:srgbClr val="4E3629"/>
                </a:solidFill>
                <a:latin typeface="Courier New"/>
                <a:cs typeface="Courier New"/>
              </a:rPr>
              <a:t>TABLE</a:t>
            </a:r>
            <a:r>
              <a:rPr dirty="0" sz="1800" spc="-50" b="1">
                <a:solidFill>
                  <a:srgbClr val="4E3629"/>
                </a:solidFill>
                <a:latin typeface="Courier New"/>
                <a:cs typeface="Courier New"/>
              </a:rPr>
              <a:t> </a:t>
            </a:r>
            <a:r>
              <a:rPr dirty="0" sz="1800" spc="-10" b="1">
                <a:solidFill>
                  <a:srgbClr val="4E3629"/>
                </a:solidFill>
                <a:latin typeface="Courier New"/>
                <a:cs typeface="Courier New"/>
              </a:rPr>
              <a:t>time_ex2</a:t>
            </a:r>
            <a:endParaRPr sz="1800">
              <a:latin typeface="Courier New"/>
              <a:cs typeface="Courier New"/>
            </a:endParaRPr>
          </a:p>
          <a:p>
            <a:pPr>
              <a:lnSpc>
                <a:spcPct val="100000"/>
              </a:lnSpc>
            </a:pPr>
            <a:r>
              <a:rPr dirty="0" sz="1800" b="1">
                <a:solidFill>
                  <a:srgbClr val="4E3629"/>
                </a:solidFill>
                <a:latin typeface="Courier New"/>
                <a:cs typeface="Courier New"/>
              </a:rPr>
              <a:t>(time_with_offset</a:t>
            </a:r>
            <a:r>
              <a:rPr dirty="0" sz="1800" spc="-90" b="1">
                <a:solidFill>
                  <a:srgbClr val="4E3629"/>
                </a:solidFill>
                <a:latin typeface="Courier New"/>
                <a:cs typeface="Courier New"/>
              </a:rPr>
              <a:t> </a:t>
            </a:r>
            <a:r>
              <a:rPr dirty="0" sz="1800" b="1">
                <a:solidFill>
                  <a:srgbClr val="4E3629"/>
                </a:solidFill>
                <a:latin typeface="Courier New"/>
                <a:cs typeface="Courier New"/>
              </a:rPr>
              <a:t>TIMESTAMP</a:t>
            </a:r>
            <a:r>
              <a:rPr dirty="0" sz="1800" spc="-85" b="1">
                <a:solidFill>
                  <a:srgbClr val="4E3629"/>
                </a:solidFill>
                <a:latin typeface="Courier New"/>
                <a:cs typeface="Courier New"/>
              </a:rPr>
              <a:t> </a:t>
            </a:r>
            <a:r>
              <a:rPr dirty="0" sz="1800" b="1">
                <a:solidFill>
                  <a:srgbClr val="4E3629"/>
                </a:solidFill>
                <a:latin typeface="Courier New"/>
                <a:cs typeface="Courier New"/>
              </a:rPr>
              <a:t>WITH</a:t>
            </a:r>
            <a:r>
              <a:rPr dirty="0" sz="1800" spc="-90" b="1">
                <a:solidFill>
                  <a:srgbClr val="4E3629"/>
                </a:solidFill>
                <a:latin typeface="Courier New"/>
                <a:cs typeface="Courier New"/>
              </a:rPr>
              <a:t> </a:t>
            </a:r>
            <a:r>
              <a:rPr dirty="0" sz="1800" b="1">
                <a:solidFill>
                  <a:srgbClr val="4E3629"/>
                </a:solidFill>
                <a:latin typeface="Courier New"/>
                <a:cs typeface="Courier New"/>
              </a:rPr>
              <a:t>TIME</a:t>
            </a:r>
            <a:r>
              <a:rPr dirty="0" sz="1800" spc="-85" b="1">
                <a:solidFill>
                  <a:srgbClr val="4E3629"/>
                </a:solidFill>
                <a:latin typeface="Courier New"/>
                <a:cs typeface="Courier New"/>
              </a:rPr>
              <a:t> </a:t>
            </a:r>
            <a:r>
              <a:rPr dirty="0" sz="1800" spc="-10" b="1">
                <a:solidFill>
                  <a:srgbClr val="4E3629"/>
                </a:solidFill>
                <a:latin typeface="Courier New"/>
                <a:cs typeface="Courier New"/>
              </a:rPr>
              <a:t>ZONE);</a:t>
            </a:r>
            <a:endParaRPr sz="1800">
              <a:latin typeface="Courier New"/>
              <a:cs typeface="Courier New"/>
            </a:endParaRPr>
          </a:p>
        </p:txBody>
      </p:sp>
      <p:sp>
        <p:nvSpPr>
          <p:cNvPr id="6" name="object 6" descr=""/>
          <p:cNvSpPr txBox="1"/>
          <p:nvPr/>
        </p:nvSpPr>
        <p:spPr>
          <a:xfrm>
            <a:off x="393191" y="2775204"/>
            <a:ext cx="8345805" cy="523240"/>
          </a:xfrm>
          <a:prstGeom prst="rect">
            <a:avLst/>
          </a:prstGeom>
          <a:solidFill>
            <a:srgbClr val="9DBEC4">
              <a:alpha val="50199"/>
            </a:srgbClr>
          </a:solidFill>
        </p:spPr>
        <p:txBody>
          <a:bodyPr wrap="square" lIns="0" tIns="0" rIns="0" bIns="0" rtlCol="0" vert="horz">
            <a:spAutoFit/>
          </a:bodyPr>
          <a:lstStyle/>
          <a:p>
            <a:pPr>
              <a:lnSpc>
                <a:spcPts val="1839"/>
              </a:lnSpc>
            </a:pPr>
            <a:r>
              <a:rPr dirty="0" sz="1800" b="1">
                <a:solidFill>
                  <a:srgbClr val="4E3629"/>
                </a:solidFill>
                <a:latin typeface="Courier New"/>
                <a:cs typeface="Courier New"/>
              </a:rPr>
              <a:t>INSERT</a:t>
            </a:r>
            <a:r>
              <a:rPr dirty="0" sz="1800" spc="-50" b="1">
                <a:solidFill>
                  <a:srgbClr val="4E3629"/>
                </a:solidFill>
                <a:latin typeface="Courier New"/>
                <a:cs typeface="Courier New"/>
              </a:rPr>
              <a:t> </a:t>
            </a:r>
            <a:r>
              <a:rPr dirty="0" sz="1800" b="1">
                <a:solidFill>
                  <a:srgbClr val="4E3629"/>
                </a:solidFill>
                <a:latin typeface="Courier New"/>
                <a:cs typeface="Courier New"/>
              </a:rPr>
              <a:t>INTO</a:t>
            </a:r>
            <a:r>
              <a:rPr dirty="0" sz="1800" spc="-50" b="1">
                <a:solidFill>
                  <a:srgbClr val="4E3629"/>
                </a:solidFill>
                <a:latin typeface="Courier New"/>
                <a:cs typeface="Courier New"/>
              </a:rPr>
              <a:t> </a:t>
            </a:r>
            <a:r>
              <a:rPr dirty="0" sz="1800" spc="-10" b="1">
                <a:solidFill>
                  <a:srgbClr val="4E3629"/>
                </a:solidFill>
                <a:latin typeface="Courier New"/>
                <a:cs typeface="Courier New"/>
              </a:rPr>
              <a:t>time_ex2</a:t>
            </a:r>
            <a:endParaRPr sz="1800">
              <a:latin typeface="Courier New"/>
              <a:cs typeface="Courier New"/>
            </a:endParaRPr>
          </a:p>
          <a:p>
            <a:pPr>
              <a:lnSpc>
                <a:spcPct val="100000"/>
              </a:lnSpc>
            </a:pPr>
            <a:r>
              <a:rPr dirty="0" sz="1800" b="1">
                <a:solidFill>
                  <a:srgbClr val="4E3629"/>
                </a:solidFill>
                <a:latin typeface="Courier New"/>
                <a:cs typeface="Courier New"/>
              </a:rPr>
              <a:t>VALUES</a:t>
            </a:r>
            <a:r>
              <a:rPr dirty="0" sz="1800" spc="-50" b="1">
                <a:solidFill>
                  <a:srgbClr val="4E3629"/>
                </a:solidFill>
                <a:latin typeface="Courier New"/>
                <a:cs typeface="Courier New"/>
              </a:rPr>
              <a:t> </a:t>
            </a:r>
            <a:r>
              <a:rPr dirty="0" sz="1800" spc="-10" b="1">
                <a:solidFill>
                  <a:srgbClr val="4E3629"/>
                </a:solidFill>
                <a:latin typeface="Courier New"/>
                <a:cs typeface="Courier New"/>
              </a:rPr>
              <a:t>(SYSTIMESTAMP);</a:t>
            </a:r>
            <a:endParaRPr sz="1800">
              <a:latin typeface="Courier New"/>
              <a:cs typeface="Courier New"/>
            </a:endParaRPr>
          </a:p>
        </p:txBody>
      </p:sp>
      <p:sp>
        <p:nvSpPr>
          <p:cNvPr id="7" name="object 7" descr=""/>
          <p:cNvSpPr txBox="1"/>
          <p:nvPr/>
        </p:nvSpPr>
        <p:spPr>
          <a:xfrm>
            <a:off x="393191" y="3560064"/>
            <a:ext cx="8345805" cy="523240"/>
          </a:xfrm>
          <a:prstGeom prst="rect">
            <a:avLst/>
          </a:prstGeom>
          <a:solidFill>
            <a:srgbClr val="9DBEC4">
              <a:alpha val="50199"/>
            </a:srgbClr>
          </a:solidFill>
        </p:spPr>
        <p:txBody>
          <a:bodyPr wrap="square" lIns="0" tIns="0" rIns="0" bIns="0" rtlCol="0" vert="horz">
            <a:spAutoFit/>
          </a:bodyPr>
          <a:lstStyle/>
          <a:p>
            <a:pPr>
              <a:lnSpc>
                <a:spcPts val="1845"/>
              </a:lnSpc>
            </a:pPr>
            <a:r>
              <a:rPr dirty="0" sz="1800" b="1">
                <a:solidFill>
                  <a:srgbClr val="4E3629"/>
                </a:solidFill>
                <a:latin typeface="Courier New"/>
                <a:cs typeface="Courier New"/>
              </a:rPr>
              <a:t>INSERT</a:t>
            </a:r>
            <a:r>
              <a:rPr dirty="0" sz="1800" spc="-50" b="1">
                <a:solidFill>
                  <a:srgbClr val="4E3629"/>
                </a:solidFill>
                <a:latin typeface="Courier New"/>
                <a:cs typeface="Courier New"/>
              </a:rPr>
              <a:t> </a:t>
            </a:r>
            <a:r>
              <a:rPr dirty="0" sz="1800" b="1">
                <a:solidFill>
                  <a:srgbClr val="4E3629"/>
                </a:solidFill>
                <a:latin typeface="Courier New"/>
                <a:cs typeface="Courier New"/>
              </a:rPr>
              <a:t>INTO</a:t>
            </a:r>
            <a:r>
              <a:rPr dirty="0" sz="1800" spc="-50" b="1">
                <a:solidFill>
                  <a:srgbClr val="4E3629"/>
                </a:solidFill>
                <a:latin typeface="Courier New"/>
                <a:cs typeface="Courier New"/>
              </a:rPr>
              <a:t> </a:t>
            </a:r>
            <a:r>
              <a:rPr dirty="0" sz="1800" spc="-10" b="1">
                <a:solidFill>
                  <a:srgbClr val="4E3629"/>
                </a:solidFill>
                <a:latin typeface="Courier New"/>
                <a:cs typeface="Courier New"/>
              </a:rPr>
              <a:t>time_ex2</a:t>
            </a:r>
            <a:endParaRPr sz="1800">
              <a:latin typeface="Courier New"/>
              <a:cs typeface="Courier New"/>
            </a:endParaRPr>
          </a:p>
          <a:p>
            <a:pPr>
              <a:lnSpc>
                <a:spcPct val="100000"/>
              </a:lnSpc>
            </a:pPr>
            <a:r>
              <a:rPr dirty="0" sz="1800" b="1">
                <a:solidFill>
                  <a:srgbClr val="4E3629"/>
                </a:solidFill>
                <a:latin typeface="Courier New"/>
                <a:cs typeface="Courier New"/>
              </a:rPr>
              <a:t>VALUES</a:t>
            </a:r>
            <a:r>
              <a:rPr dirty="0" sz="1800" spc="-50" b="1">
                <a:solidFill>
                  <a:srgbClr val="4E3629"/>
                </a:solidFill>
                <a:latin typeface="Courier New"/>
                <a:cs typeface="Courier New"/>
              </a:rPr>
              <a:t> </a:t>
            </a:r>
            <a:r>
              <a:rPr dirty="0" sz="1800" spc="-20" b="1">
                <a:solidFill>
                  <a:srgbClr val="4E3629"/>
                </a:solidFill>
                <a:latin typeface="Courier New"/>
                <a:cs typeface="Courier New"/>
              </a:rPr>
              <a:t>('10-</a:t>
            </a:r>
            <a:r>
              <a:rPr dirty="0" sz="1800" spc="-10" b="1">
                <a:solidFill>
                  <a:srgbClr val="4E3629"/>
                </a:solidFill>
                <a:latin typeface="Courier New"/>
                <a:cs typeface="Courier New"/>
              </a:rPr>
              <a:t>Jun-</a:t>
            </a:r>
            <a:r>
              <a:rPr dirty="0" sz="1800" b="1">
                <a:solidFill>
                  <a:srgbClr val="4E3629"/>
                </a:solidFill>
                <a:latin typeface="Courier New"/>
                <a:cs typeface="Courier New"/>
              </a:rPr>
              <a:t>2017</a:t>
            </a:r>
            <a:r>
              <a:rPr dirty="0" sz="1800" spc="-55" b="1">
                <a:solidFill>
                  <a:srgbClr val="4E3629"/>
                </a:solidFill>
                <a:latin typeface="Courier New"/>
                <a:cs typeface="Courier New"/>
              </a:rPr>
              <a:t> </a:t>
            </a:r>
            <a:r>
              <a:rPr dirty="0" sz="1800" b="1">
                <a:solidFill>
                  <a:srgbClr val="4E3629"/>
                </a:solidFill>
                <a:latin typeface="Courier New"/>
                <a:cs typeface="Courier New"/>
              </a:rPr>
              <a:t>10:52:29.123456</a:t>
            </a:r>
            <a:r>
              <a:rPr dirty="0" sz="1800" spc="-60" b="1">
                <a:solidFill>
                  <a:srgbClr val="4E3629"/>
                </a:solidFill>
                <a:latin typeface="Courier New"/>
                <a:cs typeface="Courier New"/>
              </a:rPr>
              <a:t> </a:t>
            </a:r>
            <a:r>
              <a:rPr dirty="0" sz="1800" b="1">
                <a:solidFill>
                  <a:srgbClr val="4E3629"/>
                </a:solidFill>
                <a:latin typeface="Courier New"/>
                <a:cs typeface="Courier New"/>
              </a:rPr>
              <a:t>AM</a:t>
            </a:r>
            <a:r>
              <a:rPr dirty="0" sz="1800" spc="-45" b="1">
                <a:solidFill>
                  <a:srgbClr val="4E3629"/>
                </a:solidFill>
                <a:latin typeface="Courier New"/>
                <a:cs typeface="Courier New"/>
              </a:rPr>
              <a:t> </a:t>
            </a:r>
            <a:r>
              <a:rPr dirty="0" sz="1800" spc="-10" b="1">
                <a:solidFill>
                  <a:srgbClr val="4E3629"/>
                </a:solidFill>
                <a:latin typeface="Courier New"/>
                <a:cs typeface="Courier New"/>
              </a:rPr>
              <a:t>+2:00');</a:t>
            </a:r>
            <a:endParaRPr sz="1800">
              <a:latin typeface="Courier New"/>
              <a:cs typeface="Courier New"/>
            </a:endParaRPr>
          </a:p>
        </p:txBody>
      </p:sp>
      <p:sp>
        <p:nvSpPr>
          <p:cNvPr id="8" name="object 8" descr=""/>
          <p:cNvSpPr txBox="1"/>
          <p:nvPr/>
        </p:nvSpPr>
        <p:spPr>
          <a:xfrm>
            <a:off x="393191" y="4636008"/>
            <a:ext cx="3915410" cy="523240"/>
          </a:xfrm>
          <a:prstGeom prst="rect">
            <a:avLst/>
          </a:prstGeom>
          <a:solidFill>
            <a:srgbClr val="9DBEC4">
              <a:alpha val="50199"/>
            </a:srgbClr>
          </a:solidFill>
        </p:spPr>
        <p:txBody>
          <a:bodyPr wrap="square" lIns="0" tIns="0" rIns="0" bIns="0" rtlCol="0" vert="horz">
            <a:spAutoFit/>
          </a:bodyPr>
          <a:lstStyle/>
          <a:p>
            <a:pPr>
              <a:lnSpc>
                <a:spcPts val="1845"/>
              </a:lnSpc>
            </a:pPr>
            <a:r>
              <a:rPr dirty="0" sz="1800" b="1">
                <a:solidFill>
                  <a:srgbClr val="4E3629"/>
                </a:solidFill>
                <a:latin typeface="Courier New"/>
                <a:cs typeface="Courier New"/>
              </a:rPr>
              <a:t>SELECT</a:t>
            </a:r>
            <a:r>
              <a:rPr dirty="0" sz="1800" spc="-50" b="1">
                <a:solidFill>
                  <a:srgbClr val="4E3629"/>
                </a:solidFill>
                <a:latin typeface="Courier New"/>
                <a:cs typeface="Courier New"/>
              </a:rPr>
              <a:t> *</a:t>
            </a:r>
            <a:endParaRPr sz="1800">
              <a:latin typeface="Courier New"/>
              <a:cs typeface="Courier New"/>
            </a:endParaRPr>
          </a:p>
          <a:p>
            <a:pPr>
              <a:lnSpc>
                <a:spcPct val="100000"/>
              </a:lnSpc>
            </a:pPr>
            <a:r>
              <a:rPr dirty="0" sz="1800" b="1">
                <a:solidFill>
                  <a:srgbClr val="4E3629"/>
                </a:solidFill>
                <a:latin typeface="Courier New"/>
                <a:cs typeface="Courier New"/>
              </a:rPr>
              <a:t>FROM</a:t>
            </a:r>
            <a:r>
              <a:rPr dirty="0" sz="1800" spc="-40" b="1">
                <a:solidFill>
                  <a:srgbClr val="4E3629"/>
                </a:solidFill>
                <a:latin typeface="Courier New"/>
                <a:cs typeface="Courier New"/>
              </a:rPr>
              <a:t> </a:t>
            </a:r>
            <a:r>
              <a:rPr dirty="0" sz="1800" spc="-10" b="1">
                <a:solidFill>
                  <a:srgbClr val="4E3629"/>
                </a:solidFill>
                <a:latin typeface="Courier New"/>
                <a:cs typeface="Courier New"/>
              </a:rPr>
              <a:t>time_ex2;</a:t>
            </a:r>
            <a:endParaRPr sz="1800">
              <a:latin typeface="Courier New"/>
              <a:cs typeface="Courier New"/>
            </a:endParaRP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prstGeom prst="rect"/>
        </p:spPr>
        <p:txBody>
          <a:bodyPr wrap="square" lIns="0" tIns="12700" rIns="0" bIns="0" rtlCol="0" vert="horz">
            <a:spAutoFit/>
          </a:bodyPr>
          <a:lstStyle/>
          <a:p>
            <a:pPr marL="12700">
              <a:lnSpc>
                <a:spcPct val="100000"/>
              </a:lnSpc>
              <a:spcBef>
                <a:spcPts val="100"/>
              </a:spcBef>
            </a:pPr>
            <a:r>
              <a:rPr dirty="0" spc="-30"/>
              <a:t>TIMESTAMP…With</a:t>
            </a:r>
            <a:r>
              <a:rPr dirty="0" spc="-95"/>
              <a:t> </a:t>
            </a:r>
            <a:r>
              <a:rPr dirty="0"/>
              <a:t>[LOCAL]</a:t>
            </a:r>
            <a:r>
              <a:rPr dirty="0" spc="-120"/>
              <a:t> </a:t>
            </a:r>
            <a:r>
              <a:rPr dirty="0"/>
              <a:t>Time</a:t>
            </a:r>
            <a:r>
              <a:rPr dirty="0" spc="-125"/>
              <a:t> </a:t>
            </a:r>
            <a:r>
              <a:rPr dirty="0" spc="-20"/>
              <a:t>Zone</a:t>
            </a:r>
          </a:p>
        </p:txBody>
      </p:sp>
      <p:sp>
        <p:nvSpPr>
          <p:cNvPr id="6" name="object 6" descr=""/>
          <p:cNvSpPr txBox="1">
            <a:spLocks noGrp="1"/>
          </p:cNvSpPr>
          <p:nvPr>
            <p:ph type="dt" idx="6" sz="half"/>
          </p:nvPr>
        </p:nvSpPr>
        <p:spPr>
          <a:prstGeom prst="rect"/>
        </p:spPr>
        <p:txBody>
          <a:bodyPr wrap="square" lIns="0" tIns="0" rIns="0" bIns="0" rtlCol="0" vert="horz">
            <a:spAutoFit/>
          </a:bodyPr>
          <a:lstStyle/>
          <a:p>
            <a:pPr marL="12700">
              <a:lnSpc>
                <a:spcPts val="855"/>
              </a:lnSpc>
            </a:pPr>
            <a:r>
              <a:rPr dirty="0"/>
              <a:t>DP</a:t>
            </a:r>
            <a:r>
              <a:rPr dirty="0" spc="-10"/>
              <a:t> </a:t>
            </a:r>
            <a:r>
              <a:rPr dirty="0"/>
              <a:t>13-</a:t>
            </a:r>
            <a:r>
              <a:rPr dirty="0" spc="-50"/>
              <a:t>2</a:t>
            </a:r>
          </a:p>
          <a:p>
            <a:pPr marL="12700">
              <a:lnSpc>
                <a:spcPts val="965"/>
              </a:lnSpc>
            </a:pPr>
            <a:r>
              <a:rPr dirty="0"/>
              <a:t>Uso</a:t>
            </a:r>
            <a:r>
              <a:rPr dirty="0" spc="-30"/>
              <a:t> </a:t>
            </a:r>
            <a:r>
              <a:rPr dirty="0"/>
              <a:t>de</a:t>
            </a:r>
            <a:r>
              <a:rPr dirty="0" spc="-20"/>
              <a:t> </a:t>
            </a:r>
            <a:r>
              <a:rPr dirty="0"/>
              <a:t>Tipos</a:t>
            </a:r>
            <a:r>
              <a:rPr dirty="0" spc="-20"/>
              <a:t> </a:t>
            </a:r>
            <a:r>
              <a:rPr dirty="0"/>
              <a:t>de</a:t>
            </a:r>
            <a:r>
              <a:rPr dirty="0" spc="-15"/>
              <a:t> </a:t>
            </a:r>
            <a:r>
              <a:rPr dirty="0" spc="-20"/>
              <a:t>Dato</a:t>
            </a:r>
          </a:p>
        </p:txBody>
      </p:sp>
      <p:sp>
        <p:nvSpPr>
          <p:cNvPr id="7" name="object 7" descr=""/>
          <p:cNvSpPr txBox="1">
            <a:spLocks noGrp="1"/>
          </p:cNvSpPr>
          <p:nvPr>
            <p:ph type="ftr" idx="5" sz="quarter"/>
          </p:nvPr>
        </p:nvSpPr>
        <p:spPr>
          <a:prstGeom prst="rect"/>
        </p:spPr>
        <p:txBody>
          <a:bodyPr wrap="square" lIns="0" tIns="0" rIns="0" bIns="0" rtlCol="0" vert="horz">
            <a:spAutoFit/>
          </a:bodyPr>
          <a:lstStyle/>
          <a:p>
            <a:pPr marL="12700">
              <a:lnSpc>
                <a:spcPts val="910"/>
              </a:lnSpc>
            </a:pPr>
            <a:r>
              <a:rPr dirty="0"/>
              <a:t>Copyright</a:t>
            </a:r>
            <a:r>
              <a:rPr dirty="0" spc="-35"/>
              <a:t> </a:t>
            </a:r>
            <a:r>
              <a:rPr dirty="0"/>
              <a:t>©</a:t>
            </a:r>
            <a:r>
              <a:rPr dirty="0" spc="-40"/>
              <a:t> </a:t>
            </a:r>
            <a:r>
              <a:rPr dirty="0"/>
              <a:t>2020,</a:t>
            </a:r>
            <a:r>
              <a:rPr dirty="0" spc="-45"/>
              <a:t> </a:t>
            </a:r>
            <a:r>
              <a:rPr dirty="0"/>
              <a:t>Oracle</a:t>
            </a:r>
            <a:r>
              <a:rPr dirty="0" spc="-30"/>
              <a:t> </a:t>
            </a:r>
            <a:r>
              <a:rPr dirty="0"/>
              <a:t>y/o</a:t>
            </a:r>
            <a:r>
              <a:rPr dirty="0" spc="-30"/>
              <a:t> </a:t>
            </a:r>
            <a:r>
              <a:rPr dirty="0"/>
              <a:t>sus</a:t>
            </a:r>
            <a:r>
              <a:rPr dirty="0" spc="-35"/>
              <a:t> </a:t>
            </a:r>
            <a:r>
              <a:rPr dirty="0"/>
              <a:t>filiales.</a:t>
            </a:r>
            <a:r>
              <a:rPr dirty="0" spc="-10"/>
              <a:t> </a:t>
            </a:r>
            <a:r>
              <a:rPr dirty="0"/>
              <a:t>Todos</a:t>
            </a:r>
            <a:r>
              <a:rPr dirty="0" spc="-35"/>
              <a:t> </a:t>
            </a:r>
            <a:r>
              <a:rPr dirty="0"/>
              <a:t>los</a:t>
            </a:r>
            <a:r>
              <a:rPr dirty="0" spc="-25"/>
              <a:t> </a:t>
            </a:r>
            <a:r>
              <a:rPr dirty="0"/>
              <a:t>derechos</a:t>
            </a:r>
            <a:r>
              <a:rPr dirty="0" spc="-5"/>
              <a:t> </a:t>
            </a:r>
            <a:r>
              <a:rPr dirty="0" spc="-10"/>
              <a:t>reservados.</a:t>
            </a:r>
          </a:p>
        </p:txBody>
      </p:sp>
      <p:sp>
        <p:nvSpPr>
          <p:cNvPr id="8" name="object 8" descr=""/>
          <p:cNvSpPr txBox="1">
            <a:spLocks noGrp="1"/>
          </p:cNvSpPr>
          <p:nvPr>
            <p:ph type="sldNum" idx="7" sz="quarter"/>
          </p:nvPr>
        </p:nvSpPr>
        <p:spPr>
          <a:prstGeom prst="rect"/>
        </p:spPr>
        <p:txBody>
          <a:bodyPr wrap="square" lIns="0" tIns="0" rIns="0" bIns="0" rtlCol="0" vert="horz">
            <a:spAutoFit/>
          </a:bodyPr>
          <a:lstStyle/>
          <a:p>
            <a:pPr marL="12700">
              <a:lnSpc>
                <a:spcPts val="910"/>
              </a:lnSpc>
            </a:pPr>
            <a:r>
              <a:rPr dirty="0" spc="-25"/>
              <a:t>15</a:t>
            </a:r>
          </a:p>
        </p:txBody>
      </p:sp>
      <p:sp>
        <p:nvSpPr>
          <p:cNvPr id="3" name="object 3" descr=""/>
          <p:cNvSpPr txBox="1"/>
          <p:nvPr/>
        </p:nvSpPr>
        <p:spPr>
          <a:xfrm>
            <a:off x="483552" y="1415417"/>
            <a:ext cx="8052434" cy="2473960"/>
          </a:xfrm>
          <a:prstGeom prst="rect">
            <a:avLst/>
          </a:prstGeom>
        </p:spPr>
        <p:txBody>
          <a:bodyPr wrap="square" lIns="0" tIns="59690" rIns="0" bIns="0" rtlCol="0" vert="horz">
            <a:spAutoFit/>
          </a:bodyPr>
          <a:lstStyle/>
          <a:p>
            <a:pPr marL="182880" marR="5080" indent="-170815">
              <a:lnSpc>
                <a:spcPts val="3030"/>
              </a:lnSpc>
              <a:spcBef>
                <a:spcPts val="470"/>
              </a:spcBef>
              <a:buClr>
                <a:srgbClr val="D1350F"/>
              </a:buClr>
              <a:buFont typeface="Arial MT"/>
              <a:buChar char="•"/>
              <a:tabLst>
                <a:tab pos="184785" algn="l"/>
              </a:tabLst>
            </a:pPr>
            <a:r>
              <a:rPr dirty="0" sz="2800" spc="-30">
                <a:solidFill>
                  <a:srgbClr val="4E3629"/>
                </a:solidFill>
                <a:latin typeface="Calibri"/>
                <a:cs typeface="Calibri"/>
              </a:rPr>
              <a:t>TIMESTAMP</a:t>
            </a:r>
            <a:r>
              <a:rPr dirty="0" sz="2800" spc="-50">
                <a:solidFill>
                  <a:srgbClr val="4E3629"/>
                </a:solidFill>
                <a:latin typeface="Calibri"/>
                <a:cs typeface="Calibri"/>
              </a:rPr>
              <a:t> </a:t>
            </a:r>
            <a:r>
              <a:rPr dirty="0" sz="2800">
                <a:solidFill>
                  <a:srgbClr val="4E3629"/>
                </a:solidFill>
                <a:latin typeface="Calibri"/>
                <a:cs typeface="Calibri"/>
              </a:rPr>
              <a:t>WITH</a:t>
            </a:r>
            <a:r>
              <a:rPr dirty="0" sz="2800" spc="-65">
                <a:solidFill>
                  <a:srgbClr val="4E3629"/>
                </a:solidFill>
                <a:latin typeface="Calibri"/>
                <a:cs typeface="Calibri"/>
              </a:rPr>
              <a:t> </a:t>
            </a:r>
            <a:r>
              <a:rPr dirty="0" sz="2800">
                <a:solidFill>
                  <a:srgbClr val="4E3629"/>
                </a:solidFill>
                <a:latin typeface="Calibri"/>
                <a:cs typeface="Calibri"/>
              </a:rPr>
              <a:t>LOCAL</a:t>
            </a:r>
            <a:r>
              <a:rPr dirty="0" sz="2800" spc="-65">
                <a:solidFill>
                  <a:srgbClr val="4E3629"/>
                </a:solidFill>
                <a:latin typeface="Calibri"/>
                <a:cs typeface="Calibri"/>
              </a:rPr>
              <a:t> </a:t>
            </a:r>
            <a:r>
              <a:rPr dirty="0" sz="2800">
                <a:solidFill>
                  <a:srgbClr val="4E3629"/>
                </a:solidFill>
                <a:latin typeface="Calibri"/>
                <a:cs typeface="Calibri"/>
              </a:rPr>
              <a:t>TIME</a:t>
            </a:r>
            <a:r>
              <a:rPr dirty="0" sz="2800" spc="-60">
                <a:solidFill>
                  <a:srgbClr val="4E3629"/>
                </a:solidFill>
                <a:latin typeface="Calibri"/>
                <a:cs typeface="Calibri"/>
              </a:rPr>
              <a:t> </a:t>
            </a:r>
            <a:r>
              <a:rPr dirty="0" sz="2800">
                <a:solidFill>
                  <a:srgbClr val="4E3629"/>
                </a:solidFill>
                <a:latin typeface="Calibri"/>
                <a:cs typeface="Calibri"/>
              </a:rPr>
              <a:t>ZONE</a:t>
            </a:r>
            <a:r>
              <a:rPr dirty="0" sz="2800" spc="-55">
                <a:solidFill>
                  <a:srgbClr val="4E3629"/>
                </a:solidFill>
                <a:latin typeface="Calibri"/>
                <a:cs typeface="Calibri"/>
              </a:rPr>
              <a:t> </a:t>
            </a:r>
            <a:r>
              <a:rPr dirty="0" sz="2800">
                <a:solidFill>
                  <a:srgbClr val="4E3629"/>
                </a:solidFill>
                <a:latin typeface="Calibri"/>
                <a:cs typeface="Calibri"/>
              </a:rPr>
              <a:t>es</a:t>
            </a:r>
            <a:r>
              <a:rPr dirty="0" sz="2800" spc="-65">
                <a:solidFill>
                  <a:srgbClr val="4E3629"/>
                </a:solidFill>
                <a:latin typeface="Calibri"/>
                <a:cs typeface="Calibri"/>
              </a:rPr>
              <a:t> </a:t>
            </a:r>
            <a:r>
              <a:rPr dirty="0" sz="2800" spc="-25">
                <a:solidFill>
                  <a:srgbClr val="4E3629"/>
                </a:solidFill>
                <a:latin typeface="Calibri"/>
                <a:cs typeface="Calibri"/>
              </a:rPr>
              <a:t>similar,</a:t>
            </a:r>
            <a:r>
              <a:rPr dirty="0" sz="2800" spc="-45">
                <a:solidFill>
                  <a:srgbClr val="4E3629"/>
                </a:solidFill>
                <a:latin typeface="Calibri"/>
                <a:cs typeface="Calibri"/>
              </a:rPr>
              <a:t> </a:t>
            </a:r>
            <a:r>
              <a:rPr dirty="0" sz="2800" spc="-20">
                <a:solidFill>
                  <a:srgbClr val="4E3629"/>
                </a:solidFill>
                <a:latin typeface="Calibri"/>
                <a:cs typeface="Calibri"/>
              </a:rPr>
              <a:t>pero </a:t>
            </a:r>
            <a:r>
              <a:rPr dirty="0" sz="2800" spc="-20">
                <a:solidFill>
                  <a:srgbClr val="4E3629"/>
                </a:solidFill>
                <a:latin typeface="Calibri"/>
                <a:cs typeface="Calibri"/>
              </a:rPr>
              <a:t>	</a:t>
            </a:r>
            <a:r>
              <a:rPr dirty="0" sz="2800">
                <a:solidFill>
                  <a:srgbClr val="4E3629"/>
                </a:solidFill>
                <a:latin typeface="Calibri"/>
                <a:cs typeface="Calibri"/>
              </a:rPr>
              <a:t>con</a:t>
            </a:r>
            <a:r>
              <a:rPr dirty="0" sz="2800" spc="-65">
                <a:solidFill>
                  <a:srgbClr val="4E3629"/>
                </a:solidFill>
                <a:latin typeface="Calibri"/>
                <a:cs typeface="Calibri"/>
              </a:rPr>
              <a:t> </a:t>
            </a:r>
            <a:r>
              <a:rPr dirty="0" sz="2800">
                <a:solidFill>
                  <a:srgbClr val="4E3629"/>
                </a:solidFill>
                <a:latin typeface="Calibri"/>
                <a:cs typeface="Calibri"/>
              </a:rPr>
              <a:t>una</a:t>
            </a:r>
            <a:r>
              <a:rPr dirty="0" sz="2800" spc="-60">
                <a:solidFill>
                  <a:srgbClr val="4E3629"/>
                </a:solidFill>
                <a:latin typeface="Calibri"/>
                <a:cs typeface="Calibri"/>
              </a:rPr>
              <a:t> </a:t>
            </a:r>
            <a:r>
              <a:rPr dirty="0" sz="2800" spc="-10">
                <a:solidFill>
                  <a:srgbClr val="4E3629"/>
                </a:solidFill>
                <a:latin typeface="Calibri"/>
                <a:cs typeface="Calibri"/>
              </a:rPr>
              <a:t>diferencia:</a:t>
            </a:r>
            <a:r>
              <a:rPr dirty="0" sz="2800" spc="-55">
                <a:solidFill>
                  <a:srgbClr val="4E3629"/>
                </a:solidFill>
                <a:latin typeface="Calibri"/>
                <a:cs typeface="Calibri"/>
              </a:rPr>
              <a:t> </a:t>
            </a:r>
            <a:r>
              <a:rPr dirty="0" sz="2800">
                <a:solidFill>
                  <a:srgbClr val="4E3629"/>
                </a:solidFill>
                <a:latin typeface="Calibri"/>
                <a:cs typeface="Calibri"/>
              </a:rPr>
              <a:t>si</a:t>
            </a:r>
            <a:r>
              <a:rPr dirty="0" sz="2800" spc="-65">
                <a:solidFill>
                  <a:srgbClr val="4E3629"/>
                </a:solidFill>
                <a:latin typeface="Calibri"/>
                <a:cs typeface="Calibri"/>
              </a:rPr>
              <a:t> </a:t>
            </a:r>
            <a:r>
              <a:rPr dirty="0" sz="2800">
                <a:solidFill>
                  <a:srgbClr val="4E3629"/>
                </a:solidFill>
                <a:latin typeface="Calibri"/>
                <a:cs typeface="Calibri"/>
              </a:rPr>
              <a:t>esta</a:t>
            </a:r>
            <a:r>
              <a:rPr dirty="0" sz="2800" spc="-70">
                <a:solidFill>
                  <a:srgbClr val="4E3629"/>
                </a:solidFill>
                <a:latin typeface="Calibri"/>
                <a:cs typeface="Calibri"/>
              </a:rPr>
              <a:t> </a:t>
            </a:r>
            <a:r>
              <a:rPr dirty="0" sz="2800">
                <a:solidFill>
                  <a:srgbClr val="4E3629"/>
                </a:solidFill>
                <a:latin typeface="Calibri"/>
                <a:cs typeface="Calibri"/>
              </a:rPr>
              <a:t>columna</a:t>
            </a:r>
            <a:r>
              <a:rPr dirty="0" sz="2800" spc="-45">
                <a:solidFill>
                  <a:srgbClr val="4E3629"/>
                </a:solidFill>
                <a:latin typeface="Calibri"/>
                <a:cs typeface="Calibri"/>
              </a:rPr>
              <a:t> </a:t>
            </a:r>
            <a:r>
              <a:rPr dirty="0" sz="2800">
                <a:solidFill>
                  <a:srgbClr val="4E3629"/>
                </a:solidFill>
                <a:latin typeface="Calibri"/>
                <a:cs typeface="Calibri"/>
              </a:rPr>
              <a:t>se</a:t>
            </a:r>
            <a:r>
              <a:rPr dirty="0" sz="2800" spc="-60">
                <a:solidFill>
                  <a:srgbClr val="4E3629"/>
                </a:solidFill>
                <a:latin typeface="Calibri"/>
                <a:cs typeface="Calibri"/>
              </a:rPr>
              <a:t> </a:t>
            </a:r>
            <a:r>
              <a:rPr dirty="0" sz="2800">
                <a:solidFill>
                  <a:srgbClr val="4E3629"/>
                </a:solidFill>
                <a:latin typeface="Calibri"/>
                <a:cs typeface="Calibri"/>
              </a:rPr>
              <a:t>seleccionado</a:t>
            </a:r>
            <a:r>
              <a:rPr dirty="0" sz="2800" spc="-60">
                <a:solidFill>
                  <a:srgbClr val="4E3629"/>
                </a:solidFill>
                <a:latin typeface="Calibri"/>
                <a:cs typeface="Calibri"/>
              </a:rPr>
              <a:t> </a:t>
            </a:r>
            <a:r>
              <a:rPr dirty="0" sz="2800" spc="-25">
                <a:solidFill>
                  <a:srgbClr val="4E3629"/>
                </a:solidFill>
                <a:latin typeface="Calibri"/>
                <a:cs typeface="Calibri"/>
              </a:rPr>
              <a:t>en </a:t>
            </a:r>
            <a:r>
              <a:rPr dirty="0" sz="2800" spc="-25">
                <a:solidFill>
                  <a:srgbClr val="4E3629"/>
                </a:solidFill>
                <a:latin typeface="Calibri"/>
                <a:cs typeface="Calibri"/>
              </a:rPr>
              <a:t>	</a:t>
            </a:r>
            <a:r>
              <a:rPr dirty="0" sz="2800">
                <a:solidFill>
                  <a:srgbClr val="4E3629"/>
                </a:solidFill>
                <a:latin typeface="Calibri"/>
                <a:cs typeface="Calibri"/>
              </a:rPr>
              <a:t>una</a:t>
            </a:r>
            <a:r>
              <a:rPr dirty="0" sz="2800" spc="-45">
                <a:solidFill>
                  <a:srgbClr val="4E3629"/>
                </a:solidFill>
                <a:latin typeface="Calibri"/>
                <a:cs typeface="Calibri"/>
              </a:rPr>
              <a:t> </a:t>
            </a:r>
            <a:r>
              <a:rPr dirty="0" sz="2800">
                <a:solidFill>
                  <a:srgbClr val="4E3629"/>
                </a:solidFill>
                <a:latin typeface="Calibri"/>
                <a:cs typeface="Calibri"/>
              </a:rPr>
              <a:t>sentencia</a:t>
            </a:r>
            <a:r>
              <a:rPr dirty="0" sz="2800" spc="-45">
                <a:solidFill>
                  <a:srgbClr val="4E3629"/>
                </a:solidFill>
                <a:latin typeface="Calibri"/>
                <a:cs typeface="Calibri"/>
              </a:rPr>
              <a:t> </a:t>
            </a:r>
            <a:r>
              <a:rPr dirty="0" sz="2800">
                <a:solidFill>
                  <a:srgbClr val="4E3629"/>
                </a:solidFill>
                <a:latin typeface="Calibri"/>
                <a:cs typeface="Calibri"/>
              </a:rPr>
              <a:t>SQL,</a:t>
            </a:r>
            <a:r>
              <a:rPr dirty="0" sz="2800" spc="-45">
                <a:solidFill>
                  <a:srgbClr val="4E3629"/>
                </a:solidFill>
                <a:latin typeface="Calibri"/>
                <a:cs typeface="Calibri"/>
              </a:rPr>
              <a:t> </a:t>
            </a:r>
            <a:r>
              <a:rPr dirty="0" sz="2800">
                <a:solidFill>
                  <a:srgbClr val="4E3629"/>
                </a:solidFill>
                <a:latin typeface="Calibri"/>
                <a:cs typeface="Calibri"/>
              </a:rPr>
              <a:t>la</a:t>
            </a:r>
            <a:r>
              <a:rPr dirty="0" sz="2800" spc="-50">
                <a:solidFill>
                  <a:srgbClr val="4E3629"/>
                </a:solidFill>
                <a:latin typeface="Calibri"/>
                <a:cs typeface="Calibri"/>
              </a:rPr>
              <a:t> </a:t>
            </a:r>
            <a:r>
              <a:rPr dirty="0" sz="2800">
                <a:solidFill>
                  <a:srgbClr val="4E3629"/>
                </a:solidFill>
                <a:latin typeface="Calibri"/>
                <a:cs typeface="Calibri"/>
              </a:rPr>
              <a:t>hora</a:t>
            </a:r>
            <a:r>
              <a:rPr dirty="0" sz="2800" spc="-45">
                <a:solidFill>
                  <a:srgbClr val="4E3629"/>
                </a:solidFill>
                <a:latin typeface="Calibri"/>
                <a:cs typeface="Calibri"/>
              </a:rPr>
              <a:t> </a:t>
            </a:r>
            <a:r>
              <a:rPr dirty="0" sz="2800">
                <a:solidFill>
                  <a:srgbClr val="4E3629"/>
                </a:solidFill>
                <a:latin typeface="Calibri"/>
                <a:cs typeface="Calibri"/>
              </a:rPr>
              <a:t>se</a:t>
            </a:r>
            <a:r>
              <a:rPr dirty="0" sz="2800" spc="-55">
                <a:solidFill>
                  <a:srgbClr val="4E3629"/>
                </a:solidFill>
                <a:latin typeface="Calibri"/>
                <a:cs typeface="Calibri"/>
              </a:rPr>
              <a:t> </a:t>
            </a:r>
            <a:r>
              <a:rPr dirty="0" sz="2800" spc="-10">
                <a:solidFill>
                  <a:srgbClr val="4E3629"/>
                </a:solidFill>
                <a:latin typeface="Calibri"/>
                <a:cs typeface="Calibri"/>
              </a:rPr>
              <a:t>convierte </a:t>
            </a:r>
            <a:r>
              <a:rPr dirty="0" sz="2800" spc="-10">
                <a:solidFill>
                  <a:srgbClr val="4E3629"/>
                </a:solidFill>
                <a:latin typeface="Calibri"/>
                <a:cs typeface="Calibri"/>
              </a:rPr>
              <a:t>	</a:t>
            </a:r>
            <a:r>
              <a:rPr dirty="0" sz="2800" spc="-20">
                <a:solidFill>
                  <a:srgbClr val="4E3629"/>
                </a:solidFill>
                <a:latin typeface="Calibri"/>
                <a:cs typeface="Calibri"/>
              </a:rPr>
              <a:t>automáticamente</a:t>
            </a:r>
            <a:r>
              <a:rPr dirty="0" sz="2800" spc="-50">
                <a:solidFill>
                  <a:srgbClr val="4E3629"/>
                </a:solidFill>
                <a:latin typeface="Calibri"/>
                <a:cs typeface="Calibri"/>
              </a:rPr>
              <a:t> </a:t>
            </a:r>
            <a:r>
              <a:rPr dirty="0" sz="2800">
                <a:solidFill>
                  <a:srgbClr val="4E3629"/>
                </a:solidFill>
                <a:latin typeface="Calibri"/>
                <a:cs typeface="Calibri"/>
              </a:rPr>
              <a:t>a</a:t>
            </a:r>
            <a:r>
              <a:rPr dirty="0" sz="2800" spc="-60">
                <a:solidFill>
                  <a:srgbClr val="4E3629"/>
                </a:solidFill>
                <a:latin typeface="Calibri"/>
                <a:cs typeface="Calibri"/>
              </a:rPr>
              <a:t> </a:t>
            </a:r>
            <a:r>
              <a:rPr dirty="0" sz="2800">
                <a:solidFill>
                  <a:srgbClr val="4E3629"/>
                </a:solidFill>
                <a:latin typeface="Calibri"/>
                <a:cs typeface="Calibri"/>
              </a:rPr>
              <a:t>la</a:t>
            </a:r>
            <a:r>
              <a:rPr dirty="0" sz="2800" spc="-40">
                <a:solidFill>
                  <a:srgbClr val="4E3629"/>
                </a:solidFill>
                <a:latin typeface="Calibri"/>
                <a:cs typeface="Calibri"/>
              </a:rPr>
              <a:t> </a:t>
            </a:r>
            <a:r>
              <a:rPr dirty="0" sz="2800">
                <a:solidFill>
                  <a:srgbClr val="4E3629"/>
                </a:solidFill>
                <a:latin typeface="Calibri"/>
                <a:cs typeface="Calibri"/>
              </a:rPr>
              <a:t>zona</a:t>
            </a:r>
            <a:r>
              <a:rPr dirty="0" sz="2800" spc="-45">
                <a:solidFill>
                  <a:srgbClr val="4E3629"/>
                </a:solidFill>
                <a:latin typeface="Calibri"/>
                <a:cs typeface="Calibri"/>
              </a:rPr>
              <a:t> </a:t>
            </a:r>
            <a:r>
              <a:rPr dirty="0" sz="2800">
                <a:solidFill>
                  <a:srgbClr val="4E3629"/>
                </a:solidFill>
                <a:latin typeface="Calibri"/>
                <a:cs typeface="Calibri"/>
              </a:rPr>
              <a:t>horaria</a:t>
            </a:r>
            <a:r>
              <a:rPr dirty="0" sz="2800" spc="-35">
                <a:solidFill>
                  <a:srgbClr val="4E3629"/>
                </a:solidFill>
                <a:latin typeface="Calibri"/>
                <a:cs typeface="Calibri"/>
              </a:rPr>
              <a:t> </a:t>
            </a:r>
            <a:r>
              <a:rPr dirty="0" sz="2800">
                <a:solidFill>
                  <a:srgbClr val="4E3629"/>
                </a:solidFill>
                <a:latin typeface="Calibri"/>
                <a:cs typeface="Calibri"/>
              </a:rPr>
              <a:t>del</a:t>
            </a:r>
            <a:r>
              <a:rPr dirty="0" sz="2800" spc="-40">
                <a:solidFill>
                  <a:srgbClr val="4E3629"/>
                </a:solidFill>
                <a:latin typeface="Calibri"/>
                <a:cs typeface="Calibri"/>
              </a:rPr>
              <a:t> </a:t>
            </a:r>
            <a:r>
              <a:rPr dirty="0" sz="2800">
                <a:solidFill>
                  <a:srgbClr val="4E3629"/>
                </a:solidFill>
                <a:latin typeface="Calibri"/>
                <a:cs typeface="Calibri"/>
              </a:rPr>
              <a:t>usuario</a:t>
            </a:r>
            <a:r>
              <a:rPr dirty="0" sz="2800" spc="-25">
                <a:solidFill>
                  <a:srgbClr val="4E3629"/>
                </a:solidFill>
                <a:latin typeface="Calibri"/>
                <a:cs typeface="Calibri"/>
              </a:rPr>
              <a:t> que </a:t>
            </a:r>
            <a:r>
              <a:rPr dirty="0" sz="2800" spc="-25">
                <a:solidFill>
                  <a:srgbClr val="4E3629"/>
                </a:solidFill>
                <a:latin typeface="Calibri"/>
                <a:cs typeface="Calibri"/>
              </a:rPr>
              <a:t>	</a:t>
            </a:r>
            <a:r>
              <a:rPr dirty="0" sz="2800">
                <a:solidFill>
                  <a:srgbClr val="4E3629"/>
                </a:solidFill>
                <a:latin typeface="Calibri"/>
                <a:cs typeface="Calibri"/>
              </a:rPr>
              <a:t>realiza</a:t>
            </a:r>
            <a:r>
              <a:rPr dirty="0" sz="2800" spc="-65">
                <a:solidFill>
                  <a:srgbClr val="4E3629"/>
                </a:solidFill>
                <a:latin typeface="Calibri"/>
                <a:cs typeface="Calibri"/>
              </a:rPr>
              <a:t> </a:t>
            </a:r>
            <a:r>
              <a:rPr dirty="0" sz="2800">
                <a:solidFill>
                  <a:srgbClr val="4E3629"/>
                </a:solidFill>
                <a:latin typeface="Calibri"/>
                <a:cs typeface="Calibri"/>
              </a:rPr>
              <a:t>la</a:t>
            </a:r>
            <a:r>
              <a:rPr dirty="0" sz="2800" spc="-50">
                <a:solidFill>
                  <a:srgbClr val="4E3629"/>
                </a:solidFill>
                <a:latin typeface="Calibri"/>
                <a:cs typeface="Calibri"/>
              </a:rPr>
              <a:t> </a:t>
            </a:r>
            <a:r>
              <a:rPr dirty="0" sz="2800" spc="-10">
                <a:solidFill>
                  <a:srgbClr val="4E3629"/>
                </a:solidFill>
                <a:latin typeface="Calibri"/>
                <a:cs typeface="Calibri"/>
              </a:rPr>
              <a:t>selección</a:t>
            </a:r>
            <a:endParaRPr sz="2800">
              <a:latin typeface="Calibri"/>
              <a:cs typeface="Calibri"/>
            </a:endParaRPr>
          </a:p>
          <a:p>
            <a:pPr marL="183515" indent="-170815">
              <a:lnSpc>
                <a:spcPct val="100000"/>
              </a:lnSpc>
              <a:spcBef>
                <a:spcPts val="400"/>
              </a:spcBef>
              <a:buClr>
                <a:srgbClr val="D1350F"/>
              </a:buClr>
              <a:buFont typeface="Arial MT"/>
              <a:buChar char="•"/>
              <a:tabLst>
                <a:tab pos="183515" algn="l"/>
              </a:tabLst>
            </a:pPr>
            <a:r>
              <a:rPr dirty="0" sz="2800">
                <a:solidFill>
                  <a:srgbClr val="4E3629"/>
                </a:solidFill>
                <a:latin typeface="Calibri"/>
                <a:cs typeface="Calibri"/>
              </a:rPr>
              <a:t>Ejemplo</a:t>
            </a:r>
            <a:r>
              <a:rPr dirty="0" sz="2800" spc="-60">
                <a:solidFill>
                  <a:srgbClr val="4E3629"/>
                </a:solidFill>
                <a:latin typeface="Calibri"/>
                <a:cs typeface="Calibri"/>
              </a:rPr>
              <a:t> </a:t>
            </a:r>
            <a:r>
              <a:rPr dirty="0" sz="2800">
                <a:solidFill>
                  <a:srgbClr val="4E3629"/>
                </a:solidFill>
                <a:latin typeface="Calibri"/>
                <a:cs typeface="Calibri"/>
              </a:rPr>
              <a:t>de</a:t>
            </a:r>
            <a:r>
              <a:rPr dirty="0" sz="2800" spc="-55">
                <a:solidFill>
                  <a:srgbClr val="4E3629"/>
                </a:solidFill>
                <a:latin typeface="Calibri"/>
                <a:cs typeface="Calibri"/>
              </a:rPr>
              <a:t> </a:t>
            </a:r>
            <a:r>
              <a:rPr dirty="0" sz="2800" spc="-30">
                <a:solidFill>
                  <a:srgbClr val="4E3629"/>
                </a:solidFill>
                <a:latin typeface="Calibri"/>
                <a:cs typeface="Calibri"/>
              </a:rPr>
              <a:t>TIMESTAMP</a:t>
            </a:r>
            <a:r>
              <a:rPr dirty="0" sz="2800" spc="-65">
                <a:solidFill>
                  <a:srgbClr val="4E3629"/>
                </a:solidFill>
                <a:latin typeface="Calibri"/>
                <a:cs typeface="Calibri"/>
              </a:rPr>
              <a:t> </a:t>
            </a:r>
            <a:r>
              <a:rPr dirty="0" sz="2800">
                <a:solidFill>
                  <a:srgbClr val="4E3629"/>
                </a:solidFill>
                <a:latin typeface="Calibri"/>
                <a:cs typeface="Calibri"/>
              </a:rPr>
              <a:t>With…Time</a:t>
            </a:r>
            <a:r>
              <a:rPr dirty="0" sz="2800" spc="-50">
                <a:solidFill>
                  <a:srgbClr val="4E3629"/>
                </a:solidFill>
                <a:latin typeface="Calibri"/>
                <a:cs typeface="Calibri"/>
              </a:rPr>
              <a:t> </a:t>
            </a:r>
            <a:r>
              <a:rPr dirty="0" sz="2800" spc="-10">
                <a:solidFill>
                  <a:srgbClr val="4E3629"/>
                </a:solidFill>
                <a:latin typeface="Calibri"/>
                <a:cs typeface="Calibri"/>
              </a:rPr>
              <a:t>Zone:</a:t>
            </a:r>
            <a:endParaRPr sz="2800">
              <a:latin typeface="Calibri"/>
              <a:cs typeface="Calibri"/>
            </a:endParaRPr>
          </a:p>
        </p:txBody>
      </p:sp>
      <p:sp>
        <p:nvSpPr>
          <p:cNvPr id="4" name="object 4" descr=""/>
          <p:cNvSpPr txBox="1"/>
          <p:nvPr/>
        </p:nvSpPr>
        <p:spPr>
          <a:xfrm>
            <a:off x="405384" y="3884676"/>
            <a:ext cx="8345805" cy="814069"/>
          </a:xfrm>
          <a:prstGeom prst="rect">
            <a:avLst/>
          </a:prstGeom>
          <a:solidFill>
            <a:srgbClr val="9DBEC4">
              <a:alpha val="50199"/>
            </a:srgbClr>
          </a:solidFill>
        </p:spPr>
        <p:txBody>
          <a:bodyPr wrap="square" lIns="0" tIns="0" rIns="0" bIns="0" rtlCol="0" vert="horz">
            <a:spAutoFit/>
          </a:bodyPr>
          <a:lstStyle/>
          <a:p>
            <a:pPr>
              <a:lnSpc>
                <a:spcPts val="1910"/>
              </a:lnSpc>
            </a:pPr>
            <a:r>
              <a:rPr dirty="0" sz="1800" b="1">
                <a:solidFill>
                  <a:srgbClr val="4E3629"/>
                </a:solidFill>
                <a:latin typeface="Courier New"/>
                <a:cs typeface="Courier New"/>
              </a:rPr>
              <a:t>CREATE</a:t>
            </a:r>
            <a:r>
              <a:rPr dirty="0" sz="1800" spc="-55" b="1">
                <a:solidFill>
                  <a:srgbClr val="4E3629"/>
                </a:solidFill>
                <a:latin typeface="Courier New"/>
                <a:cs typeface="Courier New"/>
              </a:rPr>
              <a:t> </a:t>
            </a:r>
            <a:r>
              <a:rPr dirty="0" sz="1800" b="1">
                <a:solidFill>
                  <a:srgbClr val="4E3629"/>
                </a:solidFill>
                <a:latin typeface="Courier New"/>
                <a:cs typeface="Courier New"/>
              </a:rPr>
              <a:t>TABLE</a:t>
            </a:r>
            <a:r>
              <a:rPr dirty="0" sz="1800" spc="-50" b="1">
                <a:solidFill>
                  <a:srgbClr val="4E3629"/>
                </a:solidFill>
                <a:latin typeface="Courier New"/>
                <a:cs typeface="Courier New"/>
              </a:rPr>
              <a:t> </a:t>
            </a:r>
            <a:r>
              <a:rPr dirty="0" sz="1800" spc="-10" b="1">
                <a:solidFill>
                  <a:srgbClr val="4E3629"/>
                </a:solidFill>
                <a:latin typeface="Courier New"/>
                <a:cs typeface="Courier New"/>
              </a:rPr>
              <a:t>time_ex3</a:t>
            </a:r>
            <a:endParaRPr sz="1800">
              <a:latin typeface="Courier New"/>
              <a:cs typeface="Courier New"/>
            </a:endParaRPr>
          </a:p>
          <a:p>
            <a:pPr marL="273685" marR="1787525" indent="-274320">
              <a:lnSpc>
                <a:spcPct val="100000"/>
              </a:lnSpc>
            </a:pPr>
            <a:r>
              <a:rPr dirty="0" sz="1800" b="1">
                <a:solidFill>
                  <a:srgbClr val="4E3629"/>
                </a:solidFill>
                <a:latin typeface="Courier New"/>
                <a:cs typeface="Courier New"/>
              </a:rPr>
              <a:t>(</a:t>
            </a:r>
            <a:r>
              <a:rPr dirty="0" sz="1800" spc="-65" b="1">
                <a:solidFill>
                  <a:srgbClr val="4E3629"/>
                </a:solidFill>
                <a:latin typeface="Courier New"/>
                <a:cs typeface="Courier New"/>
              </a:rPr>
              <a:t> </a:t>
            </a:r>
            <a:r>
              <a:rPr dirty="0" sz="1800" b="1">
                <a:solidFill>
                  <a:srgbClr val="4E3629"/>
                </a:solidFill>
                <a:latin typeface="Courier New"/>
                <a:cs typeface="Courier New"/>
              </a:rPr>
              <a:t>first_column</a:t>
            </a:r>
            <a:r>
              <a:rPr dirty="0" sz="1800" spc="-65" b="1">
                <a:solidFill>
                  <a:srgbClr val="4E3629"/>
                </a:solidFill>
                <a:latin typeface="Courier New"/>
                <a:cs typeface="Courier New"/>
              </a:rPr>
              <a:t> </a:t>
            </a:r>
            <a:r>
              <a:rPr dirty="0" sz="1800" b="1">
                <a:solidFill>
                  <a:srgbClr val="4E3629"/>
                </a:solidFill>
                <a:latin typeface="Courier New"/>
                <a:cs typeface="Courier New"/>
              </a:rPr>
              <a:t>TIMESTAMP</a:t>
            </a:r>
            <a:r>
              <a:rPr dirty="0" sz="1800" spc="-65" b="1">
                <a:solidFill>
                  <a:srgbClr val="4E3629"/>
                </a:solidFill>
                <a:latin typeface="Courier New"/>
                <a:cs typeface="Courier New"/>
              </a:rPr>
              <a:t> </a:t>
            </a:r>
            <a:r>
              <a:rPr dirty="0" sz="1800" b="1">
                <a:solidFill>
                  <a:srgbClr val="4E3629"/>
                </a:solidFill>
                <a:latin typeface="Courier New"/>
                <a:cs typeface="Courier New"/>
              </a:rPr>
              <a:t>WITH</a:t>
            </a:r>
            <a:r>
              <a:rPr dirty="0" sz="1800" spc="-65" b="1">
                <a:solidFill>
                  <a:srgbClr val="4E3629"/>
                </a:solidFill>
                <a:latin typeface="Courier New"/>
                <a:cs typeface="Courier New"/>
              </a:rPr>
              <a:t> </a:t>
            </a:r>
            <a:r>
              <a:rPr dirty="0" sz="1800" b="1">
                <a:solidFill>
                  <a:srgbClr val="4E3629"/>
                </a:solidFill>
                <a:latin typeface="Courier New"/>
                <a:cs typeface="Courier New"/>
              </a:rPr>
              <a:t>TIME</a:t>
            </a:r>
            <a:r>
              <a:rPr dirty="0" sz="1800" spc="-50" b="1">
                <a:solidFill>
                  <a:srgbClr val="4E3629"/>
                </a:solidFill>
                <a:latin typeface="Courier New"/>
                <a:cs typeface="Courier New"/>
              </a:rPr>
              <a:t> </a:t>
            </a:r>
            <a:r>
              <a:rPr dirty="0" sz="1800" spc="-10" b="1">
                <a:solidFill>
                  <a:srgbClr val="4E3629"/>
                </a:solidFill>
                <a:latin typeface="Courier New"/>
                <a:cs typeface="Courier New"/>
              </a:rPr>
              <a:t>ZONE, </a:t>
            </a:r>
            <a:r>
              <a:rPr dirty="0" sz="1800" b="1">
                <a:solidFill>
                  <a:srgbClr val="4E3629"/>
                </a:solidFill>
                <a:latin typeface="Courier New"/>
                <a:cs typeface="Courier New"/>
              </a:rPr>
              <a:t>second_column</a:t>
            </a:r>
            <a:r>
              <a:rPr dirty="0" sz="1800" spc="-80" b="1">
                <a:solidFill>
                  <a:srgbClr val="4E3629"/>
                </a:solidFill>
                <a:latin typeface="Courier New"/>
                <a:cs typeface="Courier New"/>
              </a:rPr>
              <a:t> </a:t>
            </a:r>
            <a:r>
              <a:rPr dirty="0" sz="1800" b="1">
                <a:solidFill>
                  <a:srgbClr val="4E3629"/>
                </a:solidFill>
                <a:latin typeface="Courier New"/>
                <a:cs typeface="Courier New"/>
              </a:rPr>
              <a:t>TIMESTAMP</a:t>
            </a:r>
            <a:r>
              <a:rPr dirty="0" sz="1800" spc="-70" b="1">
                <a:solidFill>
                  <a:srgbClr val="4E3629"/>
                </a:solidFill>
                <a:latin typeface="Courier New"/>
                <a:cs typeface="Courier New"/>
              </a:rPr>
              <a:t> </a:t>
            </a:r>
            <a:r>
              <a:rPr dirty="0" sz="1800" b="1">
                <a:solidFill>
                  <a:srgbClr val="4E3629"/>
                </a:solidFill>
                <a:latin typeface="Courier New"/>
                <a:cs typeface="Courier New"/>
              </a:rPr>
              <a:t>WITH</a:t>
            </a:r>
            <a:r>
              <a:rPr dirty="0" sz="1800" spc="-70" b="1">
                <a:solidFill>
                  <a:srgbClr val="4E3629"/>
                </a:solidFill>
                <a:latin typeface="Courier New"/>
                <a:cs typeface="Courier New"/>
              </a:rPr>
              <a:t> </a:t>
            </a:r>
            <a:r>
              <a:rPr dirty="0" sz="1800" b="1">
                <a:solidFill>
                  <a:srgbClr val="4E3629"/>
                </a:solidFill>
                <a:latin typeface="Courier New"/>
                <a:cs typeface="Courier New"/>
              </a:rPr>
              <a:t>LOCAL</a:t>
            </a:r>
            <a:r>
              <a:rPr dirty="0" sz="1800" spc="-70" b="1">
                <a:solidFill>
                  <a:srgbClr val="4E3629"/>
                </a:solidFill>
                <a:latin typeface="Courier New"/>
                <a:cs typeface="Courier New"/>
              </a:rPr>
              <a:t> </a:t>
            </a:r>
            <a:r>
              <a:rPr dirty="0" sz="1800" b="1">
                <a:solidFill>
                  <a:srgbClr val="4E3629"/>
                </a:solidFill>
                <a:latin typeface="Courier New"/>
                <a:cs typeface="Courier New"/>
              </a:rPr>
              <a:t>TIME</a:t>
            </a:r>
            <a:r>
              <a:rPr dirty="0" sz="1800" spc="-65" b="1">
                <a:solidFill>
                  <a:srgbClr val="4E3629"/>
                </a:solidFill>
                <a:latin typeface="Courier New"/>
                <a:cs typeface="Courier New"/>
              </a:rPr>
              <a:t> </a:t>
            </a:r>
            <a:r>
              <a:rPr dirty="0" sz="1800" spc="-10" b="1">
                <a:solidFill>
                  <a:srgbClr val="4E3629"/>
                </a:solidFill>
                <a:latin typeface="Courier New"/>
                <a:cs typeface="Courier New"/>
              </a:rPr>
              <a:t>ZONE);</a:t>
            </a:r>
            <a:endParaRPr sz="1800">
              <a:latin typeface="Courier New"/>
              <a:cs typeface="Courier New"/>
            </a:endParaRPr>
          </a:p>
        </p:txBody>
      </p:sp>
      <p:sp>
        <p:nvSpPr>
          <p:cNvPr id="5" name="object 5" descr=""/>
          <p:cNvSpPr txBox="1"/>
          <p:nvPr/>
        </p:nvSpPr>
        <p:spPr>
          <a:xfrm>
            <a:off x="405384" y="4823459"/>
            <a:ext cx="8345805" cy="1243965"/>
          </a:xfrm>
          <a:prstGeom prst="rect">
            <a:avLst/>
          </a:prstGeom>
          <a:solidFill>
            <a:srgbClr val="9DBEC4">
              <a:alpha val="50199"/>
            </a:srgbClr>
          </a:solidFill>
        </p:spPr>
        <p:txBody>
          <a:bodyPr wrap="square" lIns="0" tIns="45720" rIns="0" bIns="0" rtlCol="0" vert="horz">
            <a:spAutoFit/>
          </a:bodyPr>
          <a:lstStyle/>
          <a:p>
            <a:pPr marL="273685" marR="4105910" indent="-274320">
              <a:lnSpc>
                <a:spcPct val="100000"/>
              </a:lnSpc>
              <a:spcBef>
                <a:spcPts val="360"/>
              </a:spcBef>
            </a:pPr>
            <a:r>
              <a:rPr dirty="0" sz="1800" b="1">
                <a:solidFill>
                  <a:srgbClr val="4E3629"/>
                </a:solidFill>
                <a:latin typeface="Courier New"/>
                <a:cs typeface="Courier New"/>
              </a:rPr>
              <a:t>INSERT</a:t>
            </a:r>
            <a:r>
              <a:rPr dirty="0" sz="1800" spc="-50" b="1">
                <a:solidFill>
                  <a:srgbClr val="4E3629"/>
                </a:solidFill>
                <a:latin typeface="Courier New"/>
                <a:cs typeface="Courier New"/>
              </a:rPr>
              <a:t> </a:t>
            </a:r>
            <a:r>
              <a:rPr dirty="0" sz="1800" b="1">
                <a:solidFill>
                  <a:srgbClr val="4E3629"/>
                </a:solidFill>
                <a:latin typeface="Courier New"/>
                <a:cs typeface="Courier New"/>
              </a:rPr>
              <a:t>INTO</a:t>
            </a:r>
            <a:r>
              <a:rPr dirty="0" sz="1800" spc="-50" b="1">
                <a:solidFill>
                  <a:srgbClr val="4E3629"/>
                </a:solidFill>
                <a:latin typeface="Courier New"/>
                <a:cs typeface="Courier New"/>
              </a:rPr>
              <a:t> </a:t>
            </a:r>
            <a:r>
              <a:rPr dirty="0" sz="1800" spc="-10" b="1">
                <a:solidFill>
                  <a:srgbClr val="4E3629"/>
                </a:solidFill>
                <a:latin typeface="Courier New"/>
                <a:cs typeface="Courier New"/>
              </a:rPr>
              <a:t>time_ex3 </a:t>
            </a:r>
            <a:r>
              <a:rPr dirty="0" sz="1800" b="1">
                <a:solidFill>
                  <a:srgbClr val="4E3629"/>
                </a:solidFill>
                <a:latin typeface="Courier New"/>
                <a:cs typeface="Courier New"/>
              </a:rPr>
              <a:t>(first_column,</a:t>
            </a:r>
            <a:r>
              <a:rPr dirty="0" sz="1800" spc="-150" b="1">
                <a:solidFill>
                  <a:srgbClr val="4E3629"/>
                </a:solidFill>
                <a:latin typeface="Courier New"/>
                <a:cs typeface="Courier New"/>
              </a:rPr>
              <a:t> </a:t>
            </a:r>
            <a:r>
              <a:rPr dirty="0" sz="1800" spc="-10" b="1">
                <a:solidFill>
                  <a:srgbClr val="4E3629"/>
                </a:solidFill>
                <a:latin typeface="Courier New"/>
                <a:cs typeface="Courier New"/>
              </a:rPr>
              <a:t>second_column)</a:t>
            </a:r>
            <a:endParaRPr sz="1800">
              <a:latin typeface="Courier New"/>
              <a:cs typeface="Courier New"/>
            </a:endParaRPr>
          </a:p>
          <a:p>
            <a:pPr>
              <a:lnSpc>
                <a:spcPct val="100000"/>
              </a:lnSpc>
            </a:pPr>
            <a:r>
              <a:rPr dirty="0" sz="1800" spc="-10" b="1">
                <a:solidFill>
                  <a:srgbClr val="4E3629"/>
                </a:solidFill>
                <a:latin typeface="Courier New"/>
                <a:cs typeface="Courier New"/>
              </a:rPr>
              <a:t>VALUES</a:t>
            </a:r>
            <a:endParaRPr sz="1800">
              <a:latin typeface="Courier New"/>
              <a:cs typeface="Courier New"/>
            </a:endParaRPr>
          </a:p>
          <a:p>
            <a:pPr marL="273685">
              <a:lnSpc>
                <a:spcPct val="100000"/>
              </a:lnSpc>
            </a:pPr>
            <a:r>
              <a:rPr dirty="0" sz="1800" spc="-10" b="1">
                <a:solidFill>
                  <a:srgbClr val="4E3629"/>
                </a:solidFill>
                <a:latin typeface="Courier New"/>
                <a:cs typeface="Courier New"/>
              </a:rPr>
              <a:t>('15-</a:t>
            </a:r>
            <a:r>
              <a:rPr dirty="0" sz="1800" spc="-20" b="1">
                <a:solidFill>
                  <a:srgbClr val="4E3629"/>
                </a:solidFill>
                <a:latin typeface="Courier New"/>
                <a:cs typeface="Courier New"/>
              </a:rPr>
              <a:t>Jul-</a:t>
            </a:r>
            <a:r>
              <a:rPr dirty="0" sz="1800" b="1">
                <a:solidFill>
                  <a:srgbClr val="4E3629"/>
                </a:solidFill>
                <a:latin typeface="Courier New"/>
                <a:cs typeface="Courier New"/>
              </a:rPr>
              <a:t>2017</a:t>
            </a:r>
            <a:r>
              <a:rPr dirty="0" sz="1800" spc="-55" b="1">
                <a:solidFill>
                  <a:srgbClr val="4E3629"/>
                </a:solidFill>
                <a:latin typeface="Courier New"/>
                <a:cs typeface="Courier New"/>
              </a:rPr>
              <a:t> </a:t>
            </a:r>
            <a:r>
              <a:rPr dirty="0" sz="1800" b="1">
                <a:solidFill>
                  <a:srgbClr val="4E3629"/>
                </a:solidFill>
                <a:latin typeface="Courier New"/>
                <a:cs typeface="Courier New"/>
              </a:rPr>
              <a:t>08:00:00</a:t>
            </a:r>
            <a:r>
              <a:rPr dirty="0" sz="1800" spc="-40" b="1">
                <a:solidFill>
                  <a:srgbClr val="4E3629"/>
                </a:solidFill>
                <a:latin typeface="Courier New"/>
                <a:cs typeface="Courier New"/>
              </a:rPr>
              <a:t> </a:t>
            </a:r>
            <a:r>
              <a:rPr dirty="0" sz="1800" b="1">
                <a:solidFill>
                  <a:srgbClr val="4E3629"/>
                </a:solidFill>
                <a:latin typeface="Courier New"/>
                <a:cs typeface="Courier New"/>
              </a:rPr>
              <a:t>AM</a:t>
            </a:r>
            <a:r>
              <a:rPr dirty="0" sz="1800" spc="-40" b="1">
                <a:solidFill>
                  <a:srgbClr val="4E3629"/>
                </a:solidFill>
                <a:latin typeface="Courier New"/>
                <a:cs typeface="Courier New"/>
              </a:rPr>
              <a:t> </a:t>
            </a:r>
            <a:r>
              <a:rPr dirty="0" sz="1800" spc="-10" b="1">
                <a:solidFill>
                  <a:srgbClr val="4E3629"/>
                </a:solidFill>
                <a:latin typeface="Courier New"/>
                <a:cs typeface="Courier New"/>
              </a:rPr>
              <a:t>-</a:t>
            </a:r>
            <a:r>
              <a:rPr dirty="0" sz="1800" b="1">
                <a:solidFill>
                  <a:srgbClr val="4E3629"/>
                </a:solidFill>
                <a:latin typeface="Courier New"/>
                <a:cs typeface="Courier New"/>
              </a:rPr>
              <a:t>07:00',</a:t>
            </a:r>
            <a:r>
              <a:rPr dirty="0" sz="1800" spc="-40" b="1">
                <a:solidFill>
                  <a:srgbClr val="4E3629"/>
                </a:solidFill>
                <a:latin typeface="Courier New"/>
                <a:cs typeface="Courier New"/>
              </a:rPr>
              <a:t> </a:t>
            </a:r>
            <a:r>
              <a:rPr dirty="0" sz="1800" spc="-10" b="1">
                <a:solidFill>
                  <a:srgbClr val="4E3629"/>
                </a:solidFill>
                <a:latin typeface="Courier New"/>
                <a:cs typeface="Courier New"/>
              </a:rPr>
              <a:t>'15-Nov-</a:t>
            </a:r>
            <a:r>
              <a:rPr dirty="0" sz="1800" b="1">
                <a:solidFill>
                  <a:srgbClr val="4E3629"/>
                </a:solidFill>
                <a:latin typeface="Courier New"/>
                <a:cs typeface="Courier New"/>
              </a:rPr>
              <a:t>2007</a:t>
            </a:r>
            <a:r>
              <a:rPr dirty="0" sz="1800" spc="-40" b="1">
                <a:solidFill>
                  <a:srgbClr val="4E3629"/>
                </a:solidFill>
                <a:latin typeface="Courier New"/>
                <a:cs typeface="Courier New"/>
              </a:rPr>
              <a:t> </a:t>
            </a:r>
            <a:r>
              <a:rPr dirty="0" sz="1800" spc="-10" b="1">
                <a:solidFill>
                  <a:srgbClr val="4E3629"/>
                </a:solidFill>
                <a:latin typeface="Courier New"/>
                <a:cs typeface="Courier New"/>
              </a:rPr>
              <a:t>08:00:00');</a:t>
            </a:r>
            <a:endParaRPr sz="1800">
              <a:latin typeface="Courier New"/>
              <a:cs typeface="Courier New"/>
            </a:endParaRP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392112" y="748031"/>
            <a:ext cx="7073900" cy="528320"/>
          </a:xfrm>
          <a:prstGeom prst="rect"/>
        </p:spPr>
        <p:txBody>
          <a:bodyPr wrap="square" lIns="0" tIns="12700" rIns="0" bIns="0" rtlCol="0" vert="horz">
            <a:spAutoFit/>
          </a:bodyPr>
          <a:lstStyle/>
          <a:p>
            <a:pPr marL="12700">
              <a:lnSpc>
                <a:spcPct val="100000"/>
              </a:lnSpc>
              <a:spcBef>
                <a:spcPts val="100"/>
              </a:spcBef>
            </a:pPr>
            <a:r>
              <a:rPr dirty="0"/>
              <a:t>Ejemplo</a:t>
            </a:r>
            <a:r>
              <a:rPr dirty="0" spc="-60"/>
              <a:t> </a:t>
            </a:r>
            <a:r>
              <a:rPr dirty="0"/>
              <a:t>de</a:t>
            </a:r>
            <a:r>
              <a:rPr dirty="0" spc="-55"/>
              <a:t> </a:t>
            </a:r>
            <a:r>
              <a:rPr dirty="0" spc="-30"/>
              <a:t>TIMESTAMP…With</a:t>
            </a:r>
            <a:r>
              <a:rPr dirty="0" spc="-45"/>
              <a:t> </a:t>
            </a:r>
            <a:r>
              <a:rPr dirty="0"/>
              <a:t>Time</a:t>
            </a:r>
            <a:r>
              <a:rPr dirty="0" spc="-55"/>
              <a:t> </a:t>
            </a:r>
            <a:r>
              <a:rPr dirty="0" spc="-20"/>
              <a:t>Zone</a:t>
            </a:r>
          </a:p>
        </p:txBody>
      </p:sp>
      <p:sp>
        <p:nvSpPr>
          <p:cNvPr id="7" name="object 7" descr=""/>
          <p:cNvSpPr txBox="1">
            <a:spLocks noGrp="1"/>
          </p:cNvSpPr>
          <p:nvPr>
            <p:ph type="dt" idx="6" sz="half"/>
          </p:nvPr>
        </p:nvSpPr>
        <p:spPr>
          <a:prstGeom prst="rect"/>
        </p:spPr>
        <p:txBody>
          <a:bodyPr wrap="square" lIns="0" tIns="0" rIns="0" bIns="0" rtlCol="0" vert="horz">
            <a:spAutoFit/>
          </a:bodyPr>
          <a:lstStyle/>
          <a:p>
            <a:pPr marL="12700">
              <a:lnSpc>
                <a:spcPts val="855"/>
              </a:lnSpc>
            </a:pPr>
            <a:r>
              <a:rPr dirty="0"/>
              <a:t>DP</a:t>
            </a:r>
            <a:r>
              <a:rPr dirty="0" spc="-10"/>
              <a:t> </a:t>
            </a:r>
            <a:r>
              <a:rPr dirty="0"/>
              <a:t>13-</a:t>
            </a:r>
            <a:r>
              <a:rPr dirty="0" spc="-50"/>
              <a:t>2</a:t>
            </a:r>
          </a:p>
          <a:p>
            <a:pPr marL="12700">
              <a:lnSpc>
                <a:spcPts val="965"/>
              </a:lnSpc>
            </a:pPr>
            <a:r>
              <a:rPr dirty="0"/>
              <a:t>Uso</a:t>
            </a:r>
            <a:r>
              <a:rPr dirty="0" spc="-30"/>
              <a:t> </a:t>
            </a:r>
            <a:r>
              <a:rPr dirty="0"/>
              <a:t>de</a:t>
            </a:r>
            <a:r>
              <a:rPr dirty="0" spc="-20"/>
              <a:t> </a:t>
            </a:r>
            <a:r>
              <a:rPr dirty="0"/>
              <a:t>Tipos</a:t>
            </a:r>
            <a:r>
              <a:rPr dirty="0" spc="-20"/>
              <a:t> </a:t>
            </a:r>
            <a:r>
              <a:rPr dirty="0"/>
              <a:t>de</a:t>
            </a:r>
            <a:r>
              <a:rPr dirty="0" spc="-15"/>
              <a:t> </a:t>
            </a:r>
            <a:r>
              <a:rPr dirty="0" spc="-20"/>
              <a:t>Dato</a:t>
            </a:r>
          </a:p>
        </p:txBody>
      </p:sp>
      <p:sp>
        <p:nvSpPr>
          <p:cNvPr id="8" name="object 8" descr=""/>
          <p:cNvSpPr txBox="1">
            <a:spLocks noGrp="1"/>
          </p:cNvSpPr>
          <p:nvPr>
            <p:ph type="ftr" idx="5" sz="quarter"/>
          </p:nvPr>
        </p:nvSpPr>
        <p:spPr>
          <a:prstGeom prst="rect"/>
        </p:spPr>
        <p:txBody>
          <a:bodyPr wrap="square" lIns="0" tIns="0" rIns="0" bIns="0" rtlCol="0" vert="horz">
            <a:spAutoFit/>
          </a:bodyPr>
          <a:lstStyle/>
          <a:p>
            <a:pPr marL="12700">
              <a:lnSpc>
                <a:spcPts val="910"/>
              </a:lnSpc>
            </a:pPr>
            <a:r>
              <a:rPr dirty="0"/>
              <a:t>Copyright</a:t>
            </a:r>
            <a:r>
              <a:rPr dirty="0" spc="-35"/>
              <a:t> </a:t>
            </a:r>
            <a:r>
              <a:rPr dirty="0"/>
              <a:t>©</a:t>
            </a:r>
            <a:r>
              <a:rPr dirty="0" spc="-40"/>
              <a:t> </a:t>
            </a:r>
            <a:r>
              <a:rPr dirty="0"/>
              <a:t>2020,</a:t>
            </a:r>
            <a:r>
              <a:rPr dirty="0" spc="-45"/>
              <a:t> </a:t>
            </a:r>
            <a:r>
              <a:rPr dirty="0"/>
              <a:t>Oracle</a:t>
            </a:r>
            <a:r>
              <a:rPr dirty="0" spc="-30"/>
              <a:t> </a:t>
            </a:r>
            <a:r>
              <a:rPr dirty="0"/>
              <a:t>y/o</a:t>
            </a:r>
            <a:r>
              <a:rPr dirty="0" spc="-30"/>
              <a:t> </a:t>
            </a:r>
            <a:r>
              <a:rPr dirty="0"/>
              <a:t>sus</a:t>
            </a:r>
            <a:r>
              <a:rPr dirty="0" spc="-35"/>
              <a:t> </a:t>
            </a:r>
            <a:r>
              <a:rPr dirty="0"/>
              <a:t>filiales.</a:t>
            </a:r>
            <a:r>
              <a:rPr dirty="0" spc="-10"/>
              <a:t> </a:t>
            </a:r>
            <a:r>
              <a:rPr dirty="0"/>
              <a:t>Todos</a:t>
            </a:r>
            <a:r>
              <a:rPr dirty="0" spc="-35"/>
              <a:t> </a:t>
            </a:r>
            <a:r>
              <a:rPr dirty="0"/>
              <a:t>los</a:t>
            </a:r>
            <a:r>
              <a:rPr dirty="0" spc="-25"/>
              <a:t> </a:t>
            </a:r>
            <a:r>
              <a:rPr dirty="0"/>
              <a:t>derechos</a:t>
            </a:r>
            <a:r>
              <a:rPr dirty="0" spc="-5"/>
              <a:t> </a:t>
            </a:r>
            <a:r>
              <a:rPr dirty="0" spc="-10"/>
              <a:t>reservados.</a:t>
            </a:r>
          </a:p>
        </p:txBody>
      </p:sp>
      <p:sp>
        <p:nvSpPr>
          <p:cNvPr id="9" name="object 9" descr=""/>
          <p:cNvSpPr txBox="1">
            <a:spLocks noGrp="1"/>
          </p:cNvSpPr>
          <p:nvPr>
            <p:ph type="sldNum" idx="7" sz="quarter"/>
          </p:nvPr>
        </p:nvSpPr>
        <p:spPr>
          <a:prstGeom prst="rect"/>
        </p:spPr>
        <p:txBody>
          <a:bodyPr wrap="square" lIns="0" tIns="0" rIns="0" bIns="0" rtlCol="0" vert="horz">
            <a:spAutoFit/>
          </a:bodyPr>
          <a:lstStyle/>
          <a:p>
            <a:pPr marL="12700">
              <a:lnSpc>
                <a:spcPts val="910"/>
              </a:lnSpc>
            </a:pPr>
            <a:r>
              <a:rPr dirty="0" spc="-25"/>
              <a:t>16</a:t>
            </a:r>
          </a:p>
        </p:txBody>
      </p:sp>
      <p:sp>
        <p:nvSpPr>
          <p:cNvPr id="3" name="object 3" descr=""/>
          <p:cNvSpPr txBox="1"/>
          <p:nvPr/>
        </p:nvSpPr>
        <p:spPr>
          <a:xfrm>
            <a:off x="483552" y="1415417"/>
            <a:ext cx="7774940" cy="1322070"/>
          </a:xfrm>
          <a:prstGeom prst="rect">
            <a:avLst/>
          </a:prstGeom>
        </p:spPr>
        <p:txBody>
          <a:bodyPr wrap="square" lIns="0" tIns="59690" rIns="0" bIns="0" rtlCol="0" vert="horz">
            <a:spAutoFit/>
          </a:bodyPr>
          <a:lstStyle/>
          <a:p>
            <a:pPr marL="182880" marR="5080" indent="-170815">
              <a:lnSpc>
                <a:spcPts val="3030"/>
              </a:lnSpc>
              <a:spcBef>
                <a:spcPts val="470"/>
              </a:spcBef>
              <a:buClr>
                <a:srgbClr val="D1350F"/>
              </a:buClr>
              <a:buFont typeface="Arial MT"/>
              <a:buChar char="•"/>
              <a:tabLst>
                <a:tab pos="184785" algn="l"/>
              </a:tabLst>
            </a:pPr>
            <a:r>
              <a:rPr dirty="0" sz="2800">
                <a:solidFill>
                  <a:srgbClr val="4E3629"/>
                </a:solidFill>
                <a:latin typeface="Calibri"/>
                <a:cs typeface="Calibri"/>
              </a:rPr>
              <a:t>Ambos</a:t>
            </a:r>
            <a:r>
              <a:rPr dirty="0" sz="2800" spc="-50">
                <a:solidFill>
                  <a:srgbClr val="4E3629"/>
                </a:solidFill>
                <a:latin typeface="Calibri"/>
                <a:cs typeface="Calibri"/>
              </a:rPr>
              <a:t> </a:t>
            </a:r>
            <a:r>
              <a:rPr dirty="0" sz="2800">
                <a:solidFill>
                  <a:srgbClr val="4E3629"/>
                </a:solidFill>
                <a:latin typeface="Calibri"/>
                <a:cs typeface="Calibri"/>
              </a:rPr>
              <a:t>valores</a:t>
            </a:r>
            <a:r>
              <a:rPr dirty="0" sz="2800" spc="-70">
                <a:solidFill>
                  <a:srgbClr val="4E3629"/>
                </a:solidFill>
                <a:latin typeface="Calibri"/>
                <a:cs typeface="Calibri"/>
              </a:rPr>
              <a:t> </a:t>
            </a:r>
            <a:r>
              <a:rPr dirty="0" sz="2800">
                <a:solidFill>
                  <a:srgbClr val="4E3629"/>
                </a:solidFill>
                <a:latin typeface="Calibri"/>
                <a:cs typeface="Calibri"/>
              </a:rPr>
              <a:t>se</a:t>
            </a:r>
            <a:r>
              <a:rPr dirty="0" sz="2800" spc="-65">
                <a:solidFill>
                  <a:srgbClr val="4E3629"/>
                </a:solidFill>
                <a:latin typeface="Calibri"/>
                <a:cs typeface="Calibri"/>
              </a:rPr>
              <a:t> </a:t>
            </a:r>
            <a:r>
              <a:rPr dirty="0" sz="2800">
                <a:solidFill>
                  <a:srgbClr val="4E3629"/>
                </a:solidFill>
                <a:latin typeface="Calibri"/>
                <a:cs typeface="Calibri"/>
              </a:rPr>
              <a:t>almacenan</a:t>
            </a:r>
            <a:r>
              <a:rPr dirty="0" sz="2800" spc="-75">
                <a:solidFill>
                  <a:srgbClr val="4E3629"/>
                </a:solidFill>
                <a:latin typeface="Calibri"/>
                <a:cs typeface="Calibri"/>
              </a:rPr>
              <a:t> </a:t>
            </a:r>
            <a:r>
              <a:rPr dirty="0" sz="2800">
                <a:solidFill>
                  <a:srgbClr val="4E3629"/>
                </a:solidFill>
                <a:latin typeface="Calibri"/>
                <a:cs typeface="Calibri"/>
              </a:rPr>
              <a:t>con</a:t>
            </a:r>
            <a:r>
              <a:rPr dirty="0" sz="2800" spc="-65">
                <a:solidFill>
                  <a:srgbClr val="4E3629"/>
                </a:solidFill>
                <a:latin typeface="Calibri"/>
                <a:cs typeface="Calibri"/>
              </a:rPr>
              <a:t> </a:t>
            </a:r>
            <a:r>
              <a:rPr dirty="0" sz="2800">
                <a:solidFill>
                  <a:srgbClr val="4E3629"/>
                </a:solidFill>
                <a:latin typeface="Calibri"/>
                <a:cs typeface="Calibri"/>
              </a:rPr>
              <a:t>un</a:t>
            </a:r>
            <a:r>
              <a:rPr dirty="0" sz="2800" spc="-55">
                <a:solidFill>
                  <a:srgbClr val="4E3629"/>
                </a:solidFill>
                <a:latin typeface="Calibri"/>
                <a:cs typeface="Calibri"/>
              </a:rPr>
              <a:t> </a:t>
            </a:r>
            <a:r>
              <a:rPr dirty="0" sz="2800" spc="-10">
                <a:solidFill>
                  <a:srgbClr val="4E3629"/>
                </a:solidFill>
                <a:latin typeface="Calibri"/>
                <a:cs typeface="Calibri"/>
              </a:rPr>
              <a:t>desplazamiento </a:t>
            </a:r>
            <a:r>
              <a:rPr dirty="0" sz="2800" spc="-10">
                <a:solidFill>
                  <a:srgbClr val="4E3629"/>
                </a:solidFill>
                <a:latin typeface="Calibri"/>
                <a:cs typeface="Calibri"/>
              </a:rPr>
              <a:t>	</a:t>
            </a:r>
            <a:r>
              <a:rPr dirty="0" sz="2800">
                <a:solidFill>
                  <a:srgbClr val="4E3629"/>
                </a:solidFill>
                <a:latin typeface="Calibri"/>
                <a:cs typeface="Calibri"/>
              </a:rPr>
              <a:t>de</a:t>
            </a:r>
            <a:r>
              <a:rPr dirty="0" sz="2800" spc="-70">
                <a:solidFill>
                  <a:srgbClr val="4E3629"/>
                </a:solidFill>
                <a:latin typeface="Calibri"/>
                <a:cs typeface="Calibri"/>
              </a:rPr>
              <a:t> </a:t>
            </a:r>
            <a:r>
              <a:rPr dirty="0" sz="2800">
                <a:solidFill>
                  <a:srgbClr val="4E3629"/>
                </a:solidFill>
                <a:latin typeface="Calibri"/>
                <a:cs typeface="Calibri"/>
              </a:rPr>
              <a:t>hora</a:t>
            </a:r>
            <a:r>
              <a:rPr dirty="0" sz="2800" spc="-65">
                <a:solidFill>
                  <a:srgbClr val="4E3629"/>
                </a:solidFill>
                <a:latin typeface="Calibri"/>
                <a:cs typeface="Calibri"/>
              </a:rPr>
              <a:t> </a:t>
            </a:r>
            <a:r>
              <a:rPr dirty="0" sz="2800">
                <a:solidFill>
                  <a:srgbClr val="4E3629"/>
                </a:solidFill>
                <a:latin typeface="Calibri"/>
                <a:cs typeface="Calibri"/>
              </a:rPr>
              <a:t>de</a:t>
            </a:r>
            <a:r>
              <a:rPr dirty="0" sz="2800" spc="-85">
                <a:solidFill>
                  <a:srgbClr val="4E3629"/>
                </a:solidFill>
                <a:latin typeface="Calibri"/>
                <a:cs typeface="Calibri"/>
              </a:rPr>
              <a:t> </a:t>
            </a:r>
            <a:r>
              <a:rPr dirty="0" sz="2800">
                <a:solidFill>
                  <a:srgbClr val="4E3629"/>
                </a:solidFill>
                <a:latin typeface="Calibri"/>
                <a:cs typeface="Calibri"/>
              </a:rPr>
              <a:t>–07:00</a:t>
            </a:r>
            <a:r>
              <a:rPr dirty="0" sz="2800" spc="-25">
                <a:solidFill>
                  <a:srgbClr val="4E3629"/>
                </a:solidFill>
                <a:latin typeface="Calibri"/>
                <a:cs typeface="Calibri"/>
              </a:rPr>
              <a:t> </a:t>
            </a:r>
            <a:r>
              <a:rPr dirty="0" sz="2800">
                <a:solidFill>
                  <a:srgbClr val="4E3629"/>
                </a:solidFill>
                <a:latin typeface="Calibri"/>
                <a:cs typeface="Calibri"/>
              </a:rPr>
              <a:t>horas</a:t>
            </a:r>
            <a:r>
              <a:rPr dirty="0" sz="2800" spc="-65">
                <a:solidFill>
                  <a:srgbClr val="4E3629"/>
                </a:solidFill>
                <a:latin typeface="Calibri"/>
                <a:cs typeface="Calibri"/>
              </a:rPr>
              <a:t> </a:t>
            </a:r>
            <a:r>
              <a:rPr dirty="0" sz="2800" spc="-10">
                <a:solidFill>
                  <a:srgbClr val="4E3629"/>
                </a:solidFill>
                <a:latin typeface="Calibri"/>
                <a:cs typeface="Calibri"/>
              </a:rPr>
              <a:t>(PST)</a:t>
            </a:r>
            <a:endParaRPr sz="2800">
              <a:latin typeface="Calibri"/>
              <a:cs typeface="Calibri"/>
            </a:endParaRPr>
          </a:p>
          <a:p>
            <a:pPr marL="183515" indent="-170815">
              <a:lnSpc>
                <a:spcPct val="100000"/>
              </a:lnSpc>
              <a:spcBef>
                <a:spcPts val="415"/>
              </a:spcBef>
              <a:buClr>
                <a:srgbClr val="D1350F"/>
              </a:buClr>
              <a:buFont typeface="Arial MT"/>
              <a:buChar char="•"/>
              <a:tabLst>
                <a:tab pos="183515" algn="l"/>
              </a:tabLst>
            </a:pPr>
            <a:r>
              <a:rPr dirty="0" sz="2800">
                <a:solidFill>
                  <a:srgbClr val="4E3629"/>
                </a:solidFill>
                <a:latin typeface="Calibri"/>
                <a:cs typeface="Calibri"/>
              </a:rPr>
              <a:t>Pero</a:t>
            </a:r>
            <a:r>
              <a:rPr dirty="0" sz="2800" spc="-85">
                <a:solidFill>
                  <a:srgbClr val="4E3629"/>
                </a:solidFill>
                <a:latin typeface="Calibri"/>
                <a:cs typeface="Calibri"/>
              </a:rPr>
              <a:t> </a:t>
            </a:r>
            <a:r>
              <a:rPr dirty="0" sz="2800">
                <a:solidFill>
                  <a:srgbClr val="4E3629"/>
                </a:solidFill>
                <a:latin typeface="Calibri"/>
                <a:cs typeface="Calibri"/>
              </a:rPr>
              <a:t>ahora</a:t>
            </a:r>
            <a:r>
              <a:rPr dirty="0" sz="2800" spc="-85">
                <a:solidFill>
                  <a:srgbClr val="4E3629"/>
                </a:solidFill>
                <a:latin typeface="Calibri"/>
                <a:cs typeface="Calibri"/>
              </a:rPr>
              <a:t> </a:t>
            </a:r>
            <a:r>
              <a:rPr dirty="0" sz="2800">
                <a:solidFill>
                  <a:srgbClr val="4E3629"/>
                </a:solidFill>
                <a:latin typeface="Calibri"/>
                <a:cs typeface="Calibri"/>
              </a:rPr>
              <a:t>un</a:t>
            </a:r>
            <a:r>
              <a:rPr dirty="0" sz="2800" spc="-80">
                <a:solidFill>
                  <a:srgbClr val="4E3629"/>
                </a:solidFill>
                <a:latin typeface="Calibri"/>
                <a:cs typeface="Calibri"/>
              </a:rPr>
              <a:t> </a:t>
            </a:r>
            <a:r>
              <a:rPr dirty="0" sz="2800">
                <a:solidFill>
                  <a:srgbClr val="4E3629"/>
                </a:solidFill>
                <a:latin typeface="Calibri"/>
                <a:cs typeface="Calibri"/>
              </a:rPr>
              <a:t>usuario</a:t>
            </a:r>
            <a:r>
              <a:rPr dirty="0" sz="2800" spc="-75">
                <a:solidFill>
                  <a:srgbClr val="4E3629"/>
                </a:solidFill>
                <a:latin typeface="Calibri"/>
                <a:cs typeface="Calibri"/>
              </a:rPr>
              <a:t> </a:t>
            </a:r>
            <a:r>
              <a:rPr dirty="0" sz="2800">
                <a:solidFill>
                  <a:srgbClr val="4E3629"/>
                </a:solidFill>
                <a:latin typeface="Calibri"/>
                <a:cs typeface="Calibri"/>
              </a:rPr>
              <a:t>en</a:t>
            </a:r>
            <a:r>
              <a:rPr dirty="0" sz="2800" spc="-90">
                <a:solidFill>
                  <a:srgbClr val="4E3629"/>
                </a:solidFill>
                <a:latin typeface="Calibri"/>
                <a:cs typeface="Calibri"/>
              </a:rPr>
              <a:t> </a:t>
            </a:r>
            <a:r>
              <a:rPr dirty="0" sz="2800">
                <a:solidFill>
                  <a:srgbClr val="4E3629"/>
                </a:solidFill>
                <a:latin typeface="Calibri"/>
                <a:cs typeface="Calibri"/>
              </a:rPr>
              <a:t>Estambul</a:t>
            </a:r>
            <a:r>
              <a:rPr dirty="0" sz="2800" spc="-70">
                <a:solidFill>
                  <a:srgbClr val="4E3629"/>
                </a:solidFill>
                <a:latin typeface="Calibri"/>
                <a:cs typeface="Calibri"/>
              </a:rPr>
              <a:t> </a:t>
            </a:r>
            <a:r>
              <a:rPr dirty="0" sz="2800" spc="-10">
                <a:solidFill>
                  <a:srgbClr val="4E3629"/>
                </a:solidFill>
                <a:latin typeface="Calibri"/>
                <a:cs typeface="Calibri"/>
              </a:rPr>
              <a:t>ejecuta:</a:t>
            </a:r>
            <a:endParaRPr sz="2800">
              <a:latin typeface="Calibri"/>
              <a:cs typeface="Calibri"/>
            </a:endParaRPr>
          </a:p>
        </p:txBody>
      </p:sp>
      <p:sp>
        <p:nvSpPr>
          <p:cNvPr id="4" name="object 4" descr=""/>
          <p:cNvSpPr txBox="1"/>
          <p:nvPr/>
        </p:nvSpPr>
        <p:spPr>
          <a:xfrm>
            <a:off x="483552" y="4228721"/>
            <a:ext cx="7969884" cy="1220470"/>
          </a:xfrm>
          <a:prstGeom prst="rect">
            <a:avLst/>
          </a:prstGeom>
        </p:spPr>
        <p:txBody>
          <a:bodyPr wrap="square" lIns="0" tIns="59690" rIns="0" bIns="0" rtlCol="0" vert="horz">
            <a:spAutoFit/>
          </a:bodyPr>
          <a:lstStyle/>
          <a:p>
            <a:pPr marL="182880" marR="5080" indent="-170815">
              <a:lnSpc>
                <a:spcPts val="3030"/>
              </a:lnSpc>
              <a:spcBef>
                <a:spcPts val="470"/>
              </a:spcBef>
              <a:buClr>
                <a:srgbClr val="D1350F"/>
              </a:buClr>
              <a:buFont typeface="Arial MT"/>
              <a:buChar char="•"/>
              <a:tabLst>
                <a:tab pos="184785" algn="l"/>
              </a:tabLst>
            </a:pPr>
            <a:r>
              <a:rPr dirty="0" sz="2800">
                <a:solidFill>
                  <a:srgbClr val="4E3629"/>
                </a:solidFill>
                <a:latin typeface="Calibri"/>
                <a:cs typeface="Calibri"/>
              </a:rPr>
              <a:t>La</a:t>
            </a:r>
            <a:r>
              <a:rPr dirty="0" sz="2800" spc="-65">
                <a:solidFill>
                  <a:srgbClr val="4E3629"/>
                </a:solidFill>
                <a:latin typeface="Calibri"/>
                <a:cs typeface="Calibri"/>
              </a:rPr>
              <a:t> </a:t>
            </a:r>
            <a:r>
              <a:rPr dirty="0" sz="2800">
                <a:solidFill>
                  <a:srgbClr val="4E3629"/>
                </a:solidFill>
                <a:latin typeface="Calibri"/>
                <a:cs typeface="Calibri"/>
              </a:rPr>
              <a:t>hora</a:t>
            </a:r>
            <a:r>
              <a:rPr dirty="0" sz="2800" spc="-45">
                <a:solidFill>
                  <a:srgbClr val="4E3629"/>
                </a:solidFill>
                <a:latin typeface="Calibri"/>
                <a:cs typeface="Calibri"/>
              </a:rPr>
              <a:t> </a:t>
            </a:r>
            <a:r>
              <a:rPr dirty="0" sz="2800">
                <a:solidFill>
                  <a:srgbClr val="4E3629"/>
                </a:solidFill>
                <a:latin typeface="Calibri"/>
                <a:cs typeface="Calibri"/>
              </a:rPr>
              <a:t>de</a:t>
            </a:r>
            <a:r>
              <a:rPr dirty="0" sz="2800" spc="-45">
                <a:solidFill>
                  <a:srgbClr val="4E3629"/>
                </a:solidFill>
                <a:latin typeface="Calibri"/>
                <a:cs typeface="Calibri"/>
              </a:rPr>
              <a:t> </a:t>
            </a:r>
            <a:r>
              <a:rPr dirty="0" sz="2800">
                <a:solidFill>
                  <a:srgbClr val="4E3629"/>
                </a:solidFill>
                <a:latin typeface="Calibri"/>
                <a:cs typeface="Calibri"/>
              </a:rPr>
              <a:t>Estambul</a:t>
            </a:r>
            <a:r>
              <a:rPr dirty="0" sz="2800" spc="-35">
                <a:solidFill>
                  <a:srgbClr val="4E3629"/>
                </a:solidFill>
                <a:latin typeface="Calibri"/>
                <a:cs typeface="Calibri"/>
              </a:rPr>
              <a:t> </a:t>
            </a:r>
            <a:r>
              <a:rPr dirty="0" sz="2800">
                <a:solidFill>
                  <a:srgbClr val="4E3629"/>
                </a:solidFill>
                <a:latin typeface="Calibri"/>
                <a:cs typeface="Calibri"/>
              </a:rPr>
              <a:t>es</a:t>
            </a:r>
            <a:r>
              <a:rPr dirty="0" sz="2800" spc="-55">
                <a:solidFill>
                  <a:srgbClr val="4E3629"/>
                </a:solidFill>
                <a:latin typeface="Calibri"/>
                <a:cs typeface="Calibri"/>
              </a:rPr>
              <a:t> </a:t>
            </a:r>
            <a:r>
              <a:rPr dirty="0" sz="2800">
                <a:solidFill>
                  <a:srgbClr val="4E3629"/>
                </a:solidFill>
                <a:latin typeface="Calibri"/>
                <a:cs typeface="Calibri"/>
              </a:rPr>
              <a:t>de</a:t>
            </a:r>
            <a:r>
              <a:rPr dirty="0" sz="2800" spc="-50">
                <a:solidFill>
                  <a:srgbClr val="4E3629"/>
                </a:solidFill>
                <a:latin typeface="Calibri"/>
                <a:cs typeface="Calibri"/>
              </a:rPr>
              <a:t> </a:t>
            </a:r>
            <a:r>
              <a:rPr dirty="0" sz="2800">
                <a:solidFill>
                  <a:srgbClr val="4E3629"/>
                </a:solidFill>
                <a:latin typeface="Calibri"/>
                <a:cs typeface="Calibri"/>
              </a:rPr>
              <a:t>9</a:t>
            </a:r>
            <a:r>
              <a:rPr dirty="0" sz="2800" spc="-50">
                <a:solidFill>
                  <a:srgbClr val="4E3629"/>
                </a:solidFill>
                <a:latin typeface="Calibri"/>
                <a:cs typeface="Calibri"/>
              </a:rPr>
              <a:t> </a:t>
            </a:r>
            <a:r>
              <a:rPr dirty="0" sz="2800">
                <a:solidFill>
                  <a:srgbClr val="4E3629"/>
                </a:solidFill>
                <a:latin typeface="Calibri"/>
                <a:cs typeface="Calibri"/>
              </a:rPr>
              <a:t>horas</a:t>
            </a:r>
            <a:r>
              <a:rPr dirty="0" sz="2800" spc="-45">
                <a:solidFill>
                  <a:srgbClr val="4E3629"/>
                </a:solidFill>
                <a:latin typeface="Calibri"/>
                <a:cs typeface="Calibri"/>
              </a:rPr>
              <a:t> </a:t>
            </a:r>
            <a:r>
              <a:rPr dirty="0" sz="2800">
                <a:solidFill>
                  <a:srgbClr val="4E3629"/>
                </a:solidFill>
                <a:latin typeface="Calibri"/>
                <a:cs typeface="Calibri"/>
              </a:rPr>
              <a:t>por</a:t>
            </a:r>
            <a:r>
              <a:rPr dirty="0" sz="2800" spc="-40">
                <a:solidFill>
                  <a:srgbClr val="4E3629"/>
                </a:solidFill>
                <a:latin typeface="Calibri"/>
                <a:cs typeface="Calibri"/>
              </a:rPr>
              <a:t> </a:t>
            </a:r>
            <a:r>
              <a:rPr dirty="0" sz="2800">
                <a:solidFill>
                  <a:srgbClr val="4E3629"/>
                </a:solidFill>
                <a:latin typeface="Calibri"/>
                <a:cs typeface="Calibri"/>
              </a:rPr>
              <a:t>delante</a:t>
            </a:r>
            <a:r>
              <a:rPr dirty="0" sz="2800" spc="-60">
                <a:solidFill>
                  <a:srgbClr val="4E3629"/>
                </a:solidFill>
                <a:latin typeface="Calibri"/>
                <a:cs typeface="Calibri"/>
              </a:rPr>
              <a:t> </a:t>
            </a:r>
            <a:r>
              <a:rPr dirty="0" sz="2800">
                <a:solidFill>
                  <a:srgbClr val="4E3629"/>
                </a:solidFill>
                <a:latin typeface="Calibri"/>
                <a:cs typeface="Calibri"/>
              </a:rPr>
              <a:t>de</a:t>
            </a:r>
            <a:r>
              <a:rPr dirty="0" sz="2800" spc="-45">
                <a:solidFill>
                  <a:srgbClr val="4E3629"/>
                </a:solidFill>
                <a:latin typeface="Calibri"/>
                <a:cs typeface="Calibri"/>
              </a:rPr>
              <a:t> </a:t>
            </a:r>
            <a:r>
              <a:rPr dirty="0" sz="2800" spc="-20">
                <a:solidFill>
                  <a:srgbClr val="4E3629"/>
                </a:solidFill>
                <a:latin typeface="Calibri"/>
                <a:cs typeface="Calibri"/>
              </a:rPr>
              <a:t>PST; </a:t>
            </a:r>
            <a:r>
              <a:rPr dirty="0" sz="2800" spc="-20">
                <a:solidFill>
                  <a:srgbClr val="4E3629"/>
                </a:solidFill>
                <a:latin typeface="Calibri"/>
                <a:cs typeface="Calibri"/>
              </a:rPr>
              <a:t>	</a:t>
            </a:r>
            <a:r>
              <a:rPr dirty="0" sz="2800">
                <a:solidFill>
                  <a:srgbClr val="4E3629"/>
                </a:solidFill>
                <a:latin typeface="Calibri"/>
                <a:cs typeface="Calibri"/>
              </a:rPr>
              <a:t>cuando</a:t>
            </a:r>
            <a:r>
              <a:rPr dirty="0" sz="2800" spc="-30">
                <a:solidFill>
                  <a:srgbClr val="4E3629"/>
                </a:solidFill>
                <a:latin typeface="Calibri"/>
                <a:cs typeface="Calibri"/>
              </a:rPr>
              <a:t> </a:t>
            </a:r>
            <a:r>
              <a:rPr dirty="0" sz="2800">
                <a:solidFill>
                  <a:srgbClr val="4E3629"/>
                </a:solidFill>
                <a:latin typeface="Calibri"/>
                <a:cs typeface="Calibri"/>
              </a:rPr>
              <a:t>son</a:t>
            </a:r>
            <a:r>
              <a:rPr dirty="0" sz="2800" spc="-30">
                <a:solidFill>
                  <a:srgbClr val="4E3629"/>
                </a:solidFill>
                <a:latin typeface="Calibri"/>
                <a:cs typeface="Calibri"/>
              </a:rPr>
              <a:t> </a:t>
            </a:r>
            <a:r>
              <a:rPr dirty="0" sz="2800">
                <a:solidFill>
                  <a:srgbClr val="4E3629"/>
                </a:solidFill>
                <a:latin typeface="Calibri"/>
                <a:cs typeface="Calibri"/>
              </a:rPr>
              <a:t>las</a:t>
            </a:r>
            <a:r>
              <a:rPr dirty="0" sz="2800" spc="-50">
                <a:solidFill>
                  <a:srgbClr val="4E3629"/>
                </a:solidFill>
                <a:latin typeface="Calibri"/>
                <a:cs typeface="Calibri"/>
              </a:rPr>
              <a:t> </a:t>
            </a:r>
            <a:r>
              <a:rPr dirty="0" sz="2800">
                <a:solidFill>
                  <a:srgbClr val="4E3629"/>
                </a:solidFill>
                <a:latin typeface="Calibri"/>
                <a:cs typeface="Calibri"/>
              </a:rPr>
              <a:t>8:00</a:t>
            </a:r>
            <a:r>
              <a:rPr dirty="0" sz="2800" spc="-20">
                <a:solidFill>
                  <a:srgbClr val="4E3629"/>
                </a:solidFill>
                <a:latin typeface="Calibri"/>
                <a:cs typeface="Calibri"/>
              </a:rPr>
              <a:t> </a:t>
            </a:r>
            <a:r>
              <a:rPr dirty="0" sz="2800">
                <a:solidFill>
                  <a:srgbClr val="4E3629"/>
                </a:solidFill>
                <a:latin typeface="Calibri"/>
                <a:cs typeface="Calibri"/>
              </a:rPr>
              <a:t>a.m.</a:t>
            </a:r>
            <a:r>
              <a:rPr dirty="0" sz="2800" spc="-35">
                <a:solidFill>
                  <a:srgbClr val="4E3629"/>
                </a:solidFill>
                <a:latin typeface="Calibri"/>
                <a:cs typeface="Calibri"/>
              </a:rPr>
              <a:t> </a:t>
            </a:r>
            <a:r>
              <a:rPr dirty="0" sz="2800">
                <a:solidFill>
                  <a:srgbClr val="4E3629"/>
                </a:solidFill>
                <a:latin typeface="Calibri"/>
                <a:cs typeface="Calibri"/>
              </a:rPr>
              <a:t>en</a:t>
            </a:r>
            <a:r>
              <a:rPr dirty="0" sz="2800" spc="-40">
                <a:solidFill>
                  <a:srgbClr val="4E3629"/>
                </a:solidFill>
                <a:latin typeface="Calibri"/>
                <a:cs typeface="Calibri"/>
              </a:rPr>
              <a:t> </a:t>
            </a:r>
            <a:r>
              <a:rPr dirty="0" sz="2800">
                <a:solidFill>
                  <a:srgbClr val="4E3629"/>
                </a:solidFill>
                <a:latin typeface="Calibri"/>
                <a:cs typeface="Calibri"/>
              </a:rPr>
              <a:t>Los</a:t>
            </a:r>
            <a:r>
              <a:rPr dirty="0" sz="2800" spc="-50">
                <a:solidFill>
                  <a:srgbClr val="4E3629"/>
                </a:solidFill>
                <a:latin typeface="Calibri"/>
                <a:cs typeface="Calibri"/>
              </a:rPr>
              <a:t> </a:t>
            </a:r>
            <a:r>
              <a:rPr dirty="0" sz="2800">
                <a:solidFill>
                  <a:srgbClr val="4E3629"/>
                </a:solidFill>
                <a:latin typeface="Calibri"/>
                <a:cs typeface="Calibri"/>
              </a:rPr>
              <a:t>Ángeles,</a:t>
            </a:r>
            <a:r>
              <a:rPr dirty="0" sz="2800" spc="-40">
                <a:solidFill>
                  <a:srgbClr val="4E3629"/>
                </a:solidFill>
                <a:latin typeface="Calibri"/>
                <a:cs typeface="Calibri"/>
              </a:rPr>
              <a:t> </a:t>
            </a:r>
            <a:r>
              <a:rPr dirty="0" sz="2800">
                <a:solidFill>
                  <a:srgbClr val="4E3629"/>
                </a:solidFill>
                <a:latin typeface="Calibri"/>
                <a:cs typeface="Calibri"/>
              </a:rPr>
              <a:t>son</a:t>
            </a:r>
            <a:r>
              <a:rPr dirty="0" sz="2800" spc="-35">
                <a:solidFill>
                  <a:srgbClr val="4E3629"/>
                </a:solidFill>
                <a:latin typeface="Calibri"/>
                <a:cs typeface="Calibri"/>
              </a:rPr>
              <a:t> </a:t>
            </a:r>
            <a:r>
              <a:rPr dirty="0" sz="2800">
                <a:solidFill>
                  <a:srgbClr val="4E3629"/>
                </a:solidFill>
                <a:latin typeface="Calibri"/>
                <a:cs typeface="Calibri"/>
              </a:rPr>
              <a:t>las</a:t>
            </a:r>
            <a:r>
              <a:rPr dirty="0" sz="2800" spc="-50">
                <a:solidFill>
                  <a:srgbClr val="4E3629"/>
                </a:solidFill>
                <a:latin typeface="Calibri"/>
                <a:cs typeface="Calibri"/>
              </a:rPr>
              <a:t> </a:t>
            </a:r>
            <a:r>
              <a:rPr dirty="0" sz="2800" spc="-20">
                <a:solidFill>
                  <a:srgbClr val="4E3629"/>
                </a:solidFill>
                <a:latin typeface="Calibri"/>
                <a:cs typeface="Calibri"/>
              </a:rPr>
              <a:t>5:00</a:t>
            </a:r>
            <a:endParaRPr sz="2800">
              <a:latin typeface="Calibri"/>
              <a:cs typeface="Calibri"/>
            </a:endParaRPr>
          </a:p>
          <a:p>
            <a:pPr marL="184785">
              <a:lnSpc>
                <a:spcPts val="2975"/>
              </a:lnSpc>
            </a:pPr>
            <a:r>
              <a:rPr dirty="0" sz="2800">
                <a:solidFill>
                  <a:srgbClr val="4E3629"/>
                </a:solidFill>
                <a:latin typeface="Calibri"/>
                <a:cs typeface="Calibri"/>
              </a:rPr>
              <a:t>p.m.</a:t>
            </a:r>
            <a:r>
              <a:rPr dirty="0" sz="2800" spc="-25">
                <a:solidFill>
                  <a:srgbClr val="4E3629"/>
                </a:solidFill>
                <a:latin typeface="Calibri"/>
                <a:cs typeface="Calibri"/>
              </a:rPr>
              <a:t> </a:t>
            </a:r>
            <a:r>
              <a:rPr dirty="0" sz="2800">
                <a:solidFill>
                  <a:srgbClr val="4E3629"/>
                </a:solidFill>
                <a:latin typeface="Calibri"/>
                <a:cs typeface="Calibri"/>
              </a:rPr>
              <a:t>en</a:t>
            </a:r>
            <a:r>
              <a:rPr dirty="0" sz="2800" spc="-35">
                <a:solidFill>
                  <a:srgbClr val="4E3629"/>
                </a:solidFill>
                <a:latin typeface="Calibri"/>
                <a:cs typeface="Calibri"/>
              </a:rPr>
              <a:t> </a:t>
            </a:r>
            <a:r>
              <a:rPr dirty="0" sz="2800" spc="-10">
                <a:solidFill>
                  <a:srgbClr val="4E3629"/>
                </a:solidFill>
                <a:latin typeface="Calibri"/>
                <a:cs typeface="Calibri"/>
              </a:rPr>
              <a:t>Estambul</a:t>
            </a:r>
            <a:endParaRPr sz="2800">
              <a:latin typeface="Calibri"/>
              <a:cs typeface="Calibri"/>
            </a:endParaRPr>
          </a:p>
        </p:txBody>
      </p:sp>
      <p:graphicFrame>
        <p:nvGraphicFramePr>
          <p:cNvPr id="5" name="object 5" descr=""/>
          <p:cNvGraphicFramePr>
            <a:graphicFrameLocks noGrp="1"/>
          </p:cNvGraphicFramePr>
          <p:nvPr/>
        </p:nvGraphicFramePr>
        <p:xfrm>
          <a:off x="791005" y="3422650"/>
          <a:ext cx="7626984" cy="698500"/>
        </p:xfrm>
        <a:graphic>
          <a:graphicData uri="http://schemas.openxmlformats.org/drawingml/2006/table">
            <a:tbl>
              <a:tblPr firstRow="1" bandRow="1">
                <a:tableStyleId>{2D5ABB26-0587-4C30-8999-92F81FD0307C}</a:tableStyleId>
              </a:tblPr>
              <a:tblGrid>
                <a:gridCol w="3768725"/>
                <a:gridCol w="3768725"/>
              </a:tblGrid>
              <a:tr h="349250">
                <a:tc>
                  <a:txBody>
                    <a:bodyPr/>
                    <a:lstStyle/>
                    <a:p>
                      <a:pPr marL="71755">
                        <a:lnSpc>
                          <a:spcPct val="100000"/>
                        </a:lnSpc>
                        <a:spcBef>
                          <a:spcPts val="315"/>
                        </a:spcBef>
                      </a:pPr>
                      <a:r>
                        <a:rPr dirty="0" sz="1600" spc="-10" b="1">
                          <a:solidFill>
                            <a:srgbClr val="4E3629"/>
                          </a:solidFill>
                          <a:latin typeface="Calibri"/>
                          <a:cs typeface="Calibri"/>
                        </a:rPr>
                        <a:t>FIRST_COLUMN</a:t>
                      </a:r>
                      <a:endParaRPr sz="1600">
                        <a:latin typeface="Calibri"/>
                        <a:cs typeface="Calibri"/>
                      </a:endParaRPr>
                    </a:p>
                  </a:txBody>
                  <a:tcPr marL="0" marR="0" marB="0" marT="40005">
                    <a:lnL w="12700">
                      <a:solidFill>
                        <a:srgbClr val="D1350F"/>
                      </a:solidFill>
                      <a:prstDash val="solid"/>
                    </a:lnL>
                    <a:lnR w="12700">
                      <a:solidFill>
                        <a:srgbClr val="D1350F"/>
                      </a:solidFill>
                      <a:prstDash val="solid"/>
                    </a:lnR>
                    <a:lnT w="12700">
                      <a:solidFill>
                        <a:srgbClr val="D1350F"/>
                      </a:solidFill>
                      <a:prstDash val="solid"/>
                    </a:lnT>
                    <a:lnB w="28575">
                      <a:solidFill>
                        <a:srgbClr val="D1350F"/>
                      </a:solidFill>
                      <a:prstDash val="solid"/>
                    </a:lnB>
                  </a:tcPr>
                </a:tc>
                <a:tc>
                  <a:txBody>
                    <a:bodyPr/>
                    <a:lstStyle/>
                    <a:p>
                      <a:pPr marL="71755">
                        <a:lnSpc>
                          <a:spcPct val="100000"/>
                        </a:lnSpc>
                        <a:spcBef>
                          <a:spcPts val="315"/>
                        </a:spcBef>
                      </a:pPr>
                      <a:r>
                        <a:rPr dirty="0" sz="1600" spc="-10" b="1">
                          <a:solidFill>
                            <a:srgbClr val="4E3629"/>
                          </a:solidFill>
                          <a:latin typeface="Calibri"/>
                          <a:cs typeface="Calibri"/>
                        </a:rPr>
                        <a:t>SECOND_COLUMN</a:t>
                      </a:r>
                      <a:endParaRPr sz="1600">
                        <a:latin typeface="Calibri"/>
                        <a:cs typeface="Calibri"/>
                      </a:endParaRPr>
                    </a:p>
                  </a:txBody>
                  <a:tcPr marL="0" marR="0" marB="0" marT="40005">
                    <a:lnL w="12700">
                      <a:solidFill>
                        <a:srgbClr val="D1350F"/>
                      </a:solidFill>
                      <a:prstDash val="solid"/>
                    </a:lnL>
                    <a:lnR w="12700">
                      <a:solidFill>
                        <a:srgbClr val="D1350F"/>
                      </a:solidFill>
                      <a:prstDash val="solid"/>
                    </a:lnR>
                    <a:lnT w="12700">
                      <a:solidFill>
                        <a:srgbClr val="D1350F"/>
                      </a:solidFill>
                      <a:prstDash val="solid"/>
                    </a:lnT>
                    <a:lnB w="28575">
                      <a:solidFill>
                        <a:srgbClr val="D1350F"/>
                      </a:solidFill>
                      <a:prstDash val="solid"/>
                    </a:lnB>
                  </a:tcPr>
                </a:tc>
              </a:tr>
              <a:tr h="349250">
                <a:tc>
                  <a:txBody>
                    <a:bodyPr/>
                    <a:lstStyle/>
                    <a:p>
                      <a:pPr marL="71755">
                        <a:lnSpc>
                          <a:spcPct val="100000"/>
                        </a:lnSpc>
                        <a:spcBef>
                          <a:spcPts val="315"/>
                        </a:spcBef>
                      </a:pPr>
                      <a:r>
                        <a:rPr dirty="0" sz="1600" spc="-10">
                          <a:solidFill>
                            <a:srgbClr val="4E3629"/>
                          </a:solidFill>
                          <a:latin typeface="Calibri"/>
                          <a:cs typeface="Calibri"/>
                        </a:rPr>
                        <a:t>15-</a:t>
                      </a:r>
                      <a:r>
                        <a:rPr dirty="0" sz="1600" spc="-20">
                          <a:solidFill>
                            <a:srgbClr val="4E3629"/>
                          </a:solidFill>
                          <a:latin typeface="Calibri"/>
                          <a:cs typeface="Calibri"/>
                        </a:rPr>
                        <a:t>JUL-</a:t>
                      </a:r>
                      <a:r>
                        <a:rPr dirty="0" sz="1600">
                          <a:solidFill>
                            <a:srgbClr val="4E3629"/>
                          </a:solidFill>
                          <a:latin typeface="Calibri"/>
                          <a:cs typeface="Calibri"/>
                        </a:rPr>
                        <a:t>15</a:t>
                      </a:r>
                      <a:r>
                        <a:rPr dirty="0" sz="1600" spc="35">
                          <a:solidFill>
                            <a:srgbClr val="4E3629"/>
                          </a:solidFill>
                          <a:latin typeface="Calibri"/>
                          <a:cs typeface="Calibri"/>
                        </a:rPr>
                        <a:t> </a:t>
                      </a:r>
                      <a:r>
                        <a:rPr dirty="0" sz="1600" spc="-10">
                          <a:solidFill>
                            <a:srgbClr val="4E3629"/>
                          </a:solidFill>
                          <a:latin typeface="Calibri"/>
                          <a:cs typeface="Calibri"/>
                        </a:rPr>
                        <a:t>08.00.00.000000</a:t>
                      </a:r>
                      <a:r>
                        <a:rPr dirty="0" sz="1600" spc="45">
                          <a:solidFill>
                            <a:srgbClr val="4E3629"/>
                          </a:solidFill>
                          <a:latin typeface="Calibri"/>
                          <a:cs typeface="Calibri"/>
                        </a:rPr>
                        <a:t> </a:t>
                      </a:r>
                      <a:r>
                        <a:rPr dirty="0" sz="1600">
                          <a:solidFill>
                            <a:srgbClr val="4E3629"/>
                          </a:solidFill>
                          <a:latin typeface="Calibri"/>
                          <a:cs typeface="Calibri"/>
                        </a:rPr>
                        <a:t>AM -</a:t>
                      </a:r>
                      <a:r>
                        <a:rPr dirty="0" sz="1600" spc="-20">
                          <a:solidFill>
                            <a:srgbClr val="4E3629"/>
                          </a:solidFill>
                          <a:latin typeface="Calibri"/>
                          <a:cs typeface="Calibri"/>
                        </a:rPr>
                        <a:t>07:00</a:t>
                      </a:r>
                      <a:endParaRPr sz="1600">
                        <a:latin typeface="Calibri"/>
                        <a:cs typeface="Calibri"/>
                      </a:endParaRPr>
                    </a:p>
                  </a:txBody>
                  <a:tcPr marL="0" marR="0" marB="0" marT="40005">
                    <a:lnL w="12700">
                      <a:solidFill>
                        <a:srgbClr val="D1350F"/>
                      </a:solidFill>
                      <a:prstDash val="solid"/>
                    </a:lnL>
                    <a:lnR w="12700">
                      <a:solidFill>
                        <a:srgbClr val="D1350F"/>
                      </a:solidFill>
                      <a:prstDash val="solid"/>
                    </a:lnR>
                    <a:lnT w="28575">
                      <a:solidFill>
                        <a:srgbClr val="D1350F"/>
                      </a:solidFill>
                      <a:prstDash val="solid"/>
                    </a:lnT>
                    <a:lnB w="12700">
                      <a:solidFill>
                        <a:srgbClr val="D1350F"/>
                      </a:solidFill>
                      <a:prstDash val="solid"/>
                    </a:lnB>
                  </a:tcPr>
                </a:tc>
                <a:tc>
                  <a:txBody>
                    <a:bodyPr/>
                    <a:lstStyle/>
                    <a:p>
                      <a:pPr marL="71755">
                        <a:lnSpc>
                          <a:spcPct val="100000"/>
                        </a:lnSpc>
                        <a:spcBef>
                          <a:spcPts val="315"/>
                        </a:spcBef>
                      </a:pPr>
                      <a:r>
                        <a:rPr dirty="0" sz="1600" spc="-10">
                          <a:solidFill>
                            <a:srgbClr val="4E3629"/>
                          </a:solidFill>
                          <a:latin typeface="Calibri"/>
                          <a:cs typeface="Calibri"/>
                        </a:rPr>
                        <a:t>15-</a:t>
                      </a:r>
                      <a:r>
                        <a:rPr dirty="0" sz="1600" spc="-25">
                          <a:solidFill>
                            <a:srgbClr val="4E3629"/>
                          </a:solidFill>
                          <a:latin typeface="Calibri"/>
                          <a:cs typeface="Calibri"/>
                        </a:rPr>
                        <a:t>NOV-</a:t>
                      </a:r>
                      <a:r>
                        <a:rPr dirty="0" sz="1600">
                          <a:solidFill>
                            <a:srgbClr val="4E3629"/>
                          </a:solidFill>
                          <a:latin typeface="Calibri"/>
                          <a:cs typeface="Calibri"/>
                        </a:rPr>
                        <a:t>07</a:t>
                      </a:r>
                      <a:r>
                        <a:rPr dirty="0" sz="1600" spc="50">
                          <a:solidFill>
                            <a:srgbClr val="4E3629"/>
                          </a:solidFill>
                          <a:latin typeface="Calibri"/>
                          <a:cs typeface="Calibri"/>
                        </a:rPr>
                        <a:t> </a:t>
                      </a:r>
                      <a:r>
                        <a:rPr dirty="0" sz="1600" spc="-10">
                          <a:solidFill>
                            <a:srgbClr val="4E3629"/>
                          </a:solidFill>
                          <a:latin typeface="Calibri"/>
                          <a:cs typeface="Calibri"/>
                        </a:rPr>
                        <a:t>05.00.00.000000</a:t>
                      </a:r>
                      <a:r>
                        <a:rPr dirty="0" sz="1600" spc="50">
                          <a:solidFill>
                            <a:srgbClr val="4E3629"/>
                          </a:solidFill>
                          <a:latin typeface="Calibri"/>
                          <a:cs typeface="Calibri"/>
                        </a:rPr>
                        <a:t> </a:t>
                      </a:r>
                      <a:r>
                        <a:rPr dirty="0" sz="1600" spc="-25">
                          <a:solidFill>
                            <a:srgbClr val="4E3629"/>
                          </a:solidFill>
                          <a:latin typeface="Calibri"/>
                          <a:cs typeface="Calibri"/>
                        </a:rPr>
                        <a:t>PM</a:t>
                      </a:r>
                      <a:endParaRPr sz="1600">
                        <a:latin typeface="Calibri"/>
                        <a:cs typeface="Calibri"/>
                      </a:endParaRPr>
                    </a:p>
                  </a:txBody>
                  <a:tcPr marL="0" marR="0" marB="0" marT="40005">
                    <a:lnL w="12700">
                      <a:solidFill>
                        <a:srgbClr val="D1350F"/>
                      </a:solidFill>
                      <a:prstDash val="solid"/>
                    </a:lnL>
                    <a:lnR w="12700">
                      <a:solidFill>
                        <a:srgbClr val="D1350F"/>
                      </a:solidFill>
                      <a:prstDash val="solid"/>
                    </a:lnR>
                    <a:lnT w="28575">
                      <a:solidFill>
                        <a:srgbClr val="D1350F"/>
                      </a:solidFill>
                      <a:prstDash val="solid"/>
                    </a:lnT>
                    <a:lnB w="12700">
                      <a:solidFill>
                        <a:srgbClr val="D1350F"/>
                      </a:solidFill>
                      <a:prstDash val="solid"/>
                    </a:lnB>
                  </a:tcPr>
                </a:tc>
              </a:tr>
            </a:tbl>
          </a:graphicData>
        </a:graphic>
      </p:graphicFrame>
      <p:sp>
        <p:nvSpPr>
          <p:cNvPr id="6" name="object 6" descr=""/>
          <p:cNvSpPr txBox="1"/>
          <p:nvPr/>
        </p:nvSpPr>
        <p:spPr>
          <a:xfrm>
            <a:off x="393191" y="2740151"/>
            <a:ext cx="8345805" cy="568960"/>
          </a:xfrm>
          <a:prstGeom prst="rect">
            <a:avLst/>
          </a:prstGeom>
          <a:solidFill>
            <a:srgbClr val="9DBEC4">
              <a:alpha val="50199"/>
            </a:srgbClr>
          </a:solidFill>
        </p:spPr>
        <p:txBody>
          <a:bodyPr wrap="square" lIns="0" tIns="0" rIns="0" bIns="0" rtlCol="0" vert="horz">
            <a:spAutoFit/>
          </a:bodyPr>
          <a:lstStyle/>
          <a:p>
            <a:pPr>
              <a:lnSpc>
                <a:spcPts val="2020"/>
              </a:lnSpc>
            </a:pPr>
            <a:r>
              <a:rPr dirty="0" sz="1800" b="1">
                <a:solidFill>
                  <a:srgbClr val="4E3629"/>
                </a:solidFill>
                <a:latin typeface="Courier New"/>
                <a:cs typeface="Courier New"/>
              </a:rPr>
              <a:t>SELECT</a:t>
            </a:r>
            <a:r>
              <a:rPr dirty="0" sz="1800" spc="-50" b="1">
                <a:solidFill>
                  <a:srgbClr val="4E3629"/>
                </a:solidFill>
                <a:latin typeface="Courier New"/>
                <a:cs typeface="Courier New"/>
              </a:rPr>
              <a:t> *</a:t>
            </a:r>
            <a:endParaRPr sz="1800">
              <a:latin typeface="Courier New"/>
              <a:cs typeface="Courier New"/>
            </a:endParaRPr>
          </a:p>
          <a:p>
            <a:pPr>
              <a:lnSpc>
                <a:spcPct val="100000"/>
              </a:lnSpc>
            </a:pPr>
            <a:r>
              <a:rPr dirty="0" sz="1800" b="1">
                <a:solidFill>
                  <a:srgbClr val="4E3629"/>
                </a:solidFill>
                <a:latin typeface="Courier New"/>
                <a:cs typeface="Courier New"/>
              </a:rPr>
              <a:t>FROM</a:t>
            </a:r>
            <a:r>
              <a:rPr dirty="0" sz="1800" spc="-40" b="1">
                <a:solidFill>
                  <a:srgbClr val="4E3629"/>
                </a:solidFill>
                <a:latin typeface="Courier New"/>
                <a:cs typeface="Courier New"/>
              </a:rPr>
              <a:t> </a:t>
            </a:r>
            <a:r>
              <a:rPr dirty="0" sz="1800" spc="-10" b="1">
                <a:solidFill>
                  <a:srgbClr val="4E3629"/>
                </a:solidFill>
                <a:latin typeface="Courier New"/>
                <a:cs typeface="Courier New"/>
              </a:rPr>
              <a:t>time_ex3;</a:t>
            </a:r>
            <a:endParaRPr sz="1800">
              <a:latin typeface="Courier New"/>
              <a:cs typeface="Courier New"/>
            </a:endParaRP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392112" y="748031"/>
            <a:ext cx="4098290" cy="528320"/>
          </a:xfrm>
          <a:prstGeom prst="rect"/>
        </p:spPr>
        <p:txBody>
          <a:bodyPr wrap="square" lIns="0" tIns="12700" rIns="0" bIns="0" rtlCol="0" vert="horz">
            <a:spAutoFit/>
          </a:bodyPr>
          <a:lstStyle/>
          <a:p>
            <a:pPr marL="12700">
              <a:lnSpc>
                <a:spcPct val="100000"/>
              </a:lnSpc>
              <a:spcBef>
                <a:spcPts val="100"/>
              </a:spcBef>
            </a:pPr>
            <a:r>
              <a:rPr dirty="0"/>
              <a:t>Tipos</a:t>
            </a:r>
            <a:r>
              <a:rPr dirty="0" spc="-50"/>
              <a:t> </a:t>
            </a:r>
            <a:r>
              <a:rPr dirty="0"/>
              <a:t>de</a:t>
            </a:r>
            <a:r>
              <a:rPr dirty="0" spc="-50"/>
              <a:t> </a:t>
            </a:r>
            <a:r>
              <a:rPr dirty="0"/>
              <a:t>Dato</a:t>
            </a:r>
            <a:r>
              <a:rPr dirty="0" spc="-60"/>
              <a:t> </a:t>
            </a:r>
            <a:r>
              <a:rPr dirty="0" spc="-10"/>
              <a:t>INTERVAL</a:t>
            </a:r>
          </a:p>
        </p:txBody>
      </p:sp>
      <p:sp>
        <p:nvSpPr>
          <p:cNvPr id="3" name="object 3" descr=""/>
          <p:cNvSpPr txBox="1"/>
          <p:nvPr/>
        </p:nvSpPr>
        <p:spPr>
          <a:xfrm>
            <a:off x="483552" y="1415417"/>
            <a:ext cx="7722234" cy="2576195"/>
          </a:xfrm>
          <a:prstGeom prst="rect">
            <a:avLst/>
          </a:prstGeom>
        </p:spPr>
        <p:txBody>
          <a:bodyPr wrap="square" lIns="0" tIns="59690" rIns="0" bIns="0" rtlCol="0" vert="horz">
            <a:spAutoFit/>
          </a:bodyPr>
          <a:lstStyle/>
          <a:p>
            <a:pPr marL="182880" marR="484505" indent="-170815">
              <a:lnSpc>
                <a:spcPts val="3030"/>
              </a:lnSpc>
              <a:spcBef>
                <a:spcPts val="470"/>
              </a:spcBef>
              <a:buClr>
                <a:srgbClr val="D1350F"/>
              </a:buClr>
              <a:buFont typeface="Arial MT"/>
              <a:buChar char="•"/>
              <a:tabLst>
                <a:tab pos="184785" algn="l"/>
              </a:tabLst>
            </a:pPr>
            <a:r>
              <a:rPr dirty="0" sz="2800">
                <a:solidFill>
                  <a:srgbClr val="4E3629"/>
                </a:solidFill>
                <a:latin typeface="Calibri"/>
                <a:cs typeface="Calibri"/>
              </a:rPr>
              <a:t>Estos</a:t>
            </a:r>
            <a:r>
              <a:rPr dirty="0" sz="2800" spc="-70">
                <a:solidFill>
                  <a:srgbClr val="4E3629"/>
                </a:solidFill>
                <a:latin typeface="Calibri"/>
                <a:cs typeface="Calibri"/>
              </a:rPr>
              <a:t> </a:t>
            </a:r>
            <a:r>
              <a:rPr dirty="0" sz="2800">
                <a:solidFill>
                  <a:srgbClr val="4E3629"/>
                </a:solidFill>
                <a:latin typeface="Calibri"/>
                <a:cs typeface="Calibri"/>
              </a:rPr>
              <a:t>almacenan</a:t>
            </a:r>
            <a:r>
              <a:rPr dirty="0" sz="2800" spc="-70">
                <a:solidFill>
                  <a:srgbClr val="4E3629"/>
                </a:solidFill>
                <a:latin typeface="Calibri"/>
                <a:cs typeface="Calibri"/>
              </a:rPr>
              <a:t> </a:t>
            </a:r>
            <a:r>
              <a:rPr dirty="0" sz="2800">
                <a:solidFill>
                  <a:srgbClr val="4E3629"/>
                </a:solidFill>
                <a:latin typeface="Calibri"/>
                <a:cs typeface="Calibri"/>
              </a:rPr>
              <a:t>el</a:t>
            </a:r>
            <a:r>
              <a:rPr dirty="0" sz="2800" spc="-75">
                <a:solidFill>
                  <a:srgbClr val="4E3629"/>
                </a:solidFill>
                <a:latin typeface="Calibri"/>
                <a:cs typeface="Calibri"/>
              </a:rPr>
              <a:t> </a:t>
            </a:r>
            <a:r>
              <a:rPr dirty="0" sz="2800">
                <a:solidFill>
                  <a:srgbClr val="4E3629"/>
                </a:solidFill>
                <a:latin typeface="Calibri"/>
                <a:cs typeface="Calibri"/>
              </a:rPr>
              <a:t>tiempo</a:t>
            </a:r>
            <a:r>
              <a:rPr dirty="0" sz="2800" spc="-65">
                <a:solidFill>
                  <a:srgbClr val="4E3629"/>
                </a:solidFill>
                <a:latin typeface="Calibri"/>
                <a:cs typeface="Calibri"/>
              </a:rPr>
              <a:t> </a:t>
            </a:r>
            <a:r>
              <a:rPr dirty="0" sz="2800">
                <a:solidFill>
                  <a:srgbClr val="4E3629"/>
                </a:solidFill>
                <a:latin typeface="Calibri"/>
                <a:cs typeface="Calibri"/>
              </a:rPr>
              <a:t>o</a:t>
            </a:r>
            <a:r>
              <a:rPr dirty="0" sz="2800" spc="-70">
                <a:solidFill>
                  <a:srgbClr val="4E3629"/>
                </a:solidFill>
                <a:latin typeface="Calibri"/>
                <a:cs typeface="Calibri"/>
              </a:rPr>
              <a:t> </a:t>
            </a:r>
            <a:r>
              <a:rPr dirty="0" sz="2800">
                <a:solidFill>
                  <a:srgbClr val="4E3629"/>
                </a:solidFill>
                <a:latin typeface="Calibri"/>
                <a:cs typeface="Calibri"/>
              </a:rPr>
              <a:t>intervalo</a:t>
            </a:r>
            <a:r>
              <a:rPr dirty="0" sz="2800" spc="-70">
                <a:solidFill>
                  <a:srgbClr val="4E3629"/>
                </a:solidFill>
                <a:latin typeface="Calibri"/>
                <a:cs typeface="Calibri"/>
              </a:rPr>
              <a:t> </a:t>
            </a:r>
            <a:r>
              <a:rPr dirty="0" sz="2800">
                <a:solidFill>
                  <a:srgbClr val="4E3629"/>
                </a:solidFill>
                <a:latin typeface="Calibri"/>
                <a:cs typeface="Calibri"/>
              </a:rPr>
              <a:t>de</a:t>
            </a:r>
            <a:r>
              <a:rPr dirty="0" sz="2800" spc="-70">
                <a:solidFill>
                  <a:srgbClr val="4E3629"/>
                </a:solidFill>
                <a:latin typeface="Calibri"/>
                <a:cs typeface="Calibri"/>
              </a:rPr>
              <a:t> </a:t>
            </a:r>
            <a:r>
              <a:rPr dirty="0" sz="2800" spc="-10">
                <a:solidFill>
                  <a:srgbClr val="4E3629"/>
                </a:solidFill>
                <a:latin typeface="Calibri"/>
                <a:cs typeface="Calibri"/>
              </a:rPr>
              <a:t>tiempo 	transcurrido</a:t>
            </a:r>
            <a:r>
              <a:rPr dirty="0" sz="2800" spc="-35">
                <a:solidFill>
                  <a:srgbClr val="4E3629"/>
                </a:solidFill>
                <a:latin typeface="Calibri"/>
                <a:cs typeface="Calibri"/>
              </a:rPr>
              <a:t> </a:t>
            </a:r>
            <a:r>
              <a:rPr dirty="0" sz="2800">
                <a:solidFill>
                  <a:srgbClr val="4E3629"/>
                </a:solidFill>
                <a:latin typeface="Calibri"/>
                <a:cs typeface="Calibri"/>
              </a:rPr>
              <a:t>entre</a:t>
            </a:r>
            <a:r>
              <a:rPr dirty="0" sz="2800" spc="-60">
                <a:solidFill>
                  <a:srgbClr val="4E3629"/>
                </a:solidFill>
                <a:latin typeface="Calibri"/>
                <a:cs typeface="Calibri"/>
              </a:rPr>
              <a:t> </a:t>
            </a:r>
            <a:r>
              <a:rPr dirty="0" sz="2800">
                <a:solidFill>
                  <a:srgbClr val="4E3629"/>
                </a:solidFill>
                <a:latin typeface="Calibri"/>
                <a:cs typeface="Calibri"/>
              </a:rPr>
              <a:t>dos</a:t>
            </a:r>
            <a:r>
              <a:rPr dirty="0" sz="2800" spc="-70">
                <a:solidFill>
                  <a:srgbClr val="4E3629"/>
                </a:solidFill>
                <a:latin typeface="Calibri"/>
                <a:cs typeface="Calibri"/>
              </a:rPr>
              <a:t> </a:t>
            </a:r>
            <a:r>
              <a:rPr dirty="0" sz="2800">
                <a:solidFill>
                  <a:srgbClr val="4E3629"/>
                </a:solidFill>
                <a:latin typeface="Calibri"/>
                <a:cs typeface="Calibri"/>
              </a:rPr>
              <a:t>valores</a:t>
            </a:r>
            <a:r>
              <a:rPr dirty="0" sz="2800" spc="-75">
                <a:solidFill>
                  <a:srgbClr val="4E3629"/>
                </a:solidFill>
                <a:latin typeface="Calibri"/>
                <a:cs typeface="Calibri"/>
              </a:rPr>
              <a:t> </a:t>
            </a:r>
            <a:r>
              <a:rPr dirty="0" sz="2800">
                <a:solidFill>
                  <a:srgbClr val="4E3629"/>
                </a:solidFill>
                <a:latin typeface="Calibri"/>
                <a:cs typeface="Calibri"/>
              </a:rPr>
              <a:t>de</a:t>
            </a:r>
            <a:r>
              <a:rPr dirty="0" sz="2800" spc="-65">
                <a:solidFill>
                  <a:srgbClr val="4E3629"/>
                </a:solidFill>
                <a:latin typeface="Calibri"/>
                <a:cs typeface="Calibri"/>
              </a:rPr>
              <a:t> </a:t>
            </a:r>
            <a:r>
              <a:rPr dirty="0" sz="2800">
                <a:solidFill>
                  <a:srgbClr val="4E3629"/>
                </a:solidFill>
                <a:latin typeface="Calibri"/>
                <a:cs typeface="Calibri"/>
              </a:rPr>
              <a:t>fecha</a:t>
            </a:r>
            <a:r>
              <a:rPr dirty="0" sz="2800" spc="-70">
                <a:solidFill>
                  <a:srgbClr val="4E3629"/>
                </a:solidFill>
                <a:latin typeface="Calibri"/>
                <a:cs typeface="Calibri"/>
              </a:rPr>
              <a:t> </a:t>
            </a:r>
            <a:r>
              <a:rPr dirty="0" sz="2800">
                <a:solidFill>
                  <a:srgbClr val="4E3629"/>
                </a:solidFill>
                <a:latin typeface="Calibri"/>
                <a:cs typeface="Calibri"/>
              </a:rPr>
              <a:t>y</a:t>
            </a:r>
            <a:r>
              <a:rPr dirty="0" sz="2800" spc="-80">
                <a:solidFill>
                  <a:srgbClr val="4E3629"/>
                </a:solidFill>
                <a:latin typeface="Calibri"/>
                <a:cs typeface="Calibri"/>
              </a:rPr>
              <a:t> </a:t>
            </a:r>
            <a:r>
              <a:rPr dirty="0" sz="2800" spc="-20">
                <a:solidFill>
                  <a:srgbClr val="4E3629"/>
                </a:solidFill>
                <a:latin typeface="Calibri"/>
                <a:cs typeface="Calibri"/>
              </a:rPr>
              <a:t>hora</a:t>
            </a:r>
            <a:endParaRPr sz="2800">
              <a:latin typeface="Calibri"/>
              <a:cs typeface="Calibri"/>
            </a:endParaRPr>
          </a:p>
          <a:p>
            <a:pPr marL="182880" marR="5080" indent="-170815">
              <a:lnSpc>
                <a:spcPts val="3030"/>
              </a:lnSpc>
              <a:spcBef>
                <a:spcPts val="795"/>
              </a:spcBef>
              <a:buClr>
                <a:srgbClr val="D1350F"/>
              </a:buClr>
              <a:buFont typeface="Arial MT"/>
              <a:buChar char="•"/>
              <a:tabLst>
                <a:tab pos="184785" algn="l"/>
              </a:tabLst>
            </a:pPr>
            <a:r>
              <a:rPr dirty="0" sz="2800" spc="-20">
                <a:solidFill>
                  <a:srgbClr val="4E3629"/>
                </a:solidFill>
                <a:latin typeface="Calibri"/>
                <a:cs typeface="Calibri"/>
              </a:rPr>
              <a:t>INTERVAL</a:t>
            </a:r>
            <a:r>
              <a:rPr dirty="0" sz="2800" spc="-75">
                <a:solidFill>
                  <a:srgbClr val="4E3629"/>
                </a:solidFill>
                <a:latin typeface="Calibri"/>
                <a:cs typeface="Calibri"/>
              </a:rPr>
              <a:t> </a:t>
            </a:r>
            <a:r>
              <a:rPr dirty="0" sz="2800">
                <a:solidFill>
                  <a:srgbClr val="4E3629"/>
                </a:solidFill>
                <a:latin typeface="Calibri"/>
                <a:cs typeface="Calibri"/>
              </a:rPr>
              <a:t>YEAR</a:t>
            </a:r>
            <a:r>
              <a:rPr dirty="0" sz="2800" spc="-70">
                <a:solidFill>
                  <a:srgbClr val="4E3629"/>
                </a:solidFill>
                <a:latin typeface="Calibri"/>
                <a:cs typeface="Calibri"/>
              </a:rPr>
              <a:t> </a:t>
            </a:r>
            <a:r>
              <a:rPr dirty="0" sz="2800">
                <a:solidFill>
                  <a:srgbClr val="4E3629"/>
                </a:solidFill>
                <a:latin typeface="Calibri"/>
                <a:cs typeface="Calibri"/>
              </a:rPr>
              <a:t>TO</a:t>
            </a:r>
            <a:r>
              <a:rPr dirty="0" sz="2800" spc="-65">
                <a:solidFill>
                  <a:srgbClr val="4E3629"/>
                </a:solidFill>
                <a:latin typeface="Calibri"/>
                <a:cs typeface="Calibri"/>
              </a:rPr>
              <a:t> </a:t>
            </a:r>
            <a:r>
              <a:rPr dirty="0" sz="2800">
                <a:solidFill>
                  <a:srgbClr val="4E3629"/>
                </a:solidFill>
                <a:latin typeface="Calibri"/>
                <a:cs typeface="Calibri"/>
              </a:rPr>
              <a:t>MONTH</a:t>
            </a:r>
            <a:r>
              <a:rPr dirty="0" sz="2800" spc="-45">
                <a:solidFill>
                  <a:srgbClr val="4E3629"/>
                </a:solidFill>
                <a:latin typeface="Calibri"/>
                <a:cs typeface="Calibri"/>
              </a:rPr>
              <a:t> </a:t>
            </a:r>
            <a:r>
              <a:rPr dirty="0" sz="2800">
                <a:solidFill>
                  <a:srgbClr val="4E3629"/>
                </a:solidFill>
                <a:latin typeface="Calibri"/>
                <a:cs typeface="Calibri"/>
              </a:rPr>
              <a:t>almacena</a:t>
            </a:r>
            <a:r>
              <a:rPr dirty="0" sz="2800" spc="-65">
                <a:solidFill>
                  <a:srgbClr val="4E3629"/>
                </a:solidFill>
                <a:latin typeface="Calibri"/>
                <a:cs typeface="Calibri"/>
              </a:rPr>
              <a:t> </a:t>
            </a:r>
            <a:r>
              <a:rPr dirty="0" sz="2800">
                <a:solidFill>
                  <a:srgbClr val="4E3629"/>
                </a:solidFill>
                <a:latin typeface="Calibri"/>
                <a:cs typeface="Calibri"/>
              </a:rPr>
              <a:t>un</a:t>
            </a:r>
            <a:r>
              <a:rPr dirty="0" sz="2800" spc="-55">
                <a:solidFill>
                  <a:srgbClr val="4E3629"/>
                </a:solidFill>
                <a:latin typeface="Calibri"/>
                <a:cs typeface="Calibri"/>
              </a:rPr>
              <a:t> </a:t>
            </a:r>
            <a:r>
              <a:rPr dirty="0" sz="2800">
                <a:solidFill>
                  <a:srgbClr val="4E3629"/>
                </a:solidFill>
                <a:latin typeface="Calibri"/>
                <a:cs typeface="Calibri"/>
              </a:rPr>
              <a:t>período</a:t>
            </a:r>
            <a:r>
              <a:rPr dirty="0" sz="2800" spc="-45">
                <a:solidFill>
                  <a:srgbClr val="4E3629"/>
                </a:solidFill>
                <a:latin typeface="Calibri"/>
                <a:cs typeface="Calibri"/>
              </a:rPr>
              <a:t> </a:t>
            </a:r>
            <a:r>
              <a:rPr dirty="0" sz="2800" spc="-25">
                <a:solidFill>
                  <a:srgbClr val="4E3629"/>
                </a:solidFill>
                <a:latin typeface="Calibri"/>
                <a:cs typeface="Calibri"/>
              </a:rPr>
              <a:t>de </a:t>
            </a:r>
            <a:r>
              <a:rPr dirty="0" sz="2800" spc="-25">
                <a:solidFill>
                  <a:srgbClr val="4E3629"/>
                </a:solidFill>
                <a:latin typeface="Calibri"/>
                <a:cs typeface="Calibri"/>
              </a:rPr>
              <a:t>	</a:t>
            </a:r>
            <a:r>
              <a:rPr dirty="0" sz="2800">
                <a:solidFill>
                  <a:srgbClr val="4E3629"/>
                </a:solidFill>
                <a:latin typeface="Calibri"/>
                <a:cs typeface="Calibri"/>
              </a:rPr>
              <a:t>tiempo</a:t>
            </a:r>
            <a:r>
              <a:rPr dirty="0" sz="2800" spc="-45">
                <a:solidFill>
                  <a:srgbClr val="4E3629"/>
                </a:solidFill>
                <a:latin typeface="Calibri"/>
                <a:cs typeface="Calibri"/>
              </a:rPr>
              <a:t> </a:t>
            </a:r>
            <a:r>
              <a:rPr dirty="0" sz="2800">
                <a:solidFill>
                  <a:srgbClr val="4E3629"/>
                </a:solidFill>
                <a:latin typeface="Calibri"/>
                <a:cs typeface="Calibri"/>
              </a:rPr>
              <a:t>medido</a:t>
            </a:r>
            <a:r>
              <a:rPr dirty="0" sz="2800" spc="-30">
                <a:solidFill>
                  <a:srgbClr val="4E3629"/>
                </a:solidFill>
                <a:latin typeface="Calibri"/>
                <a:cs typeface="Calibri"/>
              </a:rPr>
              <a:t> </a:t>
            </a:r>
            <a:r>
              <a:rPr dirty="0" sz="2800">
                <a:solidFill>
                  <a:srgbClr val="4E3629"/>
                </a:solidFill>
                <a:latin typeface="Calibri"/>
                <a:cs typeface="Calibri"/>
              </a:rPr>
              <a:t>en</a:t>
            </a:r>
            <a:r>
              <a:rPr dirty="0" sz="2800" spc="-45">
                <a:solidFill>
                  <a:srgbClr val="4E3629"/>
                </a:solidFill>
                <a:latin typeface="Calibri"/>
                <a:cs typeface="Calibri"/>
              </a:rPr>
              <a:t> </a:t>
            </a:r>
            <a:r>
              <a:rPr dirty="0" sz="2800">
                <a:solidFill>
                  <a:srgbClr val="4E3629"/>
                </a:solidFill>
                <a:latin typeface="Calibri"/>
                <a:cs typeface="Calibri"/>
              </a:rPr>
              <a:t>años</a:t>
            </a:r>
            <a:r>
              <a:rPr dirty="0" sz="2800" spc="-45">
                <a:solidFill>
                  <a:srgbClr val="4E3629"/>
                </a:solidFill>
                <a:latin typeface="Calibri"/>
                <a:cs typeface="Calibri"/>
              </a:rPr>
              <a:t> </a:t>
            </a:r>
            <a:r>
              <a:rPr dirty="0" sz="2800">
                <a:solidFill>
                  <a:srgbClr val="4E3629"/>
                </a:solidFill>
                <a:latin typeface="Calibri"/>
                <a:cs typeface="Calibri"/>
              </a:rPr>
              <a:t>y</a:t>
            </a:r>
            <a:r>
              <a:rPr dirty="0" sz="2800" spc="-60">
                <a:solidFill>
                  <a:srgbClr val="4E3629"/>
                </a:solidFill>
                <a:latin typeface="Calibri"/>
                <a:cs typeface="Calibri"/>
              </a:rPr>
              <a:t> </a:t>
            </a:r>
            <a:r>
              <a:rPr dirty="0" sz="2800" spc="-10">
                <a:solidFill>
                  <a:srgbClr val="4E3629"/>
                </a:solidFill>
                <a:latin typeface="Calibri"/>
                <a:cs typeface="Calibri"/>
              </a:rPr>
              <a:t>meses</a:t>
            </a:r>
            <a:endParaRPr sz="2800">
              <a:latin typeface="Calibri"/>
              <a:cs typeface="Calibri"/>
            </a:endParaRPr>
          </a:p>
          <a:p>
            <a:pPr marL="182880" marR="143510" indent="-170815">
              <a:lnSpc>
                <a:spcPts val="3030"/>
              </a:lnSpc>
              <a:spcBef>
                <a:spcPts val="790"/>
              </a:spcBef>
              <a:buClr>
                <a:srgbClr val="D1350F"/>
              </a:buClr>
              <a:buFont typeface="Arial MT"/>
              <a:buChar char="•"/>
              <a:tabLst>
                <a:tab pos="184785" algn="l"/>
              </a:tabLst>
            </a:pPr>
            <a:r>
              <a:rPr dirty="0" sz="2800" spc="-20">
                <a:solidFill>
                  <a:srgbClr val="4E3629"/>
                </a:solidFill>
                <a:latin typeface="Calibri"/>
                <a:cs typeface="Calibri"/>
              </a:rPr>
              <a:t>INTERVAL</a:t>
            </a:r>
            <a:r>
              <a:rPr dirty="0" sz="2800" spc="-85">
                <a:solidFill>
                  <a:srgbClr val="4E3629"/>
                </a:solidFill>
                <a:latin typeface="Calibri"/>
                <a:cs typeface="Calibri"/>
              </a:rPr>
              <a:t> </a:t>
            </a:r>
            <a:r>
              <a:rPr dirty="0" sz="2800" spc="-65">
                <a:solidFill>
                  <a:srgbClr val="4E3629"/>
                </a:solidFill>
                <a:latin typeface="Calibri"/>
                <a:cs typeface="Calibri"/>
              </a:rPr>
              <a:t>DAY</a:t>
            </a:r>
            <a:r>
              <a:rPr dirty="0" sz="2800" spc="-80">
                <a:solidFill>
                  <a:srgbClr val="4E3629"/>
                </a:solidFill>
                <a:latin typeface="Calibri"/>
                <a:cs typeface="Calibri"/>
              </a:rPr>
              <a:t> </a:t>
            </a:r>
            <a:r>
              <a:rPr dirty="0" sz="2800">
                <a:solidFill>
                  <a:srgbClr val="4E3629"/>
                </a:solidFill>
                <a:latin typeface="Calibri"/>
                <a:cs typeface="Calibri"/>
              </a:rPr>
              <a:t>TO</a:t>
            </a:r>
            <a:r>
              <a:rPr dirty="0" sz="2800" spc="-75">
                <a:solidFill>
                  <a:srgbClr val="4E3629"/>
                </a:solidFill>
                <a:latin typeface="Calibri"/>
                <a:cs typeface="Calibri"/>
              </a:rPr>
              <a:t> </a:t>
            </a:r>
            <a:r>
              <a:rPr dirty="0" sz="2800">
                <a:solidFill>
                  <a:srgbClr val="4E3629"/>
                </a:solidFill>
                <a:latin typeface="Calibri"/>
                <a:cs typeface="Calibri"/>
              </a:rPr>
              <a:t>SECOND</a:t>
            </a:r>
            <a:r>
              <a:rPr dirty="0" sz="2800" spc="-65">
                <a:solidFill>
                  <a:srgbClr val="4E3629"/>
                </a:solidFill>
                <a:latin typeface="Calibri"/>
                <a:cs typeface="Calibri"/>
              </a:rPr>
              <a:t> </a:t>
            </a:r>
            <a:r>
              <a:rPr dirty="0" sz="2800">
                <a:solidFill>
                  <a:srgbClr val="4E3629"/>
                </a:solidFill>
                <a:latin typeface="Calibri"/>
                <a:cs typeface="Calibri"/>
              </a:rPr>
              <a:t>almacena</a:t>
            </a:r>
            <a:r>
              <a:rPr dirty="0" sz="2800" spc="-85">
                <a:solidFill>
                  <a:srgbClr val="4E3629"/>
                </a:solidFill>
                <a:latin typeface="Calibri"/>
                <a:cs typeface="Calibri"/>
              </a:rPr>
              <a:t> </a:t>
            </a:r>
            <a:r>
              <a:rPr dirty="0" sz="2800">
                <a:solidFill>
                  <a:srgbClr val="4E3629"/>
                </a:solidFill>
                <a:latin typeface="Calibri"/>
                <a:cs typeface="Calibri"/>
              </a:rPr>
              <a:t>un</a:t>
            </a:r>
            <a:r>
              <a:rPr dirty="0" sz="2800" spc="-65">
                <a:solidFill>
                  <a:srgbClr val="4E3629"/>
                </a:solidFill>
                <a:latin typeface="Calibri"/>
                <a:cs typeface="Calibri"/>
              </a:rPr>
              <a:t> </a:t>
            </a:r>
            <a:r>
              <a:rPr dirty="0" sz="2800">
                <a:solidFill>
                  <a:srgbClr val="4E3629"/>
                </a:solidFill>
                <a:latin typeface="Calibri"/>
                <a:cs typeface="Calibri"/>
              </a:rPr>
              <a:t>período</a:t>
            </a:r>
            <a:r>
              <a:rPr dirty="0" sz="2800" spc="-65">
                <a:solidFill>
                  <a:srgbClr val="4E3629"/>
                </a:solidFill>
                <a:latin typeface="Calibri"/>
                <a:cs typeface="Calibri"/>
              </a:rPr>
              <a:t> </a:t>
            </a:r>
            <a:r>
              <a:rPr dirty="0" sz="2800" spc="-25">
                <a:solidFill>
                  <a:srgbClr val="4E3629"/>
                </a:solidFill>
                <a:latin typeface="Calibri"/>
                <a:cs typeface="Calibri"/>
              </a:rPr>
              <a:t>de </a:t>
            </a:r>
            <a:r>
              <a:rPr dirty="0" sz="2800" spc="-25">
                <a:solidFill>
                  <a:srgbClr val="4E3629"/>
                </a:solidFill>
                <a:latin typeface="Calibri"/>
                <a:cs typeface="Calibri"/>
              </a:rPr>
              <a:t>	</a:t>
            </a:r>
            <a:r>
              <a:rPr dirty="0" sz="2800">
                <a:solidFill>
                  <a:srgbClr val="4E3629"/>
                </a:solidFill>
                <a:latin typeface="Calibri"/>
                <a:cs typeface="Calibri"/>
              </a:rPr>
              <a:t>tiempo</a:t>
            </a:r>
            <a:r>
              <a:rPr dirty="0" sz="2800" spc="-60">
                <a:solidFill>
                  <a:srgbClr val="4E3629"/>
                </a:solidFill>
                <a:latin typeface="Calibri"/>
                <a:cs typeface="Calibri"/>
              </a:rPr>
              <a:t> </a:t>
            </a:r>
            <a:r>
              <a:rPr dirty="0" sz="2800">
                <a:solidFill>
                  <a:srgbClr val="4E3629"/>
                </a:solidFill>
                <a:latin typeface="Calibri"/>
                <a:cs typeface="Calibri"/>
              </a:rPr>
              <a:t>medido</a:t>
            </a:r>
            <a:r>
              <a:rPr dirty="0" sz="2800" spc="-55">
                <a:solidFill>
                  <a:srgbClr val="4E3629"/>
                </a:solidFill>
                <a:latin typeface="Calibri"/>
                <a:cs typeface="Calibri"/>
              </a:rPr>
              <a:t> </a:t>
            </a:r>
            <a:r>
              <a:rPr dirty="0" sz="2800">
                <a:solidFill>
                  <a:srgbClr val="4E3629"/>
                </a:solidFill>
                <a:latin typeface="Calibri"/>
                <a:cs typeface="Calibri"/>
              </a:rPr>
              <a:t>en</a:t>
            </a:r>
            <a:r>
              <a:rPr dirty="0" sz="2800" spc="-60">
                <a:solidFill>
                  <a:srgbClr val="4E3629"/>
                </a:solidFill>
                <a:latin typeface="Calibri"/>
                <a:cs typeface="Calibri"/>
              </a:rPr>
              <a:t> </a:t>
            </a:r>
            <a:r>
              <a:rPr dirty="0" sz="2800">
                <a:solidFill>
                  <a:srgbClr val="4E3629"/>
                </a:solidFill>
                <a:latin typeface="Calibri"/>
                <a:cs typeface="Calibri"/>
              </a:rPr>
              <a:t>días,</a:t>
            </a:r>
            <a:r>
              <a:rPr dirty="0" sz="2800" spc="-55">
                <a:solidFill>
                  <a:srgbClr val="4E3629"/>
                </a:solidFill>
                <a:latin typeface="Calibri"/>
                <a:cs typeface="Calibri"/>
              </a:rPr>
              <a:t> </a:t>
            </a:r>
            <a:r>
              <a:rPr dirty="0" sz="2800">
                <a:solidFill>
                  <a:srgbClr val="4E3629"/>
                </a:solidFill>
                <a:latin typeface="Calibri"/>
                <a:cs typeface="Calibri"/>
              </a:rPr>
              <a:t>horas,</a:t>
            </a:r>
            <a:r>
              <a:rPr dirty="0" sz="2800" spc="-60">
                <a:solidFill>
                  <a:srgbClr val="4E3629"/>
                </a:solidFill>
                <a:latin typeface="Calibri"/>
                <a:cs typeface="Calibri"/>
              </a:rPr>
              <a:t> </a:t>
            </a:r>
            <a:r>
              <a:rPr dirty="0" sz="2800">
                <a:solidFill>
                  <a:srgbClr val="4E3629"/>
                </a:solidFill>
                <a:latin typeface="Calibri"/>
                <a:cs typeface="Calibri"/>
              </a:rPr>
              <a:t>minutos</a:t>
            </a:r>
            <a:r>
              <a:rPr dirty="0" sz="2800" spc="-40">
                <a:solidFill>
                  <a:srgbClr val="4E3629"/>
                </a:solidFill>
                <a:latin typeface="Calibri"/>
                <a:cs typeface="Calibri"/>
              </a:rPr>
              <a:t> </a:t>
            </a:r>
            <a:r>
              <a:rPr dirty="0" sz="2800">
                <a:solidFill>
                  <a:srgbClr val="4E3629"/>
                </a:solidFill>
                <a:latin typeface="Calibri"/>
                <a:cs typeface="Calibri"/>
              </a:rPr>
              <a:t>y</a:t>
            </a:r>
            <a:r>
              <a:rPr dirty="0" sz="2800" spc="-75">
                <a:solidFill>
                  <a:srgbClr val="4E3629"/>
                </a:solidFill>
                <a:latin typeface="Calibri"/>
                <a:cs typeface="Calibri"/>
              </a:rPr>
              <a:t> </a:t>
            </a:r>
            <a:r>
              <a:rPr dirty="0" sz="2800" spc="-10">
                <a:solidFill>
                  <a:srgbClr val="4E3629"/>
                </a:solidFill>
                <a:latin typeface="Calibri"/>
                <a:cs typeface="Calibri"/>
              </a:rPr>
              <a:t>segundos</a:t>
            </a:r>
            <a:endParaRPr sz="2800">
              <a:latin typeface="Calibri"/>
              <a:cs typeface="Calibri"/>
            </a:endParaRPr>
          </a:p>
        </p:txBody>
      </p:sp>
      <p:pic>
        <p:nvPicPr>
          <p:cNvPr id="4" name="object 4" descr=""/>
          <p:cNvPicPr/>
          <p:nvPr/>
        </p:nvPicPr>
        <p:blipFill>
          <a:blip r:embed="rId2" cstate="print"/>
          <a:stretch>
            <a:fillRect/>
          </a:stretch>
        </p:blipFill>
        <p:spPr>
          <a:xfrm>
            <a:off x="3240023" y="4393691"/>
            <a:ext cx="2663939" cy="1780031"/>
          </a:xfrm>
          <a:prstGeom prst="rect">
            <a:avLst/>
          </a:prstGeom>
        </p:spPr>
      </p:pic>
      <p:sp>
        <p:nvSpPr>
          <p:cNvPr id="5" name="object 5" descr=""/>
          <p:cNvSpPr txBox="1">
            <a:spLocks noGrp="1"/>
          </p:cNvSpPr>
          <p:nvPr>
            <p:ph type="dt" idx="6" sz="half"/>
          </p:nvPr>
        </p:nvSpPr>
        <p:spPr>
          <a:prstGeom prst="rect"/>
        </p:spPr>
        <p:txBody>
          <a:bodyPr wrap="square" lIns="0" tIns="0" rIns="0" bIns="0" rtlCol="0" vert="horz">
            <a:spAutoFit/>
          </a:bodyPr>
          <a:lstStyle/>
          <a:p>
            <a:pPr marL="12700">
              <a:lnSpc>
                <a:spcPts val="855"/>
              </a:lnSpc>
            </a:pPr>
            <a:r>
              <a:rPr dirty="0"/>
              <a:t>DP</a:t>
            </a:r>
            <a:r>
              <a:rPr dirty="0" spc="-10"/>
              <a:t> </a:t>
            </a:r>
            <a:r>
              <a:rPr dirty="0"/>
              <a:t>13-</a:t>
            </a:r>
            <a:r>
              <a:rPr dirty="0" spc="-50"/>
              <a:t>2</a:t>
            </a:r>
          </a:p>
          <a:p>
            <a:pPr marL="12700">
              <a:lnSpc>
                <a:spcPts val="965"/>
              </a:lnSpc>
            </a:pPr>
            <a:r>
              <a:rPr dirty="0"/>
              <a:t>Uso</a:t>
            </a:r>
            <a:r>
              <a:rPr dirty="0" spc="-30"/>
              <a:t> </a:t>
            </a:r>
            <a:r>
              <a:rPr dirty="0"/>
              <a:t>de</a:t>
            </a:r>
            <a:r>
              <a:rPr dirty="0" spc="-20"/>
              <a:t> </a:t>
            </a:r>
            <a:r>
              <a:rPr dirty="0"/>
              <a:t>Tipos</a:t>
            </a:r>
            <a:r>
              <a:rPr dirty="0" spc="-20"/>
              <a:t> </a:t>
            </a:r>
            <a:r>
              <a:rPr dirty="0"/>
              <a:t>de</a:t>
            </a:r>
            <a:r>
              <a:rPr dirty="0" spc="-15"/>
              <a:t> </a:t>
            </a:r>
            <a:r>
              <a:rPr dirty="0" spc="-20"/>
              <a:t>Dato</a:t>
            </a:r>
          </a:p>
        </p:txBody>
      </p:sp>
      <p:sp>
        <p:nvSpPr>
          <p:cNvPr id="6" name="object 6" descr=""/>
          <p:cNvSpPr txBox="1">
            <a:spLocks noGrp="1"/>
          </p:cNvSpPr>
          <p:nvPr>
            <p:ph type="ftr" idx="5" sz="quarter"/>
          </p:nvPr>
        </p:nvSpPr>
        <p:spPr>
          <a:prstGeom prst="rect"/>
        </p:spPr>
        <p:txBody>
          <a:bodyPr wrap="square" lIns="0" tIns="0" rIns="0" bIns="0" rtlCol="0" vert="horz">
            <a:spAutoFit/>
          </a:bodyPr>
          <a:lstStyle/>
          <a:p>
            <a:pPr marL="12700">
              <a:lnSpc>
                <a:spcPts val="910"/>
              </a:lnSpc>
            </a:pPr>
            <a:r>
              <a:rPr dirty="0"/>
              <a:t>Copyright</a:t>
            </a:r>
            <a:r>
              <a:rPr dirty="0" spc="-35"/>
              <a:t> </a:t>
            </a:r>
            <a:r>
              <a:rPr dirty="0"/>
              <a:t>©</a:t>
            </a:r>
            <a:r>
              <a:rPr dirty="0" spc="-40"/>
              <a:t> </a:t>
            </a:r>
            <a:r>
              <a:rPr dirty="0"/>
              <a:t>2020,</a:t>
            </a:r>
            <a:r>
              <a:rPr dirty="0" spc="-45"/>
              <a:t> </a:t>
            </a:r>
            <a:r>
              <a:rPr dirty="0"/>
              <a:t>Oracle</a:t>
            </a:r>
            <a:r>
              <a:rPr dirty="0" spc="-30"/>
              <a:t> </a:t>
            </a:r>
            <a:r>
              <a:rPr dirty="0"/>
              <a:t>y/o</a:t>
            </a:r>
            <a:r>
              <a:rPr dirty="0" spc="-30"/>
              <a:t> </a:t>
            </a:r>
            <a:r>
              <a:rPr dirty="0"/>
              <a:t>sus</a:t>
            </a:r>
            <a:r>
              <a:rPr dirty="0" spc="-35"/>
              <a:t> </a:t>
            </a:r>
            <a:r>
              <a:rPr dirty="0"/>
              <a:t>filiales.</a:t>
            </a:r>
            <a:r>
              <a:rPr dirty="0" spc="-10"/>
              <a:t> </a:t>
            </a:r>
            <a:r>
              <a:rPr dirty="0"/>
              <a:t>Todos</a:t>
            </a:r>
            <a:r>
              <a:rPr dirty="0" spc="-35"/>
              <a:t> </a:t>
            </a:r>
            <a:r>
              <a:rPr dirty="0"/>
              <a:t>los</a:t>
            </a:r>
            <a:r>
              <a:rPr dirty="0" spc="-25"/>
              <a:t> </a:t>
            </a:r>
            <a:r>
              <a:rPr dirty="0"/>
              <a:t>derechos</a:t>
            </a:r>
            <a:r>
              <a:rPr dirty="0" spc="-5"/>
              <a:t> </a:t>
            </a:r>
            <a:r>
              <a:rPr dirty="0" spc="-10"/>
              <a:t>reservados.</a:t>
            </a:r>
          </a:p>
        </p:txBody>
      </p:sp>
      <p:sp>
        <p:nvSpPr>
          <p:cNvPr id="7" name="object 7" descr=""/>
          <p:cNvSpPr txBox="1">
            <a:spLocks noGrp="1"/>
          </p:cNvSpPr>
          <p:nvPr>
            <p:ph type="sldNum" idx="7" sz="quarter"/>
          </p:nvPr>
        </p:nvSpPr>
        <p:spPr>
          <a:prstGeom prst="rect"/>
        </p:spPr>
        <p:txBody>
          <a:bodyPr wrap="square" lIns="0" tIns="0" rIns="0" bIns="0" rtlCol="0" vert="horz">
            <a:spAutoFit/>
          </a:bodyPr>
          <a:lstStyle/>
          <a:p>
            <a:pPr marL="12700">
              <a:lnSpc>
                <a:spcPts val="910"/>
              </a:lnSpc>
            </a:pPr>
            <a:r>
              <a:rPr dirty="0" spc="-25"/>
              <a:t>17</a:t>
            </a: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prstGeom prst="rect"/>
        </p:spPr>
        <p:txBody>
          <a:bodyPr wrap="square" lIns="0" tIns="12700" rIns="0" bIns="0" rtlCol="0" vert="horz">
            <a:spAutoFit/>
          </a:bodyPr>
          <a:lstStyle/>
          <a:p>
            <a:pPr marL="12700">
              <a:lnSpc>
                <a:spcPct val="100000"/>
              </a:lnSpc>
              <a:spcBef>
                <a:spcPts val="100"/>
              </a:spcBef>
            </a:pPr>
            <a:r>
              <a:rPr dirty="0" spc="-20"/>
              <a:t>INTERVAL</a:t>
            </a:r>
            <a:r>
              <a:rPr dirty="0" spc="-145"/>
              <a:t> </a:t>
            </a:r>
            <a:r>
              <a:rPr dirty="0" spc="-10"/>
              <a:t>YEAR…TO</a:t>
            </a:r>
            <a:r>
              <a:rPr dirty="0" spc="-150"/>
              <a:t> </a:t>
            </a:r>
            <a:r>
              <a:rPr dirty="0" spc="-10"/>
              <a:t>MONTH</a:t>
            </a:r>
          </a:p>
        </p:txBody>
      </p:sp>
      <p:sp>
        <p:nvSpPr>
          <p:cNvPr id="3" name="object 3" descr=""/>
          <p:cNvSpPr txBox="1"/>
          <p:nvPr/>
        </p:nvSpPr>
        <p:spPr>
          <a:xfrm>
            <a:off x="483552" y="1415417"/>
            <a:ext cx="1374775" cy="452120"/>
          </a:xfrm>
          <a:prstGeom prst="rect">
            <a:avLst/>
          </a:prstGeom>
        </p:spPr>
        <p:txBody>
          <a:bodyPr wrap="square" lIns="0" tIns="12065" rIns="0" bIns="0" rtlCol="0" vert="horz">
            <a:spAutoFit/>
          </a:bodyPr>
          <a:lstStyle/>
          <a:p>
            <a:pPr marL="183515" indent="-170815">
              <a:lnSpc>
                <a:spcPct val="100000"/>
              </a:lnSpc>
              <a:spcBef>
                <a:spcPts val="95"/>
              </a:spcBef>
              <a:buClr>
                <a:srgbClr val="D1350F"/>
              </a:buClr>
              <a:buFont typeface="Arial MT"/>
              <a:buChar char="•"/>
              <a:tabLst>
                <a:tab pos="183515" algn="l"/>
              </a:tabLst>
            </a:pPr>
            <a:r>
              <a:rPr dirty="0" sz="2800" spc="-10">
                <a:solidFill>
                  <a:srgbClr val="4E3629"/>
                </a:solidFill>
                <a:latin typeface="Calibri"/>
                <a:cs typeface="Calibri"/>
              </a:rPr>
              <a:t>Sintaxis:</a:t>
            </a:r>
            <a:endParaRPr sz="2800">
              <a:latin typeface="Calibri"/>
              <a:cs typeface="Calibri"/>
            </a:endParaRPr>
          </a:p>
        </p:txBody>
      </p:sp>
      <p:sp>
        <p:nvSpPr>
          <p:cNvPr id="4" name="object 4" descr=""/>
          <p:cNvSpPr txBox="1"/>
          <p:nvPr/>
        </p:nvSpPr>
        <p:spPr>
          <a:xfrm>
            <a:off x="483552" y="2387729"/>
            <a:ext cx="7513320" cy="1320800"/>
          </a:xfrm>
          <a:prstGeom prst="rect">
            <a:avLst/>
          </a:prstGeom>
        </p:spPr>
        <p:txBody>
          <a:bodyPr wrap="square" lIns="0" tIns="59690" rIns="0" bIns="0" rtlCol="0" vert="horz">
            <a:spAutoFit/>
          </a:bodyPr>
          <a:lstStyle/>
          <a:p>
            <a:pPr marL="182880" marR="5080" indent="-170815">
              <a:lnSpc>
                <a:spcPts val="3030"/>
              </a:lnSpc>
              <a:spcBef>
                <a:spcPts val="470"/>
              </a:spcBef>
              <a:buClr>
                <a:srgbClr val="D1350F"/>
              </a:buClr>
              <a:buFont typeface="Arial MT"/>
              <a:buChar char="•"/>
              <a:tabLst>
                <a:tab pos="184785" algn="l"/>
              </a:tabLst>
            </a:pPr>
            <a:r>
              <a:rPr dirty="0" sz="2800" spc="-10">
                <a:solidFill>
                  <a:srgbClr val="4E3629"/>
                </a:solidFill>
                <a:latin typeface="Calibri"/>
                <a:cs typeface="Calibri"/>
              </a:rPr>
              <a:t>year_precision</a:t>
            </a:r>
            <a:r>
              <a:rPr dirty="0" sz="2800" spc="-40">
                <a:solidFill>
                  <a:srgbClr val="4E3629"/>
                </a:solidFill>
                <a:latin typeface="Calibri"/>
                <a:cs typeface="Calibri"/>
              </a:rPr>
              <a:t> </a:t>
            </a:r>
            <a:r>
              <a:rPr dirty="0" sz="2800">
                <a:solidFill>
                  <a:srgbClr val="4E3629"/>
                </a:solidFill>
                <a:latin typeface="Calibri"/>
                <a:cs typeface="Calibri"/>
              </a:rPr>
              <a:t>es</a:t>
            </a:r>
            <a:r>
              <a:rPr dirty="0" sz="2800" spc="-65">
                <a:solidFill>
                  <a:srgbClr val="4E3629"/>
                </a:solidFill>
                <a:latin typeface="Calibri"/>
                <a:cs typeface="Calibri"/>
              </a:rPr>
              <a:t> </a:t>
            </a:r>
            <a:r>
              <a:rPr dirty="0" sz="2800">
                <a:solidFill>
                  <a:srgbClr val="4E3629"/>
                </a:solidFill>
                <a:latin typeface="Calibri"/>
                <a:cs typeface="Calibri"/>
              </a:rPr>
              <a:t>el</a:t>
            </a:r>
            <a:r>
              <a:rPr dirty="0" sz="2800" spc="-75">
                <a:solidFill>
                  <a:srgbClr val="4E3629"/>
                </a:solidFill>
                <a:latin typeface="Calibri"/>
                <a:cs typeface="Calibri"/>
              </a:rPr>
              <a:t> </a:t>
            </a:r>
            <a:r>
              <a:rPr dirty="0" sz="2800">
                <a:solidFill>
                  <a:srgbClr val="4E3629"/>
                </a:solidFill>
                <a:latin typeface="Calibri"/>
                <a:cs typeface="Calibri"/>
              </a:rPr>
              <a:t>número</a:t>
            </a:r>
            <a:r>
              <a:rPr dirty="0" sz="2800" spc="-35">
                <a:solidFill>
                  <a:srgbClr val="4E3629"/>
                </a:solidFill>
                <a:latin typeface="Calibri"/>
                <a:cs typeface="Calibri"/>
              </a:rPr>
              <a:t> </a:t>
            </a:r>
            <a:r>
              <a:rPr dirty="0" sz="2800">
                <a:solidFill>
                  <a:srgbClr val="4E3629"/>
                </a:solidFill>
                <a:latin typeface="Calibri"/>
                <a:cs typeface="Calibri"/>
              </a:rPr>
              <a:t>máximo</a:t>
            </a:r>
            <a:r>
              <a:rPr dirty="0" sz="2800" spc="-70">
                <a:solidFill>
                  <a:srgbClr val="4E3629"/>
                </a:solidFill>
                <a:latin typeface="Calibri"/>
                <a:cs typeface="Calibri"/>
              </a:rPr>
              <a:t> </a:t>
            </a:r>
            <a:r>
              <a:rPr dirty="0" sz="2800">
                <a:solidFill>
                  <a:srgbClr val="4E3629"/>
                </a:solidFill>
                <a:latin typeface="Calibri"/>
                <a:cs typeface="Calibri"/>
              </a:rPr>
              <a:t>de</a:t>
            </a:r>
            <a:r>
              <a:rPr dirty="0" sz="2800" spc="-55">
                <a:solidFill>
                  <a:srgbClr val="4E3629"/>
                </a:solidFill>
                <a:latin typeface="Calibri"/>
                <a:cs typeface="Calibri"/>
              </a:rPr>
              <a:t> </a:t>
            </a:r>
            <a:r>
              <a:rPr dirty="0" sz="2800">
                <a:solidFill>
                  <a:srgbClr val="4E3629"/>
                </a:solidFill>
                <a:latin typeface="Calibri"/>
                <a:cs typeface="Calibri"/>
              </a:rPr>
              <a:t>dígitos</a:t>
            </a:r>
            <a:r>
              <a:rPr dirty="0" sz="2800" spc="-55">
                <a:solidFill>
                  <a:srgbClr val="4E3629"/>
                </a:solidFill>
                <a:latin typeface="Calibri"/>
                <a:cs typeface="Calibri"/>
              </a:rPr>
              <a:t> </a:t>
            </a:r>
            <a:r>
              <a:rPr dirty="0" sz="2800" spc="-25">
                <a:solidFill>
                  <a:srgbClr val="4E3629"/>
                </a:solidFill>
                <a:latin typeface="Calibri"/>
                <a:cs typeface="Calibri"/>
              </a:rPr>
              <a:t>del </a:t>
            </a:r>
            <a:r>
              <a:rPr dirty="0" sz="2800" spc="-25">
                <a:solidFill>
                  <a:srgbClr val="4E3629"/>
                </a:solidFill>
                <a:latin typeface="Calibri"/>
                <a:cs typeface="Calibri"/>
              </a:rPr>
              <a:t>	</a:t>
            </a:r>
            <a:r>
              <a:rPr dirty="0" sz="2800" spc="-10">
                <a:solidFill>
                  <a:srgbClr val="4E3629"/>
                </a:solidFill>
                <a:latin typeface="Calibri"/>
                <a:cs typeface="Calibri"/>
              </a:rPr>
              <a:t>elemento</a:t>
            </a:r>
            <a:r>
              <a:rPr dirty="0" sz="2800" spc="-85">
                <a:solidFill>
                  <a:srgbClr val="4E3629"/>
                </a:solidFill>
                <a:latin typeface="Calibri"/>
                <a:cs typeface="Calibri"/>
              </a:rPr>
              <a:t> </a:t>
            </a:r>
            <a:r>
              <a:rPr dirty="0" sz="2800" spc="-20">
                <a:solidFill>
                  <a:srgbClr val="4E3629"/>
                </a:solidFill>
                <a:latin typeface="Calibri"/>
                <a:cs typeface="Calibri"/>
              </a:rPr>
              <a:t>YEAR</a:t>
            </a:r>
            <a:endParaRPr sz="2800">
              <a:latin typeface="Calibri"/>
              <a:cs typeface="Calibri"/>
            </a:endParaRPr>
          </a:p>
          <a:p>
            <a:pPr marL="183515" indent="-170815">
              <a:lnSpc>
                <a:spcPct val="100000"/>
              </a:lnSpc>
              <a:spcBef>
                <a:spcPts val="405"/>
              </a:spcBef>
              <a:buClr>
                <a:srgbClr val="D1350F"/>
              </a:buClr>
              <a:buFont typeface="Arial MT"/>
              <a:buChar char="•"/>
              <a:tabLst>
                <a:tab pos="183515" algn="l"/>
              </a:tabLst>
            </a:pPr>
            <a:r>
              <a:rPr dirty="0" sz="2800">
                <a:solidFill>
                  <a:srgbClr val="4E3629"/>
                </a:solidFill>
                <a:latin typeface="Calibri"/>
                <a:cs typeface="Calibri"/>
              </a:rPr>
              <a:t>El</a:t>
            </a:r>
            <a:r>
              <a:rPr dirty="0" sz="2800" spc="-60">
                <a:solidFill>
                  <a:srgbClr val="4E3629"/>
                </a:solidFill>
                <a:latin typeface="Calibri"/>
                <a:cs typeface="Calibri"/>
              </a:rPr>
              <a:t> </a:t>
            </a:r>
            <a:r>
              <a:rPr dirty="0" sz="2800">
                <a:solidFill>
                  <a:srgbClr val="4E3629"/>
                </a:solidFill>
                <a:latin typeface="Calibri"/>
                <a:cs typeface="Calibri"/>
              </a:rPr>
              <a:t>valor</a:t>
            </a:r>
            <a:r>
              <a:rPr dirty="0" sz="2800" spc="-65">
                <a:solidFill>
                  <a:srgbClr val="4E3629"/>
                </a:solidFill>
                <a:latin typeface="Calibri"/>
                <a:cs typeface="Calibri"/>
              </a:rPr>
              <a:t> </a:t>
            </a:r>
            <a:r>
              <a:rPr dirty="0" sz="2800">
                <a:solidFill>
                  <a:srgbClr val="4E3629"/>
                </a:solidFill>
                <a:latin typeface="Calibri"/>
                <a:cs typeface="Calibri"/>
              </a:rPr>
              <a:t>por</a:t>
            </a:r>
            <a:r>
              <a:rPr dirty="0" sz="2800" spc="-35">
                <a:solidFill>
                  <a:srgbClr val="4E3629"/>
                </a:solidFill>
                <a:latin typeface="Calibri"/>
                <a:cs typeface="Calibri"/>
              </a:rPr>
              <a:t> </a:t>
            </a:r>
            <a:r>
              <a:rPr dirty="0" sz="2800" spc="-10">
                <a:solidFill>
                  <a:srgbClr val="4E3629"/>
                </a:solidFill>
                <a:latin typeface="Calibri"/>
                <a:cs typeface="Calibri"/>
              </a:rPr>
              <a:t>defecto</a:t>
            </a:r>
            <a:r>
              <a:rPr dirty="0" sz="2800" spc="-45">
                <a:solidFill>
                  <a:srgbClr val="4E3629"/>
                </a:solidFill>
                <a:latin typeface="Calibri"/>
                <a:cs typeface="Calibri"/>
              </a:rPr>
              <a:t> </a:t>
            </a:r>
            <a:r>
              <a:rPr dirty="0" sz="2800">
                <a:solidFill>
                  <a:srgbClr val="4E3629"/>
                </a:solidFill>
                <a:latin typeface="Calibri"/>
                <a:cs typeface="Calibri"/>
              </a:rPr>
              <a:t>de</a:t>
            </a:r>
            <a:r>
              <a:rPr dirty="0" sz="2800" spc="-60">
                <a:solidFill>
                  <a:srgbClr val="4E3629"/>
                </a:solidFill>
                <a:latin typeface="Calibri"/>
                <a:cs typeface="Calibri"/>
              </a:rPr>
              <a:t> </a:t>
            </a:r>
            <a:r>
              <a:rPr dirty="0" sz="2800" spc="-10">
                <a:solidFill>
                  <a:srgbClr val="4E3629"/>
                </a:solidFill>
                <a:latin typeface="Calibri"/>
                <a:cs typeface="Calibri"/>
              </a:rPr>
              <a:t>year_precision</a:t>
            </a:r>
            <a:r>
              <a:rPr dirty="0" sz="2800" spc="-15">
                <a:solidFill>
                  <a:srgbClr val="4E3629"/>
                </a:solidFill>
                <a:latin typeface="Calibri"/>
                <a:cs typeface="Calibri"/>
              </a:rPr>
              <a:t> </a:t>
            </a:r>
            <a:r>
              <a:rPr dirty="0" sz="2800">
                <a:solidFill>
                  <a:srgbClr val="4E3629"/>
                </a:solidFill>
                <a:latin typeface="Calibri"/>
                <a:cs typeface="Calibri"/>
              </a:rPr>
              <a:t>es</a:t>
            </a:r>
            <a:r>
              <a:rPr dirty="0" sz="2800" spc="-40">
                <a:solidFill>
                  <a:srgbClr val="4E3629"/>
                </a:solidFill>
                <a:latin typeface="Calibri"/>
                <a:cs typeface="Calibri"/>
              </a:rPr>
              <a:t> </a:t>
            </a:r>
            <a:r>
              <a:rPr dirty="0" sz="2800" spc="-50">
                <a:solidFill>
                  <a:srgbClr val="4E3629"/>
                </a:solidFill>
                <a:latin typeface="Calibri"/>
                <a:cs typeface="Calibri"/>
              </a:rPr>
              <a:t>2</a:t>
            </a:r>
            <a:endParaRPr sz="2800">
              <a:latin typeface="Calibri"/>
              <a:cs typeface="Calibri"/>
            </a:endParaRPr>
          </a:p>
        </p:txBody>
      </p:sp>
      <p:pic>
        <p:nvPicPr>
          <p:cNvPr id="5" name="object 5" descr=""/>
          <p:cNvPicPr/>
          <p:nvPr/>
        </p:nvPicPr>
        <p:blipFill>
          <a:blip r:embed="rId2" cstate="print"/>
          <a:stretch>
            <a:fillRect/>
          </a:stretch>
        </p:blipFill>
        <p:spPr>
          <a:xfrm>
            <a:off x="3240023" y="4393691"/>
            <a:ext cx="2663939" cy="1780031"/>
          </a:xfrm>
          <a:prstGeom prst="rect">
            <a:avLst/>
          </a:prstGeom>
        </p:spPr>
      </p:pic>
      <p:sp>
        <p:nvSpPr>
          <p:cNvPr id="6" name="object 6" descr=""/>
          <p:cNvSpPr txBox="1"/>
          <p:nvPr/>
        </p:nvSpPr>
        <p:spPr>
          <a:xfrm>
            <a:off x="393191" y="1940051"/>
            <a:ext cx="8345805" cy="393700"/>
          </a:xfrm>
          <a:prstGeom prst="rect">
            <a:avLst/>
          </a:prstGeom>
          <a:solidFill>
            <a:srgbClr val="9DBEC4">
              <a:alpha val="50199"/>
            </a:srgbClr>
          </a:solidFill>
        </p:spPr>
        <p:txBody>
          <a:bodyPr wrap="square" lIns="0" tIns="32384" rIns="0" bIns="0" rtlCol="0" vert="horz">
            <a:spAutoFit/>
          </a:bodyPr>
          <a:lstStyle/>
          <a:p>
            <a:pPr>
              <a:lnSpc>
                <a:spcPct val="100000"/>
              </a:lnSpc>
              <a:spcBef>
                <a:spcPts val="254"/>
              </a:spcBef>
            </a:pPr>
            <a:r>
              <a:rPr dirty="0" sz="1800" b="1">
                <a:solidFill>
                  <a:srgbClr val="4E3629"/>
                </a:solidFill>
                <a:latin typeface="Courier New"/>
                <a:cs typeface="Courier New"/>
              </a:rPr>
              <a:t>INTERVAL</a:t>
            </a:r>
            <a:r>
              <a:rPr dirty="0" sz="1800" spc="-90" b="1">
                <a:solidFill>
                  <a:srgbClr val="4E3629"/>
                </a:solidFill>
                <a:latin typeface="Courier New"/>
                <a:cs typeface="Courier New"/>
              </a:rPr>
              <a:t> </a:t>
            </a:r>
            <a:r>
              <a:rPr dirty="0" sz="1800" b="1">
                <a:solidFill>
                  <a:srgbClr val="4E3629"/>
                </a:solidFill>
                <a:latin typeface="Courier New"/>
                <a:cs typeface="Courier New"/>
              </a:rPr>
              <a:t>YEAR</a:t>
            </a:r>
            <a:r>
              <a:rPr dirty="0" sz="1800" spc="-80" b="1">
                <a:solidFill>
                  <a:srgbClr val="4E3629"/>
                </a:solidFill>
                <a:latin typeface="Courier New"/>
                <a:cs typeface="Courier New"/>
              </a:rPr>
              <a:t> </a:t>
            </a:r>
            <a:r>
              <a:rPr dirty="0" sz="1800" b="1">
                <a:solidFill>
                  <a:srgbClr val="4E3629"/>
                </a:solidFill>
                <a:latin typeface="Courier New"/>
                <a:cs typeface="Courier New"/>
              </a:rPr>
              <a:t>[(year_precision)]</a:t>
            </a:r>
            <a:r>
              <a:rPr dirty="0" sz="1800" spc="-85" b="1">
                <a:solidFill>
                  <a:srgbClr val="4E3629"/>
                </a:solidFill>
                <a:latin typeface="Courier New"/>
                <a:cs typeface="Courier New"/>
              </a:rPr>
              <a:t> </a:t>
            </a:r>
            <a:r>
              <a:rPr dirty="0" sz="1800" b="1">
                <a:solidFill>
                  <a:srgbClr val="4E3629"/>
                </a:solidFill>
                <a:latin typeface="Courier New"/>
                <a:cs typeface="Courier New"/>
              </a:rPr>
              <a:t>TO</a:t>
            </a:r>
            <a:r>
              <a:rPr dirty="0" sz="1800" spc="-75" b="1">
                <a:solidFill>
                  <a:srgbClr val="4E3629"/>
                </a:solidFill>
                <a:latin typeface="Courier New"/>
                <a:cs typeface="Courier New"/>
              </a:rPr>
              <a:t> </a:t>
            </a:r>
            <a:r>
              <a:rPr dirty="0" sz="1800" spc="-10" b="1">
                <a:solidFill>
                  <a:srgbClr val="4E3629"/>
                </a:solidFill>
                <a:latin typeface="Courier New"/>
                <a:cs typeface="Courier New"/>
              </a:rPr>
              <a:t>MONTH</a:t>
            </a:r>
            <a:endParaRPr sz="1800">
              <a:latin typeface="Courier New"/>
              <a:cs typeface="Courier New"/>
            </a:endParaRPr>
          </a:p>
        </p:txBody>
      </p:sp>
      <p:sp>
        <p:nvSpPr>
          <p:cNvPr id="7" name="object 7" descr=""/>
          <p:cNvSpPr txBox="1">
            <a:spLocks noGrp="1"/>
          </p:cNvSpPr>
          <p:nvPr>
            <p:ph type="dt" idx="6" sz="half"/>
          </p:nvPr>
        </p:nvSpPr>
        <p:spPr>
          <a:prstGeom prst="rect"/>
        </p:spPr>
        <p:txBody>
          <a:bodyPr wrap="square" lIns="0" tIns="0" rIns="0" bIns="0" rtlCol="0" vert="horz">
            <a:spAutoFit/>
          </a:bodyPr>
          <a:lstStyle/>
          <a:p>
            <a:pPr marL="12700">
              <a:lnSpc>
                <a:spcPts val="855"/>
              </a:lnSpc>
            </a:pPr>
            <a:r>
              <a:rPr dirty="0"/>
              <a:t>DP</a:t>
            </a:r>
            <a:r>
              <a:rPr dirty="0" spc="-10"/>
              <a:t> </a:t>
            </a:r>
            <a:r>
              <a:rPr dirty="0"/>
              <a:t>13-</a:t>
            </a:r>
            <a:r>
              <a:rPr dirty="0" spc="-50"/>
              <a:t>2</a:t>
            </a:r>
          </a:p>
          <a:p>
            <a:pPr marL="12700">
              <a:lnSpc>
                <a:spcPts val="965"/>
              </a:lnSpc>
            </a:pPr>
            <a:r>
              <a:rPr dirty="0"/>
              <a:t>Uso</a:t>
            </a:r>
            <a:r>
              <a:rPr dirty="0" spc="-30"/>
              <a:t> </a:t>
            </a:r>
            <a:r>
              <a:rPr dirty="0"/>
              <a:t>de</a:t>
            </a:r>
            <a:r>
              <a:rPr dirty="0" spc="-20"/>
              <a:t> </a:t>
            </a:r>
            <a:r>
              <a:rPr dirty="0"/>
              <a:t>Tipos</a:t>
            </a:r>
            <a:r>
              <a:rPr dirty="0" spc="-20"/>
              <a:t> </a:t>
            </a:r>
            <a:r>
              <a:rPr dirty="0"/>
              <a:t>de</a:t>
            </a:r>
            <a:r>
              <a:rPr dirty="0" spc="-15"/>
              <a:t> </a:t>
            </a:r>
            <a:r>
              <a:rPr dirty="0" spc="-20"/>
              <a:t>Dato</a:t>
            </a:r>
          </a:p>
        </p:txBody>
      </p:sp>
      <p:sp>
        <p:nvSpPr>
          <p:cNvPr id="8" name="object 8" descr=""/>
          <p:cNvSpPr txBox="1">
            <a:spLocks noGrp="1"/>
          </p:cNvSpPr>
          <p:nvPr>
            <p:ph type="ftr" idx="5" sz="quarter"/>
          </p:nvPr>
        </p:nvSpPr>
        <p:spPr>
          <a:prstGeom prst="rect"/>
        </p:spPr>
        <p:txBody>
          <a:bodyPr wrap="square" lIns="0" tIns="0" rIns="0" bIns="0" rtlCol="0" vert="horz">
            <a:spAutoFit/>
          </a:bodyPr>
          <a:lstStyle/>
          <a:p>
            <a:pPr marL="12700">
              <a:lnSpc>
                <a:spcPts val="910"/>
              </a:lnSpc>
            </a:pPr>
            <a:r>
              <a:rPr dirty="0"/>
              <a:t>Copyright</a:t>
            </a:r>
            <a:r>
              <a:rPr dirty="0" spc="-35"/>
              <a:t> </a:t>
            </a:r>
            <a:r>
              <a:rPr dirty="0"/>
              <a:t>©</a:t>
            </a:r>
            <a:r>
              <a:rPr dirty="0" spc="-40"/>
              <a:t> </a:t>
            </a:r>
            <a:r>
              <a:rPr dirty="0"/>
              <a:t>2020,</a:t>
            </a:r>
            <a:r>
              <a:rPr dirty="0" spc="-45"/>
              <a:t> </a:t>
            </a:r>
            <a:r>
              <a:rPr dirty="0"/>
              <a:t>Oracle</a:t>
            </a:r>
            <a:r>
              <a:rPr dirty="0" spc="-30"/>
              <a:t> </a:t>
            </a:r>
            <a:r>
              <a:rPr dirty="0"/>
              <a:t>y/o</a:t>
            </a:r>
            <a:r>
              <a:rPr dirty="0" spc="-30"/>
              <a:t> </a:t>
            </a:r>
            <a:r>
              <a:rPr dirty="0"/>
              <a:t>sus</a:t>
            </a:r>
            <a:r>
              <a:rPr dirty="0" spc="-35"/>
              <a:t> </a:t>
            </a:r>
            <a:r>
              <a:rPr dirty="0"/>
              <a:t>filiales.</a:t>
            </a:r>
            <a:r>
              <a:rPr dirty="0" spc="-10"/>
              <a:t> </a:t>
            </a:r>
            <a:r>
              <a:rPr dirty="0"/>
              <a:t>Todos</a:t>
            </a:r>
            <a:r>
              <a:rPr dirty="0" spc="-35"/>
              <a:t> </a:t>
            </a:r>
            <a:r>
              <a:rPr dirty="0"/>
              <a:t>los</a:t>
            </a:r>
            <a:r>
              <a:rPr dirty="0" spc="-25"/>
              <a:t> </a:t>
            </a:r>
            <a:r>
              <a:rPr dirty="0"/>
              <a:t>derechos</a:t>
            </a:r>
            <a:r>
              <a:rPr dirty="0" spc="-5"/>
              <a:t> </a:t>
            </a:r>
            <a:r>
              <a:rPr dirty="0" spc="-10"/>
              <a:t>reservados.</a:t>
            </a:r>
          </a:p>
        </p:txBody>
      </p:sp>
      <p:sp>
        <p:nvSpPr>
          <p:cNvPr id="9" name="object 9" descr=""/>
          <p:cNvSpPr txBox="1">
            <a:spLocks noGrp="1"/>
          </p:cNvSpPr>
          <p:nvPr>
            <p:ph type="sldNum" idx="7" sz="quarter"/>
          </p:nvPr>
        </p:nvSpPr>
        <p:spPr>
          <a:prstGeom prst="rect"/>
        </p:spPr>
        <p:txBody>
          <a:bodyPr wrap="square" lIns="0" tIns="0" rIns="0" bIns="0" rtlCol="0" vert="horz">
            <a:spAutoFit/>
          </a:bodyPr>
          <a:lstStyle/>
          <a:p>
            <a:pPr marL="12700">
              <a:lnSpc>
                <a:spcPts val="910"/>
              </a:lnSpc>
            </a:pPr>
            <a:r>
              <a:rPr dirty="0" spc="-25"/>
              <a:t>18</a:t>
            </a: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prstGeom prst="rect"/>
        </p:spPr>
        <p:txBody>
          <a:bodyPr wrap="square" lIns="0" tIns="12700" rIns="0" bIns="0" rtlCol="0" vert="horz">
            <a:spAutoFit/>
          </a:bodyPr>
          <a:lstStyle/>
          <a:p>
            <a:pPr marL="12700">
              <a:lnSpc>
                <a:spcPct val="100000"/>
              </a:lnSpc>
              <a:spcBef>
                <a:spcPts val="100"/>
              </a:spcBef>
            </a:pPr>
            <a:r>
              <a:rPr dirty="0" spc="-20"/>
              <a:t>INTERVAL</a:t>
            </a:r>
            <a:r>
              <a:rPr dirty="0" spc="-145"/>
              <a:t> </a:t>
            </a:r>
            <a:r>
              <a:rPr dirty="0" spc="-10"/>
              <a:t>YEAR…TO</a:t>
            </a:r>
            <a:r>
              <a:rPr dirty="0" spc="-150"/>
              <a:t> </a:t>
            </a:r>
            <a:r>
              <a:rPr dirty="0" spc="-10"/>
              <a:t>MONTH</a:t>
            </a:r>
          </a:p>
        </p:txBody>
      </p:sp>
      <p:sp>
        <p:nvSpPr>
          <p:cNvPr id="10" name="object 10" descr=""/>
          <p:cNvSpPr txBox="1">
            <a:spLocks noGrp="1"/>
          </p:cNvSpPr>
          <p:nvPr>
            <p:ph type="dt" idx="6" sz="half"/>
          </p:nvPr>
        </p:nvSpPr>
        <p:spPr>
          <a:prstGeom prst="rect"/>
        </p:spPr>
        <p:txBody>
          <a:bodyPr wrap="square" lIns="0" tIns="0" rIns="0" bIns="0" rtlCol="0" vert="horz">
            <a:spAutoFit/>
          </a:bodyPr>
          <a:lstStyle/>
          <a:p>
            <a:pPr marL="12700">
              <a:lnSpc>
                <a:spcPts val="855"/>
              </a:lnSpc>
            </a:pPr>
            <a:r>
              <a:rPr dirty="0"/>
              <a:t>DP</a:t>
            </a:r>
            <a:r>
              <a:rPr dirty="0" spc="-10"/>
              <a:t> </a:t>
            </a:r>
            <a:r>
              <a:rPr dirty="0"/>
              <a:t>13-</a:t>
            </a:r>
            <a:r>
              <a:rPr dirty="0" spc="-50"/>
              <a:t>2</a:t>
            </a:r>
          </a:p>
          <a:p>
            <a:pPr marL="12700">
              <a:lnSpc>
                <a:spcPts val="965"/>
              </a:lnSpc>
            </a:pPr>
            <a:r>
              <a:rPr dirty="0"/>
              <a:t>Uso</a:t>
            </a:r>
            <a:r>
              <a:rPr dirty="0" spc="-30"/>
              <a:t> </a:t>
            </a:r>
            <a:r>
              <a:rPr dirty="0"/>
              <a:t>de</a:t>
            </a:r>
            <a:r>
              <a:rPr dirty="0" spc="-20"/>
              <a:t> </a:t>
            </a:r>
            <a:r>
              <a:rPr dirty="0"/>
              <a:t>Tipos</a:t>
            </a:r>
            <a:r>
              <a:rPr dirty="0" spc="-20"/>
              <a:t> </a:t>
            </a:r>
            <a:r>
              <a:rPr dirty="0"/>
              <a:t>de</a:t>
            </a:r>
            <a:r>
              <a:rPr dirty="0" spc="-15"/>
              <a:t> </a:t>
            </a:r>
            <a:r>
              <a:rPr dirty="0" spc="-20"/>
              <a:t>Dato</a:t>
            </a:r>
          </a:p>
        </p:txBody>
      </p:sp>
      <p:sp>
        <p:nvSpPr>
          <p:cNvPr id="11" name="object 11" descr=""/>
          <p:cNvSpPr txBox="1">
            <a:spLocks noGrp="1"/>
          </p:cNvSpPr>
          <p:nvPr>
            <p:ph type="ftr" idx="5" sz="quarter"/>
          </p:nvPr>
        </p:nvSpPr>
        <p:spPr>
          <a:prstGeom prst="rect"/>
        </p:spPr>
        <p:txBody>
          <a:bodyPr wrap="square" lIns="0" tIns="0" rIns="0" bIns="0" rtlCol="0" vert="horz">
            <a:spAutoFit/>
          </a:bodyPr>
          <a:lstStyle/>
          <a:p>
            <a:pPr marL="12700">
              <a:lnSpc>
                <a:spcPts val="910"/>
              </a:lnSpc>
            </a:pPr>
            <a:r>
              <a:rPr dirty="0"/>
              <a:t>Copyright</a:t>
            </a:r>
            <a:r>
              <a:rPr dirty="0" spc="-35"/>
              <a:t> </a:t>
            </a:r>
            <a:r>
              <a:rPr dirty="0"/>
              <a:t>©</a:t>
            </a:r>
            <a:r>
              <a:rPr dirty="0" spc="-40"/>
              <a:t> </a:t>
            </a:r>
            <a:r>
              <a:rPr dirty="0"/>
              <a:t>2020,</a:t>
            </a:r>
            <a:r>
              <a:rPr dirty="0" spc="-45"/>
              <a:t> </a:t>
            </a:r>
            <a:r>
              <a:rPr dirty="0"/>
              <a:t>Oracle</a:t>
            </a:r>
            <a:r>
              <a:rPr dirty="0" spc="-30"/>
              <a:t> </a:t>
            </a:r>
            <a:r>
              <a:rPr dirty="0"/>
              <a:t>y/o</a:t>
            </a:r>
            <a:r>
              <a:rPr dirty="0" spc="-30"/>
              <a:t> </a:t>
            </a:r>
            <a:r>
              <a:rPr dirty="0"/>
              <a:t>sus</a:t>
            </a:r>
            <a:r>
              <a:rPr dirty="0" spc="-35"/>
              <a:t> </a:t>
            </a:r>
            <a:r>
              <a:rPr dirty="0"/>
              <a:t>filiales.</a:t>
            </a:r>
            <a:r>
              <a:rPr dirty="0" spc="-10"/>
              <a:t> </a:t>
            </a:r>
            <a:r>
              <a:rPr dirty="0"/>
              <a:t>Todos</a:t>
            </a:r>
            <a:r>
              <a:rPr dirty="0" spc="-35"/>
              <a:t> </a:t>
            </a:r>
            <a:r>
              <a:rPr dirty="0"/>
              <a:t>los</a:t>
            </a:r>
            <a:r>
              <a:rPr dirty="0" spc="-25"/>
              <a:t> </a:t>
            </a:r>
            <a:r>
              <a:rPr dirty="0"/>
              <a:t>derechos</a:t>
            </a:r>
            <a:r>
              <a:rPr dirty="0" spc="-5"/>
              <a:t> </a:t>
            </a:r>
            <a:r>
              <a:rPr dirty="0" spc="-10"/>
              <a:t>reservados.</a:t>
            </a:r>
          </a:p>
        </p:txBody>
      </p:sp>
      <p:sp>
        <p:nvSpPr>
          <p:cNvPr id="12" name="object 12" descr=""/>
          <p:cNvSpPr txBox="1">
            <a:spLocks noGrp="1"/>
          </p:cNvSpPr>
          <p:nvPr>
            <p:ph type="sldNum" idx="7" sz="quarter"/>
          </p:nvPr>
        </p:nvSpPr>
        <p:spPr>
          <a:prstGeom prst="rect"/>
        </p:spPr>
        <p:txBody>
          <a:bodyPr wrap="square" lIns="0" tIns="0" rIns="0" bIns="0" rtlCol="0" vert="horz">
            <a:spAutoFit/>
          </a:bodyPr>
          <a:lstStyle/>
          <a:p>
            <a:pPr marL="12700">
              <a:lnSpc>
                <a:spcPts val="910"/>
              </a:lnSpc>
            </a:pPr>
            <a:r>
              <a:rPr dirty="0" spc="-25"/>
              <a:t>19</a:t>
            </a:r>
          </a:p>
        </p:txBody>
      </p:sp>
      <p:sp>
        <p:nvSpPr>
          <p:cNvPr id="3" name="object 3" descr=""/>
          <p:cNvSpPr txBox="1"/>
          <p:nvPr/>
        </p:nvSpPr>
        <p:spPr>
          <a:xfrm>
            <a:off x="483552" y="1415417"/>
            <a:ext cx="6945630" cy="452120"/>
          </a:xfrm>
          <a:prstGeom prst="rect">
            <a:avLst/>
          </a:prstGeom>
        </p:spPr>
        <p:txBody>
          <a:bodyPr wrap="square" lIns="0" tIns="12065" rIns="0" bIns="0" rtlCol="0" vert="horz">
            <a:spAutoFit/>
          </a:bodyPr>
          <a:lstStyle/>
          <a:p>
            <a:pPr marL="183515" indent="-170815">
              <a:lnSpc>
                <a:spcPct val="100000"/>
              </a:lnSpc>
              <a:spcBef>
                <a:spcPts val="95"/>
              </a:spcBef>
              <a:buClr>
                <a:srgbClr val="D1350F"/>
              </a:buClr>
              <a:buFont typeface="Arial MT"/>
              <a:buChar char="•"/>
              <a:tabLst>
                <a:tab pos="183515" algn="l"/>
              </a:tabLst>
            </a:pPr>
            <a:r>
              <a:rPr dirty="0" sz="2800">
                <a:solidFill>
                  <a:srgbClr val="4E3629"/>
                </a:solidFill>
                <a:latin typeface="Calibri"/>
                <a:cs typeface="Calibri"/>
              </a:rPr>
              <a:t>En</a:t>
            </a:r>
            <a:r>
              <a:rPr dirty="0" sz="2800" spc="-70">
                <a:solidFill>
                  <a:srgbClr val="4E3629"/>
                </a:solidFill>
                <a:latin typeface="Calibri"/>
                <a:cs typeface="Calibri"/>
              </a:rPr>
              <a:t> </a:t>
            </a:r>
            <a:r>
              <a:rPr dirty="0" sz="2800">
                <a:solidFill>
                  <a:srgbClr val="4E3629"/>
                </a:solidFill>
                <a:latin typeface="Calibri"/>
                <a:cs typeface="Calibri"/>
              </a:rPr>
              <a:t>este</a:t>
            </a:r>
            <a:r>
              <a:rPr dirty="0" sz="2800" spc="-75">
                <a:solidFill>
                  <a:srgbClr val="4E3629"/>
                </a:solidFill>
                <a:latin typeface="Calibri"/>
                <a:cs typeface="Calibri"/>
              </a:rPr>
              <a:t> </a:t>
            </a:r>
            <a:r>
              <a:rPr dirty="0" sz="2800">
                <a:solidFill>
                  <a:srgbClr val="4E3629"/>
                </a:solidFill>
                <a:latin typeface="Calibri"/>
                <a:cs typeface="Calibri"/>
              </a:rPr>
              <a:t>ejemplo</a:t>
            </a:r>
            <a:r>
              <a:rPr dirty="0" sz="2800" spc="-60">
                <a:solidFill>
                  <a:srgbClr val="4E3629"/>
                </a:solidFill>
                <a:latin typeface="Calibri"/>
                <a:cs typeface="Calibri"/>
              </a:rPr>
              <a:t> </a:t>
            </a:r>
            <a:r>
              <a:rPr dirty="0" sz="2800">
                <a:solidFill>
                  <a:srgbClr val="4E3629"/>
                </a:solidFill>
                <a:latin typeface="Calibri"/>
                <a:cs typeface="Calibri"/>
              </a:rPr>
              <a:t>se</a:t>
            </a:r>
            <a:r>
              <a:rPr dirty="0" sz="2800" spc="-70">
                <a:solidFill>
                  <a:srgbClr val="4E3629"/>
                </a:solidFill>
                <a:latin typeface="Calibri"/>
                <a:cs typeface="Calibri"/>
              </a:rPr>
              <a:t> </a:t>
            </a:r>
            <a:r>
              <a:rPr dirty="0" sz="2800" spc="-10">
                <a:solidFill>
                  <a:srgbClr val="4E3629"/>
                </a:solidFill>
                <a:latin typeface="Calibri"/>
                <a:cs typeface="Calibri"/>
              </a:rPr>
              <a:t>muestra</a:t>
            </a:r>
            <a:r>
              <a:rPr dirty="0" sz="2800" spc="-50">
                <a:solidFill>
                  <a:srgbClr val="4E3629"/>
                </a:solidFill>
                <a:latin typeface="Calibri"/>
                <a:cs typeface="Calibri"/>
              </a:rPr>
              <a:t> </a:t>
            </a:r>
            <a:r>
              <a:rPr dirty="0" sz="2800" spc="-20">
                <a:solidFill>
                  <a:srgbClr val="4E3629"/>
                </a:solidFill>
                <a:latin typeface="Calibri"/>
                <a:cs typeface="Calibri"/>
              </a:rPr>
              <a:t>INTERVAL</a:t>
            </a:r>
            <a:r>
              <a:rPr dirty="0" sz="2800" spc="-70">
                <a:solidFill>
                  <a:srgbClr val="4E3629"/>
                </a:solidFill>
                <a:latin typeface="Calibri"/>
                <a:cs typeface="Calibri"/>
              </a:rPr>
              <a:t> </a:t>
            </a:r>
            <a:r>
              <a:rPr dirty="0" sz="2800">
                <a:solidFill>
                  <a:srgbClr val="4E3629"/>
                </a:solidFill>
                <a:latin typeface="Calibri"/>
                <a:cs typeface="Calibri"/>
              </a:rPr>
              <a:t>YEAR</a:t>
            </a:r>
            <a:r>
              <a:rPr dirty="0" sz="2800" spc="-70">
                <a:solidFill>
                  <a:srgbClr val="4E3629"/>
                </a:solidFill>
                <a:latin typeface="Calibri"/>
                <a:cs typeface="Calibri"/>
              </a:rPr>
              <a:t> </a:t>
            </a:r>
            <a:r>
              <a:rPr dirty="0" sz="2800" spc="-25">
                <a:solidFill>
                  <a:srgbClr val="4E3629"/>
                </a:solidFill>
                <a:latin typeface="Calibri"/>
                <a:cs typeface="Calibri"/>
              </a:rPr>
              <a:t>TO</a:t>
            </a:r>
            <a:endParaRPr sz="2800">
              <a:latin typeface="Calibri"/>
              <a:cs typeface="Calibri"/>
            </a:endParaRPr>
          </a:p>
        </p:txBody>
      </p:sp>
      <p:sp>
        <p:nvSpPr>
          <p:cNvPr id="4" name="object 4" descr=""/>
          <p:cNvSpPr txBox="1"/>
          <p:nvPr/>
        </p:nvSpPr>
        <p:spPr>
          <a:xfrm>
            <a:off x="655764" y="1799626"/>
            <a:ext cx="1282065" cy="452120"/>
          </a:xfrm>
          <a:prstGeom prst="rect">
            <a:avLst/>
          </a:prstGeom>
        </p:spPr>
        <p:txBody>
          <a:bodyPr wrap="square" lIns="0" tIns="12065" rIns="0" bIns="0" rtlCol="0" vert="horz">
            <a:spAutoFit/>
          </a:bodyPr>
          <a:lstStyle/>
          <a:p>
            <a:pPr marL="12700">
              <a:lnSpc>
                <a:spcPct val="100000"/>
              </a:lnSpc>
              <a:spcBef>
                <a:spcPts val="95"/>
              </a:spcBef>
            </a:pPr>
            <a:r>
              <a:rPr dirty="0" sz="2800" spc="-10">
                <a:solidFill>
                  <a:srgbClr val="4E3629"/>
                </a:solidFill>
                <a:latin typeface="Calibri"/>
                <a:cs typeface="Calibri"/>
              </a:rPr>
              <a:t>MONTH:</a:t>
            </a:r>
            <a:endParaRPr sz="2800">
              <a:latin typeface="Calibri"/>
              <a:cs typeface="Calibri"/>
            </a:endParaRPr>
          </a:p>
        </p:txBody>
      </p:sp>
      <p:sp>
        <p:nvSpPr>
          <p:cNvPr id="5" name="object 5" descr=""/>
          <p:cNvSpPr txBox="1"/>
          <p:nvPr/>
        </p:nvSpPr>
        <p:spPr>
          <a:xfrm>
            <a:off x="692283" y="3625964"/>
            <a:ext cx="4140835" cy="299720"/>
          </a:xfrm>
          <a:prstGeom prst="rect">
            <a:avLst/>
          </a:prstGeom>
        </p:spPr>
        <p:txBody>
          <a:bodyPr wrap="square" lIns="0" tIns="12700" rIns="0" bIns="0" rtlCol="0" vert="horz">
            <a:spAutoFit/>
          </a:bodyPr>
          <a:lstStyle/>
          <a:p>
            <a:pPr marL="12700">
              <a:lnSpc>
                <a:spcPct val="100000"/>
              </a:lnSpc>
              <a:spcBef>
                <a:spcPts val="100"/>
              </a:spcBef>
            </a:pPr>
            <a:r>
              <a:rPr dirty="0" sz="1800">
                <a:solidFill>
                  <a:srgbClr val="D1350F"/>
                </a:solidFill>
                <a:latin typeface="Calibri"/>
                <a:cs typeface="Calibri"/>
              </a:rPr>
              <a:t>Suponga</a:t>
            </a:r>
            <a:r>
              <a:rPr dirty="0" sz="1800" spc="-45">
                <a:solidFill>
                  <a:srgbClr val="D1350F"/>
                </a:solidFill>
                <a:latin typeface="Calibri"/>
                <a:cs typeface="Calibri"/>
              </a:rPr>
              <a:t> </a:t>
            </a:r>
            <a:r>
              <a:rPr dirty="0" sz="1800">
                <a:solidFill>
                  <a:srgbClr val="D1350F"/>
                </a:solidFill>
                <a:latin typeface="Calibri"/>
                <a:cs typeface="Calibri"/>
              </a:rPr>
              <a:t>que</a:t>
            </a:r>
            <a:r>
              <a:rPr dirty="0" sz="1800" spc="-35">
                <a:solidFill>
                  <a:srgbClr val="D1350F"/>
                </a:solidFill>
                <a:latin typeface="Calibri"/>
                <a:cs typeface="Calibri"/>
              </a:rPr>
              <a:t> </a:t>
            </a:r>
            <a:r>
              <a:rPr dirty="0" sz="1800">
                <a:solidFill>
                  <a:srgbClr val="D1350F"/>
                </a:solidFill>
                <a:latin typeface="Calibri"/>
                <a:cs typeface="Calibri"/>
              </a:rPr>
              <a:t>la</a:t>
            </a:r>
            <a:r>
              <a:rPr dirty="0" sz="1800" spc="-30">
                <a:solidFill>
                  <a:srgbClr val="D1350F"/>
                </a:solidFill>
                <a:latin typeface="Calibri"/>
                <a:cs typeface="Calibri"/>
              </a:rPr>
              <a:t> </a:t>
            </a:r>
            <a:r>
              <a:rPr dirty="0" sz="1800">
                <a:solidFill>
                  <a:srgbClr val="D1350F"/>
                </a:solidFill>
                <a:latin typeface="Calibri"/>
                <a:cs typeface="Calibri"/>
              </a:rPr>
              <a:t>fecha</a:t>
            </a:r>
            <a:r>
              <a:rPr dirty="0" sz="1800" spc="-35">
                <a:solidFill>
                  <a:srgbClr val="D1350F"/>
                </a:solidFill>
                <a:latin typeface="Calibri"/>
                <a:cs typeface="Calibri"/>
              </a:rPr>
              <a:t> </a:t>
            </a:r>
            <a:r>
              <a:rPr dirty="0" sz="1800">
                <a:solidFill>
                  <a:srgbClr val="D1350F"/>
                </a:solidFill>
                <a:latin typeface="Calibri"/>
                <a:cs typeface="Calibri"/>
              </a:rPr>
              <a:t>de</a:t>
            </a:r>
            <a:r>
              <a:rPr dirty="0" sz="1800" spc="-25">
                <a:solidFill>
                  <a:srgbClr val="D1350F"/>
                </a:solidFill>
                <a:latin typeface="Calibri"/>
                <a:cs typeface="Calibri"/>
              </a:rPr>
              <a:t> </a:t>
            </a:r>
            <a:r>
              <a:rPr dirty="0" sz="1800">
                <a:solidFill>
                  <a:srgbClr val="D1350F"/>
                </a:solidFill>
                <a:latin typeface="Calibri"/>
                <a:cs typeface="Calibri"/>
              </a:rPr>
              <a:t>hoy</a:t>
            </a:r>
            <a:r>
              <a:rPr dirty="0" sz="1800" spc="-40">
                <a:solidFill>
                  <a:srgbClr val="D1350F"/>
                </a:solidFill>
                <a:latin typeface="Calibri"/>
                <a:cs typeface="Calibri"/>
              </a:rPr>
              <a:t> </a:t>
            </a:r>
            <a:r>
              <a:rPr dirty="0" sz="1800">
                <a:solidFill>
                  <a:srgbClr val="D1350F"/>
                </a:solidFill>
                <a:latin typeface="Calibri"/>
                <a:cs typeface="Calibri"/>
              </a:rPr>
              <a:t>es:</a:t>
            </a:r>
            <a:r>
              <a:rPr dirty="0" sz="1800" spc="-35">
                <a:solidFill>
                  <a:srgbClr val="D1350F"/>
                </a:solidFill>
                <a:latin typeface="Calibri"/>
                <a:cs typeface="Calibri"/>
              </a:rPr>
              <a:t> </a:t>
            </a:r>
            <a:r>
              <a:rPr dirty="0" sz="1800" spc="-10">
                <a:solidFill>
                  <a:srgbClr val="D1350F"/>
                </a:solidFill>
                <a:latin typeface="Calibri"/>
                <a:cs typeface="Calibri"/>
              </a:rPr>
              <a:t>17-Jul-</a:t>
            </a:r>
            <a:r>
              <a:rPr dirty="0" sz="1800" spc="-20">
                <a:solidFill>
                  <a:srgbClr val="D1350F"/>
                </a:solidFill>
                <a:latin typeface="Calibri"/>
                <a:cs typeface="Calibri"/>
              </a:rPr>
              <a:t>2017</a:t>
            </a:r>
            <a:endParaRPr sz="1800">
              <a:latin typeface="Calibri"/>
              <a:cs typeface="Calibri"/>
            </a:endParaRPr>
          </a:p>
        </p:txBody>
      </p:sp>
      <p:graphicFrame>
        <p:nvGraphicFramePr>
          <p:cNvPr id="6" name="object 6" descr=""/>
          <p:cNvGraphicFramePr>
            <a:graphicFrameLocks noGrp="1"/>
          </p:cNvGraphicFramePr>
          <p:nvPr/>
        </p:nvGraphicFramePr>
        <p:xfrm>
          <a:off x="386840" y="5230342"/>
          <a:ext cx="8423275" cy="883285"/>
        </p:xfrm>
        <a:graphic>
          <a:graphicData uri="http://schemas.openxmlformats.org/drawingml/2006/table">
            <a:tbl>
              <a:tblPr firstRow="1" bandRow="1">
                <a:tableStyleId>{2D5ABB26-0587-4C30-8999-92F81FD0307C}</a:tableStyleId>
              </a:tblPr>
              <a:tblGrid>
                <a:gridCol w="4167504"/>
                <a:gridCol w="4167504"/>
              </a:tblGrid>
              <a:tr h="487045">
                <a:tc>
                  <a:txBody>
                    <a:bodyPr/>
                    <a:lstStyle/>
                    <a:p>
                      <a:pPr marL="71755">
                        <a:lnSpc>
                          <a:spcPts val="1820"/>
                        </a:lnSpc>
                      </a:pPr>
                      <a:r>
                        <a:rPr dirty="0" sz="1600" b="1">
                          <a:solidFill>
                            <a:srgbClr val="4E3629"/>
                          </a:solidFill>
                          <a:latin typeface="Calibri"/>
                          <a:cs typeface="Calibri"/>
                        </a:rPr>
                        <a:t>120</a:t>
                      </a:r>
                      <a:r>
                        <a:rPr dirty="0" sz="1600" spc="-25" b="1">
                          <a:solidFill>
                            <a:srgbClr val="4E3629"/>
                          </a:solidFill>
                          <a:latin typeface="Calibri"/>
                          <a:cs typeface="Calibri"/>
                        </a:rPr>
                        <a:t> </a:t>
                      </a:r>
                      <a:r>
                        <a:rPr dirty="0" sz="1600" b="1">
                          <a:solidFill>
                            <a:srgbClr val="4E3629"/>
                          </a:solidFill>
                          <a:latin typeface="Calibri"/>
                          <a:cs typeface="Calibri"/>
                        </a:rPr>
                        <a:t>months</a:t>
                      </a:r>
                      <a:r>
                        <a:rPr dirty="0" sz="1600" spc="-20" b="1">
                          <a:solidFill>
                            <a:srgbClr val="4E3629"/>
                          </a:solidFill>
                          <a:latin typeface="Calibri"/>
                          <a:cs typeface="Calibri"/>
                        </a:rPr>
                        <a:t> </a:t>
                      </a:r>
                      <a:r>
                        <a:rPr dirty="0" sz="1600" b="1">
                          <a:solidFill>
                            <a:srgbClr val="4E3629"/>
                          </a:solidFill>
                          <a:latin typeface="Calibri"/>
                          <a:cs typeface="Calibri"/>
                        </a:rPr>
                        <a:t>from</a:t>
                      </a:r>
                      <a:r>
                        <a:rPr dirty="0" sz="1600" spc="-15" b="1">
                          <a:solidFill>
                            <a:srgbClr val="4E3629"/>
                          </a:solidFill>
                          <a:latin typeface="Calibri"/>
                          <a:cs typeface="Calibri"/>
                        </a:rPr>
                        <a:t> </a:t>
                      </a:r>
                      <a:r>
                        <a:rPr dirty="0" sz="1600" b="1">
                          <a:solidFill>
                            <a:srgbClr val="4E3629"/>
                          </a:solidFill>
                          <a:latin typeface="Calibri"/>
                          <a:cs typeface="Calibri"/>
                        </a:rPr>
                        <a:t>now</a:t>
                      </a:r>
                      <a:r>
                        <a:rPr dirty="0" sz="1600" spc="-40" b="1">
                          <a:solidFill>
                            <a:srgbClr val="4E3629"/>
                          </a:solidFill>
                          <a:latin typeface="Calibri"/>
                          <a:cs typeface="Calibri"/>
                        </a:rPr>
                        <a:t> </a:t>
                      </a:r>
                      <a:r>
                        <a:rPr dirty="0" sz="1600" b="1">
                          <a:solidFill>
                            <a:srgbClr val="4E3629"/>
                          </a:solidFill>
                          <a:latin typeface="Calibri"/>
                          <a:cs typeface="Calibri"/>
                        </a:rPr>
                        <a:t>(120</a:t>
                      </a:r>
                      <a:r>
                        <a:rPr dirty="0" sz="1600" spc="-15" b="1">
                          <a:solidFill>
                            <a:srgbClr val="4E3629"/>
                          </a:solidFill>
                          <a:latin typeface="Calibri"/>
                          <a:cs typeface="Calibri"/>
                        </a:rPr>
                        <a:t> </a:t>
                      </a:r>
                      <a:r>
                        <a:rPr dirty="0" sz="1600" b="1">
                          <a:solidFill>
                            <a:srgbClr val="4E3629"/>
                          </a:solidFill>
                          <a:latin typeface="Calibri"/>
                          <a:cs typeface="Calibri"/>
                        </a:rPr>
                        <a:t>meses</a:t>
                      </a:r>
                      <a:r>
                        <a:rPr dirty="0" sz="1600" spc="-45" b="1">
                          <a:solidFill>
                            <a:srgbClr val="4E3629"/>
                          </a:solidFill>
                          <a:latin typeface="Calibri"/>
                          <a:cs typeface="Calibri"/>
                        </a:rPr>
                        <a:t> </a:t>
                      </a:r>
                      <a:r>
                        <a:rPr dirty="0" sz="1600" b="1">
                          <a:solidFill>
                            <a:srgbClr val="4E3629"/>
                          </a:solidFill>
                          <a:latin typeface="Calibri"/>
                          <a:cs typeface="Calibri"/>
                        </a:rPr>
                        <a:t>a</a:t>
                      </a:r>
                      <a:r>
                        <a:rPr dirty="0" sz="1600" spc="-35" b="1">
                          <a:solidFill>
                            <a:srgbClr val="4E3629"/>
                          </a:solidFill>
                          <a:latin typeface="Calibri"/>
                          <a:cs typeface="Calibri"/>
                        </a:rPr>
                        <a:t> </a:t>
                      </a:r>
                      <a:r>
                        <a:rPr dirty="0" sz="1600" b="1">
                          <a:solidFill>
                            <a:srgbClr val="4E3629"/>
                          </a:solidFill>
                          <a:latin typeface="Calibri"/>
                          <a:cs typeface="Calibri"/>
                        </a:rPr>
                        <a:t>partir</a:t>
                      </a:r>
                      <a:r>
                        <a:rPr dirty="0" sz="1600" spc="-25" b="1">
                          <a:solidFill>
                            <a:srgbClr val="4E3629"/>
                          </a:solidFill>
                          <a:latin typeface="Calibri"/>
                          <a:cs typeface="Calibri"/>
                        </a:rPr>
                        <a:t> de</a:t>
                      </a:r>
                      <a:endParaRPr sz="1600">
                        <a:latin typeface="Calibri"/>
                        <a:cs typeface="Calibri"/>
                      </a:endParaRPr>
                    </a:p>
                    <a:p>
                      <a:pPr marL="71755">
                        <a:lnSpc>
                          <a:spcPct val="100000"/>
                        </a:lnSpc>
                      </a:pPr>
                      <a:r>
                        <a:rPr dirty="0" sz="1600" spc="-10" b="1">
                          <a:solidFill>
                            <a:srgbClr val="4E3629"/>
                          </a:solidFill>
                          <a:latin typeface="Calibri"/>
                          <a:cs typeface="Calibri"/>
                        </a:rPr>
                        <a:t>ahora)</a:t>
                      </a:r>
                      <a:endParaRPr sz="1600">
                        <a:latin typeface="Calibri"/>
                        <a:cs typeface="Calibri"/>
                      </a:endParaRPr>
                    </a:p>
                  </a:txBody>
                  <a:tcPr marL="0" marR="0" marB="0" marT="0">
                    <a:lnL w="12700">
                      <a:solidFill>
                        <a:srgbClr val="D1350F"/>
                      </a:solidFill>
                      <a:prstDash val="solid"/>
                    </a:lnL>
                    <a:lnR w="12700">
                      <a:solidFill>
                        <a:srgbClr val="D1350F"/>
                      </a:solidFill>
                      <a:prstDash val="solid"/>
                    </a:lnR>
                    <a:lnT w="12700">
                      <a:solidFill>
                        <a:srgbClr val="D1350F"/>
                      </a:solidFill>
                      <a:prstDash val="solid"/>
                    </a:lnT>
                    <a:lnB w="28575">
                      <a:solidFill>
                        <a:srgbClr val="D1350F"/>
                      </a:solidFill>
                      <a:prstDash val="solid"/>
                    </a:lnB>
                  </a:tcPr>
                </a:tc>
                <a:tc>
                  <a:txBody>
                    <a:bodyPr/>
                    <a:lstStyle/>
                    <a:p>
                      <a:pPr marL="71755">
                        <a:lnSpc>
                          <a:spcPts val="1820"/>
                        </a:lnSpc>
                      </a:pPr>
                      <a:r>
                        <a:rPr dirty="0" sz="1600" b="1">
                          <a:solidFill>
                            <a:srgbClr val="4E3629"/>
                          </a:solidFill>
                          <a:latin typeface="Calibri"/>
                          <a:cs typeface="Calibri"/>
                        </a:rPr>
                        <a:t>3</a:t>
                      </a:r>
                      <a:r>
                        <a:rPr dirty="0" sz="1600" spc="-30" b="1">
                          <a:solidFill>
                            <a:srgbClr val="4E3629"/>
                          </a:solidFill>
                          <a:latin typeface="Calibri"/>
                          <a:cs typeface="Calibri"/>
                        </a:rPr>
                        <a:t> </a:t>
                      </a:r>
                      <a:r>
                        <a:rPr dirty="0" sz="1600" b="1">
                          <a:solidFill>
                            <a:srgbClr val="4E3629"/>
                          </a:solidFill>
                          <a:latin typeface="Calibri"/>
                          <a:cs typeface="Calibri"/>
                        </a:rPr>
                        <a:t>years</a:t>
                      </a:r>
                      <a:r>
                        <a:rPr dirty="0" sz="1600" spc="-20" b="1">
                          <a:solidFill>
                            <a:srgbClr val="4E3629"/>
                          </a:solidFill>
                          <a:latin typeface="Calibri"/>
                          <a:cs typeface="Calibri"/>
                        </a:rPr>
                        <a:t> </a:t>
                      </a:r>
                      <a:r>
                        <a:rPr dirty="0" sz="1600" b="1">
                          <a:solidFill>
                            <a:srgbClr val="4E3629"/>
                          </a:solidFill>
                          <a:latin typeface="Calibri"/>
                          <a:cs typeface="Calibri"/>
                        </a:rPr>
                        <a:t>6</a:t>
                      </a:r>
                      <a:r>
                        <a:rPr dirty="0" sz="1600" spc="-25" b="1">
                          <a:solidFill>
                            <a:srgbClr val="4E3629"/>
                          </a:solidFill>
                          <a:latin typeface="Calibri"/>
                          <a:cs typeface="Calibri"/>
                        </a:rPr>
                        <a:t> </a:t>
                      </a:r>
                      <a:r>
                        <a:rPr dirty="0" sz="1600" b="1">
                          <a:solidFill>
                            <a:srgbClr val="4E3629"/>
                          </a:solidFill>
                          <a:latin typeface="Calibri"/>
                          <a:cs typeface="Calibri"/>
                        </a:rPr>
                        <a:t>months</a:t>
                      </a:r>
                      <a:r>
                        <a:rPr dirty="0" sz="1600" spc="-10" b="1">
                          <a:solidFill>
                            <a:srgbClr val="4E3629"/>
                          </a:solidFill>
                          <a:latin typeface="Calibri"/>
                          <a:cs typeface="Calibri"/>
                        </a:rPr>
                        <a:t> </a:t>
                      </a:r>
                      <a:r>
                        <a:rPr dirty="0" sz="1600" b="1">
                          <a:solidFill>
                            <a:srgbClr val="4E3629"/>
                          </a:solidFill>
                          <a:latin typeface="Calibri"/>
                          <a:cs typeface="Calibri"/>
                        </a:rPr>
                        <a:t>from</a:t>
                      </a:r>
                      <a:r>
                        <a:rPr dirty="0" sz="1600" spc="-15" b="1">
                          <a:solidFill>
                            <a:srgbClr val="4E3629"/>
                          </a:solidFill>
                          <a:latin typeface="Calibri"/>
                          <a:cs typeface="Calibri"/>
                        </a:rPr>
                        <a:t> </a:t>
                      </a:r>
                      <a:r>
                        <a:rPr dirty="0" sz="1600" b="1">
                          <a:solidFill>
                            <a:srgbClr val="4E3629"/>
                          </a:solidFill>
                          <a:latin typeface="Calibri"/>
                          <a:cs typeface="Calibri"/>
                        </a:rPr>
                        <a:t>now</a:t>
                      </a:r>
                      <a:r>
                        <a:rPr dirty="0" sz="1600" spc="-25" b="1">
                          <a:solidFill>
                            <a:srgbClr val="4E3629"/>
                          </a:solidFill>
                          <a:latin typeface="Calibri"/>
                          <a:cs typeface="Calibri"/>
                        </a:rPr>
                        <a:t> </a:t>
                      </a:r>
                      <a:r>
                        <a:rPr dirty="0" sz="1600" b="1">
                          <a:solidFill>
                            <a:srgbClr val="4E3629"/>
                          </a:solidFill>
                          <a:latin typeface="Calibri"/>
                          <a:cs typeface="Calibri"/>
                        </a:rPr>
                        <a:t>(3</a:t>
                      </a:r>
                      <a:r>
                        <a:rPr dirty="0" sz="1600" spc="-25" b="1">
                          <a:solidFill>
                            <a:srgbClr val="4E3629"/>
                          </a:solidFill>
                          <a:latin typeface="Calibri"/>
                          <a:cs typeface="Calibri"/>
                        </a:rPr>
                        <a:t> </a:t>
                      </a:r>
                      <a:r>
                        <a:rPr dirty="0" sz="1600" b="1">
                          <a:solidFill>
                            <a:srgbClr val="4E3629"/>
                          </a:solidFill>
                          <a:latin typeface="Calibri"/>
                          <a:cs typeface="Calibri"/>
                        </a:rPr>
                        <a:t>años</a:t>
                      </a:r>
                      <a:r>
                        <a:rPr dirty="0" sz="1600" spc="-25" b="1">
                          <a:solidFill>
                            <a:srgbClr val="4E3629"/>
                          </a:solidFill>
                          <a:latin typeface="Calibri"/>
                          <a:cs typeface="Calibri"/>
                        </a:rPr>
                        <a:t> </a:t>
                      </a:r>
                      <a:r>
                        <a:rPr dirty="0" sz="1600" b="1">
                          <a:solidFill>
                            <a:srgbClr val="4E3629"/>
                          </a:solidFill>
                          <a:latin typeface="Calibri"/>
                          <a:cs typeface="Calibri"/>
                        </a:rPr>
                        <a:t>y</a:t>
                      </a:r>
                      <a:r>
                        <a:rPr dirty="0" sz="1600" spc="-25" b="1">
                          <a:solidFill>
                            <a:srgbClr val="4E3629"/>
                          </a:solidFill>
                          <a:latin typeface="Calibri"/>
                          <a:cs typeface="Calibri"/>
                        </a:rPr>
                        <a:t> </a:t>
                      </a:r>
                      <a:r>
                        <a:rPr dirty="0" sz="1600" b="1">
                          <a:solidFill>
                            <a:srgbClr val="4E3629"/>
                          </a:solidFill>
                          <a:latin typeface="Calibri"/>
                          <a:cs typeface="Calibri"/>
                        </a:rPr>
                        <a:t>6</a:t>
                      </a:r>
                      <a:r>
                        <a:rPr dirty="0" sz="1600" spc="-25" b="1">
                          <a:solidFill>
                            <a:srgbClr val="4E3629"/>
                          </a:solidFill>
                          <a:latin typeface="Calibri"/>
                          <a:cs typeface="Calibri"/>
                        </a:rPr>
                        <a:t> </a:t>
                      </a:r>
                      <a:r>
                        <a:rPr dirty="0" sz="1600" b="1">
                          <a:solidFill>
                            <a:srgbClr val="4E3629"/>
                          </a:solidFill>
                          <a:latin typeface="Calibri"/>
                          <a:cs typeface="Calibri"/>
                        </a:rPr>
                        <a:t>meses</a:t>
                      </a:r>
                      <a:r>
                        <a:rPr dirty="0" sz="1600" spc="-35" b="1">
                          <a:solidFill>
                            <a:srgbClr val="4E3629"/>
                          </a:solidFill>
                          <a:latin typeface="Calibri"/>
                          <a:cs typeface="Calibri"/>
                        </a:rPr>
                        <a:t> </a:t>
                      </a:r>
                      <a:r>
                        <a:rPr dirty="0" sz="1600" spc="-50" b="1">
                          <a:solidFill>
                            <a:srgbClr val="4E3629"/>
                          </a:solidFill>
                          <a:latin typeface="Calibri"/>
                          <a:cs typeface="Calibri"/>
                        </a:rPr>
                        <a:t>a</a:t>
                      </a:r>
                      <a:endParaRPr sz="1600">
                        <a:latin typeface="Calibri"/>
                        <a:cs typeface="Calibri"/>
                      </a:endParaRPr>
                    </a:p>
                    <a:p>
                      <a:pPr marL="71755">
                        <a:lnSpc>
                          <a:spcPct val="100000"/>
                        </a:lnSpc>
                      </a:pPr>
                      <a:r>
                        <a:rPr dirty="0" sz="1600" b="1">
                          <a:solidFill>
                            <a:srgbClr val="4E3629"/>
                          </a:solidFill>
                          <a:latin typeface="Calibri"/>
                          <a:cs typeface="Calibri"/>
                        </a:rPr>
                        <a:t>partir</a:t>
                      </a:r>
                      <a:r>
                        <a:rPr dirty="0" sz="1600" spc="-25" b="1">
                          <a:solidFill>
                            <a:srgbClr val="4E3629"/>
                          </a:solidFill>
                          <a:latin typeface="Calibri"/>
                          <a:cs typeface="Calibri"/>
                        </a:rPr>
                        <a:t> </a:t>
                      </a:r>
                      <a:r>
                        <a:rPr dirty="0" sz="1600" b="1">
                          <a:solidFill>
                            <a:srgbClr val="4E3629"/>
                          </a:solidFill>
                          <a:latin typeface="Calibri"/>
                          <a:cs typeface="Calibri"/>
                        </a:rPr>
                        <a:t>de</a:t>
                      </a:r>
                      <a:r>
                        <a:rPr dirty="0" sz="1600" spc="-35" b="1">
                          <a:solidFill>
                            <a:srgbClr val="4E3629"/>
                          </a:solidFill>
                          <a:latin typeface="Calibri"/>
                          <a:cs typeface="Calibri"/>
                        </a:rPr>
                        <a:t> </a:t>
                      </a:r>
                      <a:r>
                        <a:rPr dirty="0" sz="1600" spc="-10" b="1">
                          <a:solidFill>
                            <a:srgbClr val="4E3629"/>
                          </a:solidFill>
                          <a:latin typeface="Calibri"/>
                          <a:cs typeface="Calibri"/>
                        </a:rPr>
                        <a:t>ahora)</a:t>
                      </a:r>
                      <a:endParaRPr sz="1600">
                        <a:latin typeface="Calibri"/>
                        <a:cs typeface="Calibri"/>
                      </a:endParaRPr>
                    </a:p>
                  </a:txBody>
                  <a:tcPr marL="0" marR="0" marB="0" marT="0">
                    <a:lnL w="12700">
                      <a:solidFill>
                        <a:srgbClr val="D1350F"/>
                      </a:solidFill>
                      <a:prstDash val="solid"/>
                    </a:lnL>
                    <a:lnR w="12700">
                      <a:solidFill>
                        <a:srgbClr val="D1350F"/>
                      </a:solidFill>
                      <a:prstDash val="solid"/>
                    </a:lnR>
                    <a:lnT w="12700">
                      <a:solidFill>
                        <a:srgbClr val="D1350F"/>
                      </a:solidFill>
                      <a:prstDash val="solid"/>
                    </a:lnT>
                    <a:lnB w="28575">
                      <a:solidFill>
                        <a:srgbClr val="D1350F"/>
                      </a:solidFill>
                      <a:prstDash val="solid"/>
                    </a:lnB>
                  </a:tcPr>
                </a:tc>
              </a:tr>
              <a:tr h="396240">
                <a:tc>
                  <a:txBody>
                    <a:bodyPr/>
                    <a:lstStyle/>
                    <a:p>
                      <a:pPr marL="71755">
                        <a:lnSpc>
                          <a:spcPct val="100000"/>
                        </a:lnSpc>
                        <a:spcBef>
                          <a:spcPts val="500"/>
                        </a:spcBef>
                      </a:pPr>
                      <a:r>
                        <a:rPr dirty="0" sz="1600" spc="-10">
                          <a:solidFill>
                            <a:srgbClr val="4E3629"/>
                          </a:solidFill>
                          <a:latin typeface="Calibri"/>
                          <a:cs typeface="Calibri"/>
                        </a:rPr>
                        <a:t>17-Jul-</a:t>
                      </a:r>
                      <a:r>
                        <a:rPr dirty="0" sz="1600" spc="-20">
                          <a:solidFill>
                            <a:srgbClr val="4E3629"/>
                          </a:solidFill>
                          <a:latin typeface="Calibri"/>
                          <a:cs typeface="Calibri"/>
                        </a:rPr>
                        <a:t>2027</a:t>
                      </a:r>
                      <a:endParaRPr sz="1600">
                        <a:latin typeface="Calibri"/>
                        <a:cs typeface="Calibri"/>
                      </a:endParaRPr>
                    </a:p>
                  </a:txBody>
                  <a:tcPr marL="0" marR="0" marB="0" marT="63500">
                    <a:lnL w="12700">
                      <a:solidFill>
                        <a:srgbClr val="D1350F"/>
                      </a:solidFill>
                      <a:prstDash val="solid"/>
                    </a:lnL>
                    <a:lnR w="12700">
                      <a:solidFill>
                        <a:srgbClr val="D1350F"/>
                      </a:solidFill>
                      <a:prstDash val="solid"/>
                    </a:lnR>
                    <a:lnT w="28575">
                      <a:solidFill>
                        <a:srgbClr val="D1350F"/>
                      </a:solidFill>
                      <a:prstDash val="solid"/>
                    </a:lnT>
                    <a:lnB w="12700">
                      <a:solidFill>
                        <a:srgbClr val="D1350F"/>
                      </a:solidFill>
                      <a:prstDash val="solid"/>
                    </a:lnB>
                  </a:tcPr>
                </a:tc>
                <a:tc>
                  <a:txBody>
                    <a:bodyPr/>
                    <a:lstStyle/>
                    <a:p>
                      <a:pPr marL="71755">
                        <a:lnSpc>
                          <a:spcPct val="100000"/>
                        </a:lnSpc>
                        <a:spcBef>
                          <a:spcPts val="500"/>
                        </a:spcBef>
                      </a:pPr>
                      <a:r>
                        <a:rPr dirty="0" sz="1600" spc="-10">
                          <a:solidFill>
                            <a:srgbClr val="4E3629"/>
                          </a:solidFill>
                          <a:latin typeface="Calibri"/>
                          <a:cs typeface="Calibri"/>
                        </a:rPr>
                        <a:t>17-Jan-</a:t>
                      </a:r>
                      <a:r>
                        <a:rPr dirty="0" sz="1600" spc="-20">
                          <a:solidFill>
                            <a:srgbClr val="4E3629"/>
                          </a:solidFill>
                          <a:latin typeface="Calibri"/>
                          <a:cs typeface="Calibri"/>
                        </a:rPr>
                        <a:t>2021</a:t>
                      </a:r>
                      <a:endParaRPr sz="1600">
                        <a:latin typeface="Calibri"/>
                        <a:cs typeface="Calibri"/>
                      </a:endParaRPr>
                    </a:p>
                  </a:txBody>
                  <a:tcPr marL="0" marR="0" marB="0" marT="63500">
                    <a:lnL w="12700">
                      <a:solidFill>
                        <a:srgbClr val="D1350F"/>
                      </a:solidFill>
                      <a:prstDash val="solid"/>
                    </a:lnL>
                    <a:lnR w="12700">
                      <a:solidFill>
                        <a:srgbClr val="D1350F"/>
                      </a:solidFill>
                      <a:prstDash val="solid"/>
                    </a:lnR>
                    <a:lnT w="28575">
                      <a:solidFill>
                        <a:srgbClr val="D1350F"/>
                      </a:solidFill>
                      <a:prstDash val="solid"/>
                    </a:lnT>
                    <a:lnB w="12700">
                      <a:solidFill>
                        <a:srgbClr val="D1350F"/>
                      </a:solidFill>
                      <a:prstDash val="solid"/>
                    </a:lnB>
                  </a:tcPr>
                </a:tc>
              </a:tr>
            </a:tbl>
          </a:graphicData>
        </a:graphic>
      </p:graphicFrame>
      <p:sp>
        <p:nvSpPr>
          <p:cNvPr id="7" name="object 7" descr=""/>
          <p:cNvSpPr txBox="1"/>
          <p:nvPr/>
        </p:nvSpPr>
        <p:spPr>
          <a:xfrm>
            <a:off x="2186939" y="1882139"/>
            <a:ext cx="6541134" cy="795655"/>
          </a:xfrm>
          <a:prstGeom prst="rect">
            <a:avLst/>
          </a:prstGeom>
          <a:solidFill>
            <a:srgbClr val="9DBEC4">
              <a:alpha val="50199"/>
            </a:srgbClr>
          </a:solidFill>
        </p:spPr>
        <p:txBody>
          <a:bodyPr wrap="square" lIns="0" tIns="0" rIns="0" bIns="0" rtlCol="0" vert="horz">
            <a:spAutoFit/>
          </a:bodyPr>
          <a:lstStyle/>
          <a:p>
            <a:pPr>
              <a:lnSpc>
                <a:spcPts val="1835"/>
              </a:lnSpc>
            </a:pPr>
            <a:r>
              <a:rPr dirty="0" sz="1800" b="1">
                <a:solidFill>
                  <a:srgbClr val="4E3629"/>
                </a:solidFill>
                <a:latin typeface="Courier New"/>
                <a:cs typeface="Courier New"/>
              </a:rPr>
              <a:t>CREATE</a:t>
            </a:r>
            <a:r>
              <a:rPr dirty="0" sz="1800" spc="-55" b="1">
                <a:solidFill>
                  <a:srgbClr val="4E3629"/>
                </a:solidFill>
                <a:latin typeface="Courier New"/>
                <a:cs typeface="Courier New"/>
              </a:rPr>
              <a:t> </a:t>
            </a:r>
            <a:r>
              <a:rPr dirty="0" sz="1800" b="1">
                <a:solidFill>
                  <a:srgbClr val="4E3629"/>
                </a:solidFill>
                <a:latin typeface="Courier New"/>
                <a:cs typeface="Courier New"/>
              </a:rPr>
              <a:t>TABLE</a:t>
            </a:r>
            <a:r>
              <a:rPr dirty="0" sz="1800" spc="-50" b="1">
                <a:solidFill>
                  <a:srgbClr val="4E3629"/>
                </a:solidFill>
                <a:latin typeface="Courier New"/>
                <a:cs typeface="Courier New"/>
              </a:rPr>
              <a:t> </a:t>
            </a:r>
            <a:r>
              <a:rPr dirty="0" sz="1800" spc="-10" b="1">
                <a:solidFill>
                  <a:srgbClr val="4E3629"/>
                </a:solidFill>
                <a:latin typeface="Courier New"/>
                <a:cs typeface="Courier New"/>
              </a:rPr>
              <a:t>time_ex4</a:t>
            </a:r>
            <a:endParaRPr sz="1800">
              <a:latin typeface="Courier New"/>
              <a:cs typeface="Courier New"/>
            </a:endParaRPr>
          </a:p>
          <a:p>
            <a:pPr marL="136525" marR="663575" indent="-137160">
              <a:lnSpc>
                <a:spcPct val="100000"/>
              </a:lnSpc>
            </a:pPr>
            <a:r>
              <a:rPr dirty="0" sz="1800" b="1">
                <a:solidFill>
                  <a:srgbClr val="4E3629"/>
                </a:solidFill>
                <a:latin typeface="Courier New"/>
                <a:cs typeface="Courier New"/>
              </a:rPr>
              <a:t>(loan_duration1</a:t>
            </a:r>
            <a:r>
              <a:rPr dirty="0" sz="1800" spc="-90" b="1">
                <a:solidFill>
                  <a:srgbClr val="4E3629"/>
                </a:solidFill>
                <a:latin typeface="Courier New"/>
                <a:cs typeface="Courier New"/>
              </a:rPr>
              <a:t> </a:t>
            </a:r>
            <a:r>
              <a:rPr dirty="0" sz="1800" b="1">
                <a:solidFill>
                  <a:srgbClr val="4E3629"/>
                </a:solidFill>
                <a:latin typeface="Courier New"/>
                <a:cs typeface="Courier New"/>
              </a:rPr>
              <a:t>INTERVAL</a:t>
            </a:r>
            <a:r>
              <a:rPr dirty="0" sz="1800" spc="-80" b="1">
                <a:solidFill>
                  <a:srgbClr val="4E3629"/>
                </a:solidFill>
                <a:latin typeface="Courier New"/>
                <a:cs typeface="Courier New"/>
              </a:rPr>
              <a:t> </a:t>
            </a:r>
            <a:r>
              <a:rPr dirty="0" sz="1800" b="1">
                <a:solidFill>
                  <a:srgbClr val="4E3629"/>
                </a:solidFill>
                <a:latin typeface="Courier New"/>
                <a:cs typeface="Courier New"/>
              </a:rPr>
              <a:t>YEAR(3)</a:t>
            </a:r>
            <a:r>
              <a:rPr dirty="0" sz="1800" spc="-85" b="1">
                <a:solidFill>
                  <a:srgbClr val="4E3629"/>
                </a:solidFill>
                <a:latin typeface="Courier New"/>
                <a:cs typeface="Courier New"/>
              </a:rPr>
              <a:t> </a:t>
            </a:r>
            <a:r>
              <a:rPr dirty="0" sz="1800" b="1">
                <a:solidFill>
                  <a:srgbClr val="4E3629"/>
                </a:solidFill>
                <a:latin typeface="Courier New"/>
                <a:cs typeface="Courier New"/>
              </a:rPr>
              <a:t>TO</a:t>
            </a:r>
            <a:r>
              <a:rPr dirty="0" sz="1800" spc="-75" b="1">
                <a:solidFill>
                  <a:srgbClr val="4E3629"/>
                </a:solidFill>
                <a:latin typeface="Courier New"/>
                <a:cs typeface="Courier New"/>
              </a:rPr>
              <a:t> </a:t>
            </a:r>
            <a:r>
              <a:rPr dirty="0" sz="1800" spc="-10" b="1">
                <a:solidFill>
                  <a:srgbClr val="4E3629"/>
                </a:solidFill>
                <a:latin typeface="Courier New"/>
                <a:cs typeface="Courier New"/>
              </a:rPr>
              <a:t>MONTH, </a:t>
            </a:r>
            <a:r>
              <a:rPr dirty="0" sz="1800" b="1">
                <a:solidFill>
                  <a:srgbClr val="4E3629"/>
                </a:solidFill>
                <a:latin typeface="Courier New"/>
                <a:cs typeface="Courier New"/>
              </a:rPr>
              <a:t>loan_duration2</a:t>
            </a:r>
            <a:r>
              <a:rPr dirty="0" sz="1800" spc="-90" b="1">
                <a:solidFill>
                  <a:srgbClr val="4E3629"/>
                </a:solidFill>
                <a:latin typeface="Courier New"/>
                <a:cs typeface="Courier New"/>
              </a:rPr>
              <a:t> </a:t>
            </a:r>
            <a:r>
              <a:rPr dirty="0" sz="1800" b="1">
                <a:solidFill>
                  <a:srgbClr val="4E3629"/>
                </a:solidFill>
                <a:latin typeface="Courier New"/>
                <a:cs typeface="Courier New"/>
              </a:rPr>
              <a:t>INTERVAL</a:t>
            </a:r>
            <a:r>
              <a:rPr dirty="0" sz="1800" spc="-75" b="1">
                <a:solidFill>
                  <a:srgbClr val="4E3629"/>
                </a:solidFill>
                <a:latin typeface="Courier New"/>
                <a:cs typeface="Courier New"/>
              </a:rPr>
              <a:t> </a:t>
            </a:r>
            <a:r>
              <a:rPr dirty="0" sz="1800" b="1">
                <a:solidFill>
                  <a:srgbClr val="4E3629"/>
                </a:solidFill>
                <a:latin typeface="Courier New"/>
                <a:cs typeface="Courier New"/>
              </a:rPr>
              <a:t>YEAR(2)</a:t>
            </a:r>
            <a:r>
              <a:rPr dirty="0" sz="1800" spc="-85" b="1">
                <a:solidFill>
                  <a:srgbClr val="4E3629"/>
                </a:solidFill>
                <a:latin typeface="Courier New"/>
                <a:cs typeface="Courier New"/>
              </a:rPr>
              <a:t> </a:t>
            </a:r>
            <a:r>
              <a:rPr dirty="0" sz="1800" b="1">
                <a:solidFill>
                  <a:srgbClr val="4E3629"/>
                </a:solidFill>
                <a:latin typeface="Courier New"/>
                <a:cs typeface="Courier New"/>
              </a:rPr>
              <a:t>TO</a:t>
            </a:r>
            <a:r>
              <a:rPr dirty="0" sz="1800" spc="-75" b="1">
                <a:solidFill>
                  <a:srgbClr val="4E3629"/>
                </a:solidFill>
                <a:latin typeface="Courier New"/>
                <a:cs typeface="Courier New"/>
              </a:rPr>
              <a:t> </a:t>
            </a:r>
            <a:r>
              <a:rPr dirty="0" sz="1800" spc="-10" b="1">
                <a:solidFill>
                  <a:srgbClr val="4E3629"/>
                </a:solidFill>
                <a:latin typeface="Courier New"/>
                <a:cs typeface="Courier New"/>
              </a:rPr>
              <a:t>MONTH);</a:t>
            </a:r>
            <a:endParaRPr sz="1800">
              <a:latin typeface="Courier New"/>
              <a:cs typeface="Courier New"/>
            </a:endParaRPr>
          </a:p>
        </p:txBody>
      </p:sp>
      <p:sp>
        <p:nvSpPr>
          <p:cNvPr id="8" name="object 8" descr=""/>
          <p:cNvSpPr txBox="1"/>
          <p:nvPr/>
        </p:nvSpPr>
        <p:spPr>
          <a:xfrm>
            <a:off x="393191" y="2750820"/>
            <a:ext cx="8345805" cy="795655"/>
          </a:xfrm>
          <a:prstGeom prst="rect">
            <a:avLst/>
          </a:prstGeom>
          <a:solidFill>
            <a:srgbClr val="9DBEC4">
              <a:alpha val="50199"/>
            </a:srgbClr>
          </a:solidFill>
        </p:spPr>
        <p:txBody>
          <a:bodyPr wrap="square" lIns="0" tIns="0" rIns="0" bIns="0" rtlCol="0" vert="horz">
            <a:spAutoFit/>
          </a:bodyPr>
          <a:lstStyle/>
          <a:p>
            <a:pPr>
              <a:lnSpc>
                <a:spcPts val="1839"/>
              </a:lnSpc>
            </a:pPr>
            <a:r>
              <a:rPr dirty="0" sz="1800" b="1">
                <a:solidFill>
                  <a:srgbClr val="4E3629"/>
                </a:solidFill>
                <a:latin typeface="Courier New"/>
                <a:cs typeface="Courier New"/>
              </a:rPr>
              <a:t>INSERT</a:t>
            </a:r>
            <a:r>
              <a:rPr dirty="0" sz="1800" spc="-90" b="1">
                <a:solidFill>
                  <a:srgbClr val="4E3629"/>
                </a:solidFill>
                <a:latin typeface="Courier New"/>
                <a:cs typeface="Courier New"/>
              </a:rPr>
              <a:t> </a:t>
            </a:r>
            <a:r>
              <a:rPr dirty="0" sz="1800" b="1">
                <a:solidFill>
                  <a:srgbClr val="4E3629"/>
                </a:solidFill>
                <a:latin typeface="Courier New"/>
                <a:cs typeface="Courier New"/>
              </a:rPr>
              <a:t>INTO</a:t>
            </a:r>
            <a:r>
              <a:rPr dirty="0" sz="1800" spc="-90" b="1">
                <a:solidFill>
                  <a:srgbClr val="4E3629"/>
                </a:solidFill>
                <a:latin typeface="Courier New"/>
                <a:cs typeface="Courier New"/>
              </a:rPr>
              <a:t> </a:t>
            </a:r>
            <a:r>
              <a:rPr dirty="0" sz="1800" b="1">
                <a:solidFill>
                  <a:srgbClr val="4E3629"/>
                </a:solidFill>
                <a:latin typeface="Courier New"/>
                <a:cs typeface="Courier New"/>
              </a:rPr>
              <a:t>time_ex4</a:t>
            </a:r>
            <a:r>
              <a:rPr dirty="0" sz="1800" spc="-85" b="1">
                <a:solidFill>
                  <a:srgbClr val="4E3629"/>
                </a:solidFill>
                <a:latin typeface="Courier New"/>
                <a:cs typeface="Courier New"/>
              </a:rPr>
              <a:t> </a:t>
            </a:r>
            <a:r>
              <a:rPr dirty="0" sz="1800" b="1">
                <a:solidFill>
                  <a:srgbClr val="4E3629"/>
                </a:solidFill>
                <a:latin typeface="Courier New"/>
                <a:cs typeface="Courier New"/>
              </a:rPr>
              <a:t>(loan_duration1,</a:t>
            </a:r>
            <a:r>
              <a:rPr dirty="0" sz="1800" spc="-85" b="1">
                <a:solidFill>
                  <a:srgbClr val="4E3629"/>
                </a:solidFill>
                <a:latin typeface="Courier New"/>
                <a:cs typeface="Courier New"/>
              </a:rPr>
              <a:t> </a:t>
            </a:r>
            <a:r>
              <a:rPr dirty="0" sz="1800" spc="-10" b="1">
                <a:solidFill>
                  <a:srgbClr val="4E3629"/>
                </a:solidFill>
                <a:latin typeface="Courier New"/>
                <a:cs typeface="Courier New"/>
              </a:rPr>
              <a:t>loan_duration2)</a:t>
            </a:r>
            <a:endParaRPr sz="1800">
              <a:latin typeface="Courier New"/>
              <a:cs typeface="Courier New"/>
            </a:endParaRPr>
          </a:p>
          <a:p>
            <a:pPr marL="1229360" marR="3014980" indent="-1229995">
              <a:lnSpc>
                <a:spcPct val="100000"/>
              </a:lnSpc>
            </a:pPr>
            <a:r>
              <a:rPr dirty="0" sz="1800" b="1">
                <a:solidFill>
                  <a:srgbClr val="4E3629"/>
                </a:solidFill>
                <a:latin typeface="Courier New"/>
                <a:cs typeface="Courier New"/>
              </a:rPr>
              <a:t>VALUES</a:t>
            </a:r>
            <a:r>
              <a:rPr dirty="0" sz="1800" spc="-75" b="1">
                <a:solidFill>
                  <a:srgbClr val="4E3629"/>
                </a:solidFill>
                <a:latin typeface="Courier New"/>
                <a:cs typeface="Courier New"/>
              </a:rPr>
              <a:t> </a:t>
            </a:r>
            <a:r>
              <a:rPr dirty="0" sz="1800" b="1">
                <a:solidFill>
                  <a:srgbClr val="4E3629"/>
                </a:solidFill>
                <a:latin typeface="Courier New"/>
                <a:cs typeface="Courier New"/>
              </a:rPr>
              <a:t>(INTERVAL</a:t>
            </a:r>
            <a:r>
              <a:rPr dirty="0" sz="1800" spc="-70" b="1">
                <a:solidFill>
                  <a:srgbClr val="4E3629"/>
                </a:solidFill>
                <a:latin typeface="Courier New"/>
                <a:cs typeface="Courier New"/>
              </a:rPr>
              <a:t> </a:t>
            </a:r>
            <a:r>
              <a:rPr dirty="0" sz="1800" b="1">
                <a:solidFill>
                  <a:srgbClr val="4E3629"/>
                </a:solidFill>
                <a:latin typeface="Courier New"/>
                <a:cs typeface="Courier New"/>
              </a:rPr>
              <a:t>'120'</a:t>
            </a:r>
            <a:r>
              <a:rPr dirty="0" sz="1800" spc="-65" b="1">
                <a:solidFill>
                  <a:srgbClr val="4E3629"/>
                </a:solidFill>
                <a:latin typeface="Courier New"/>
                <a:cs typeface="Courier New"/>
              </a:rPr>
              <a:t> </a:t>
            </a:r>
            <a:r>
              <a:rPr dirty="0" sz="1800" spc="-10" b="1">
                <a:solidFill>
                  <a:srgbClr val="4E3629"/>
                </a:solidFill>
                <a:latin typeface="Courier New"/>
                <a:cs typeface="Courier New"/>
              </a:rPr>
              <a:t>MONTH(3), </a:t>
            </a:r>
            <a:r>
              <a:rPr dirty="0" sz="1800" b="1">
                <a:solidFill>
                  <a:srgbClr val="4E3629"/>
                </a:solidFill>
                <a:latin typeface="Courier New"/>
                <a:cs typeface="Courier New"/>
              </a:rPr>
              <a:t>INTERVAL</a:t>
            </a:r>
            <a:r>
              <a:rPr dirty="0" sz="1800" spc="-55" b="1">
                <a:solidFill>
                  <a:srgbClr val="4E3629"/>
                </a:solidFill>
                <a:latin typeface="Courier New"/>
                <a:cs typeface="Courier New"/>
              </a:rPr>
              <a:t> </a:t>
            </a:r>
            <a:r>
              <a:rPr dirty="0" sz="1800" spc="-10" b="1">
                <a:solidFill>
                  <a:srgbClr val="4E3629"/>
                </a:solidFill>
                <a:latin typeface="Courier New"/>
                <a:cs typeface="Courier New"/>
              </a:rPr>
              <a:t>'3-</a:t>
            </a:r>
            <a:r>
              <a:rPr dirty="0" sz="1800" b="1">
                <a:solidFill>
                  <a:srgbClr val="4E3629"/>
                </a:solidFill>
                <a:latin typeface="Courier New"/>
                <a:cs typeface="Courier New"/>
              </a:rPr>
              <a:t>6'</a:t>
            </a:r>
            <a:r>
              <a:rPr dirty="0" sz="1800" spc="-40" b="1">
                <a:solidFill>
                  <a:srgbClr val="4E3629"/>
                </a:solidFill>
                <a:latin typeface="Courier New"/>
                <a:cs typeface="Courier New"/>
              </a:rPr>
              <a:t> </a:t>
            </a:r>
            <a:r>
              <a:rPr dirty="0" sz="1800" b="1">
                <a:solidFill>
                  <a:srgbClr val="4E3629"/>
                </a:solidFill>
                <a:latin typeface="Courier New"/>
                <a:cs typeface="Courier New"/>
              </a:rPr>
              <a:t>YEAR</a:t>
            </a:r>
            <a:r>
              <a:rPr dirty="0" sz="1800" spc="-40" b="1">
                <a:solidFill>
                  <a:srgbClr val="4E3629"/>
                </a:solidFill>
                <a:latin typeface="Courier New"/>
                <a:cs typeface="Courier New"/>
              </a:rPr>
              <a:t> </a:t>
            </a:r>
            <a:r>
              <a:rPr dirty="0" sz="1800" b="1">
                <a:solidFill>
                  <a:srgbClr val="4E3629"/>
                </a:solidFill>
                <a:latin typeface="Courier New"/>
                <a:cs typeface="Courier New"/>
              </a:rPr>
              <a:t>TO</a:t>
            </a:r>
            <a:r>
              <a:rPr dirty="0" sz="1800" spc="-45" b="1">
                <a:solidFill>
                  <a:srgbClr val="4E3629"/>
                </a:solidFill>
                <a:latin typeface="Courier New"/>
                <a:cs typeface="Courier New"/>
              </a:rPr>
              <a:t> </a:t>
            </a:r>
            <a:r>
              <a:rPr dirty="0" sz="1800" spc="-10" b="1">
                <a:solidFill>
                  <a:srgbClr val="4E3629"/>
                </a:solidFill>
                <a:latin typeface="Courier New"/>
                <a:cs typeface="Courier New"/>
              </a:rPr>
              <a:t>MONTH);</a:t>
            </a:r>
            <a:endParaRPr sz="1800">
              <a:latin typeface="Courier New"/>
              <a:cs typeface="Courier New"/>
            </a:endParaRPr>
          </a:p>
        </p:txBody>
      </p:sp>
      <p:sp>
        <p:nvSpPr>
          <p:cNvPr id="9" name="object 9" descr=""/>
          <p:cNvSpPr txBox="1"/>
          <p:nvPr/>
        </p:nvSpPr>
        <p:spPr>
          <a:xfrm>
            <a:off x="393191" y="3980688"/>
            <a:ext cx="8345805" cy="1149350"/>
          </a:xfrm>
          <a:prstGeom prst="rect">
            <a:avLst/>
          </a:prstGeom>
          <a:solidFill>
            <a:srgbClr val="9DBEC4">
              <a:alpha val="50199"/>
            </a:srgbClr>
          </a:solidFill>
        </p:spPr>
        <p:txBody>
          <a:bodyPr wrap="square" lIns="0" tIns="0" rIns="0" bIns="0" rtlCol="0" vert="horz">
            <a:spAutoFit/>
          </a:bodyPr>
          <a:lstStyle/>
          <a:p>
            <a:pPr marL="956944" indent="-957580">
              <a:lnSpc>
                <a:spcPts val="2150"/>
              </a:lnSpc>
            </a:pPr>
            <a:r>
              <a:rPr dirty="0" sz="1800" b="1">
                <a:solidFill>
                  <a:srgbClr val="4E3629"/>
                </a:solidFill>
                <a:latin typeface="Courier New"/>
                <a:cs typeface="Courier New"/>
              </a:rPr>
              <a:t>SELECT</a:t>
            </a:r>
            <a:r>
              <a:rPr dirty="0" sz="1800" spc="-55" b="1">
                <a:solidFill>
                  <a:srgbClr val="4E3629"/>
                </a:solidFill>
                <a:latin typeface="Courier New"/>
                <a:cs typeface="Courier New"/>
              </a:rPr>
              <a:t> </a:t>
            </a:r>
            <a:r>
              <a:rPr dirty="0" sz="1800" b="1">
                <a:solidFill>
                  <a:srgbClr val="4E3629"/>
                </a:solidFill>
                <a:latin typeface="Courier New"/>
                <a:cs typeface="Courier New"/>
              </a:rPr>
              <a:t>SYSDATE</a:t>
            </a:r>
            <a:r>
              <a:rPr dirty="0" sz="1800" spc="-60" b="1">
                <a:solidFill>
                  <a:srgbClr val="4E3629"/>
                </a:solidFill>
                <a:latin typeface="Courier New"/>
                <a:cs typeface="Courier New"/>
              </a:rPr>
              <a:t> </a:t>
            </a:r>
            <a:r>
              <a:rPr dirty="0" sz="1800" b="1">
                <a:solidFill>
                  <a:srgbClr val="4E3629"/>
                </a:solidFill>
                <a:latin typeface="Courier New"/>
                <a:cs typeface="Courier New"/>
              </a:rPr>
              <a:t>+</a:t>
            </a:r>
            <a:r>
              <a:rPr dirty="0" sz="1800" spc="-55" b="1">
                <a:solidFill>
                  <a:srgbClr val="4E3629"/>
                </a:solidFill>
                <a:latin typeface="Courier New"/>
                <a:cs typeface="Courier New"/>
              </a:rPr>
              <a:t> </a:t>
            </a:r>
            <a:r>
              <a:rPr dirty="0" sz="1800" b="1">
                <a:solidFill>
                  <a:srgbClr val="4E3629"/>
                </a:solidFill>
                <a:latin typeface="Courier New"/>
                <a:cs typeface="Courier New"/>
              </a:rPr>
              <a:t>loan_duration1</a:t>
            </a:r>
            <a:r>
              <a:rPr dirty="0" sz="1800" spc="-60" b="1">
                <a:solidFill>
                  <a:srgbClr val="4E3629"/>
                </a:solidFill>
                <a:latin typeface="Courier New"/>
                <a:cs typeface="Courier New"/>
              </a:rPr>
              <a:t> </a:t>
            </a:r>
            <a:r>
              <a:rPr dirty="0" sz="1800" b="1">
                <a:solidFill>
                  <a:srgbClr val="4E3629"/>
                </a:solidFill>
                <a:latin typeface="Courier New"/>
                <a:cs typeface="Courier New"/>
              </a:rPr>
              <a:t>AS</a:t>
            </a:r>
            <a:r>
              <a:rPr dirty="0" sz="1800" spc="-55" b="1">
                <a:solidFill>
                  <a:srgbClr val="4E3629"/>
                </a:solidFill>
                <a:latin typeface="Courier New"/>
                <a:cs typeface="Courier New"/>
              </a:rPr>
              <a:t> </a:t>
            </a:r>
            <a:r>
              <a:rPr dirty="0" sz="1800" b="1">
                <a:solidFill>
                  <a:srgbClr val="4E3629"/>
                </a:solidFill>
                <a:latin typeface="Courier New"/>
                <a:cs typeface="Courier New"/>
              </a:rPr>
              <a:t>"120</a:t>
            </a:r>
            <a:r>
              <a:rPr dirty="0" sz="1800" spc="-50" b="1">
                <a:solidFill>
                  <a:srgbClr val="4E3629"/>
                </a:solidFill>
                <a:latin typeface="Courier New"/>
                <a:cs typeface="Courier New"/>
              </a:rPr>
              <a:t> </a:t>
            </a:r>
            <a:r>
              <a:rPr dirty="0" sz="1800" b="1">
                <a:solidFill>
                  <a:srgbClr val="4E3629"/>
                </a:solidFill>
                <a:latin typeface="Courier New"/>
                <a:cs typeface="Courier New"/>
              </a:rPr>
              <a:t>months</a:t>
            </a:r>
            <a:r>
              <a:rPr dirty="0" sz="1800" spc="-60" b="1">
                <a:solidFill>
                  <a:srgbClr val="4E3629"/>
                </a:solidFill>
                <a:latin typeface="Courier New"/>
                <a:cs typeface="Courier New"/>
              </a:rPr>
              <a:t> </a:t>
            </a:r>
            <a:r>
              <a:rPr dirty="0" sz="1800" b="1">
                <a:solidFill>
                  <a:srgbClr val="4E3629"/>
                </a:solidFill>
                <a:latin typeface="Courier New"/>
                <a:cs typeface="Courier New"/>
              </a:rPr>
              <a:t>from</a:t>
            </a:r>
            <a:r>
              <a:rPr dirty="0" sz="1800" spc="-55" b="1">
                <a:solidFill>
                  <a:srgbClr val="4E3629"/>
                </a:solidFill>
                <a:latin typeface="Courier New"/>
                <a:cs typeface="Courier New"/>
              </a:rPr>
              <a:t> </a:t>
            </a:r>
            <a:r>
              <a:rPr dirty="0" sz="1800" spc="-10" b="1">
                <a:solidFill>
                  <a:srgbClr val="4E3629"/>
                </a:solidFill>
                <a:latin typeface="Courier New"/>
                <a:cs typeface="Courier New"/>
              </a:rPr>
              <a:t>now",</a:t>
            </a:r>
            <a:endParaRPr sz="1800">
              <a:latin typeface="Courier New"/>
              <a:cs typeface="Courier New"/>
            </a:endParaRPr>
          </a:p>
          <a:p>
            <a:pPr marL="956944">
              <a:lnSpc>
                <a:spcPct val="100000"/>
              </a:lnSpc>
            </a:pPr>
            <a:r>
              <a:rPr dirty="0" sz="1800" b="1">
                <a:solidFill>
                  <a:srgbClr val="4E3629"/>
                </a:solidFill>
                <a:latin typeface="Courier New"/>
                <a:cs typeface="Courier New"/>
              </a:rPr>
              <a:t>SYSDATE</a:t>
            </a:r>
            <a:r>
              <a:rPr dirty="0" sz="1800" spc="-55" b="1">
                <a:solidFill>
                  <a:srgbClr val="4E3629"/>
                </a:solidFill>
                <a:latin typeface="Courier New"/>
                <a:cs typeface="Courier New"/>
              </a:rPr>
              <a:t> </a:t>
            </a:r>
            <a:r>
              <a:rPr dirty="0" sz="1800" b="1">
                <a:solidFill>
                  <a:srgbClr val="4E3629"/>
                </a:solidFill>
                <a:latin typeface="Courier New"/>
                <a:cs typeface="Courier New"/>
              </a:rPr>
              <a:t>+</a:t>
            </a:r>
            <a:r>
              <a:rPr dirty="0" sz="1800" spc="-50" b="1">
                <a:solidFill>
                  <a:srgbClr val="4E3629"/>
                </a:solidFill>
                <a:latin typeface="Courier New"/>
                <a:cs typeface="Courier New"/>
              </a:rPr>
              <a:t> </a:t>
            </a:r>
            <a:r>
              <a:rPr dirty="0" sz="1800" b="1">
                <a:solidFill>
                  <a:srgbClr val="4E3629"/>
                </a:solidFill>
                <a:latin typeface="Courier New"/>
                <a:cs typeface="Courier New"/>
              </a:rPr>
              <a:t>loan_duration2</a:t>
            </a:r>
            <a:r>
              <a:rPr dirty="0" sz="1800" spc="-50" b="1">
                <a:solidFill>
                  <a:srgbClr val="4E3629"/>
                </a:solidFill>
                <a:latin typeface="Courier New"/>
                <a:cs typeface="Courier New"/>
              </a:rPr>
              <a:t> </a:t>
            </a:r>
            <a:r>
              <a:rPr dirty="0" sz="1800" b="1">
                <a:solidFill>
                  <a:srgbClr val="4E3629"/>
                </a:solidFill>
                <a:latin typeface="Courier New"/>
                <a:cs typeface="Courier New"/>
              </a:rPr>
              <a:t>AS</a:t>
            </a:r>
            <a:r>
              <a:rPr dirty="0" sz="1800" spc="-45" b="1">
                <a:solidFill>
                  <a:srgbClr val="4E3629"/>
                </a:solidFill>
                <a:latin typeface="Courier New"/>
                <a:cs typeface="Courier New"/>
              </a:rPr>
              <a:t> </a:t>
            </a:r>
            <a:r>
              <a:rPr dirty="0" sz="1800" b="1">
                <a:solidFill>
                  <a:srgbClr val="4E3629"/>
                </a:solidFill>
                <a:latin typeface="Courier New"/>
                <a:cs typeface="Courier New"/>
              </a:rPr>
              <a:t>"3</a:t>
            </a:r>
            <a:r>
              <a:rPr dirty="0" sz="1800" spc="-50" b="1">
                <a:solidFill>
                  <a:srgbClr val="4E3629"/>
                </a:solidFill>
                <a:latin typeface="Courier New"/>
                <a:cs typeface="Courier New"/>
              </a:rPr>
              <a:t> </a:t>
            </a:r>
            <a:r>
              <a:rPr dirty="0" sz="1800" b="1">
                <a:solidFill>
                  <a:srgbClr val="4E3629"/>
                </a:solidFill>
                <a:latin typeface="Courier New"/>
                <a:cs typeface="Courier New"/>
              </a:rPr>
              <a:t>years</a:t>
            </a:r>
            <a:r>
              <a:rPr dirty="0" sz="1800" spc="-60" b="1">
                <a:solidFill>
                  <a:srgbClr val="4E3629"/>
                </a:solidFill>
                <a:latin typeface="Courier New"/>
                <a:cs typeface="Courier New"/>
              </a:rPr>
              <a:t> </a:t>
            </a:r>
            <a:r>
              <a:rPr dirty="0" sz="1800" b="1">
                <a:solidFill>
                  <a:srgbClr val="4E3629"/>
                </a:solidFill>
                <a:latin typeface="Courier New"/>
                <a:cs typeface="Courier New"/>
              </a:rPr>
              <a:t>6</a:t>
            </a:r>
            <a:r>
              <a:rPr dirty="0" sz="1800" spc="-40" b="1">
                <a:solidFill>
                  <a:srgbClr val="4E3629"/>
                </a:solidFill>
                <a:latin typeface="Courier New"/>
                <a:cs typeface="Courier New"/>
              </a:rPr>
              <a:t> </a:t>
            </a:r>
            <a:r>
              <a:rPr dirty="0" sz="1800" b="1">
                <a:solidFill>
                  <a:srgbClr val="4E3629"/>
                </a:solidFill>
                <a:latin typeface="Courier New"/>
                <a:cs typeface="Courier New"/>
              </a:rPr>
              <a:t>months</a:t>
            </a:r>
            <a:r>
              <a:rPr dirty="0" sz="1800" spc="-50" b="1">
                <a:solidFill>
                  <a:srgbClr val="4E3629"/>
                </a:solidFill>
                <a:latin typeface="Courier New"/>
                <a:cs typeface="Courier New"/>
              </a:rPr>
              <a:t> </a:t>
            </a:r>
            <a:r>
              <a:rPr dirty="0" sz="1800" spc="-20" b="1">
                <a:solidFill>
                  <a:srgbClr val="4E3629"/>
                </a:solidFill>
                <a:latin typeface="Courier New"/>
                <a:cs typeface="Courier New"/>
              </a:rPr>
              <a:t>from</a:t>
            </a:r>
            <a:endParaRPr sz="1800">
              <a:latin typeface="Courier New"/>
              <a:cs typeface="Courier New"/>
            </a:endParaRPr>
          </a:p>
          <a:p>
            <a:pPr>
              <a:lnSpc>
                <a:spcPct val="100000"/>
              </a:lnSpc>
            </a:pPr>
            <a:r>
              <a:rPr dirty="0" sz="1800" spc="-20" b="1">
                <a:solidFill>
                  <a:srgbClr val="4E3629"/>
                </a:solidFill>
                <a:latin typeface="Courier New"/>
                <a:cs typeface="Courier New"/>
              </a:rPr>
              <a:t>now"</a:t>
            </a:r>
            <a:endParaRPr sz="1800">
              <a:latin typeface="Courier New"/>
              <a:cs typeface="Courier New"/>
            </a:endParaRPr>
          </a:p>
          <a:p>
            <a:pPr>
              <a:lnSpc>
                <a:spcPct val="100000"/>
              </a:lnSpc>
            </a:pPr>
            <a:r>
              <a:rPr dirty="0" sz="1800" b="1">
                <a:solidFill>
                  <a:srgbClr val="4E3629"/>
                </a:solidFill>
                <a:latin typeface="Courier New"/>
                <a:cs typeface="Courier New"/>
              </a:rPr>
              <a:t>FROM</a:t>
            </a:r>
            <a:r>
              <a:rPr dirty="0" sz="1800" spc="-40" b="1">
                <a:solidFill>
                  <a:srgbClr val="4E3629"/>
                </a:solidFill>
                <a:latin typeface="Courier New"/>
                <a:cs typeface="Courier New"/>
              </a:rPr>
              <a:t> </a:t>
            </a:r>
            <a:r>
              <a:rPr dirty="0" sz="1800" spc="-10" b="1">
                <a:solidFill>
                  <a:srgbClr val="4E3629"/>
                </a:solidFill>
                <a:latin typeface="Courier New"/>
                <a:cs typeface="Courier New"/>
              </a:rPr>
              <a:t>time_ex4;</a:t>
            </a:r>
            <a:endParaRPr sz="1800">
              <a:latin typeface="Courier New"/>
              <a:cs typeface="Courier New"/>
            </a:endParaRP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prstGeom prst="rect"/>
        </p:spPr>
        <p:txBody>
          <a:bodyPr wrap="square" lIns="0" tIns="12700" rIns="0" bIns="0" rtlCol="0" vert="horz">
            <a:spAutoFit/>
          </a:bodyPr>
          <a:lstStyle/>
          <a:p>
            <a:pPr marL="12700">
              <a:lnSpc>
                <a:spcPct val="100000"/>
              </a:lnSpc>
              <a:spcBef>
                <a:spcPts val="100"/>
              </a:spcBef>
            </a:pPr>
            <a:r>
              <a:rPr dirty="0" spc="-20"/>
              <a:t>INTERVAL</a:t>
            </a:r>
            <a:r>
              <a:rPr dirty="0" spc="-105"/>
              <a:t> </a:t>
            </a:r>
            <a:r>
              <a:rPr dirty="0" spc="-65"/>
              <a:t>DAY…TO</a:t>
            </a:r>
            <a:r>
              <a:rPr dirty="0" spc="-120"/>
              <a:t> </a:t>
            </a:r>
            <a:r>
              <a:rPr dirty="0" spc="-10"/>
              <a:t>SECOND</a:t>
            </a:r>
          </a:p>
        </p:txBody>
      </p:sp>
      <p:sp>
        <p:nvSpPr>
          <p:cNvPr id="6" name="object 6" descr=""/>
          <p:cNvSpPr txBox="1">
            <a:spLocks noGrp="1"/>
          </p:cNvSpPr>
          <p:nvPr>
            <p:ph type="dt" idx="6" sz="half"/>
          </p:nvPr>
        </p:nvSpPr>
        <p:spPr>
          <a:prstGeom prst="rect"/>
        </p:spPr>
        <p:txBody>
          <a:bodyPr wrap="square" lIns="0" tIns="0" rIns="0" bIns="0" rtlCol="0" vert="horz">
            <a:spAutoFit/>
          </a:bodyPr>
          <a:lstStyle/>
          <a:p>
            <a:pPr marL="12700">
              <a:lnSpc>
                <a:spcPts val="855"/>
              </a:lnSpc>
            </a:pPr>
            <a:r>
              <a:rPr dirty="0"/>
              <a:t>DP</a:t>
            </a:r>
            <a:r>
              <a:rPr dirty="0" spc="-10"/>
              <a:t> </a:t>
            </a:r>
            <a:r>
              <a:rPr dirty="0"/>
              <a:t>13-</a:t>
            </a:r>
            <a:r>
              <a:rPr dirty="0" spc="-50"/>
              <a:t>2</a:t>
            </a:r>
          </a:p>
          <a:p>
            <a:pPr marL="12700">
              <a:lnSpc>
                <a:spcPts val="965"/>
              </a:lnSpc>
            </a:pPr>
            <a:r>
              <a:rPr dirty="0"/>
              <a:t>Uso</a:t>
            </a:r>
            <a:r>
              <a:rPr dirty="0" spc="-30"/>
              <a:t> </a:t>
            </a:r>
            <a:r>
              <a:rPr dirty="0"/>
              <a:t>de</a:t>
            </a:r>
            <a:r>
              <a:rPr dirty="0" spc="-20"/>
              <a:t> </a:t>
            </a:r>
            <a:r>
              <a:rPr dirty="0"/>
              <a:t>Tipos</a:t>
            </a:r>
            <a:r>
              <a:rPr dirty="0" spc="-20"/>
              <a:t> </a:t>
            </a:r>
            <a:r>
              <a:rPr dirty="0"/>
              <a:t>de</a:t>
            </a:r>
            <a:r>
              <a:rPr dirty="0" spc="-15"/>
              <a:t> </a:t>
            </a:r>
            <a:r>
              <a:rPr dirty="0" spc="-20"/>
              <a:t>Dato</a:t>
            </a:r>
          </a:p>
        </p:txBody>
      </p:sp>
      <p:sp>
        <p:nvSpPr>
          <p:cNvPr id="7" name="object 7" descr=""/>
          <p:cNvSpPr txBox="1">
            <a:spLocks noGrp="1"/>
          </p:cNvSpPr>
          <p:nvPr>
            <p:ph type="ftr" idx="5" sz="quarter"/>
          </p:nvPr>
        </p:nvSpPr>
        <p:spPr>
          <a:prstGeom prst="rect"/>
        </p:spPr>
        <p:txBody>
          <a:bodyPr wrap="square" lIns="0" tIns="0" rIns="0" bIns="0" rtlCol="0" vert="horz">
            <a:spAutoFit/>
          </a:bodyPr>
          <a:lstStyle/>
          <a:p>
            <a:pPr marL="12700">
              <a:lnSpc>
                <a:spcPts val="910"/>
              </a:lnSpc>
            </a:pPr>
            <a:r>
              <a:rPr dirty="0"/>
              <a:t>Copyright</a:t>
            </a:r>
            <a:r>
              <a:rPr dirty="0" spc="-35"/>
              <a:t> </a:t>
            </a:r>
            <a:r>
              <a:rPr dirty="0"/>
              <a:t>©</a:t>
            </a:r>
            <a:r>
              <a:rPr dirty="0" spc="-40"/>
              <a:t> </a:t>
            </a:r>
            <a:r>
              <a:rPr dirty="0"/>
              <a:t>2020,</a:t>
            </a:r>
            <a:r>
              <a:rPr dirty="0" spc="-45"/>
              <a:t> </a:t>
            </a:r>
            <a:r>
              <a:rPr dirty="0"/>
              <a:t>Oracle</a:t>
            </a:r>
            <a:r>
              <a:rPr dirty="0" spc="-30"/>
              <a:t> </a:t>
            </a:r>
            <a:r>
              <a:rPr dirty="0"/>
              <a:t>y/o</a:t>
            </a:r>
            <a:r>
              <a:rPr dirty="0" spc="-30"/>
              <a:t> </a:t>
            </a:r>
            <a:r>
              <a:rPr dirty="0"/>
              <a:t>sus</a:t>
            </a:r>
            <a:r>
              <a:rPr dirty="0" spc="-35"/>
              <a:t> </a:t>
            </a:r>
            <a:r>
              <a:rPr dirty="0"/>
              <a:t>filiales.</a:t>
            </a:r>
            <a:r>
              <a:rPr dirty="0" spc="-10"/>
              <a:t> </a:t>
            </a:r>
            <a:r>
              <a:rPr dirty="0"/>
              <a:t>Todos</a:t>
            </a:r>
            <a:r>
              <a:rPr dirty="0" spc="-35"/>
              <a:t> </a:t>
            </a:r>
            <a:r>
              <a:rPr dirty="0"/>
              <a:t>los</a:t>
            </a:r>
            <a:r>
              <a:rPr dirty="0" spc="-25"/>
              <a:t> </a:t>
            </a:r>
            <a:r>
              <a:rPr dirty="0"/>
              <a:t>derechos</a:t>
            </a:r>
            <a:r>
              <a:rPr dirty="0" spc="-5"/>
              <a:t> </a:t>
            </a:r>
            <a:r>
              <a:rPr dirty="0" spc="-10"/>
              <a:t>reservados.</a:t>
            </a:r>
          </a:p>
        </p:txBody>
      </p:sp>
      <p:sp>
        <p:nvSpPr>
          <p:cNvPr id="8" name="object 8" descr=""/>
          <p:cNvSpPr txBox="1">
            <a:spLocks noGrp="1"/>
          </p:cNvSpPr>
          <p:nvPr>
            <p:ph type="sldNum" idx="7" sz="quarter"/>
          </p:nvPr>
        </p:nvSpPr>
        <p:spPr>
          <a:prstGeom prst="rect"/>
        </p:spPr>
        <p:txBody>
          <a:bodyPr wrap="square" lIns="0" tIns="0" rIns="0" bIns="0" rtlCol="0" vert="horz">
            <a:spAutoFit/>
          </a:bodyPr>
          <a:lstStyle/>
          <a:p>
            <a:pPr marL="12700">
              <a:lnSpc>
                <a:spcPts val="910"/>
              </a:lnSpc>
            </a:pPr>
            <a:r>
              <a:rPr dirty="0" spc="-25"/>
              <a:t>20</a:t>
            </a:r>
          </a:p>
        </p:txBody>
      </p:sp>
      <p:sp>
        <p:nvSpPr>
          <p:cNvPr id="3" name="object 3" descr=""/>
          <p:cNvSpPr txBox="1"/>
          <p:nvPr/>
        </p:nvSpPr>
        <p:spPr>
          <a:xfrm>
            <a:off x="483552" y="1381889"/>
            <a:ext cx="8096884" cy="1236980"/>
          </a:xfrm>
          <a:prstGeom prst="rect">
            <a:avLst/>
          </a:prstGeom>
        </p:spPr>
        <p:txBody>
          <a:bodyPr wrap="square" lIns="0" tIns="97155" rIns="0" bIns="0" rtlCol="0" vert="horz">
            <a:spAutoFit/>
          </a:bodyPr>
          <a:lstStyle/>
          <a:p>
            <a:pPr marL="182880" marR="5080" indent="-170815">
              <a:lnSpc>
                <a:spcPct val="80000"/>
              </a:lnSpc>
              <a:spcBef>
                <a:spcPts val="765"/>
              </a:spcBef>
              <a:buClr>
                <a:srgbClr val="D1350F"/>
              </a:buClr>
              <a:buFont typeface="Arial MT"/>
              <a:buChar char="•"/>
              <a:tabLst>
                <a:tab pos="184785" algn="l"/>
              </a:tabLst>
            </a:pPr>
            <a:r>
              <a:rPr dirty="0" sz="2800">
                <a:solidFill>
                  <a:srgbClr val="4E3629"/>
                </a:solidFill>
                <a:latin typeface="Calibri"/>
                <a:cs typeface="Calibri"/>
              </a:rPr>
              <a:t>Utilice</a:t>
            </a:r>
            <a:r>
              <a:rPr dirty="0" sz="2800" spc="-90">
                <a:solidFill>
                  <a:srgbClr val="4E3629"/>
                </a:solidFill>
                <a:latin typeface="Calibri"/>
                <a:cs typeface="Calibri"/>
              </a:rPr>
              <a:t> </a:t>
            </a:r>
            <a:r>
              <a:rPr dirty="0" sz="2800">
                <a:solidFill>
                  <a:srgbClr val="4E3629"/>
                </a:solidFill>
                <a:latin typeface="Calibri"/>
                <a:cs typeface="Calibri"/>
              </a:rPr>
              <a:t>esta</a:t>
            </a:r>
            <a:r>
              <a:rPr dirty="0" sz="2800" spc="-65">
                <a:solidFill>
                  <a:srgbClr val="4E3629"/>
                </a:solidFill>
                <a:latin typeface="Calibri"/>
                <a:cs typeface="Calibri"/>
              </a:rPr>
              <a:t> </a:t>
            </a:r>
            <a:r>
              <a:rPr dirty="0" sz="2800">
                <a:solidFill>
                  <a:srgbClr val="4E3629"/>
                </a:solidFill>
                <a:latin typeface="Calibri"/>
                <a:cs typeface="Calibri"/>
              </a:rPr>
              <a:t>opción</a:t>
            </a:r>
            <a:r>
              <a:rPr dirty="0" sz="2800" spc="-70">
                <a:solidFill>
                  <a:srgbClr val="4E3629"/>
                </a:solidFill>
                <a:latin typeface="Calibri"/>
                <a:cs typeface="Calibri"/>
              </a:rPr>
              <a:t> </a:t>
            </a:r>
            <a:r>
              <a:rPr dirty="0" sz="2800">
                <a:solidFill>
                  <a:srgbClr val="4E3629"/>
                </a:solidFill>
                <a:latin typeface="Calibri"/>
                <a:cs typeface="Calibri"/>
              </a:rPr>
              <a:t>cuando</a:t>
            </a:r>
            <a:r>
              <a:rPr dirty="0" sz="2800" spc="-65">
                <a:solidFill>
                  <a:srgbClr val="4E3629"/>
                </a:solidFill>
                <a:latin typeface="Calibri"/>
                <a:cs typeface="Calibri"/>
              </a:rPr>
              <a:t> </a:t>
            </a:r>
            <a:r>
              <a:rPr dirty="0" sz="2800">
                <a:solidFill>
                  <a:srgbClr val="4E3629"/>
                </a:solidFill>
                <a:latin typeface="Calibri"/>
                <a:cs typeface="Calibri"/>
              </a:rPr>
              <a:t>necesite</a:t>
            </a:r>
            <a:r>
              <a:rPr dirty="0" sz="2800" spc="-85">
                <a:solidFill>
                  <a:srgbClr val="4E3629"/>
                </a:solidFill>
                <a:latin typeface="Calibri"/>
                <a:cs typeface="Calibri"/>
              </a:rPr>
              <a:t> </a:t>
            </a:r>
            <a:r>
              <a:rPr dirty="0" sz="2800">
                <a:solidFill>
                  <a:srgbClr val="4E3629"/>
                </a:solidFill>
                <a:latin typeface="Calibri"/>
                <a:cs typeface="Calibri"/>
              </a:rPr>
              <a:t>una</a:t>
            </a:r>
            <a:r>
              <a:rPr dirty="0" sz="2800" spc="-60">
                <a:solidFill>
                  <a:srgbClr val="4E3629"/>
                </a:solidFill>
                <a:latin typeface="Calibri"/>
                <a:cs typeface="Calibri"/>
              </a:rPr>
              <a:t> </a:t>
            </a:r>
            <a:r>
              <a:rPr dirty="0" sz="2800" spc="-10">
                <a:solidFill>
                  <a:srgbClr val="4E3629"/>
                </a:solidFill>
                <a:latin typeface="Calibri"/>
                <a:cs typeface="Calibri"/>
              </a:rPr>
              <a:t>diferencia</a:t>
            </a:r>
            <a:r>
              <a:rPr dirty="0" sz="2800" spc="-70">
                <a:solidFill>
                  <a:srgbClr val="4E3629"/>
                </a:solidFill>
                <a:latin typeface="Calibri"/>
                <a:cs typeface="Calibri"/>
              </a:rPr>
              <a:t> </a:t>
            </a:r>
            <a:r>
              <a:rPr dirty="0" sz="2800" spc="-25">
                <a:solidFill>
                  <a:srgbClr val="4E3629"/>
                </a:solidFill>
                <a:latin typeface="Calibri"/>
                <a:cs typeface="Calibri"/>
              </a:rPr>
              <a:t>más </a:t>
            </a:r>
            <a:r>
              <a:rPr dirty="0" sz="2800" spc="-25">
                <a:solidFill>
                  <a:srgbClr val="4E3629"/>
                </a:solidFill>
                <a:latin typeface="Calibri"/>
                <a:cs typeface="Calibri"/>
              </a:rPr>
              <a:t>	</a:t>
            </a:r>
            <a:r>
              <a:rPr dirty="0" sz="2800">
                <a:solidFill>
                  <a:srgbClr val="4E3629"/>
                </a:solidFill>
                <a:latin typeface="Calibri"/>
                <a:cs typeface="Calibri"/>
              </a:rPr>
              <a:t>precisa</a:t>
            </a:r>
            <a:r>
              <a:rPr dirty="0" sz="2800" spc="-65">
                <a:solidFill>
                  <a:srgbClr val="4E3629"/>
                </a:solidFill>
                <a:latin typeface="Calibri"/>
                <a:cs typeface="Calibri"/>
              </a:rPr>
              <a:t> </a:t>
            </a:r>
            <a:r>
              <a:rPr dirty="0" sz="2800">
                <a:solidFill>
                  <a:srgbClr val="4E3629"/>
                </a:solidFill>
                <a:latin typeface="Calibri"/>
                <a:cs typeface="Calibri"/>
              </a:rPr>
              <a:t>entre</a:t>
            </a:r>
            <a:r>
              <a:rPr dirty="0" sz="2800" spc="-80">
                <a:solidFill>
                  <a:srgbClr val="4E3629"/>
                </a:solidFill>
                <a:latin typeface="Calibri"/>
                <a:cs typeface="Calibri"/>
              </a:rPr>
              <a:t> </a:t>
            </a:r>
            <a:r>
              <a:rPr dirty="0" sz="2800">
                <a:solidFill>
                  <a:srgbClr val="4E3629"/>
                </a:solidFill>
                <a:latin typeface="Calibri"/>
                <a:cs typeface="Calibri"/>
              </a:rPr>
              <a:t>dos</a:t>
            </a:r>
            <a:r>
              <a:rPr dirty="0" sz="2800" spc="-55">
                <a:solidFill>
                  <a:srgbClr val="4E3629"/>
                </a:solidFill>
                <a:latin typeface="Calibri"/>
                <a:cs typeface="Calibri"/>
              </a:rPr>
              <a:t> </a:t>
            </a:r>
            <a:r>
              <a:rPr dirty="0" sz="2800">
                <a:solidFill>
                  <a:srgbClr val="4E3629"/>
                </a:solidFill>
                <a:latin typeface="Calibri"/>
                <a:cs typeface="Calibri"/>
              </a:rPr>
              <a:t>valores</a:t>
            </a:r>
            <a:r>
              <a:rPr dirty="0" sz="2800" spc="-75">
                <a:solidFill>
                  <a:srgbClr val="4E3629"/>
                </a:solidFill>
                <a:latin typeface="Calibri"/>
                <a:cs typeface="Calibri"/>
              </a:rPr>
              <a:t> </a:t>
            </a:r>
            <a:r>
              <a:rPr dirty="0" sz="2800">
                <a:solidFill>
                  <a:srgbClr val="4E3629"/>
                </a:solidFill>
                <a:latin typeface="Calibri"/>
                <a:cs typeface="Calibri"/>
              </a:rPr>
              <a:t>de</a:t>
            </a:r>
            <a:r>
              <a:rPr dirty="0" sz="2800" spc="-65">
                <a:solidFill>
                  <a:srgbClr val="4E3629"/>
                </a:solidFill>
                <a:latin typeface="Calibri"/>
                <a:cs typeface="Calibri"/>
              </a:rPr>
              <a:t> </a:t>
            </a:r>
            <a:r>
              <a:rPr dirty="0" sz="2800" spc="-30">
                <a:solidFill>
                  <a:srgbClr val="4E3629"/>
                </a:solidFill>
                <a:latin typeface="Calibri"/>
                <a:cs typeface="Calibri"/>
              </a:rPr>
              <a:t>fecha-</a:t>
            </a:r>
            <a:r>
              <a:rPr dirty="0" sz="2800" spc="-20">
                <a:solidFill>
                  <a:srgbClr val="4E3629"/>
                </a:solidFill>
                <a:latin typeface="Calibri"/>
                <a:cs typeface="Calibri"/>
              </a:rPr>
              <a:t>hora</a:t>
            </a:r>
            <a:endParaRPr sz="2800">
              <a:latin typeface="Calibri"/>
              <a:cs typeface="Calibri"/>
            </a:endParaRPr>
          </a:p>
          <a:p>
            <a:pPr marL="183515" indent="-170815">
              <a:lnSpc>
                <a:spcPct val="100000"/>
              </a:lnSpc>
              <a:spcBef>
                <a:spcPts val="135"/>
              </a:spcBef>
              <a:buClr>
                <a:srgbClr val="D1350F"/>
              </a:buClr>
              <a:buFont typeface="Arial MT"/>
              <a:buChar char="•"/>
              <a:tabLst>
                <a:tab pos="183515" algn="l"/>
              </a:tabLst>
            </a:pPr>
            <a:r>
              <a:rPr dirty="0" sz="2800" spc="-10">
                <a:solidFill>
                  <a:srgbClr val="4E3629"/>
                </a:solidFill>
                <a:latin typeface="Calibri"/>
                <a:cs typeface="Calibri"/>
              </a:rPr>
              <a:t>Sintaxis:</a:t>
            </a:r>
            <a:endParaRPr sz="2800">
              <a:latin typeface="Calibri"/>
              <a:cs typeface="Calibri"/>
            </a:endParaRPr>
          </a:p>
        </p:txBody>
      </p:sp>
      <p:sp>
        <p:nvSpPr>
          <p:cNvPr id="4" name="object 4" descr=""/>
          <p:cNvSpPr txBox="1"/>
          <p:nvPr/>
        </p:nvSpPr>
        <p:spPr>
          <a:xfrm>
            <a:off x="483552" y="3052193"/>
            <a:ext cx="7836534" cy="2804795"/>
          </a:xfrm>
          <a:prstGeom prst="rect">
            <a:avLst/>
          </a:prstGeom>
        </p:spPr>
        <p:txBody>
          <a:bodyPr wrap="square" lIns="0" tIns="97155" rIns="0" bIns="0" rtlCol="0" vert="horz">
            <a:spAutoFit/>
          </a:bodyPr>
          <a:lstStyle/>
          <a:p>
            <a:pPr marL="182880" marR="410845" indent="-170815">
              <a:lnSpc>
                <a:spcPct val="80000"/>
              </a:lnSpc>
              <a:spcBef>
                <a:spcPts val="765"/>
              </a:spcBef>
              <a:buClr>
                <a:srgbClr val="D1350F"/>
              </a:buClr>
              <a:buFont typeface="Arial MT"/>
              <a:buChar char="•"/>
              <a:tabLst>
                <a:tab pos="184785" algn="l"/>
              </a:tabLst>
            </a:pPr>
            <a:r>
              <a:rPr dirty="0" sz="2800" spc="-10">
                <a:solidFill>
                  <a:srgbClr val="4E3629"/>
                </a:solidFill>
                <a:latin typeface="Calibri"/>
                <a:cs typeface="Calibri"/>
              </a:rPr>
              <a:t>Day_precision</a:t>
            </a:r>
            <a:r>
              <a:rPr dirty="0" sz="2800" spc="-45">
                <a:solidFill>
                  <a:srgbClr val="4E3629"/>
                </a:solidFill>
                <a:latin typeface="Calibri"/>
                <a:cs typeface="Calibri"/>
              </a:rPr>
              <a:t> </a:t>
            </a:r>
            <a:r>
              <a:rPr dirty="0" sz="2800">
                <a:solidFill>
                  <a:srgbClr val="4E3629"/>
                </a:solidFill>
                <a:latin typeface="Calibri"/>
                <a:cs typeface="Calibri"/>
              </a:rPr>
              <a:t>es</a:t>
            </a:r>
            <a:r>
              <a:rPr dirty="0" sz="2800" spc="-65">
                <a:solidFill>
                  <a:srgbClr val="4E3629"/>
                </a:solidFill>
                <a:latin typeface="Calibri"/>
                <a:cs typeface="Calibri"/>
              </a:rPr>
              <a:t> </a:t>
            </a:r>
            <a:r>
              <a:rPr dirty="0" sz="2800">
                <a:solidFill>
                  <a:srgbClr val="4E3629"/>
                </a:solidFill>
                <a:latin typeface="Calibri"/>
                <a:cs typeface="Calibri"/>
              </a:rPr>
              <a:t>el</a:t>
            </a:r>
            <a:r>
              <a:rPr dirty="0" sz="2800" spc="-75">
                <a:solidFill>
                  <a:srgbClr val="4E3629"/>
                </a:solidFill>
                <a:latin typeface="Calibri"/>
                <a:cs typeface="Calibri"/>
              </a:rPr>
              <a:t> </a:t>
            </a:r>
            <a:r>
              <a:rPr dirty="0" sz="2800">
                <a:solidFill>
                  <a:srgbClr val="4E3629"/>
                </a:solidFill>
                <a:latin typeface="Calibri"/>
                <a:cs typeface="Calibri"/>
              </a:rPr>
              <a:t>número</a:t>
            </a:r>
            <a:r>
              <a:rPr dirty="0" sz="2800" spc="-55">
                <a:solidFill>
                  <a:srgbClr val="4E3629"/>
                </a:solidFill>
                <a:latin typeface="Calibri"/>
                <a:cs typeface="Calibri"/>
              </a:rPr>
              <a:t> </a:t>
            </a:r>
            <a:r>
              <a:rPr dirty="0" sz="2800">
                <a:solidFill>
                  <a:srgbClr val="4E3629"/>
                </a:solidFill>
                <a:latin typeface="Calibri"/>
                <a:cs typeface="Calibri"/>
              </a:rPr>
              <a:t>máximo</a:t>
            </a:r>
            <a:r>
              <a:rPr dirty="0" sz="2800" spc="-65">
                <a:solidFill>
                  <a:srgbClr val="4E3629"/>
                </a:solidFill>
                <a:latin typeface="Calibri"/>
                <a:cs typeface="Calibri"/>
              </a:rPr>
              <a:t> </a:t>
            </a:r>
            <a:r>
              <a:rPr dirty="0" sz="2800">
                <a:solidFill>
                  <a:srgbClr val="4E3629"/>
                </a:solidFill>
                <a:latin typeface="Calibri"/>
                <a:cs typeface="Calibri"/>
              </a:rPr>
              <a:t>de</a:t>
            </a:r>
            <a:r>
              <a:rPr dirty="0" sz="2800" spc="-60">
                <a:solidFill>
                  <a:srgbClr val="4E3629"/>
                </a:solidFill>
                <a:latin typeface="Calibri"/>
                <a:cs typeface="Calibri"/>
              </a:rPr>
              <a:t> </a:t>
            </a:r>
            <a:r>
              <a:rPr dirty="0" sz="2800">
                <a:solidFill>
                  <a:srgbClr val="4E3629"/>
                </a:solidFill>
                <a:latin typeface="Calibri"/>
                <a:cs typeface="Calibri"/>
              </a:rPr>
              <a:t>dígitos</a:t>
            </a:r>
            <a:r>
              <a:rPr dirty="0" sz="2800" spc="-65">
                <a:solidFill>
                  <a:srgbClr val="4E3629"/>
                </a:solidFill>
                <a:latin typeface="Calibri"/>
                <a:cs typeface="Calibri"/>
              </a:rPr>
              <a:t> </a:t>
            </a:r>
            <a:r>
              <a:rPr dirty="0" sz="2800" spc="-25">
                <a:solidFill>
                  <a:srgbClr val="4E3629"/>
                </a:solidFill>
                <a:latin typeface="Calibri"/>
                <a:cs typeface="Calibri"/>
              </a:rPr>
              <a:t>del </a:t>
            </a:r>
            <a:r>
              <a:rPr dirty="0" sz="2800" spc="-25">
                <a:solidFill>
                  <a:srgbClr val="4E3629"/>
                </a:solidFill>
                <a:latin typeface="Calibri"/>
                <a:cs typeface="Calibri"/>
              </a:rPr>
              <a:t>	</a:t>
            </a:r>
            <a:r>
              <a:rPr dirty="0" sz="2800" spc="-10">
                <a:solidFill>
                  <a:srgbClr val="4E3629"/>
                </a:solidFill>
                <a:latin typeface="Calibri"/>
                <a:cs typeface="Calibri"/>
              </a:rPr>
              <a:t>elemento</a:t>
            </a:r>
            <a:r>
              <a:rPr dirty="0" sz="2800" spc="-85">
                <a:solidFill>
                  <a:srgbClr val="4E3629"/>
                </a:solidFill>
                <a:latin typeface="Calibri"/>
                <a:cs typeface="Calibri"/>
              </a:rPr>
              <a:t> </a:t>
            </a:r>
            <a:r>
              <a:rPr dirty="0" sz="2800" spc="-25">
                <a:solidFill>
                  <a:srgbClr val="4E3629"/>
                </a:solidFill>
                <a:latin typeface="Calibri"/>
                <a:cs typeface="Calibri"/>
              </a:rPr>
              <a:t>DAY</a:t>
            </a:r>
            <a:endParaRPr sz="2800">
              <a:latin typeface="Calibri"/>
              <a:cs typeface="Calibri"/>
            </a:endParaRPr>
          </a:p>
          <a:p>
            <a:pPr marL="183515" indent="-170815">
              <a:lnSpc>
                <a:spcPct val="100000"/>
              </a:lnSpc>
              <a:spcBef>
                <a:spcPts val="135"/>
              </a:spcBef>
              <a:buClr>
                <a:srgbClr val="D1350F"/>
              </a:buClr>
              <a:buFont typeface="Arial MT"/>
              <a:buChar char="•"/>
              <a:tabLst>
                <a:tab pos="183515" algn="l"/>
              </a:tabLst>
            </a:pPr>
            <a:r>
              <a:rPr dirty="0" sz="2800">
                <a:solidFill>
                  <a:srgbClr val="4E3629"/>
                </a:solidFill>
                <a:latin typeface="Calibri"/>
                <a:cs typeface="Calibri"/>
              </a:rPr>
              <a:t>El</a:t>
            </a:r>
            <a:r>
              <a:rPr dirty="0" sz="2800" spc="-65">
                <a:solidFill>
                  <a:srgbClr val="4E3629"/>
                </a:solidFill>
                <a:latin typeface="Calibri"/>
                <a:cs typeface="Calibri"/>
              </a:rPr>
              <a:t> </a:t>
            </a:r>
            <a:r>
              <a:rPr dirty="0" sz="2800">
                <a:solidFill>
                  <a:srgbClr val="4E3629"/>
                </a:solidFill>
                <a:latin typeface="Calibri"/>
                <a:cs typeface="Calibri"/>
              </a:rPr>
              <a:t>valor</a:t>
            </a:r>
            <a:r>
              <a:rPr dirty="0" sz="2800" spc="-75">
                <a:solidFill>
                  <a:srgbClr val="4E3629"/>
                </a:solidFill>
                <a:latin typeface="Calibri"/>
                <a:cs typeface="Calibri"/>
              </a:rPr>
              <a:t> </a:t>
            </a:r>
            <a:r>
              <a:rPr dirty="0" sz="2800">
                <a:solidFill>
                  <a:srgbClr val="4E3629"/>
                </a:solidFill>
                <a:latin typeface="Calibri"/>
                <a:cs typeface="Calibri"/>
              </a:rPr>
              <a:t>por</a:t>
            </a:r>
            <a:r>
              <a:rPr dirty="0" sz="2800" spc="-40">
                <a:solidFill>
                  <a:srgbClr val="4E3629"/>
                </a:solidFill>
                <a:latin typeface="Calibri"/>
                <a:cs typeface="Calibri"/>
              </a:rPr>
              <a:t> </a:t>
            </a:r>
            <a:r>
              <a:rPr dirty="0" sz="2800" spc="-10">
                <a:solidFill>
                  <a:srgbClr val="4E3629"/>
                </a:solidFill>
                <a:latin typeface="Calibri"/>
                <a:cs typeface="Calibri"/>
              </a:rPr>
              <a:t>defecto</a:t>
            </a:r>
            <a:r>
              <a:rPr dirty="0" sz="2800" spc="-55">
                <a:solidFill>
                  <a:srgbClr val="4E3629"/>
                </a:solidFill>
                <a:latin typeface="Calibri"/>
                <a:cs typeface="Calibri"/>
              </a:rPr>
              <a:t> </a:t>
            </a:r>
            <a:r>
              <a:rPr dirty="0" sz="2800">
                <a:solidFill>
                  <a:srgbClr val="4E3629"/>
                </a:solidFill>
                <a:latin typeface="Calibri"/>
                <a:cs typeface="Calibri"/>
              </a:rPr>
              <a:t>de</a:t>
            </a:r>
            <a:r>
              <a:rPr dirty="0" sz="2800" spc="-65">
                <a:solidFill>
                  <a:srgbClr val="4E3629"/>
                </a:solidFill>
                <a:latin typeface="Calibri"/>
                <a:cs typeface="Calibri"/>
              </a:rPr>
              <a:t> </a:t>
            </a:r>
            <a:r>
              <a:rPr dirty="0" sz="2800" spc="-10">
                <a:solidFill>
                  <a:srgbClr val="4E3629"/>
                </a:solidFill>
                <a:latin typeface="Calibri"/>
                <a:cs typeface="Calibri"/>
              </a:rPr>
              <a:t>day_precision</a:t>
            </a:r>
            <a:r>
              <a:rPr dirty="0" sz="2800" spc="-5">
                <a:solidFill>
                  <a:srgbClr val="4E3629"/>
                </a:solidFill>
                <a:latin typeface="Calibri"/>
                <a:cs typeface="Calibri"/>
              </a:rPr>
              <a:t> </a:t>
            </a:r>
            <a:r>
              <a:rPr dirty="0" sz="2800">
                <a:solidFill>
                  <a:srgbClr val="4E3629"/>
                </a:solidFill>
                <a:latin typeface="Calibri"/>
                <a:cs typeface="Calibri"/>
              </a:rPr>
              <a:t>es</a:t>
            </a:r>
            <a:r>
              <a:rPr dirty="0" sz="2800" spc="-65">
                <a:solidFill>
                  <a:srgbClr val="4E3629"/>
                </a:solidFill>
                <a:latin typeface="Calibri"/>
                <a:cs typeface="Calibri"/>
              </a:rPr>
              <a:t> </a:t>
            </a:r>
            <a:r>
              <a:rPr dirty="0" sz="2800" spc="-50">
                <a:solidFill>
                  <a:srgbClr val="4E3629"/>
                </a:solidFill>
                <a:latin typeface="Calibri"/>
                <a:cs typeface="Calibri"/>
              </a:rPr>
              <a:t>2</a:t>
            </a:r>
            <a:endParaRPr sz="2800">
              <a:latin typeface="Calibri"/>
              <a:cs typeface="Calibri"/>
            </a:endParaRPr>
          </a:p>
          <a:p>
            <a:pPr marL="182880" marR="5080" indent="-170815">
              <a:lnSpc>
                <a:spcPct val="80000"/>
              </a:lnSpc>
              <a:spcBef>
                <a:spcPts val="790"/>
              </a:spcBef>
              <a:buClr>
                <a:srgbClr val="D1350F"/>
              </a:buClr>
              <a:buFont typeface="Arial MT"/>
              <a:buChar char="•"/>
              <a:tabLst>
                <a:tab pos="184785" algn="l"/>
              </a:tabLst>
            </a:pPr>
            <a:r>
              <a:rPr dirty="0" sz="2800" spc="-10">
                <a:solidFill>
                  <a:srgbClr val="4E3629"/>
                </a:solidFill>
                <a:latin typeface="Calibri"/>
                <a:cs typeface="Calibri"/>
              </a:rPr>
              <a:t>fractional_seconds_precision </a:t>
            </a:r>
            <a:r>
              <a:rPr dirty="0" sz="2800">
                <a:solidFill>
                  <a:srgbClr val="4E3629"/>
                </a:solidFill>
                <a:latin typeface="Calibri"/>
                <a:cs typeface="Calibri"/>
              </a:rPr>
              <a:t>es</a:t>
            </a:r>
            <a:r>
              <a:rPr dirty="0" sz="2800" spc="-70">
                <a:solidFill>
                  <a:srgbClr val="4E3629"/>
                </a:solidFill>
                <a:latin typeface="Calibri"/>
                <a:cs typeface="Calibri"/>
              </a:rPr>
              <a:t> </a:t>
            </a:r>
            <a:r>
              <a:rPr dirty="0" sz="2800">
                <a:solidFill>
                  <a:srgbClr val="4E3629"/>
                </a:solidFill>
                <a:latin typeface="Calibri"/>
                <a:cs typeface="Calibri"/>
              </a:rPr>
              <a:t>el</a:t>
            </a:r>
            <a:r>
              <a:rPr dirty="0" sz="2800" spc="-75">
                <a:solidFill>
                  <a:srgbClr val="4E3629"/>
                </a:solidFill>
                <a:latin typeface="Calibri"/>
                <a:cs typeface="Calibri"/>
              </a:rPr>
              <a:t> </a:t>
            </a:r>
            <a:r>
              <a:rPr dirty="0" sz="2800">
                <a:solidFill>
                  <a:srgbClr val="4E3629"/>
                </a:solidFill>
                <a:latin typeface="Calibri"/>
                <a:cs typeface="Calibri"/>
              </a:rPr>
              <a:t>número</a:t>
            </a:r>
            <a:r>
              <a:rPr dirty="0" sz="2800" spc="-40">
                <a:solidFill>
                  <a:srgbClr val="4E3629"/>
                </a:solidFill>
                <a:latin typeface="Calibri"/>
                <a:cs typeface="Calibri"/>
              </a:rPr>
              <a:t> </a:t>
            </a:r>
            <a:r>
              <a:rPr dirty="0" sz="2800">
                <a:solidFill>
                  <a:srgbClr val="4E3629"/>
                </a:solidFill>
                <a:latin typeface="Calibri"/>
                <a:cs typeface="Calibri"/>
              </a:rPr>
              <a:t>de</a:t>
            </a:r>
            <a:r>
              <a:rPr dirty="0" sz="2800" spc="-65">
                <a:solidFill>
                  <a:srgbClr val="4E3629"/>
                </a:solidFill>
                <a:latin typeface="Calibri"/>
                <a:cs typeface="Calibri"/>
              </a:rPr>
              <a:t> </a:t>
            </a:r>
            <a:r>
              <a:rPr dirty="0" sz="2800" spc="-10">
                <a:solidFill>
                  <a:srgbClr val="4E3629"/>
                </a:solidFill>
                <a:latin typeface="Calibri"/>
                <a:cs typeface="Calibri"/>
              </a:rPr>
              <a:t>dígitos </a:t>
            </a:r>
            <a:r>
              <a:rPr dirty="0" sz="2800" spc="-10">
                <a:solidFill>
                  <a:srgbClr val="4E3629"/>
                </a:solidFill>
                <a:latin typeface="Calibri"/>
                <a:cs typeface="Calibri"/>
              </a:rPr>
              <a:t>	</a:t>
            </a:r>
            <a:r>
              <a:rPr dirty="0" sz="2800">
                <a:solidFill>
                  <a:srgbClr val="4E3629"/>
                </a:solidFill>
                <a:latin typeface="Calibri"/>
                <a:cs typeface="Calibri"/>
              </a:rPr>
              <a:t>de</a:t>
            </a:r>
            <a:r>
              <a:rPr dirty="0" sz="2800" spc="-45">
                <a:solidFill>
                  <a:srgbClr val="4E3629"/>
                </a:solidFill>
                <a:latin typeface="Calibri"/>
                <a:cs typeface="Calibri"/>
              </a:rPr>
              <a:t> </a:t>
            </a:r>
            <a:r>
              <a:rPr dirty="0" sz="2800">
                <a:solidFill>
                  <a:srgbClr val="4E3629"/>
                </a:solidFill>
                <a:latin typeface="Calibri"/>
                <a:cs typeface="Calibri"/>
              </a:rPr>
              <a:t>la</a:t>
            </a:r>
            <a:r>
              <a:rPr dirty="0" sz="2800" spc="-50">
                <a:solidFill>
                  <a:srgbClr val="4E3629"/>
                </a:solidFill>
                <a:latin typeface="Calibri"/>
                <a:cs typeface="Calibri"/>
              </a:rPr>
              <a:t> </a:t>
            </a:r>
            <a:r>
              <a:rPr dirty="0" sz="2800">
                <a:solidFill>
                  <a:srgbClr val="4E3629"/>
                </a:solidFill>
                <a:latin typeface="Calibri"/>
                <a:cs typeface="Calibri"/>
              </a:rPr>
              <a:t>parte</a:t>
            </a:r>
            <a:r>
              <a:rPr dirty="0" sz="2800" spc="-50">
                <a:solidFill>
                  <a:srgbClr val="4E3629"/>
                </a:solidFill>
                <a:latin typeface="Calibri"/>
                <a:cs typeface="Calibri"/>
              </a:rPr>
              <a:t> </a:t>
            </a:r>
            <a:r>
              <a:rPr dirty="0" sz="2800" spc="-10">
                <a:solidFill>
                  <a:srgbClr val="4E3629"/>
                </a:solidFill>
                <a:latin typeface="Calibri"/>
                <a:cs typeface="Calibri"/>
              </a:rPr>
              <a:t>fraccionaria</a:t>
            </a:r>
            <a:r>
              <a:rPr dirty="0" sz="2800" spc="-45">
                <a:solidFill>
                  <a:srgbClr val="4E3629"/>
                </a:solidFill>
                <a:latin typeface="Calibri"/>
                <a:cs typeface="Calibri"/>
              </a:rPr>
              <a:t> </a:t>
            </a:r>
            <a:r>
              <a:rPr dirty="0" sz="2800">
                <a:solidFill>
                  <a:srgbClr val="4E3629"/>
                </a:solidFill>
                <a:latin typeface="Calibri"/>
                <a:cs typeface="Calibri"/>
              </a:rPr>
              <a:t>del</a:t>
            </a:r>
            <a:r>
              <a:rPr dirty="0" sz="2800" spc="-45">
                <a:solidFill>
                  <a:srgbClr val="4E3629"/>
                </a:solidFill>
                <a:latin typeface="Calibri"/>
                <a:cs typeface="Calibri"/>
              </a:rPr>
              <a:t> </a:t>
            </a:r>
            <a:r>
              <a:rPr dirty="0" sz="2800">
                <a:solidFill>
                  <a:srgbClr val="4E3629"/>
                </a:solidFill>
                <a:latin typeface="Calibri"/>
                <a:cs typeface="Calibri"/>
              </a:rPr>
              <a:t>campo</a:t>
            </a:r>
            <a:r>
              <a:rPr dirty="0" sz="2800" spc="-35">
                <a:solidFill>
                  <a:srgbClr val="4E3629"/>
                </a:solidFill>
                <a:latin typeface="Calibri"/>
                <a:cs typeface="Calibri"/>
              </a:rPr>
              <a:t> </a:t>
            </a:r>
            <a:r>
              <a:rPr dirty="0" sz="2800">
                <a:solidFill>
                  <a:srgbClr val="4E3629"/>
                </a:solidFill>
                <a:latin typeface="Calibri"/>
                <a:cs typeface="Calibri"/>
              </a:rPr>
              <a:t>de</a:t>
            </a:r>
            <a:r>
              <a:rPr dirty="0" sz="2800" spc="-40">
                <a:solidFill>
                  <a:srgbClr val="4E3629"/>
                </a:solidFill>
                <a:latin typeface="Calibri"/>
                <a:cs typeface="Calibri"/>
              </a:rPr>
              <a:t> </a:t>
            </a:r>
            <a:r>
              <a:rPr dirty="0" sz="2800" spc="-10">
                <a:solidFill>
                  <a:srgbClr val="4E3629"/>
                </a:solidFill>
                <a:latin typeface="Calibri"/>
                <a:cs typeface="Calibri"/>
              </a:rPr>
              <a:t>fecha/hora 	SECOND</a:t>
            </a:r>
            <a:endParaRPr sz="2800">
              <a:latin typeface="Calibri"/>
              <a:cs typeface="Calibri"/>
            </a:endParaRPr>
          </a:p>
          <a:p>
            <a:pPr marL="183515" indent="-170815">
              <a:lnSpc>
                <a:spcPct val="100000"/>
              </a:lnSpc>
              <a:spcBef>
                <a:spcPts val="135"/>
              </a:spcBef>
              <a:buClr>
                <a:srgbClr val="D1350F"/>
              </a:buClr>
              <a:buFont typeface="Arial MT"/>
              <a:buChar char="•"/>
              <a:tabLst>
                <a:tab pos="183515" algn="l"/>
              </a:tabLst>
            </a:pPr>
            <a:r>
              <a:rPr dirty="0" sz="2800">
                <a:solidFill>
                  <a:srgbClr val="4E3629"/>
                </a:solidFill>
                <a:latin typeface="Calibri"/>
                <a:cs typeface="Calibri"/>
              </a:rPr>
              <a:t>El</a:t>
            </a:r>
            <a:r>
              <a:rPr dirty="0" sz="2800" spc="-55">
                <a:solidFill>
                  <a:srgbClr val="4E3629"/>
                </a:solidFill>
                <a:latin typeface="Calibri"/>
                <a:cs typeface="Calibri"/>
              </a:rPr>
              <a:t> </a:t>
            </a:r>
            <a:r>
              <a:rPr dirty="0" sz="2800">
                <a:solidFill>
                  <a:srgbClr val="4E3629"/>
                </a:solidFill>
                <a:latin typeface="Calibri"/>
                <a:cs typeface="Calibri"/>
              </a:rPr>
              <a:t>valor</a:t>
            </a:r>
            <a:r>
              <a:rPr dirty="0" sz="2800" spc="-65">
                <a:solidFill>
                  <a:srgbClr val="4E3629"/>
                </a:solidFill>
                <a:latin typeface="Calibri"/>
                <a:cs typeface="Calibri"/>
              </a:rPr>
              <a:t> </a:t>
            </a:r>
            <a:r>
              <a:rPr dirty="0" sz="2800">
                <a:solidFill>
                  <a:srgbClr val="4E3629"/>
                </a:solidFill>
                <a:latin typeface="Calibri"/>
                <a:cs typeface="Calibri"/>
              </a:rPr>
              <a:t>por</a:t>
            </a:r>
            <a:r>
              <a:rPr dirty="0" sz="2800" spc="-35">
                <a:solidFill>
                  <a:srgbClr val="4E3629"/>
                </a:solidFill>
                <a:latin typeface="Calibri"/>
                <a:cs typeface="Calibri"/>
              </a:rPr>
              <a:t> </a:t>
            </a:r>
            <a:r>
              <a:rPr dirty="0" sz="2800" spc="-10">
                <a:solidFill>
                  <a:srgbClr val="4E3629"/>
                </a:solidFill>
                <a:latin typeface="Calibri"/>
                <a:cs typeface="Calibri"/>
              </a:rPr>
              <a:t>defecto</a:t>
            </a:r>
            <a:r>
              <a:rPr dirty="0" sz="2800" spc="-45">
                <a:solidFill>
                  <a:srgbClr val="4E3629"/>
                </a:solidFill>
                <a:latin typeface="Calibri"/>
                <a:cs typeface="Calibri"/>
              </a:rPr>
              <a:t> </a:t>
            </a:r>
            <a:r>
              <a:rPr dirty="0" sz="2800">
                <a:solidFill>
                  <a:srgbClr val="4E3629"/>
                </a:solidFill>
                <a:latin typeface="Calibri"/>
                <a:cs typeface="Calibri"/>
              </a:rPr>
              <a:t>es</a:t>
            </a:r>
            <a:r>
              <a:rPr dirty="0" sz="2800" spc="-50">
                <a:solidFill>
                  <a:srgbClr val="4E3629"/>
                </a:solidFill>
                <a:latin typeface="Calibri"/>
                <a:cs typeface="Calibri"/>
              </a:rPr>
              <a:t> 6</a:t>
            </a:r>
            <a:endParaRPr sz="2800">
              <a:latin typeface="Calibri"/>
              <a:cs typeface="Calibri"/>
            </a:endParaRPr>
          </a:p>
        </p:txBody>
      </p:sp>
      <p:sp>
        <p:nvSpPr>
          <p:cNvPr id="5" name="object 5" descr=""/>
          <p:cNvSpPr txBox="1"/>
          <p:nvPr/>
        </p:nvSpPr>
        <p:spPr>
          <a:xfrm>
            <a:off x="393191" y="2634995"/>
            <a:ext cx="8345805" cy="524510"/>
          </a:xfrm>
          <a:prstGeom prst="rect">
            <a:avLst/>
          </a:prstGeom>
          <a:solidFill>
            <a:srgbClr val="9DBEC4">
              <a:alpha val="50199"/>
            </a:srgbClr>
          </a:solidFill>
        </p:spPr>
        <p:txBody>
          <a:bodyPr wrap="square" lIns="0" tIns="0" rIns="0" bIns="0" rtlCol="0" vert="horz">
            <a:spAutoFit/>
          </a:bodyPr>
          <a:lstStyle/>
          <a:p>
            <a:pPr>
              <a:lnSpc>
                <a:spcPts val="1845"/>
              </a:lnSpc>
            </a:pPr>
            <a:r>
              <a:rPr dirty="0" sz="1800" b="1">
                <a:solidFill>
                  <a:srgbClr val="4E3629"/>
                </a:solidFill>
                <a:latin typeface="Courier New"/>
                <a:cs typeface="Courier New"/>
              </a:rPr>
              <a:t>INTERVAL</a:t>
            </a:r>
            <a:r>
              <a:rPr dirty="0" sz="1800" spc="-85" b="1">
                <a:solidFill>
                  <a:srgbClr val="4E3629"/>
                </a:solidFill>
                <a:latin typeface="Courier New"/>
                <a:cs typeface="Courier New"/>
              </a:rPr>
              <a:t> </a:t>
            </a:r>
            <a:r>
              <a:rPr dirty="0" sz="1800" b="1">
                <a:solidFill>
                  <a:srgbClr val="4E3629"/>
                </a:solidFill>
                <a:latin typeface="Courier New"/>
                <a:cs typeface="Courier New"/>
              </a:rPr>
              <a:t>DAY</a:t>
            </a:r>
            <a:r>
              <a:rPr dirty="0" sz="1800" spc="-65" b="1">
                <a:solidFill>
                  <a:srgbClr val="4E3629"/>
                </a:solidFill>
                <a:latin typeface="Courier New"/>
                <a:cs typeface="Courier New"/>
              </a:rPr>
              <a:t> </a:t>
            </a:r>
            <a:r>
              <a:rPr dirty="0" sz="1800" b="1">
                <a:solidFill>
                  <a:srgbClr val="4E3629"/>
                </a:solidFill>
                <a:latin typeface="Courier New"/>
                <a:cs typeface="Courier New"/>
              </a:rPr>
              <a:t>[day_precision)]</a:t>
            </a:r>
            <a:r>
              <a:rPr dirty="0" sz="1800" spc="-75" b="1">
                <a:solidFill>
                  <a:srgbClr val="4E3629"/>
                </a:solidFill>
                <a:latin typeface="Courier New"/>
                <a:cs typeface="Courier New"/>
              </a:rPr>
              <a:t> </a:t>
            </a:r>
            <a:r>
              <a:rPr dirty="0" sz="1800" b="1">
                <a:solidFill>
                  <a:srgbClr val="4E3629"/>
                </a:solidFill>
                <a:latin typeface="Courier New"/>
                <a:cs typeface="Courier New"/>
              </a:rPr>
              <a:t>TO</a:t>
            </a:r>
            <a:r>
              <a:rPr dirty="0" sz="1800" spc="-80" b="1">
                <a:solidFill>
                  <a:srgbClr val="4E3629"/>
                </a:solidFill>
                <a:latin typeface="Courier New"/>
                <a:cs typeface="Courier New"/>
              </a:rPr>
              <a:t> </a:t>
            </a:r>
            <a:r>
              <a:rPr dirty="0" sz="1800" spc="-10" b="1">
                <a:solidFill>
                  <a:srgbClr val="4E3629"/>
                </a:solidFill>
                <a:latin typeface="Courier New"/>
                <a:cs typeface="Courier New"/>
              </a:rPr>
              <a:t>SECOND</a:t>
            </a:r>
            <a:endParaRPr sz="1800">
              <a:latin typeface="Courier New"/>
              <a:cs typeface="Courier New"/>
            </a:endParaRPr>
          </a:p>
          <a:p>
            <a:pPr>
              <a:lnSpc>
                <a:spcPct val="100000"/>
              </a:lnSpc>
            </a:pPr>
            <a:r>
              <a:rPr dirty="0" sz="1800" spc="-10" b="1">
                <a:solidFill>
                  <a:srgbClr val="4E3629"/>
                </a:solidFill>
                <a:latin typeface="Courier New"/>
                <a:cs typeface="Courier New"/>
              </a:rPr>
              <a:t>[(fractional_seconds_precision)]</a:t>
            </a:r>
            <a:endParaRPr sz="1800">
              <a:latin typeface="Courier New"/>
              <a:cs typeface="Courier New"/>
            </a:endParaRP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prstGeom prst="rect"/>
        </p:spPr>
        <p:txBody>
          <a:bodyPr wrap="square" lIns="0" tIns="12700" rIns="0" bIns="0" rtlCol="0" vert="horz">
            <a:spAutoFit/>
          </a:bodyPr>
          <a:lstStyle/>
          <a:p>
            <a:pPr marL="12700">
              <a:lnSpc>
                <a:spcPct val="100000"/>
              </a:lnSpc>
              <a:spcBef>
                <a:spcPts val="100"/>
              </a:spcBef>
            </a:pPr>
            <a:r>
              <a:rPr dirty="0" spc="-20"/>
              <a:t>INTERVAL</a:t>
            </a:r>
            <a:r>
              <a:rPr dirty="0" spc="-105"/>
              <a:t> </a:t>
            </a:r>
            <a:r>
              <a:rPr dirty="0" spc="-65"/>
              <a:t>DAY…TO</a:t>
            </a:r>
            <a:r>
              <a:rPr dirty="0" spc="-120"/>
              <a:t> </a:t>
            </a:r>
            <a:r>
              <a:rPr dirty="0" spc="-10"/>
              <a:t>SECOND</a:t>
            </a:r>
          </a:p>
        </p:txBody>
      </p:sp>
      <p:sp>
        <p:nvSpPr>
          <p:cNvPr id="3" name="object 3" descr=""/>
          <p:cNvSpPr txBox="1"/>
          <p:nvPr/>
        </p:nvSpPr>
        <p:spPr>
          <a:xfrm>
            <a:off x="483552" y="1415417"/>
            <a:ext cx="8145145" cy="452120"/>
          </a:xfrm>
          <a:prstGeom prst="rect">
            <a:avLst/>
          </a:prstGeom>
        </p:spPr>
        <p:txBody>
          <a:bodyPr wrap="square" lIns="0" tIns="12065" rIns="0" bIns="0" rtlCol="0" vert="horz">
            <a:spAutoFit/>
          </a:bodyPr>
          <a:lstStyle/>
          <a:p>
            <a:pPr marL="183515" indent="-170815">
              <a:lnSpc>
                <a:spcPct val="100000"/>
              </a:lnSpc>
              <a:spcBef>
                <a:spcPts val="95"/>
              </a:spcBef>
              <a:buClr>
                <a:srgbClr val="D1350F"/>
              </a:buClr>
              <a:buFont typeface="Arial MT"/>
              <a:buChar char="•"/>
              <a:tabLst>
                <a:tab pos="183515" algn="l"/>
              </a:tabLst>
            </a:pPr>
            <a:r>
              <a:rPr dirty="0" sz="2800">
                <a:solidFill>
                  <a:srgbClr val="4E3629"/>
                </a:solidFill>
                <a:latin typeface="Calibri"/>
                <a:cs typeface="Calibri"/>
              </a:rPr>
              <a:t>En</a:t>
            </a:r>
            <a:r>
              <a:rPr dirty="0" sz="2800" spc="-80">
                <a:solidFill>
                  <a:srgbClr val="4E3629"/>
                </a:solidFill>
                <a:latin typeface="Calibri"/>
                <a:cs typeface="Calibri"/>
              </a:rPr>
              <a:t> </a:t>
            </a:r>
            <a:r>
              <a:rPr dirty="0" sz="2800">
                <a:solidFill>
                  <a:srgbClr val="4E3629"/>
                </a:solidFill>
                <a:latin typeface="Calibri"/>
                <a:cs typeface="Calibri"/>
              </a:rPr>
              <a:t>este</a:t>
            </a:r>
            <a:r>
              <a:rPr dirty="0" sz="2800" spc="-80">
                <a:solidFill>
                  <a:srgbClr val="4E3629"/>
                </a:solidFill>
                <a:latin typeface="Calibri"/>
                <a:cs typeface="Calibri"/>
              </a:rPr>
              <a:t> </a:t>
            </a:r>
            <a:r>
              <a:rPr dirty="0" sz="2800">
                <a:solidFill>
                  <a:srgbClr val="4E3629"/>
                </a:solidFill>
                <a:latin typeface="Calibri"/>
                <a:cs typeface="Calibri"/>
              </a:rPr>
              <a:t>ejemplo</a:t>
            </a:r>
            <a:r>
              <a:rPr dirty="0" sz="2800" spc="-65">
                <a:solidFill>
                  <a:srgbClr val="4E3629"/>
                </a:solidFill>
                <a:latin typeface="Calibri"/>
                <a:cs typeface="Calibri"/>
              </a:rPr>
              <a:t> </a:t>
            </a:r>
            <a:r>
              <a:rPr dirty="0" sz="2800">
                <a:solidFill>
                  <a:srgbClr val="4E3629"/>
                </a:solidFill>
                <a:latin typeface="Calibri"/>
                <a:cs typeface="Calibri"/>
              </a:rPr>
              <a:t>se</a:t>
            </a:r>
            <a:r>
              <a:rPr dirty="0" sz="2800" spc="-80">
                <a:solidFill>
                  <a:srgbClr val="4E3629"/>
                </a:solidFill>
                <a:latin typeface="Calibri"/>
                <a:cs typeface="Calibri"/>
              </a:rPr>
              <a:t> </a:t>
            </a:r>
            <a:r>
              <a:rPr dirty="0" sz="2800" spc="-10">
                <a:solidFill>
                  <a:srgbClr val="4E3629"/>
                </a:solidFill>
                <a:latin typeface="Calibri"/>
                <a:cs typeface="Calibri"/>
              </a:rPr>
              <a:t>muestra</a:t>
            </a:r>
            <a:r>
              <a:rPr dirty="0" sz="2800" spc="-55">
                <a:solidFill>
                  <a:srgbClr val="4E3629"/>
                </a:solidFill>
                <a:latin typeface="Calibri"/>
                <a:cs typeface="Calibri"/>
              </a:rPr>
              <a:t> </a:t>
            </a:r>
            <a:r>
              <a:rPr dirty="0" sz="2800" spc="-20">
                <a:solidFill>
                  <a:srgbClr val="4E3629"/>
                </a:solidFill>
                <a:latin typeface="Calibri"/>
                <a:cs typeface="Calibri"/>
              </a:rPr>
              <a:t>INTERVAL</a:t>
            </a:r>
            <a:r>
              <a:rPr dirty="0" sz="2800" spc="-80">
                <a:solidFill>
                  <a:srgbClr val="4E3629"/>
                </a:solidFill>
                <a:latin typeface="Calibri"/>
                <a:cs typeface="Calibri"/>
              </a:rPr>
              <a:t> </a:t>
            </a:r>
            <a:r>
              <a:rPr dirty="0" sz="2800" spc="-60">
                <a:solidFill>
                  <a:srgbClr val="4E3629"/>
                </a:solidFill>
                <a:latin typeface="Calibri"/>
                <a:cs typeface="Calibri"/>
              </a:rPr>
              <a:t>DAY</a:t>
            </a:r>
            <a:r>
              <a:rPr dirty="0" sz="2800" spc="-65">
                <a:solidFill>
                  <a:srgbClr val="4E3629"/>
                </a:solidFill>
                <a:latin typeface="Calibri"/>
                <a:cs typeface="Calibri"/>
              </a:rPr>
              <a:t> </a:t>
            </a:r>
            <a:r>
              <a:rPr dirty="0" sz="2800">
                <a:solidFill>
                  <a:srgbClr val="4E3629"/>
                </a:solidFill>
                <a:latin typeface="Calibri"/>
                <a:cs typeface="Calibri"/>
              </a:rPr>
              <a:t>TO</a:t>
            </a:r>
            <a:r>
              <a:rPr dirty="0" sz="2800" spc="-85">
                <a:solidFill>
                  <a:srgbClr val="4E3629"/>
                </a:solidFill>
                <a:latin typeface="Calibri"/>
                <a:cs typeface="Calibri"/>
              </a:rPr>
              <a:t> </a:t>
            </a:r>
            <a:r>
              <a:rPr dirty="0" sz="2800" spc="-10">
                <a:solidFill>
                  <a:srgbClr val="4E3629"/>
                </a:solidFill>
                <a:latin typeface="Calibri"/>
                <a:cs typeface="Calibri"/>
              </a:rPr>
              <a:t>SECOND:</a:t>
            </a:r>
            <a:endParaRPr sz="2800">
              <a:latin typeface="Calibri"/>
              <a:cs typeface="Calibri"/>
            </a:endParaRPr>
          </a:p>
        </p:txBody>
      </p:sp>
      <p:graphicFrame>
        <p:nvGraphicFramePr>
          <p:cNvPr id="4" name="object 4" descr=""/>
          <p:cNvGraphicFramePr>
            <a:graphicFrameLocks noGrp="1"/>
          </p:cNvGraphicFramePr>
          <p:nvPr/>
        </p:nvGraphicFramePr>
        <p:xfrm>
          <a:off x="398462" y="5189912"/>
          <a:ext cx="8447405" cy="867410"/>
        </p:xfrm>
        <a:graphic>
          <a:graphicData uri="http://schemas.openxmlformats.org/drawingml/2006/table">
            <a:tbl>
              <a:tblPr firstRow="1" bandRow="1">
                <a:tableStyleId>{2D5ABB26-0587-4C30-8999-92F81FD0307C}</a:tableStyleId>
              </a:tblPr>
              <a:tblGrid>
                <a:gridCol w="4178935"/>
                <a:gridCol w="4178935"/>
              </a:tblGrid>
              <a:tr h="487045">
                <a:tc>
                  <a:txBody>
                    <a:bodyPr/>
                    <a:lstStyle/>
                    <a:p>
                      <a:pPr marL="71755">
                        <a:lnSpc>
                          <a:spcPct val="100000"/>
                        </a:lnSpc>
                        <a:spcBef>
                          <a:spcPts val="860"/>
                        </a:spcBef>
                      </a:pPr>
                      <a:r>
                        <a:rPr dirty="0" sz="1600" b="1">
                          <a:solidFill>
                            <a:srgbClr val="4E3629"/>
                          </a:solidFill>
                          <a:latin typeface="Calibri"/>
                          <a:cs typeface="Calibri"/>
                        </a:rPr>
                        <a:t>25</a:t>
                      </a:r>
                      <a:r>
                        <a:rPr dirty="0" sz="1600" spc="-20" b="1">
                          <a:solidFill>
                            <a:srgbClr val="4E3629"/>
                          </a:solidFill>
                          <a:latin typeface="Calibri"/>
                          <a:cs typeface="Calibri"/>
                        </a:rPr>
                        <a:t> </a:t>
                      </a:r>
                      <a:r>
                        <a:rPr dirty="0" sz="1600" b="1">
                          <a:solidFill>
                            <a:srgbClr val="4E3629"/>
                          </a:solidFill>
                          <a:latin typeface="Calibri"/>
                          <a:cs typeface="Calibri"/>
                        </a:rPr>
                        <a:t>Days</a:t>
                      </a:r>
                      <a:r>
                        <a:rPr dirty="0" sz="1600" spc="-40" b="1">
                          <a:solidFill>
                            <a:srgbClr val="4E3629"/>
                          </a:solidFill>
                          <a:latin typeface="Calibri"/>
                          <a:cs typeface="Calibri"/>
                        </a:rPr>
                        <a:t> </a:t>
                      </a:r>
                      <a:r>
                        <a:rPr dirty="0" sz="1600" b="1">
                          <a:solidFill>
                            <a:srgbClr val="4E3629"/>
                          </a:solidFill>
                          <a:latin typeface="Calibri"/>
                          <a:cs typeface="Calibri"/>
                        </a:rPr>
                        <a:t>from</a:t>
                      </a:r>
                      <a:r>
                        <a:rPr dirty="0" sz="1600" spc="-5" b="1">
                          <a:solidFill>
                            <a:srgbClr val="4E3629"/>
                          </a:solidFill>
                          <a:latin typeface="Calibri"/>
                          <a:cs typeface="Calibri"/>
                        </a:rPr>
                        <a:t> </a:t>
                      </a:r>
                      <a:r>
                        <a:rPr dirty="0" sz="1600" b="1">
                          <a:solidFill>
                            <a:srgbClr val="4E3629"/>
                          </a:solidFill>
                          <a:latin typeface="Calibri"/>
                          <a:cs typeface="Calibri"/>
                        </a:rPr>
                        <a:t>now</a:t>
                      </a:r>
                      <a:r>
                        <a:rPr dirty="0" sz="1600" spc="-35" b="1">
                          <a:solidFill>
                            <a:srgbClr val="4E3629"/>
                          </a:solidFill>
                          <a:latin typeface="Calibri"/>
                          <a:cs typeface="Calibri"/>
                        </a:rPr>
                        <a:t> </a:t>
                      </a:r>
                      <a:r>
                        <a:rPr dirty="0" sz="1600" b="1">
                          <a:solidFill>
                            <a:srgbClr val="4E3629"/>
                          </a:solidFill>
                          <a:latin typeface="Calibri"/>
                          <a:cs typeface="Calibri"/>
                        </a:rPr>
                        <a:t>(25</a:t>
                      </a:r>
                      <a:r>
                        <a:rPr dirty="0" sz="1600" spc="-10" b="1">
                          <a:solidFill>
                            <a:srgbClr val="4E3629"/>
                          </a:solidFill>
                          <a:latin typeface="Calibri"/>
                          <a:cs typeface="Calibri"/>
                        </a:rPr>
                        <a:t> </a:t>
                      </a:r>
                      <a:r>
                        <a:rPr dirty="0" sz="1600" b="1">
                          <a:solidFill>
                            <a:srgbClr val="4E3629"/>
                          </a:solidFill>
                          <a:latin typeface="Calibri"/>
                          <a:cs typeface="Calibri"/>
                        </a:rPr>
                        <a:t>días</a:t>
                      </a:r>
                      <a:r>
                        <a:rPr dirty="0" sz="1600" spc="-35" b="1">
                          <a:solidFill>
                            <a:srgbClr val="4E3629"/>
                          </a:solidFill>
                          <a:latin typeface="Calibri"/>
                          <a:cs typeface="Calibri"/>
                        </a:rPr>
                        <a:t> </a:t>
                      </a:r>
                      <a:r>
                        <a:rPr dirty="0" sz="1600" b="1">
                          <a:solidFill>
                            <a:srgbClr val="4E3629"/>
                          </a:solidFill>
                          <a:latin typeface="Calibri"/>
                          <a:cs typeface="Calibri"/>
                        </a:rPr>
                        <a:t>a</a:t>
                      </a:r>
                      <a:r>
                        <a:rPr dirty="0" sz="1600" spc="-35" b="1">
                          <a:solidFill>
                            <a:srgbClr val="4E3629"/>
                          </a:solidFill>
                          <a:latin typeface="Calibri"/>
                          <a:cs typeface="Calibri"/>
                        </a:rPr>
                        <a:t> </a:t>
                      </a:r>
                      <a:r>
                        <a:rPr dirty="0" sz="1600" b="1">
                          <a:solidFill>
                            <a:srgbClr val="4E3629"/>
                          </a:solidFill>
                          <a:latin typeface="Calibri"/>
                          <a:cs typeface="Calibri"/>
                        </a:rPr>
                        <a:t>partir</a:t>
                      </a:r>
                      <a:r>
                        <a:rPr dirty="0" sz="1600" spc="-25" b="1">
                          <a:solidFill>
                            <a:srgbClr val="4E3629"/>
                          </a:solidFill>
                          <a:latin typeface="Calibri"/>
                          <a:cs typeface="Calibri"/>
                        </a:rPr>
                        <a:t> </a:t>
                      </a:r>
                      <a:r>
                        <a:rPr dirty="0" sz="1600" b="1">
                          <a:solidFill>
                            <a:srgbClr val="4E3629"/>
                          </a:solidFill>
                          <a:latin typeface="Calibri"/>
                          <a:cs typeface="Calibri"/>
                        </a:rPr>
                        <a:t>de</a:t>
                      </a:r>
                      <a:r>
                        <a:rPr dirty="0" sz="1600" spc="-25" b="1">
                          <a:solidFill>
                            <a:srgbClr val="4E3629"/>
                          </a:solidFill>
                          <a:latin typeface="Calibri"/>
                          <a:cs typeface="Calibri"/>
                        </a:rPr>
                        <a:t> </a:t>
                      </a:r>
                      <a:r>
                        <a:rPr dirty="0" sz="1600" spc="-10" b="1">
                          <a:solidFill>
                            <a:srgbClr val="4E3629"/>
                          </a:solidFill>
                          <a:latin typeface="Calibri"/>
                          <a:cs typeface="Calibri"/>
                        </a:rPr>
                        <a:t>ahora)</a:t>
                      </a:r>
                      <a:endParaRPr sz="1600">
                        <a:latin typeface="Calibri"/>
                        <a:cs typeface="Calibri"/>
                      </a:endParaRPr>
                    </a:p>
                  </a:txBody>
                  <a:tcPr marL="0" marR="0" marB="0" marT="109220">
                    <a:lnL w="12700">
                      <a:solidFill>
                        <a:srgbClr val="D1350F"/>
                      </a:solidFill>
                      <a:prstDash val="solid"/>
                    </a:lnL>
                    <a:lnR w="12700">
                      <a:solidFill>
                        <a:srgbClr val="D1350F"/>
                      </a:solidFill>
                      <a:prstDash val="solid"/>
                    </a:lnR>
                    <a:lnT w="12700">
                      <a:solidFill>
                        <a:srgbClr val="D1350F"/>
                      </a:solidFill>
                      <a:prstDash val="solid"/>
                    </a:lnT>
                    <a:lnB w="28575">
                      <a:solidFill>
                        <a:srgbClr val="D1350F"/>
                      </a:solidFill>
                      <a:prstDash val="solid"/>
                    </a:lnB>
                  </a:tcPr>
                </a:tc>
                <a:tc>
                  <a:txBody>
                    <a:bodyPr/>
                    <a:lstStyle/>
                    <a:p>
                      <a:pPr marL="71755">
                        <a:lnSpc>
                          <a:spcPts val="1820"/>
                        </a:lnSpc>
                      </a:pPr>
                      <a:r>
                        <a:rPr dirty="0" sz="1600" b="1">
                          <a:solidFill>
                            <a:srgbClr val="4E3629"/>
                          </a:solidFill>
                          <a:latin typeface="Calibri"/>
                          <a:cs typeface="Calibri"/>
                        </a:rPr>
                        <a:t>precise</a:t>
                      </a:r>
                      <a:r>
                        <a:rPr dirty="0" sz="1600" spc="-45" b="1">
                          <a:solidFill>
                            <a:srgbClr val="4E3629"/>
                          </a:solidFill>
                          <a:latin typeface="Calibri"/>
                          <a:cs typeface="Calibri"/>
                        </a:rPr>
                        <a:t> </a:t>
                      </a:r>
                      <a:r>
                        <a:rPr dirty="0" sz="1600" b="1">
                          <a:solidFill>
                            <a:srgbClr val="4E3629"/>
                          </a:solidFill>
                          <a:latin typeface="Calibri"/>
                          <a:cs typeface="Calibri"/>
                        </a:rPr>
                        <a:t>days</a:t>
                      </a:r>
                      <a:r>
                        <a:rPr dirty="0" sz="1600" spc="-20" b="1">
                          <a:solidFill>
                            <a:srgbClr val="4E3629"/>
                          </a:solidFill>
                          <a:latin typeface="Calibri"/>
                          <a:cs typeface="Calibri"/>
                        </a:rPr>
                        <a:t> </a:t>
                      </a:r>
                      <a:r>
                        <a:rPr dirty="0" sz="1600" b="1">
                          <a:solidFill>
                            <a:srgbClr val="4E3629"/>
                          </a:solidFill>
                          <a:latin typeface="Calibri"/>
                          <a:cs typeface="Calibri"/>
                        </a:rPr>
                        <a:t>and</a:t>
                      </a:r>
                      <a:r>
                        <a:rPr dirty="0" sz="1600" spc="-30" b="1">
                          <a:solidFill>
                            <a:srgbClr val="4E3629"/>
                          </a:solidFill>
                          <a:latin typeface="Calibri"/>
                          <a:cs typeface="Calibri"/>
                        </a:rPr>
                        <a:t> </a:t>
                      </a:r>
                      <a:r>
                        <a:rPr dirty="0" sz="1600" b="1">
                          <a:solidFill>
                            <a:srgbClr val="4E3629"/>
                          </a:solidFill>
                          <a:latin typeface="Calibri"/>
                          <a:cs typeface="Calibri"/>
                        </a:rPr>
                        <a:t>time</a:t>
                      </a:r>
                      <a:r>
                        <a:rPr dirty="0" sz="1600" spc="-45" b="1">
                          <a:solidFill>
                            <a:srgbClr val="4E3629"/>
                          </a:solidFill>
                          <a:latin typeface="Calibri"/>
                          <a:cs typeface="Calibri"/>
                        </a:rPr>
                        <a:t> </a:t>
                      </a:r>
                      <a:r>
                        <a:rPr dirty="0" sz="1600" b="1">
                          <a:solidFill>
                            <a:srgbClr val="4E3629"/>
                          </a:solidFill>
                          <a:latin typeface="Calibri"/>
                          <a:cs typeface="Calibri"/>
                        </a:rPr>
                        <a:t>from</a:t>
                      </a:r>
                      <a:r>
                        <a:rPr dirty="0" sz="1600" spc="-25" b="1">
                          <a:solidFill>
                            <a:srgbClr val="4E3629"/>
                          </a:solidFill>
                          <a:latin typeface="Calibri"/>
                          <a:cs typeface="Calibri"/>
                        </a:rPr>
                        <a:t> </a:t>
                      </a:r>
                      <a:r>
                        <a:rPr dirty="0" sz="1600" b="1">
                          <a:solidFill>
                            <a:srgbClr val="4E3629"/>
                          </a:solidFill>
                          <a:latin typeface="Calibri"/>
                          <a:cs typeface="Calibri"/>
                        </a:rPr>
                        <a:t>now</a:t>
                      </a:r>
                      <a:r>
                        <a:rPr dirty="0" sz="1600" spc="-30" b="1">
                          <a:solidFill>
                            <a:srgbClr val="4E3629"/>
                          </a:solidFill>
                          <a:latin typeface="Calibri"/>
                          <a:cs typeface="Calibri"/>
                        </a:rPr>
                        <a:t> </a:t>
                      </a:r>
                      <a:r>
                        <a:rPr dirty="0" sz="1600" b="1">
                          <a:solidFill>
                            <a:srgbClr val="4E3629"/>
                          </a:solidFill>
                          <a:latin typeface="Calibri"/>
                          <a:cs typeface="Calibri"/>
                        </a:rPr>
                        <a:t>(Días</a:t>
                      </a:r>
                      <a:r>
                        <a:rPr dirty="0" sz="1600" spc="-45" b="1">
                          <a:solidFill>
                            <a:srgbClr val="4E3629"/>
                          </a:solidFill>
                          <a:latin typeface="Calibri"/>
                          <a:cs typeface="Calibri"/>
                        </a:rPr>
                        <a:t> </a:t>
                      </a:r>
                      <a:r>
                        <a:rPr dirty="0" sz="1600" b="1">
                          <a:solidFill>
                            <a:srgbClr val="4E3629"/>
                          </a:solidFill>
                          <a:latin typeface="Calibri"/>
                          <a:cs typeface="Calibri"/>
                        </a:rPr>
                        <a:t>y</a:t>
                      </a:r>
                      <a:r>
                        <a:rPr dirty="0" sz="1600" spc="-30" b="1">
                          <a:solidFill>
                            <a:srgbClr val="4E3629"/>
                          </a:solidFill>
                          <a:latin typeface="Calibri"/>
                          <a:cs typeface="Calibri"/>
                        </a:rPr>
                        <a:t> </a:t>
                      </a:r>
                      <a:r>
                        <a:rPr dirty="0" sz="1600" spc="-20" b="1">
                          <a:solidFill>
                            <a:srgbClr val="4E3629"/>
                          </a:solidFill>
                          <a:latin typeface="Calibri"/>
                          <a:cs typeface="Calibri"/>
                        </a:rPr>
                        <a:t>hora</a:t>
                      </a:r>
                      <a:endParaRPr sz="1600">
                        <a:latin typeface="Calibri"/>
                        <a:cs typeface="Calibri"/>
                      </a:endParaRPr>
                    </a:p>
                    <a:p>
                      <a:pPr marL="71755">
                        <a:lnSpc>
                          <a:spcPct val="100000"/>
                        </a:lnSpc>
                      </a:pPr>
                      <a:r>
                        <a:rPr dirty="0" sz="1600" b="1">
                          <a:solidFill>
                            <a:srgbClr val="4E3629"/>
                          </a:solidFill>
                          <a:latin typeface="Calibri"/>
                          <a:cs typeface="Calibri"/>
                        </a:rPr>
                        <a:t>precisos</a:t>
                      </a:r>
                      <a:r>
                        <a:rPr dirty="0" sz="1600" spc="-30" b="1">
                          <a:solidFill>
                            <a:srgbClr val="4E3629"/>
                          </a:solidFill>
                          <a:latin typeface="Calibri"/>
                          <a:cs typeface="Calibri"/>
                        </a:rPr>
                        <a:t> </a:t>
                      </a:r>
                      <a:r>
                        <a:rPr dirty="0" sz="1600" b="1">
                          <a:solidFill>
                            <a:srgbClr val="4E3629"/>
                          </a:solidFill>
                          <a:latin typeface="Calibri"/>
                          <a:cs typeface="Calibri"/>
                        </a:rPr>
                        <a:t>a</a:t>
                      </a:r>
                      <a:r>
                        <a:rPr dirty="0" sz="1600" spc="-35" b="1">
                          <a:solidFill>
                            <a:srgbClr val="4E3629"/>
                          </a:solidFill>
                          <a:latin typeface="Calibri"/>
                          <a:cs typeface="Calibri"/>
                        </a:rPr>
                        <a:t> </a:t>
                      </a:r>
                      <a:r>
                        <a:rPr dirty="0" sz="1600" b="1">
                          <a:solidFill>
                            <a:srgbClr val="4E3629"/>
                          </a:solidFill>
                          <a:latin typeface="Calibri"/>
                          <a:cs typeface="Calibri"/>
                        </a:rPr>
                        <a:t>partir</a:t>
                      </a:r>
                      <a:r>
                        <a:rPr dirty="0" sz="1600" spc="-35" b="1">
                          <a:solidFill>
                            <a:srgbClr val="4E3629"/>
                          </a:solidFill>
                          <a:latin typeface="Calibri"/>
                          <a:cs typeface="Calibri"/>
                        </a:rPr>
                        <a:t> </a:t>
                      </a:r>
                      <a:r>
                        <a:rPr dirty="0" sz="1600" b="1">
                          <a:solidFill>
                            <a:srgbClr val="4E3629"/>
                          </a:solidFill>
                          <a:latin typeface="Calibri"/>
                          <a:cs typeface="Calibri"/>
                        </a:rPr>
                        <a:t>de</a:t>
                      </a:r>
                      <a:r>
                        <a:rPr dirty="0" sz="1600" spc="-25" b="1">
                          <a:solidFill>
                            <a:srgbClr val="4E3629"/>
                          </a:solidFill>
                          <a:latin typeface="Calibri"/>
                          <a:cs typeface="Calibri"/>
                        </a:rPr>
                        <a:t> </a:t>
                      </a:r>
                      <a:r>
                        <a:rPr dirty="0" sz="1600" spc="-10" b="1">
                          <a:solidFill>
                            <a:srgbClr val="4E3629"/>
                          </a:solidFill>
                          <a:latin typeface="Calibri"/>
                          <a:cs typeface="Calibri"/>
                        </a:rPr>
                        <a:t>ahora)</a:t>
                      </a:r>
                      <a:endParaRPr sz="1600">
                        <a:latin typeface="Calibri"/>
                        <a:cs typeface="Calibri"/>
                      </a:endParaRPr>
                    </a:p>
                  </a:txBody>
                  <a:tcPr marL="0" marR="0" marB="0" marT="0">
                    <a:lnL w="12700">
                      <a:solidFill>
                        <a:srgbClr val="D1350F"/>
                      </a:solidFill>
                      <a:prstDash val="solid"/>
                    </a:lnL>
                    <a:lnR w="12700">
                      <a:solidFill>
                        <a:srgbClr val="D1350F"/>
                      </a:solidFill>
                      <a:prstDash val="solid"/>
                    </a:lnR>
                    <a:lnT w="12700">
                      <a:solidFill>
                        <a:srgbClr val="D1350F"/>
                      </a:solidFill>
                      <a:prstDash val="solid"/>
                    </a:lnT>
                    <a:lnB w="28575">
                      <a:solidFill>
                        <a:srgbClr val="D1350F"/>
                      </a:solidFill>
                      <a:prstDash val="solid"/>
                    </a:lnB>
                  </a:tcPr>
                </a:tc>
              </a:tr>
              <a:tr h="380365">
                <a:tc>
                  <a:txBody>
                    <a:bodyPr/>
                    <a:lstStyle/>
                    <a:p>
                      <a:pPr marL="71755">
                        <a:lnSpc>
                          <a:spcPct val="100000"/>
                        </a:lnSpc>
                        <a:spcBef>
                          <a:spcPts val="434"/>
                        </a:spcBef>
                      </a:pPr>
                      <a:r>
                        <a:rPr dirty="0" sz="1600" spc="-10">
                          <a:solidFill>
                            <a:srgbClr val="4E3629"/>
                          </a:solidFill>
                          <a:latin typeface="Calibri"/>
                          <a:cs typeface="Calibri"/>
                        </a:rPr>
                        <a:t>11-Aug-</a:t>
                      </a:r>
                      <a:r>
                        <a:rPr dirty="0" sz="1600" spc="-20">
                          <a:solidFill>
                            <a:srgbClr val="4E3629"/>
                          </a:solidFill>
                          <a:latin typeface="Calibri"/>
                          <a:cs typeface="Calibri"/>
                        </a:rPr>
                        <a:t>2017</a:t>
                      </a:r>
                      <a:endParaRPr sz="1600">
                        <a:latin typeface="Calibri"/>
                        <a:cs typeface="Calibri"/>
                      </a:endParaRPr>
                    </a:p>
                  </a:txBody>
                  <a:tcPr marL="0" marR="0" marB="0" marT="55244">
                    <a:lnL w="12700">
                      <a:solidFill>
                        <a:srgbClr val="D1350F"/>
                      </a:solidFill>
                      <a:prstDash val="solid"/>
                    </a:lnL>
                    <a:lnR w="12700">
                      <a:solidFill>
                        <a:srgbClr val="D1350F"/>
                      </a:solidFill>
                      <a:prstDash val="solid"/>
                    </a:lnR>
                    <a:lnT w="28575">
                      <a:solidFill>
                        <a:srgbClr val="D1350F"/>
                      </a:solidFill>
                      <a:prstDash val="solid"/>
                    </a:lnT>
                    <a:lnB w="12700">
                      <a:solidFill>
                        <a:srgbClr val="D1350F"/>
                      </a:solidFill>
                      <a:prstDash val="solid"/>
                    </a:lnB>
                  </a:tcPr>
                </a:tc>
                <a:tc>
                  <a:txBody>
                    <a:bodyPr/>
                    <a:lstStyle/>
                    <a:p>
                      <a:pPr marL="71755">
                        <a:lnSpc>
                          <a:spcPct val="100000"/>
                        </a:lnSpc>
                        <a:spcBef>
                          <a:spcPts val="434"/>
                        </a:spcBef>
                      </a:pPr>
                      <a:r>
                        <a:rPr dirty="0" sz="1600" spc="-10">
                          <a:solidFill>
                            <a:srgbClr val="4E3629"/>
                          </a:solidFill>
                          <a:latin typeface="Calibri"/>
                          <a:cs typeface="Calibri"/>
                        </a:rPr>
                        <a:t>21-Jul-</a:t>
                      </a:r>
                      <a:r>
                        <a:rPr dirty="0" sz="1600">
                          <a:solidFill>
                            <a:srgbClr val="4E3629"/>
                          </a:solidFill>
                          <a:latin typeface="Calibri"/>
                          <a:cs typeface="Calibri"/>
                        </a:rPr>
                        <a:t>2017</a:t>
                      </a:r>
                      <a:r>
                        <a:rPr dirty="0" sz="1600" spc="5">
                          <a:solidFill>
                            <a:srgbClr val="4E3629"/>
                          </a:solidFill>
                          <a:latin typeface="Calibri"/>
                          <a:cs typeface="Calibri"/>
                        </a:rPr>
                        <a:t> </a:t>
                      </a:r>
                      <a:r>
                        <a:rPr dirty="0" sz="1600" spc="-10">
                          <a:solidFill>
                            <a:srgbClr val="4E3629"/>
                          </a:solidFill>
                          <a:latin typeface="Calibri"/>
                          <a:cs typeface="Calibri"/>
                        </a:rPr>
                        <a:t>01:13:17</a:t>
                      </a:r>
                      <a:endParaRPr sz="1600">
                        <a:latin typeface="Calibri"/>
                        <a:cs typeface="Calibri"/>
                      </a:endParaRPr>
                    </a:p>
                  </a:txBody>
                  <a:tcPr marL="0" marR="0" marB="0" marT="55244">
                    <a:lnL w="12700">
                      <a:solidFill>
                        <a:srgbClr val="D1350F"/>
                      </a:solidFill>
                      <a:prstDash val="solid"/>
                    </a:lnL>
                    <a:lnR w="12700">
                      <a:solidFill>
                        <a:srgbClr val="D1350F"/>
                      </a:solidFill>
                      <a:prstDash val="solid"/>
                    </a:lnR>
                    <a:lnT w="28575">
                      <a:solidFill>
                        <a:srgbClr val="D1350F"/>
                      </a:solidFill>
                      <a:prstDash val="solid"/>
                    </a:lnT>
                    <a:lnB w="12700">
                      <a:solidFill>
                        <a:srgbClr val="D1350F"/>
                      </a:solidFill>
                      <a:prstDash val="solid"/>
                    </a:lnB>
                  </a:tcPr>
                </a:tc>
              </a:tr>
            </a:tbl>
          </a:graphicData>
        </a:graphic>
      </p:graphicFrame>
      <p:graphicFrame>
        <p:nvGraphicFramePr>
          <p:cNvPr id="5" name="object 5" descr=""/>
          <p:cNvGraphicFramePr>
            <a:graphicFrameLocks noGrp="1"/>
          </p:cNvGraphicFramePr>
          <p:nvPr/>
        </p:nvGraphicFramePr>
        <p:xfrm>
          <a:off x="405241" y="1865376"/>
          <a:ext cx="8422005" cy="866140"/>
        </p:xfrm>
        <a:graphic>
          <a:graphicData uri="http://schemas.openxmlformats.org/drawingml/2006/table">
            <a:tbl>
              <a:tblPr firstRow="1" bandRow="1">
                <a:tableStyleId>{2D5ABB26-0587-4C30-8999-92F81FD0307C}</a:tableStyleId>
              </a:tblPr>
              <a:tblGrid>
                <a:gridCol w="3207385"/>
                <a:gridCol w="956310"/>
                <a:gridCol w="408304"/>
                <a:gridCol w="3773804"/>
              </a:tblGrid>
              <a:tr h="299085">
                <a:tc>
                  <a:txBody>
                    <a:bodyPr/>
                    <a:lstStyle/>
                    <a:p>
                      <a:pPr>
                        <a:lnSpc>
                          <a:spcPts val="2120"/>
                        </a:lnSpc>
                      </a:pPr>
                      <a:r>
                        <a:rPr dirty="0" sz="1800" b="1">
                          <a:solidFill>
                            <a:srgbClr val="4E3629"/>
                          </a:solidFill>
                          <a:latin typeface="Courier New"/>
                          <a:cs typeface="Courier New"/>
                        </a:rPr>
                        <a:t>CREATE</a:t>
                      </a:r>
                      <a:r>
                        <a:rPr dirty="0" sz="1800" spc="-55" b="1">
                          <a:solidFill>
                            <a:srgbClr val="4E3629"/>
                          </a:solidFill>
                          <a:latin typeface="Courier New"/>
                          <a:cs typeface="Courier New"/>
                        </a:rPr>
                        <a:t> </a:t>
                      </a:r>
                      <a:r>
                        <a:rPr dirty="0" sz="1800" b="1">
                          <a:solidFill>
                            <a:srgbClr val="4E3629"/>
                          </a:solidFill>
                          <a:latin typeface="Courier New"/>
                          <a:cs typeface="Courier New"/>
                        </a:rPr>
                        <a:t>TABLE</a:t>
                      </a:r>
                      <a:r>
                        <a:rPr dirty="0" sz="1800" spc="-50" b="1">
                          <a:solidFill>
                            <a:srgbClr val="4E3629"/>
                          </a:solidFill>
                          <a:latin typeface="Courier New"/>
                          <a:cs typeface="Courier New"/>
                        </a:rPr>
                        <a:t> </a:t>
                      </a:r>
                      <a:r>
                        <a:rPr dirty="0" sz="1800" spc="-10" b="1">
                          <a:solidFill>
                            <a:srgbClr val="4E3629"/>
                          </a:solidFill>
                          <a:latin typeface="Courier New"/>
                          <a:cs typeface="Courier New"/>
                        </a:rPr>
                        <a:t>time_ex5</a:t>
                      </a:r>
                      <a:endParaRPr sz="1800">
                        <a:latin typeface="Courier New"/>
                        <a:cs typeface="Courier New"/>
                      </a:endParaRPr>
                    </a:p>
                  </a:txBody>
                  <a:tcPr marL="0" marR="0" marB="0" marT="0">
                    <a:solidFill>
                      <a:srgbClr val="9DBEC4">
                        <a:alpha val="50199"/>
                      </a:srgbClr>
                    </a:solidFill>
                  </a:tcPr>
                </a:tc>
                <a:tc gridSpan="3">
                  <a:txBody>
                    <a:bodyPr/>
                    <a:lstStyle/>
                    <a:p>
                      <a:pPr>
                        <a:lnSpc>
                          <a:spcPct val="100000"/>
                        </a:lnSpc>
                      </a:pPr>
                      <a:endParaRPr sz="1700">
                        <a:latin typeface="Times New Roman"/>
                        <a:cs typeface="Times New Roman"/>
                      </a:endParaRPr>
                    </a:p>
                  </a:txBody>
                  <a:tcPr marL="0" marR="0" marB="0" marT="0">
                    <a:solidFill>
                      <a:srgbClr val="9DBEC4">
                        <a:alpha val="50199"/>
                      </a:srgbClr>
                    </a:solidFill>
                  </a:tcPr>
                </a:tc>
                <a:tc hMerge="1">
                  <a:txBody>
                    <a:bodyPr/>
                    <a:lstStyle/>
                    <a:p>
                      <a:pPr/>
                    </a:p>
                  </a:txBody>
                  <a:tcPr marL="0" marR="0" marB="0" marT="0"/>
                </a:tc>
                <a:tc hMerge="1">
                  <a:txBody>
                    <a:bodyPr/>
                    <a:lstStyle/>
                    <a:p>
                      <a:pPr/>
                    </a:p>
                  </a:txBody>
                  <a:tcPr marL="0" marR="0" marB="0" marT="0"/>
                </a:tc>
              </a:tr>
              <a:tr h="274320">
                <a:tc>
                  <a:txBody>
                    <a:bodyPr/>
                    <a:lstStyle/>
                    <a:p>
                      <a:pPr>
                        <a:lnSpc>
                          <a:spcPts val="1920"/>
                        </a:lnSpc>
                      </a:pPr>
                      <a:r>
                        <a:rPr dirty="0" sz="1800" b="1">
                          <a:solidFill>
                            <a:srgbClr val="4E3629"/>
                          </a:solidFill>
                          <a:latin typeface="Courier New"/>
                          <a:cs typeface="Courier New"/>
                        </a:rPr>
                        <a:t>(day_duration1</a:t>
                      </a:r>
                      <a:r>
                        <a:rPr dirty="0" sz="1800" spc="-130" b="1">
                          <a:solidFill>
                            <a:srgbClr val="4E3629"/>
                          </a:solidFill>
                          <a:latin typeface="Courier New"/>
                          <a:cs typeface="Courier New"/>
                        </a:rPr>
                        <a:t> </a:t>
                      </a:r>
                      <a:r>
                        <a:rPr dirty="0" sz="1800" spc="-10" b="1">
                          <a:solidFill>
                            <a:srgbClr val="4E3629"/>
                          </a:solidFill>
                          <a:latin typeface="Courier New"/>
                          <a:cs typeface="Courier New"/>
                        </a:rPr>
                        <a:t>INTERVAL</a:t>
                      </a:r>
                      <a:endParaRPr sz="1800">
                        <a:latin typeface="Courier New"/>
                        <a:cs typeface="Courier New"/>
                      </a:endParaRPr>
                    </a:p>
                  </a:txBody>
                  <a:tcPr marL="0" marR="0" marB="0" marT="0">
                    <a:solidFill>
                      <a:srgbClr val="9DBEC4">
                        <a:alpha val="50199"/>
                      </a:srgbClr>
                    </a:solidFill>
                  </a:tcPr>
                </a:tc>
                <a:tc>
                  <a:txBody>
                    <a:bodyPr/>
                    <a:lstStyle/>
                    <a:p>
                      <a:pPr algn="ctr" marL="1270">
                        <a:lnSpc>
                          <a:spcPts val="1920"/>
                        </a:lnSpc>
                      </a:pPr>
                      <a:r>
                        <a:rPr dirty="0" sz="1800" spc="-10" b="1">
                          <a:solidFill>
                            <a:srgbClr val="4E3629"/>
                          </a:solidFill>
                          <a:latin typeface="Courier New"/>
                          <a:cs typeface="Courier New"/>
                        </a:rPr>
                        <a:t>DAY(3)</a:t>
                      </a:r>
                      <a:endParaRPr sz="1800">
                        <a:latin typeface="Courier New"/>
                        <a:cs typeface="Courier New"/>
                      </a:endParaRPr>
                    </a:p>
                  </a:txBody>
                  <a:tcPr marL="0" marR="0" marB="0" marT="0">
                    <a:solidFill>
                      <a:srgbClr val="9DBEC4">
                        <a:alpha val="50199"/>
                      </a:srgbClr>
                    </a:solidFill>
                  </a:tcPr>
                </a:tc>
                <a:tc>
                  <a:txBody>
                    <a:bodyPr/>
                    <a:lstStyle/>
                    <a:p>
                      <a:pPr algn="ctr" marL="635">
                        <a:lnSpc>
                          <a:spcPts val="1920"/>
                        </a:lnSpc>
                      </a:pPr>
                      <a:r>
                        <a:rPr dirty="0" sz="1800" spc="-25" b="1">
                          <a:solidFill>
                            <a:srgbClr val="4E3629"/>
                          </a:solidFill>
                          <a:latin typeface="Courier New"/>
                          <a:cs typeface="Courier New"/>
                        </a:rPr>
                        <a:t>TO</a:t>
                      </a:r>
                      <a:endParaRPr sz="1800">
                        <a:latin typeface="Courier New"/>
                        <a:cs typeface="Courier New"/>
                      </a:endParaRPr>
                    </a:p>
                  </a:txBody>
                  <a:tcPr marL="0" marR="0" marB="0" marT="0">
                    <a:solidFill>
                      <a:srgbClr val="9DBEC4">
                        <a:alpha val="50199"/>
                      </a:srgbClr>
                    </a:solidFill>
                  </a:tcPr>
                </a:tc>
                <a:tc>
                  <a:txBody>
                    <a:bodyPr/>
                    <a:lstStyle/>
                    <a:p>
                      <a:pPr marL="67945">
                        <a:lnSpc>
                          <a:spcPts val="1920"/>
                        </a:lnSpc>
                      </a:pPr>
                      <a:r>
                        <a:rPr dirty="0" sz="1800" spc="-10" b="1">
                          <a:solidFill>
                            <a:srgbClr val="4E3629"/>
                          </a:solidFill>
                          <a:latin typeface="Courier New"/>
                          <a:cs typeface="Courier New"/>
                        </a:rPr>
                        <a:t>SECOND,</a:t>
                      </a:r>
                      <a:endParaRPr sz="1800">
                        <a:latin typeface="Courier New"/>
                        <a:cs typeface="Courier New"/>
                      </a:endParaRPr>
                    </a:p>
                  </a:txBody>
                  <a:tcPr marL="0" marR="0" marB="0" marT="0">
                    <a:solidFill>
                      <a:srgbClr val="9DBEC4">
                        <a:alpha val="50199"/>
                      </a:srgbClr>
                    </a:solidFill>
                  </a:tcPr>
                </a:tc>
              </a:tr>
              <a:tr h="292735">
                <a:tc>
                  <a:txBody>
                    <a:bodyPr/>
                    <a:lstStyle/>
                    <a:p>
                      <a:pPr marL="136525">
                        <a:lnSpc>
                          <a:spcPts val="1920"/>
                        </a:lnSpc>
                      </a:pPr>
                      <a:r>
                        <a:rPr dirty="0" sz="1800" b="1">
                          <a:solidFill>
                            <a:srgbClr val="4E3629"/>
                          </a:solidFill>
                          <a:latin typeface="Courier New"/>
                          <a:cs typeface="Courier New"/>
                        </a:rPr>
                        <a:t>day_duration2</a:t>
                      </a:r>
                      <a:r>
                        <a:rPr dirty="0" sz="1800" spc="-125" b="1">
                          <a:solidFill>
                            <a:srgbClr val="4E3629"/>
                          </a:solidFill>
                          <a:latin typeface="Courier New"/>
                          <a:cs typeface="Courier New"/>
                        </a:rPr>
                        <a:t> </a:t>
                      </a:r>
                      <a:r>
                        <a:rPr dirty="0" sz="1800" spc="-10" b="1">
                          <a:solidFill>
                            <a:srgbClr val="4E3629"/>
                          </a:solidFill>
                          <a:latin typeface="Courier New"/>
                          <a:cs typeface="Courier New"/>
                        </a:rPr>
                        <a:t>INTERVAL</a:t>
                      </a:r>
                      <a:endParaRPr sz="1800">
                        <a:latin typeface="Courier New"/>
                        <a:cs typeface="Courier New"/>
                      </a:endParaRPr>
                    </a:p>
                  </a:txBody>
                  <a:tcPr marL="0" marR="0" marB="0" marT="0">
                    <a:solidFill>
                      <a:srgbClr val="9DBEC4">
                        <a:alpha val="50199"/>
                      </a:srgbClr>
                    </a:solidFill>
                  </a:tcPr>
                </a:tc>
                <a:tc>
                  <a:txBody>
                    <a:bodyPr/>
                    <a:lstStyle/>
                    <a:p>
                      <a:pPr algn="ctr">
                        <a:lnSpc>
                          <a:spcPts val="1920"/>
                        </a:lnSpc>
                      </a:pPr>
                      <a:r>
                        <a:rPr dirty="0" sz="1800" spc="-10" b="1">
                          <a:solidFill>
                            <a:srgbClr val="4E3629"/>
                          </a:solidFill>
                          <a:latin typeface="Courier New"/>
                          <a:cs typeface="Courier New"/>
                        </a:rPr>
                        <a:t>DAY(3)</a:t>
                      </a:r>
                      <a:endParaRPr sz="1800">
                        <a:latin typeface="Courier New"/>
                        <a:cs typeface="Courier New"/>
                      </a:endParaRPr>
                    </a:p>
                  </a:txBody>
                  <a:tcPr marL="0" marR="0" marB="0" marT="0">
                    <a:solidFill>
                      <a:srgbClr val="9DBEC4">
                        <a:alpha val="50199"/>
                      </a:srgbClr>
                    </a:solidFill>
                  </a:tcPr>
                </a:tc>
                <a:tc>
                  <a:txBody>
                    <a:bodyPr/>
                    <a:lstStyle/>
                    <a:p>
                      <a:pPr algn="ctr">
                        <a:lnSpc>
                          <a:spcPts val="1920"/>
                        </a:lnSpc>
                      </a:pPr>
                      <a:r>
                        <a:rPr dirty="0" sz="1800" spc="-25" b="1">
                          <a:solidFill>
                            <a:srgbClr val="4E3629"/>
                          </a:solidFill>
                          <a:latin typeface="Courier New"/>
                          <a:cs typeface="Courier New"/>
                        </a:rPr>
                        <a:t>TO</a:t>
                      </a:r>
                      <a:endParaRPr sz="1800">
                        <a:latin typeface="Courier New"/>
                        <a:cs typeface="Courier New"/>
                      </a:endParaRPr>
                    </a:p>
                  </a:txBody>
                  <a:tcPr marL="0" marR="0" marB="0" marT="0">
                    <a:solidFill>
                      <a:srgbClr val="9DBEC4">
                        <a:alpha val="50199"/>
                      </a:srgbClr>
                    </a:solidFill>
                  </a:tcPr>
                </a:tc>
                <a:tc>
                  <a:txBody>
                    <a:bodyPr/>
                    <a:lstStyle/>
                    <a:p>
                      <a:pPr marL="66675">
                        <a:lnSpc>
                          <a:spcPts val="1920"/>
                        </a:lnSpc>
                      </a:pPr>
                      <a:r>
                        <a:rPr dirty="0" sz="1800" spc="-10" b="1">
                          <a:solidFill>
                            <a:srgbClr val="4E3629"/>
                          </a:solidFill>
                          <a:latin typeface="Courier New"/>
                          <a:cs typeface="Courier New"/>
                        </a:rPr>
                        <a:t>SECOND);</a:t>
                      </a:r>
                      <a:endParaRPr sz="1800">
                        <a:latin typeface="Courier New"/>
                        <a:cs typeface="Courier New"/>
                      </a:endParaRPr>
                    </a:p>
                  </a:txBody>
                  <a:tcPr marL="0" marR="0" marB="0" marT="0">
                    <a:solidFill>
                      <a:srgbClr val="9DBEC4">
                        <a:alpha val="50199"/>
                      </a:srgbClr>
                    </a:solidFill>
                  </a:tcPr>
                </a:tc>
              </a:tr>
            </a:tbl>
          </a:graphicData>
        </a:graphic>
      </p:graphicFrame>
      <p:graphicFrame>
        <p:nvGraphicFramePr>
          <p:cNvPr id="6" name="object 6" descr=""/>
          <p:cNvGraphicFramePr>
            <a:graphicFrameLocks noGrp="1"/>
          </p:cNvGraphicFramePr>
          <p:nvPr/>
        </p:nvGraphicFramePr>
        <p:xfrm>
          <a:off x="405241" y="2883407"/>
          <a:ext cx="8422005" cy="868044"/>
        </p:xfrm>
        <a:graphic>
          <a:graphicData uri="http://schemas.openxmlformats.org/drawingml/2006/table">
            <a:tbl>
              <a:tblPr firstRow="1" bandRow="1">
                <a:tableStyleId>{2D5ABB26-0587-4C30-8999-92F81FD0307C}</a:tableStyleId>
              </a:tblPr>
              <a:tblGrid>
                <a:gridCol w="1979930"/>
                <a:gridCol w="1227455"/>
                <a:gridCol w="956310"/>
                <a:gridCol w="408304"/>
                <a:gridCol w="3773804"/>
              </a:tblGrid>
              <a:tr h="574675">
                <a:tc gridSpan="2">
                  <a:txBody>
                    <a:bodyPr/>
                    <a:lstStyle/>
                    <a:p>
                      <a:pPr marR="60325">
                        <a:lnSpc>
                          <a:spcPts val="2160"/>
                        </a:lnSpc>
                        <a:spcBef>
                          <a:spcPts val="35"/>
                        </a:spcBef>
                      </a:pPr>
                      <a:r>
                        <a:rPr dirty="0" sz="1800" b="1">
                          <a:solidFill>
                            <a:srgbClr val="4E3629"/>
                          </a:solidFill>
                          <a:latin typeface="Courier New"/>
                          <a:cs typeface="Courier New"/>
                        </a:rPr>
                        <a:t>CREATE</a:t>
                      </a:r>
                      <a:r>
                        <a:rPr dirty="0" sz="1800" spc="-55" b="1">
                          <a:solidFill>
                            <a:srgbClr val="4E3629"/>
                          </a:solidFill>
                          <a:latin typeface="Courier New"/>
                          <a:cs typeface="Courier New"/>
                        </a:rPr>
                        <a:t> </a:t>
                      </a:r>
                      <a:r>
                        <a:rPr dirty="0" sz="1800" b="1">
                          <a:solidFill>
                            <a:srgbClr val="4E3629"/>
                          </a:solidFill>
                          <a:latin typeface="Courier New"/>
                          <a:cs typeface="Courier New"/>
                        </a:rPr>
                        <a:t>TABLE</a:t>
                      </a:r>
                      <a:r>
                        <a:rPr dirty="0" sz="1800" spc="-50" b="1">
                          <a:solidFill>
                            <a:srgbClr val="4E3629"/>
                          </a:solidFill>
                          <a:latin typeface="Courier New"/>
                          <a:cs typeface="Courier New"/>
                        </a:rPr>
                        <a:t> </a:t>
                      </a:r>
                      <a:r>
                        <a:rPr dirty="0" sz="1800" spc="-10" b="1">
                          <a:solidFill>
                            <a:srgbClr val="4E3629"/>
                          </a:solidFill>
                          <a:latin typeface="Courier New"/>
                          <a:cs typeface="Courier New"/>
                        </a:rPr>
                        <a:t>time_ex5 </a:t>
                      </a:r>
                      <a:r>
                        <a:rPr dirty="0" sz="1800" b="1">
                          <a:solidFill>
                            <a:srgbClr val="4E3629"/>
                          </a:solidFill>
                          <a:latin typeface="Courier New"/>
                          <a:cs typeface="Courier New"/>
                        </a:rPr>
                        <a:t>(day_duration1</a:t>
                      </a:r>
                      <a:r>
                        <a:rPr dirty="0" sz="1800" spc="-130" b="1">
                          <a:solidFill>
                            <a:srgbClr val="4E3629"/>
                          </a:solidFill>
                          <a:latin typeface="Courier New"/>
                          <a:cs typeface="Courier New"/>
                        </a:rPr>
                        <a:t> </a:t>
                      </a:r>
                      <a:r>
                        <a:rPr dirty="0" sz="1800" spc="-10" b="1">
                          <a:solidFill>
                            <a:srgbClr val="4E3629"/>
                          </a:solidFill>
                          <a:latin typeface="Courier New"/>
                          <a:cs typeface="Courier New"/>
                        </a:rPr>
                        <a:t>INTERVAL</a:t>
                      </a:r>
                      <a:endParaRPr sz="1800">
                        <a:latin typeface="Courier New"/>
                        <a:cs typeface="Courier New"/>
                      </a:endParaRPr>
                    </a:p>
                  </a:txBody>
                  <a:tcPr marL="0" marR="0" marB="0" marT="4445">
                    <a:solidFill>
                      <a:srgbClr val="9DBEC4">
                        <a:alpha val="50199"/>
                      </a:srgbClr>
                    </a:solidFill>
                  </a:tcPr>
                </a:tc>
                <a:tc hMerge="1">
                  <a:txBody>
                    <a:bodyPr/>
                    <a:lstStyle/>
                    <a:p>
                      <a:pPr/>
                    </a:p>
                  </a:txBody>
                  <a:tcPr marL="0" marR="0" marB="0" marT="0"/>
                </a:tc>
                <a:tc>
                  <a:txBody>
                    <a:bodyPr/>
                    <a:lstStyle/>
                    <a:p>
                      <a:pPr>
                        <a:lnSpc>
                          <a:spcPct val="100000"/>
                        </a:lnSpc>
                        <a:spcBef>
                          <a:spcPts val="55"/>
                        </a:spcBef>
                      </a:pPr>
                      <a:endParaRPr sz="1800">
                        <a:latin typeface="Times New Roman"/>
                        <a:cs typeface="Times New Roman"/>
                      </a:endParaRPr>
                    </a:p>
                    <a:p>
                      <a:pPr algn="ctr" marL="1270">
                        <a:lnSpc>
                          <a:spcPct val="100000"/>
                        </a:lnSpc>
                      </a:pPr>
                      <a:r>
                        <a:rPr dirty="0" sz="1800" spc="-10" b="1">
                          <a:solidFill>
                            <a:srgbClr val="4E3629"/>
                          </a:solidFill>
                          <a:latin typeface="Courier New"/>
                          <a:cs typeface="Courier New"/>
                        </a:rPr>
                        <a:t>DAY(3)</a:t>
                      </a:r>
                      <a:endParaRPr sz="1800">
                        <a:latin typeface="Courier New"/>
                        <a:cs typeface="Courier New"/>
                      </a:endParaRPr>
                    </a:p>
                  </a:txBody>
                  <a:tcPr marL="0" marR="0" marB="0" marT="6985">
                    <a:solidFill>
                      <a:srgbClr val="9DBEC4">
                        <a:alpha val="50199"/>
                      </a:srgbClr>
                    </a:solidFill>
                  </a:tcPr>
                </a:tc>
                <a:tc>
                  <a:txBody>
                    <a:bodyPr/>
                    <a:lstStyle/>
                    <a:p>
                      <a:pPr>
                        <a:lnSpc>
                          <a:spcPct val="100000"/>
                        </a:lnSpc>
                        <a:spcBef>
                          <a:spcPts val="55"/>
                        </a:spcBef>
                      </a:pPr>
                      <a:endParaRPr sz="1800">
                        <a:latin typeface="Times New Roman"/>
                        <a:cs typeface="Times New Roman"/>
                      </a:endParaRPr>
                    </a:p>
                    <a:p>
                      <a:pPr algn="ctr" marL="635">
                        <a:lnSpc>
                          <a:spcPct val="100000"/>
                        </a:lnSpc>
                      </a:pPr>
                      <a:r>
                        <a:rPr dirty="0" sz="1800" spc="-25" b="1">
                          <a:solidFill>
                            <a:srgbClr val="4E3629"/>
                          </a:solidFill>
                          <a:latin typeface="Courier New"/>
                          <a:cs typeface="Courier New"/>
                        </a:rPr>
                        <a:t>TO</a:t>
                      </a:r>
                      <a:endParaRPr sz="1800">
                        <a:latin typeface="Courier New"/>
                        <a:cs typeface="Courier New"/>
                      </a:endParaRPr>
                    </a:p>
                  </a:txBody>
                  <a:tcPr marL="0" marR="0" marB="0" marT="6985">
                    <a:solidFill>
                      <a:srgbClr val="9DBEC4">
                        <a:alpha val="50199"/>
                      </a:srgbClr>
                    </a:solidFill>
                  </a:tcPr>
                </a:tc>
                <a:tc>
                  <a:txBody>
                    <a:bodyPr/>
                    <a:lstStyle/>
                    <a:p>
                      <a:pPr>
                        <a:lnSpc>
                          <a:spcPct val="100000"/>
                        </a:lnSpc>
                        <a:spcBef>
                          <a:spcPts val="55"/>
                        </a:spcBef>
                      </a:pPr>
                      <a:endParaRPr sz="1800">
                        <a:latin typeface="Times New Roman"/>
                        <a:cs typeface="Times New Roman"/>
                      </a:endParaRPr>
                    </a:p>
                    <a:p>
                      <a:pPr marL="67945">
                        <a:lnSpc>
                          <a:spcPct val="100000"/>
                        </a:lnSpc>
                      </a:pPr>
                      <a:r>
                        <a:rPr dirty="0" sz="1800" spc="-10" b="1">
                          <a:solidFill>
                            <a:srgbClr val="4E3629"/>
                          </a:solidFill>
                          <a:latin typeface="Courier New"/>
                          <a:cs typeface="Courier New"/>
                        </a:rPr>
                        <a:t>SECOND,</a:t>
                      </a:r>
                      <a:endParaRPr sz="1800">
                        <a:latin typeface="Courier New"/>
                        <a:cs typeface="Courier New"/>
                      </a:endParaRPr>
                    </a:p>
                  </a:txBody>
                  <a:tcPr marL="0" marR="0" marB="0" marT="6985">
                    <a:solidFill>
                      <a:srgbClr val="9DBEC4">
                        <a:alpha val="50199"/>
                      </a:srgbClr>
                    </a:solidFill>
                  </a:tcPr>
                </a:tc>
              </a:tr>
              <a:tr h="293370">
                <a:tc>
                  <a:txBody>
                    <a:bodyPr/>
                    <a:lstStyle/>
                    <a:p>
                      <a:pPr marL="136525">
                        <a:lnSpc>
                          <a:spcPts val="1920"/>
                        </a:lnSpc>
                      </a:pPr>
                      <a:r>
                        <a:rPr dirty="0" sz="1800" spc="-10" b="1">
                          <a:solidFill>
                            <a:srgbClr val="4E3629"/>
                          </a:solidFill>
                          <a:latin typeface="Courier New"/>
                          <a:cs typeface="Courier New"/>
                        </a:rPr>
                        <a:t>day_duration2</a:t>
                      </a:r>
                      <a:endParaRPr sz="1800">
                        <a:latin typeface="Courier New"/>
                        <a:cs typeface="Courier New"/>
                      </a:endParaRPr>
                    </a:p>
                  </a:txBody>
                  <a:tcPr marL="0" marR="0" marB="0" marT="0">
                    <a:solidFill>
                      <a:srgbClr val="9DBEC4">
                        <a:alpha val="50199"/>
                      </a:srgbClr>
                    </a:solidFill>
                  </a:tcPr>
                </a:tc>
                <a:tc>
                  <a:txBody>
                    <a:bodyPr/>
                    <a:lstStyle/>
                    <a:p>
                      <a:pPr marL="67310">
                        <a:lnSpc>
                          <a:spcPts val="1920"/>
                        </a:lnSpc>
                      </a:pPr>
                      <a:r>
                        <a:rPr dirty="0" sz="1800" spc="-10" b="1">
                          <a:solidFill>
                            <a:srgbClr val="4E3629"/>
                          </a:solidFill>
                          <a:latin typeface="Courier New"/>
                          <a:cs typeface="Courier New"/>
                        </a:rPr>
                        <a:t>INTERVAL</a:t>
                      </a:r>
                      <a:endParaRPr sz="1800">
                        <a:latin typeface="Courier New"/>
                        <a:cs typeface="Courier New"/>
                      </a:endParaRPr>
                    </a:p>
                  </a:txBody>
                  <a:tcPr marL="0" marR="0" marB="0" marT="0">
                    <a:solidFill>
                      <a:srgbClr val="9DBEC4">
                        <a:alpha val="50199"/>
                      </a:srgbClr>
                    </a:solidFill>
                  </a:tcPr>
                </a:tc>
                <a:tc>
                  <a:txBody>
                    <a:bodyPr/>
                    <a:lstStyle/>
                    <a:p>
                      <a:pPr algn="ctr">
                        <a:lnSpc>
                          <a:spcPts val="1920"/>
                        </a:lnSpc>
                      </a:pPr>
                      <a:r>
                        <a:rPr dirty="0" sz="1800" spc="-10" b="1">
                          <a:solidFill>
                            <a:srgbClr val="4E3629"/>
                          </a:solidFill>
                          <a:latin typeface="Courier New"/>
                          <a:cs typeface="Courier New"/>
                        </a:rPr>
                        <a:t>DAY(3)</a:t>
                      </a:r>
                      <a:endParaRPr sz="1800">
                        <a:latin typeface="Courier New"/>
                        <a:cs typeface="Courier New"/>
                      </a:endParaRPr>
                    </a:p>
                  </a:txBody>
                  <a:tcPr marL="0" marR="0" marB="0" marT="0">
                    <a:solidFill>
                      <a:srgbClr val="9DBEC4">
                        <a:alpha val="50199"/>
                      </a:srgbClr>
                    </a:solidFill>
                  </a:tcPr>
                </a:tc>
                <a:tc>
                  <a:txBody>
                    <a:bodyPr/>
                    <a:lstStyle/>
                    <a:p>
                      <a:pPr algn="ctr">
                        <a:lnSpc>
                          <a:spcPts val="1920"/>
                        </a:lnSpc>
                      </a:pPr>
                      <a:r>
                        <a:rPr dirty="0" sz="1800" spc="-25" b="1">
                          <a:solidFill>
                            <a:srgbClr val="4E3629"/>
                          </a:solidFill>
                          <a:latin typeface="Courier New"/>
                          <a:cs typeface="Courier New"/>
                        </a:rPr>
                        <a:t>TO</a:t>
                      </a:r>
                      <a:endParaRPr sz="1800">
                        <a:latin typeface="Courier New"/>
                        <a:cs typeface="Courier New"/>
                      </a:endParaRPr>
                    </a:p>
                  </a:txBody>
                  <a:tcPr marL="0" marR="0" marB="0" marT="0">
                    <a:solidFill>
                      <a:srgbClr val="9DBEC4">
                        <a:alpha val="50199"/>
                      </a:srgbClr>
                    </a:solidFill>
                  </a:tcPr>
                </a:tc>
                <a:tc>
                  <a:txBody>
                    <a:bodyPr/>
                    <a:lstStyle/>
                    <a:p>
                      <a:pPr marL="66675">
                        <a:lnSpc>
                          <a:spcPts val="1920"/>
                        </a:lnSpc>
                      </a:pPr>
                      <a:r>
                        <a:rPr dirty="0" sz="1800" spc="-10" b="1">
                          <a:solidFill>
                            <a:srgbClr val="4E3629"/>
                          </a:solidFill>
                          <a:latin typeface="Courier New"/>
                          <a:cs typeface="Courier New"/>
                        </a:rPr>
                        <a:t>SECOND);</a:t>
                      </a:r>
                      <a:endParaRPr sz="1800">
                        <a:latin typeface="Courier New"/>
                        <a:cs typeface="Courier New"/>
                      </a:endParaRPr>
                    </a:p>
                  </a:txBody>
                  <a:tcPr marL="0" marR="0" marB="0" marT="0">
                    <a:solidFill>
                      <a:srgbClr val="9DBEC4">
                        <a:alpha val="50199"/>
                      </a:srgbClr>
                    </a:solidFill>
                  </a:tcPr>
                </a:tc>
              </a:tr>
            </a:tbl>
          </a:graphicData>
        </a:graphic>
      </p:graphicFrame>
      <p:sp>
        <p:nvSpPr>
          <p:cNvPr id="7" name="object 7" descr=""/>
          <p:cNvSpPr/>
          <p:nvPr/>
        </p:nvSpPr>
        <p:spPr>
          <a:xfrm>
            <a:off x="405384" y="3902964"/>
            <a:ext cx="8345805" cy="1143000"/>
          </a:xfrm>
          <a:custGeom>
            <a:avLst/>
            <a:gdLst/>
            <a:ahLst/>
            <a:cxnLst/>
            <a:rect l="l" t="t" r="r" b="b"/>
            <a:pathLst>
              <a:path w="8345805" h="1143000">
                <a:moveTo>
                  <a:pt x="8345424" y="0"/>
                </a:moveTo>
                <a:lnTo>
                  <a:pt x="0" y="0"/>
                </a:lnTo>
                <a:lnTo>
                  <a:pt x="0" y="1143000"/>
                </a:lnTo>
                <a:lnTo>
                  <a:pt x="8345424" y="1143000"/>
                </a:lnTo>
                <a:lnTo>
                  <a:pt x="8345424" y="0"/>
                </a:lnTo>
                <a:close/>
              </a:path>
            </a:pathLst>
          </a:custGeom>
          <a:solidFill>
            <a:srgbClr val="9DBEC4">
              <a:alpha val="50199"/>
            </a:srgbClr>
          </a:solidFill>
        </p:spPr>
        <p:txBody>
          <a:bodyPr wrap="square" lIns="0" tIns="0" rIns="0" bIns="0" rtlCol="0"/>
          <a:lstStyle/>
          <a:p/>
        </p:txBody>
      </p:sp>
      <p:sp>
        <p:nvSpPr>
          <p:cNvPr id="8" name="object 8" descr=""/>
          <p:cNvSpPr txBox="1"/>
          <p:nvPr/>
        </p:nvSpPr>
        <p:spPr>
          <a:xfrm>
            <a:off x="404812" y="3885446"/>
            <a:ext cx="8065770" cy="1122680"/>
          </a:xfrm>
          <a:prstGeom prst="rect">
            <a:avLst/>
          </a:prstGeom>
        </p:spPr>
        <p:txBody>
          <a:bodyPr wrap="square" lIns="0" tIns="12700" rIns="0" bIns="0" rtlCol="0" vert="horz">
            <a:spAutoFit/>
          </a:bodyPr>
          <a:lstStyle/>
          <a:p>
            <a:pPr marL="409575" marR="5080" indent="-410209">
              <a:lnSpc>
                <a:spcPct val="100000"/>
              </a:lnSpc>
              <a:spcBef>
                <a:spcPts val="100"/>
              </a:spcBef>
              <a:tabLst>
                <a:tab pos="956944" algn="l"/>
                <a:tab pos="4777105" algn="l"/>
              </a:tabLst>
            </a:pPr>
            <a:r>
              <a:rPr dirty="0" sz="1800" b="1">
                <a:solidFill>
                  <a:srgbClr val="4E3629"/>
                </a:solidFill>
                <a:latin typeface="Courier New"/>
                <a:cs typeface="Courier New"/>
              </a:rPr>
              <a:t>SELECT</a:t>
            </a:r>
            <a:r>
              <a:rPr dirty="0" sz="1800" spc="-70" b="1">
                <a:solidFill>
                  <a:srgbClr val="4E3629"/>
                </a:solidFill>
                <a:latin typeface="Courier New"/>
                <a:cs typeface="Courier New"/>
              </a:rPr>
              <a:t> </a:t>
            </a:r>
            <a:r>
              <a:rPr dirty="0" sz="1800" b="1">
                <a:solidFill>
                  <a:srgbClr val="4E3629"/>
                </a:solidFill>
                <a:latin typeface="Courier New"/>
                <a:cs typeface="Courier New"/>
              </a:rPr>
              <a:t>SYSDATE</a:t>
            </a:r>
            <a:r>
              <a:rPr dirty="0" sz="1800" spc="-70" b="1">
                <a:solidFill>
                  <a:srgbClr val="4E3629"/>
                </a:solidFill>
                <a:latin typeface="Courier New"/>
                <a:cs typeface="Courier New"/>
              </a:rPr>
              <a:t> </a:t>
            </a:r>
            <a:r>
              <a:rPr dirty="0" sz="1800" b="1">
                <a:solidFill>
                  <a:srgbClr val="4E3629"/>
                </a:solidFill>
                <a:latin typeface="Courier New"/>
                <a:cs typeface="Courier New"/>
              </a:rPr>
              <a:t>+</a:t>
            </a:r>
            <a:r>
              <a:rPr dirty="0" sz="1800" spc="-70" b="1">
                <a:solidFill>
                  <a:srgbClr val="4E3629"/>
                </a:solidFill>
                <a:latin typeface="Courier New"/>
                <a:cs typeface="Courier New"/>
              </a:rPr>
              <a:t> </a:t>
            </a:r>
            <a:r>
              <a:rPr dirty="0" sz="1800" b="1">
                <a:solidFill>
                  <a:srgbClr val="4E3629"/>
                </a:solidFill>
                <a:latin typeface="Courier New"/>
                <a:cs typeface="Courier New"/>
              </a:rPr>
              <a:t>day_duration1</a:t>
            </a:r>
            <a:r>
              <a:rPr dirty="0" sz="1800" spc="-65" b="1">
                <a:solidFill>
                  <a:srgbClr val="4E3629"/>
                </a:solidFill>
                <a:latin typeface="Courier New"/>
                <a:cs typeface="Courier New"/>
              </a:rPr>
              <a:t> </a:t>
            </a:r>
            <a:r>
              <a:rPr dirty="0" sz="1800" spc="-25" b="1">
                <a:solidFill>
                  <a:srgbClr val="4E3629"/>
                </a:solidFill>
                <a:latin typeface="Courier New"/>
                <a:cs typeface="Courier New"/>
              </a:rPr>
              <a:t>AS</a:t>
            </a:r>
            <a:r>
              <a:rPr dirty="0" sz="1800" b="1">
                <a:solidFill>
                  <a:srgbClr val="4E3629"/>
                </a:solidFill>
                <a:latin typeface="Courier New"/>
                <a:cs typeface="Courier New"/>
              </a:rPr>
              <a:t>	"25</a:t>
            </a:r>
            <a:r>
              <a:rPr dirty="0" sz="1800" spc="-50" b="1">
                <a:solidFill>
                  <a:srgbClr val="4E3629"/>
                </a:solidFill>
                <a:latin typeface="Courier New"/>
                <a:cs typeface="Courier New"/>
              </a:rPr>
              <a:t> </a:t>
            </a:r>
            <a:r>
              <a:rPr dirty="0" sz="1800" b="1">
                <a:solidFill>
                  <a:srgbClr val="4E3629"/>
                </a:solidFill>
                <a:latin typeface="Courier New"/>
                <a:cs typeface="Courier New"/>
              </a:rPr>
              <a:t>Days</a:t>
            </a:r>
            <a:r>
              <a:rPr dirty="0" sz="1800" spc="-50" b="1">
                <a:solidFill>
                  <a:srgbClr val="4E3629"/>
                </a:solidFill>
                <a:latin typeface="Courier New"/>
                <a:cs typeface="Courier New"/>
              </a:rPr>
              <a:t> </a:t>
            </a:r>
            <a:r>
              <a:rPr dirty="0" sz="1800" b="1">
                <a:solidFill>
                  <a:srgbClr val="4E3629"/>
                </a:solidFill>
                <a:latin typeface="Courier New"/>
                <a:cs typeface="Courier New"/>
              </a:rPr>
              <a:t>from</a:t>
            </a:r>
            <a:r>
              <a:rPr dirty="0" sz="1800" spc="-35" b="1">
                <a:solidFill>
                  <a:srgbClr val="4E3629"/>
                </a:solidFill>
                <a:latin typeface="Courier New"/>
                <a:cs typeface="Courier New"/>
              </a:rPr>
              <a:t> </a:t>
            </a:r>
            <a:r>
              <a:rPr dirty="0" sz="1800" spc="-10" b="1">
                <a:solidFill>
                  <a:srgbClr val="4E3629"/>
                </a:solidFill>
                <a:latin typeface="Courier New"/>
                <a:cs typeface="Courier New"/>
              </a:rPr>
              <a:t>now", </a:t>
            </a:r>
            <a:r>
              <a:rPr dirty="0" sz="1800" b="1">
                <a:solidFill>
                  <a:srgbClr val="4E3629"/>
                </a:solidFill>
                <a:latin typeface="Courier New"/>
                <a:cs typeface="Courier New"/>
              </a:rPr>
              <a:t>TO_CHAR(SYSDATE</a:t>
            </a:r>
            <a:r>
              <a:rPr dirty="0" sz="1800" spc="-85" b="1">
                <a:solidFill>
                  <a:srgbClr val="4E3629"/>
                </a:solidFill>
                <a:latin typeface="Courier New"/>
                <a:cs typeface="Courier New"/>
              </a:rPr>
              <a:t> </a:t>
            </a:r>
            <a:r>
              <a:rPr dirty="0" sz="1800" b="1">
                <a:solidFill>
                  <a:srgbClr val="4E3629"/>
                </a:solidFill>
                <a:latin typeface="Courier New"/>
                <a:cs typeface="Courier New"/>
              </a:rPr>
              <a:t>+</a:t>
            </a:r>
            <a:r>
              <a:rPr dirty="0" sz="1800" spc="-75" b="1">
                <a:solidFill>
                  <a:srgbClr val="4E3629"/>
                </a:solidFill>
                <a:latin typeface="Courier New"/>
                <a:cs typeface="Courier New"/>
              </a:rPr>
              <a:t> </a:t>
            </a:r>
            <a:r>
              <a:rPr dirty="0" sz="1800" b="1">
                <a:solidFill>
                  <a:srgbClr val="4E3629"/>
                </a:solidFill>
                <a:latin typeface="Courier New"/>
                <a:cs typeface="Courier New"/>
              </a:rPr>
              <a:t>day_duration2,</a:t>
            </a:r>
            <a:r>
              <a:rPr dirty="0" sz="1800" spc="-75" b="1">
                <a:solidFill>
                  <a:srgbClr val="4E3629"/>
                </a:solidFill>
                <a:latin typeface="Courier New"/>
                <a:cs typeface="Courier New"/>
              </a:rPr>
              <a:t> </a:t>
            </a:r>
            <a:r>
              <a:rPr dirty="0" sz="1800" spc="-10" b="1">
                <a:solidFill>
                  <a:srgbClr val="4E3629"/>
                </a:solidFill>
                <a:latin typeface="Courier New"/>
                <a:cs typeface="Courier New"/>
              </a:rPr>
              <a:t>'dd-</a:t>
            </a:r>
            <a:r>
              <a:rPr dirty="0" sz="1800" spc="-20" b="1">
                <a:solidFill>
                  <a:srgbClr val="4E3629"/>
                </a:solidFill>
                <a:latin typeface="Courier New"/>
                <a:cs typeface="Courier New"/>
              </a:rPr>
              <a:t>Mon-</a:t>
            </a:r>
            <a:r>
              <a:rPr dirty="0" sz="1800" b="1">
                <a:solidFill>
                  <a:srgbClr val="4E3629"/>
                </a:solidFill>
                <a:latin typeface="Courier New"/>
                <a:cs typeface="Courier New"/>
              </a:rPr>
              <a:t>yyyy</a:t>
            </a:r>
            <a:r>
              <a:rPr dirty="0" sz="1800" spc="-70" b="1">
                <a:solidFill>
                  <a:srgbClr val="4E3629"/>
                </a:solidFill>
                <a:latin typeface="Courier New"/>
                <a:cs typeface="Courier New"/>
              </a:rPr>
              <a:t> </a:t>
            </a:r>
            <a:r>
              <a:rPr dirty="0" sz="1800" spc="-10" b="1">
                <a:solidFill>
                  <a:srgbClr val="4E3629"/>
                </a:solidFill>
                <a:latin typeface="Courier New"/>
                <a:cs typeface="Courier New"/>
              </a:rPr>
              <a:t>hh:mi:ss') </a:t>
            </a:r>
            <a:r>
              <a:rPr dirty="0" sz="1800" spc="-25" b="1">
                <a:solidFill>
                  <a:srgbClr val="4E3629"/>
                </a:solidFill>
                <a:latin typeface="Courier New"/>
                <a:cs typeface="Courier New"/>
              </a:rPr>
              <a:t>AS</a:t>
            </a:r>
            <a:r>
              <a:rPr dirty="0" sz="1800" b="1">
                <a:solidFill>
                  <a:srgbClr val="4E3629"/>
                </a:solidFill>
                <a:latin typeface="Courier New"/>
                <a:cs typeface="Courier New"/>
              </a:rPr>
              <a:t>	"precise</a:t>
            </a:r>
            <a:r>
              <a:rPr dirty="0" sz="1800" spc="-55" b="1">
                <a:solidFill>
                  <a:srgbClr val="4E3629"/>
                </a:solidFill>
                <a:latin typeface="Courier New"/>
                <a:cs typeface="Courier New"/>
              </a:rPr>
              <a:t> </a:t>
            </a:r>
            <a:r>
              <a:rPr dirty="0" sz="1800" b="1">
                <a:solidFill>
                  <a:srgbClr val="4E3629"/>
                </a:solidFill>
                <a:latin typeface="Courier New"/>
                <a:cs typeface="Courier New"/>
              </a:rPr>
              <a:t>days</a:t>
            </a:r>
            <a:r>
              <a:rPr dirty="0" sz="1800" spc="-50" b="1">
                <a:solidFill>
                  <a:srgbClr val="4E3629"/>
                </a:solidFill>
                <a:latin typeface="Courier New"/>
                <a:cs typeface="Courier New"/>
              </a:rPr>
              <a:t> </a:t>
            </a:r>
            <a:r>
              <a:rPr dirty="0" sz="1800" b="1">
                <a:solidFill>
                  <a:srgbClr val="4E3629"/>
                </a:solidFill>
                <a:latin typeface="Courier New"/>
                <a:cs typeface="Courier New"/>
              </a:rPr>
              <a:t>and</a:t>
            </a:r>
            <a:r>
              <a:rPr dirty="0" sz="1800" spc="-50" b="1">
                <a:solidFill>
                  <a:srgbClr val="4E3629"/>
                </a:solidFill>
                <a:latin typeface="Courier New"/>
                <a:cs typeface="Courier New"/>
              </a:rPr>
              <a:t> </a:t>
            </a:r>
            <a:r>
              <a:rPr dirty="0" sz="1800" b="1">
                <a:solidFill>
                  <a:srgbClr val="4E3629"/>
                </a:solidFill>
                <a:latin typeface="Courier New"/>
                <a:cs typeface="Courier New"/>
              </a:rPr>
              <a:t>time</a:t>
            </a:r>
            <a:r>
              <a:rPr dirty="0" sz="1800" spc="-50" b="1">
                <a:solidFill>
                  <a:srgbClr val="4E3629"/>
                </a:solidFill>
                <a:latin typeface="Courier New"/>
                <a:cs typeface="Courier New"/>
              </a:rPr>
              <a:t> </a:t>
            </a:r>
            <a:r>
              <a:rPr dirty="0" sz="1800" b="1">
                <a:solidFill>
                  <a:srgbClr val="4E3629"/>
                </a:solidFill>
                <a:latin typeface="Courier New"/>
                <a:cs typeface="Courier New"/>
              </a:rPr>
              <a:t>from</a:t>
            </a:r>
            <a:r>
              <a:rPr dirty="0" sz="1800" spc="-40" b="1">
                <a:solidFill>
                  <a:srgbClr val="4E3629"/>
                </a:solidFill>
                <a:latin typeface="Courier New"/>
                <a:cs typeface="Courier New"/>
              </a:rPr>
              <a:t> </a:t>
            </a:r>
            <a:r>
              <a:rPr dirty="0" sz="1800" spc="-20" b="1">
                <a:solidFill>
                  <a:srgbClr val="4E3629"/>
                </a:solidFill>
                <a:latin typeface="Courier New"/>
                <a:cs typeface="Courier New"/>
              </a:rPr>
              <a:t>now"</a:t>
            </a:r>
            <a:endParaRPr sz="1800">
              <a:latin typeface="Courier New"/>
              <a:cs typeface="Courier New"/>
            </a:endParaRPr>
          </a:p>
          <a:p>
            <a:pPr>
              <a:lnSpc>
                <a:spcPct val="100000"/>
              </a:lnSpc>
            </a:pPr>
            <a:r>
              <a:rPr dirty="0" sz="1800" b="1">
                <a:solidFill>
                  <a:srgbClr val="4E3629"/>
                </a:solidFill>
                <a:latin typeface="Courier New"/>
                <a:cs typeface="Courier New"/>
              </a:rPr>
              <a:t>FROM</a:t>
            </a:r>
            <a:r>
              <a:rPr dirty="0" sz="1800" spc="-40" b="1">
                <a:solidFill>
                  <a:srgbClr val="4E3629"/>
                </a:solidFill>
                <a:latin typeface="Courier New"/>
                <a:cs typeface="Courier New"/>
              </a:rPr>
              <a:t> </a:t>
            </a:r>
            <a:r>
              <a:rPr dirty="0" sz="1800" spc="-10" b="1">
                <a:solidFill>
                  <a:srgbClr val="4E3629"/>
                </a:solidFill>
                <a:latin typeface="Courier New"/>
                <a:cs typeface="Courier New"/>
              </a:rPr>
              <a:t>time_ex5;</a:t>
            </a:r>
            <a:endParaRPr sz="1800">
              <a:latin typeface="Courier New"/>
              <a:cs typeface="Courier New"/>
            </a:endParaRPr>
          </a:p>
        </p:txBody>
      </p:sp>
      <p:sp>
        <p:nvSpPr>
          <p:cNvPr id="9" name="object 9" descr=""/>
          <p:cNvSpPr txBox="1">
            <a:spLocks noGrp="1"/>
          </p:cNvSpPr>
          <p:nvPr>
            <p:ph type="dt" idx="6" sz="half"/>
          </p:nvPr>
        </p:nvSpPr>
        <p:spPr>
          <a:prstGeom prst="rect"/>
        </p:spPr>
        <p:txBody>
          <a:bodyPr wrap="square" lIns="0" tIns="0" rIns="0" bIns="0" rtlCol="0" vert="horz">
            <a:spAutoFit/>
          </a:bodyPr>
          <a:lstStyle/>
          <a:p>
            <a:pPr marL="12700">
              <a:lnSpc>
                <a:spcPts val="855"/>
              </a:lnSpc>
            </a:pPr>
            <a:r>
              <a:rPr dirty="0"/>
              <a:t>DP</a:t>
            </a:r>
            <a:r>
              <a:rPr dirty="0" spc="-10"/>
              <a:t> </a:t>
            </a:r>
            <a:r>
              <a:rPr dirty="0"/>
              <a:t>13-</a:t>
            </a:r>
            <a:r>
              <a:rPr dirty="0" spc="-50"/>
              <a:t>2</a:t>
            </a:r>
          </a:p>
          <a:p>
            <a:pPr marL="12700">
              <a:lnSpc>
                <a:spcPts val="965"/>
              </a:lnSpc>
            </a:pPr>
            <a:r>
              <a:rPr dirty="0"/>
              <a:t>Uso</a:t>
            </a:r>
            <a:r>
              <a:rPr dirty="0" spc="-30"/>
              <a:t> </a:t>
            </a:r>
            <a:r>
              <a:rPr dirty="0"/>
              <a:t>de</a:t>
            </a:r>
            <a:r>
              <a:rPr dirty="0" spc="-20"/>
              <a:t> </a:t>
            </a:r>
            <a:r>
              <a:rPr dirty="0"/>
              <a:t>Tipos</a:t>
            </a:r>
            <a:r>
              <a:rPr dirty="0" spc="-20"/>
              <a:t> </a:t>
            </a:r>
            <a:r>
              <a:rPr dirty="0"/>
              <a:t>de</a:t>
            </a:r>
            <a:r>
              <a:rPr dirty="0" spc="-15"/>
              <a:t> </a:t>
            </a:r>
            <a:r>
              <a:rPr dirty="0" spc="-20"/>
              <a:t>Dato</a:t>
            </a:r>
          </a:p>
        </p:txBody>
      </p:sp>
      <p:sp>
        <p:nvSpPr>
          <p:cNvPr id="10" name="object 10" descr=""/>
          <p:cNvSpPr txBox="1">
            <a:spLocks noGrp="1"/>
          </p:cNvSpPr>
          <p:nvPr>
            <p:ph type="ftr" idx="5" sz="quarter"/>
          </p:nvPr>
        </p:nvSpPr>
        <p:spPr>
          <a:prstGeom prst="rect"/>
        </p:spPr>
        <p:txBody>
          <a:bodyPr wrap="square" lIns="0" tIns="0" rIns="0" bIns="0" rtlCol="0" vert="horz">
            <a:spAutoFit/>
          </a:bodyPr>
          <a:lstStyle/>
          <a:p>
            <a:pPr marL="12700">
              <a:lnSpc>
                <a:spcPts val="910"/>
              </a:lnSpc>
            </a:pPr>
            <a:r>
              <a:rPr dirty="0"/>
              <a:t>Copyright</a:t>
            </a:r>
            <a:r>
              <a:rPr dirty="0" spc="-35"/>
              <a:t> </a:t>
            </a:r>
            <a:r>
              <a:rPr dirty="0"/>
              <a:t>©</a:t>
            </a:r>
            <a:r>
              <a:rPr dirty="0" spc="-40"/>
              <a:t> </a:t>
            </a:r>
            <a:r>
              <a:rPr dirty="0"/>
              <a:t>2020,</a:t>
            </a:r>
            <a:r>
              <a:rPr dirty="0" spc="-45"/>
              <a:t> </a:t>
            </a:r>
            <a:r>
              <a:rPr dirty="0"/>
              <a:t>Oracle</a:t>
            </a:r>
            <a:r>
              <a:rPr dirty="0" spc="-30"/>
              <a:t> </a:t>
            </a:r>
            <a:r>
              <a:rPr dirty="0"/>
              <a:t>y/o</a:t>
            </a:r>
            <a:r>
              <a:rPr dirty="0" spc="-30"/>
              <a:t> </a:t>
            </a:r>
            <a:r>
              <a:rPr dirty="0"/>
              <a:t>sus</a:t>
            </a:r>
            <a:r>
              <a:rPr dirty="0" spc="-35"/>
              <a:t> </a:t>
            </a:r>
            <a:r>
              <a:rPr dirty="0"/>
              <a:t>filiales.</a:t>
            </a:r>
            <a:r>
              <a:rPr dirty="0" spc="-10"/>
              <a:t> </a:t>
            </a:r>
            <a:r>
              <a:rPr dirty="0"/>
              <a:t>Todos</a:t>
            </a:r>
            <a:r>
              <a:rPr dirty="0" spc="-35"/>
              <a:t> </a:t>
            </a:r>
            <a:r>
              <a:rPr dirty="0"/>
              <a:t>los</a:t>
            </a:r>
            <a:r>
              <a:rPr dirty="0" spc="-25"/>
              <a:t> </a:t>
            </a:r>
            <a:r>
              <a:rPr dirty="0"/>
              <a:t>derechos</a:t>
            </a:r>
            <a:r>
              <a:rPr dirty="0" spc="-5"/>
              <a:t> </a:t>
            </a:r>
            <a:r>
              <a:rPr dirty="0" spc="-10"/>
              <a:t>reservados.</a:t>
            </a:r>
          </a:p>
        </p:txBody>
      </p:sp>
      <p:sp>
        <p:nvSpPr>
          <p:cNvPr id="11" name="object 11" descr=""/>
          <p:cNvSpPr txBox="1">
            <a:spLocks noGrp="1"/>
          </p:cNvSpPr>
          <p:nvPr>
            <p:ph type="sldNum" idx="7" sz="quarter"/>
          </p:nvPr>
        </p:nvSpPr>
        <p:spPr>
          <a:prstGeom prst="rect"/>
        </p:spPr>
        <p:txBody>
          <a:bodyPr wrap="square" lIns="0" tIns="0" rIns="0" bIns="0" rtlCol="0" vert="horz">
            <a:spAutoFit/>
          </a:bodyPr>
          <a:lstStyle/>
          <a:p>
            <a:pPr marL="12700">
              <a:lnSpc>
                <a:spcPts val="910"/>
              </a:lnSpc>
            </a:pPr>
            <a:r>
              <a:rPr dirty="0" spc="-25"/>
              <a:t>21</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
  <TotalTime>0</TotalTime>
  <Application>Microsoft Office PowerPoint</Application>
  <PresentationFormat>On-screen Show (4:3)</PresentationFormat>
  <ScaleCrop>false</ScaleCrop>
  <LinksUpToDate>false</LinksUpToDate>
  <SharedDoc>false</SharedDoc>
  <HyperlinksChanged>false</HyperlinksChanged>
  <AppVersion>12.0000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creator>Oracle Academy</dc:creator>
  <dc:title>PowerPoint Presentation</dc:title>
  <dcterms:created xsi:type="dcterms:W3CDTF">2025-06-01T17:48:07Z</dcterms:created>
  <dcterms:modified xsi:type="dcterms:W3CDTF">2025-06-01T17:48:07Z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reated">
    <vt:filetime>2025-02-17T00:00:00Z</vt:filetime>
  </property>
  <property fmtid="{D5CDD505-2E9C-101B-9397-08002B2CF9AE}" pid="3" name="Creator">
    <vt:lpwstr>Acrobat PDFMaker 21 for PowerPoint</vt:lpwstr>
  </property>
  <property fmtid="{D5CDD505-2E9C-101B-9397-08002B2CF9AE}" pid="4" name="LastSaved">
    <vt:filetime>2025-06-01T00:00:00Z</vt:filetime>
  </property>
  <property fmtid="{D5CDD505-2E9C-101B-9397-08002B2CF9AE}" pid="5" name="Producer">
    <vt:lpwstr>macOS Version 15.3 (Build 24D60) Quartz PDFContext</vt:lpwstr>
  </property>
</Properties>
</file>