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10287000" cx="18288000"/>
  <p:notesSz cx="18288000" cy="10287000"/>
  <p:embeddedFontLst>
    <p:embeddedFont>
      <p:font typeface="Tahoma"/>
      <p:regular r:id="rId35"/>
      <p:bold r:id="rId36"/>
    </p:embeddedFont>
    <p:embeddedFont>
      <p:font typeface="Helvetica Neue"/>
      <p:regular r:id="rId37"/>
      <p:bold r:id="rId38"/>
      <p:italic r:id="rId39"/>
      <p:boldItalic r:id="rId40"/>
    </p:embeddedFont>
    <p:embeddedFont>
      <p:font typeface="Arial Black"/>
      <p:regular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42" roundtripDataSignature="AMtx7mgitnZZ/6z3PUDLWN0Dn1FgH2c6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boldItalic.fntdata"/><Relationship Id="rId20" Type="http://schemas.openxmlformats.org/officeDocument/2006/relationships/slide" Target="slides/slide15.xml"/><Relationship Id="rId42" Type="http://customschemas.google.com/relationships/presentationmetadata" Target="metadata"/><Relationship Id="rId41" Type="http://schemas.openxmlformats.org/officeDocument/2006/relationships/font" Target="fonts/ArialBlack-regular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Tahoma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HelveticaNeue-regular.fntdata"/><Relationship Id="rId14" Type="http://schemas.openxmlformats.org/officeDocument/2006/relationships/slide" Target="slides/slide9.xml"/><Relationship Id="rId36" Type="http://schemas.openxmlformats.org/officeDocument/2006/relationships/font" Target="fonts/Tahoma-bold.fntdata"/><Relationship Id="rId17" Type="http://schemas.openxmlformats.org/officeDocument/2006/relationships/slide" Target="slides/slide12.xml"/><Relationship Id="rId39" Type="http://schemas.openxmlformats.org/officeDocument/2006/relationships/font" Target="fonts/HelveticaNeue-italic.fntdata"/><Relationship Id="rId16" Type="http://schemas.openxmlformats.org/officeDocument/2006/relationships/slide" Target="slides/slide11.xml"/><Relationship Id="rId38" Type="http://schemas.openxmlformats.org/officeDocument/2006/relationships/font" Target="fonts/HelveticaNeue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2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2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2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2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2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2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2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2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2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2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2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2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2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2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2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1"/>
          <p:cNvSpPr txBox="1"/>
          <p:nvPr>
            <p:ph type="title"/>
          </p:nvPr>
        </p:nvSpPr>
        <p:spPr>
          <a:xfrm>
            <a:off x="743265" y="1424130"/>
            <a:ext cx="13155294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50">
                <a:solidFill>
                  <a:srgbClr val="7B381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1"/>
          <p:cNvSpPr txBox="1"/>
          <p:nvPr>
            <p:ph idx="1" type="body"/>
          </p:nvPr>
        </p:nvSpPr>
        <p:spPr>
          <a:xfrm>
            <a:off x="1016000" y="3564468"/>
            <a:ext cx="982472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1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1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1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2"/>
          <p:cNvSpPr txBox="1"/>
          <p:nvPr>
            <p:ph type="title"/>
          </p:nvPr>
        </p:nvSpPr>
        <p:spPr>
          <a:xfrm>
            <a:off x="743265" y="1424130"/>
            <a:ext cx="13155294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50">
                <a:solidFill>
                  <a:srgbClr val="7B381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2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2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2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B90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3"/>
          <p:cNvSpPr/>
          <p:nvPr/>
        </p:nvSpPr>
        <p:spPr>
          <a:xfrm>
            <a:off x="14552618" y="0"/>
            <a:ext cx="3735704" cy="2089785"/>
          </a:xfrm>
          <a:custGeom>
            <a:rect b="b" l="l" r="r" t="t"/>
            <a:pathLst>
              <a:path extrusionOk="0" h="2089785" w="3735705">
                <a:moveTo>
                  <a:pt x="3735381" y="2089671"/>
                </a:moveTo>
                <a:lnTo>
                  <a:pt x="707542" y="2089671"/>
                </a:lnTo>
                <a:lnTo>
                  <a:pt x="0" y="0"/>
                </a:lnTo>
                <a:lnTo>
                  <a:pt x="3735381" y="0"/>
                </a:lnTo>
                <a:lnTo>
                  <a:pt x="3735381" y="2089671"/>
                </a:lnTo>
                <a:close/>
              </a:path>
            </a:pathLst>
          </a:custGeom>
          <a:solidFill>
            <a:srgbClr val="D08B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3"/>
          <p:cNvSpPr/>
          <p:nvPr/>
        </p:nvSpPr>
        <p:spPr>
          <a:xfrm>
            <a:off x="0" y="9311819"/>
            <a:ext cx="7341870" cy="975360"/>
          </a:xfrm>
          <a:custGeom>
            <a:rect b="b" l="l" r="r" t="t"/>
            <a:pathLst>
              <a:path extrusionOk="0" h="975359" w="7341870">
                <a:moveTo>
                  <a:pt x="7341469" y="975179"/>
                </a:moveTo>
                <a:lnTo>
                  <a:pt x="0" y="975179"/>
                </a:lnTo>
                <a:lnTo>
                  <a:pt x="0" y="0"/>
                </a:lnTo>
                <a:lnTo>
                  <a:pt x="7011282" y="0"/>
                </a:lnTo>
                <a:lnTo>
                  <a:pt x="7341469" y="975179"/>
                </a:lnTo>
                <a:close/>
              </a:path>
            </a:pathLst>
          </a:custGeom>
          <a:solidFill>
            <a:srgbClr val="D08B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3"/>
          <p:cNvSpPr txBox="1"/>
          <p:nvPr>
            <p:ph type="title"/>
          </p:nvPr>
        </p:nvSpPr>
        <p:spPr>
          <a:xfrm>
            <a:off x="743265" y="1424130"/>
            <a:ext cx="13155294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50">
                <a:solidFill>
                  <a:srgbClr val="7B381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3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3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5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4"/>
          <p:cNvSpPr/>
          <p:nvPr/>
        </p:nvSpPr>
        <p:spPr>
          <a:xfrm>
            <a:off x="116283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286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286" y="0"/>
                </a:lnTo>
                <a:lnTo>
                  <a:pt x="18286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4"/>
          <p:cNvSpPr/>
          <p:nvPr/>
        </p:nvSpPr>
        <p:spPr>
          <a:xfrm>
            <a:off x="71747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4"/>
          <p:cNvSpPr/>
          <p:nvPr/>
        </p:nvSpPr>
        <p:spPr>
          <a:xfrm>
            <a:off x="131875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4"/>
          <p:cNvSpPr/>
          <p:nvPr/>
        </p:nvSpPr>
        <p:spPr>
          <a:xfrm>
            <a:off x="1920034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4"/>
          <p:cNvSpPr/>
          <p:nvPr/>
        </p:nvSpPr>
        <p:spPr>
          <a:xfrm>
            <a:off x="2521315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4"/>
          <p:cNvSpPr/>
          <p:nvPr/>
        </p:nvSpPr>
        <p:spPr>
          <a:xfrm>
            <a:off x="3122596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4"/>
          <p:cNvSpPr/>
          <p:nvPr/>
        </p:nvSpPr>
        <p:spPr>
          <a:xfrm>
            <a:off x="3723896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4"/>
          <p:cNvSpPr/>
          <p:nvPr/>
        </p:nvSpPr>
        <p:spPr>
          <a:xfrm>
            <a:off x="4325177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4"/>
          <p:cNvSpPr/>
          <p:nvPr/>
        </p:nvSpPr>
        <p:spPr>
          <a:xfrm>
            <a:off x="4926459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4"/>
          <p:cNvSpPr/>
          <p:nvPr/>
        </p:nvSpPr>
        <p:spPr>
          <a:xfrm>
            <a:off x="5527740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4"/>
          <p:cNvSpPr/>
          <p:nvPr/>
        </p:nvSpPr>
        <p:spPr>
          <a:xfrm>
            <a:off x="6129021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4"/>
          <p:cNvSpPr/>
          <p:nvPr/>
        </p:nvSpPr>
        <p:spPr>
          <a:xfrm>
            <a:off x="673032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4"/>
          <p:cNvSpPr/>
          <p:nvPr/>
        </p:nvSpPr>
        <p:spPr>
          <a:xfrm>
            <a:off x="733160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4"/>
          <p:cNvSpPr/>
          <p:nvPr/>
        </p:nvSpPr>
        <p:spPr>
          <a:xfrm>
            <a:off x="7932884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4"/>
          <p:cNvSpPr/>
          <p:nvPr/>
        </p:nvSpPr>
        <p:spPr>
          <a:xfrm>
            <a:off x="853416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4"/>
          <p:cNvSpPr/>
          <p:nvPr/>
        </p:nvSpPr>
        <p:spPr>
          <a:xfrm>
            <a:off x="9135447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4"/>
          <p:cNvSpPr/>
          <p:nvPr/>
        </p:nvSpPr>
        <p:spPr>
          <a:xfrm>
            <a:off x="9736728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4"/>
          <p:cNvSpPr/>
          <p:nvPr/>
        </p:nvSpPr>
        <p:spPr>
          <a:xfrm>
            <a:off x="10338028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4"/>
          <p:cNvSpPr/>
          <p:nvPr/>
        </p:nvSpPr>
        <p:spPr>
          <a:xfrm>
            <a:off x="10939310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4"/>
          <p:cNvSpPr/>
          <p:nvPr/>
        </p:nvSpPr>
        <p:spPr>
          <a:xfrm>
            <a:off x="1154059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4"/>
          <p:cNvSpPr/>
          <p:nvPr/>
        </p:nvSpPr>
        <p:spPr>
          <a:xfrm>
            <a:off x="12141873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4"/>
          <p:cNvSpPr/>
          <p:nvPr/>
        </p:nvSpPr>
        <p:spPr>
          <a:xfrm>
            <a:off x="1274315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4"/>
          <p:cNvSpPr/>
          <p:nvPr/>
        </p:nvSpPr>
        <p:spPr>
          <a:xfrm>
            <a:off x="1334445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4"/>
          <p:cNvSpPr/>
          <p:nvPr/>
        </p:nvSpPr>
        <p:spPr>
          <a:xfrm>
            <a:off x="13945737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4"/>
          <p:cNvSpPr/>
          <p:nvPr/>
        </p:nvSpPr>
        <p:spPr>
          <a:xfrm>
            <a:off x="14547019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4"/>
          <p:cNvSpPr/>
          <p:nvPr/>
        </p:nvSpPr>
        <p:spPr>
          <a:xfrm>
            <a:off x="1514830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4"/>
          <p:cNvSpPr/>
          <p:nvPr/>
        </p:nvSpPr>
        <p:spPr>
          <a:xfrm>
            <a:off x="1574958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4"/>
          <p:cNvSpPr/>
          <p:nvPr/>
        </p:nvSpPr>
        <p:spPr>
          <a:xfrm>
            <a:off x="1635088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4"/>
          <p:cNvSpPr/>
          <p:nvPr/>
        </p:nvSpPr>
        <p:spPr>
          <a:xfrm>
            <a:off x="1695216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4"/>
          <p:cNvSpPr/>
          <p:nvPr/>
        </p:nvSpPr>
        <p:spPr>
          <a:xfrm>
            <a:off x="17553446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4"/>
          <p:cNvSpPr/>
          <p:nvPr/>
        </p:nvSpPr>
        <p:spPr>
          <a:xfrm>
            <a:off x="0" y="11"/>
            <a:ext cx="18288000" cy="2120900"/>
          </a:xfrm>
          <a:custGeom>
            <a:rect b="b" l="l" r="r" t="t"/>
            <a:pathLst>
              <a:path extrusionOk="0" h="2120900" w="18288000">
                <a:moveTo>
                  <a:pt x="18287988" y="317500"/>
                </a:moveTo>
                <a:lnTo>
                  <a:pt x="18173218" y="317500"/>
                </a:lnTo>
                <a:lnTo>
                  <a:pt x="18173218" y="0"/>
                </a:lnTo>
                <a:lnTo>
                  <a:pt x="18154727" y="0"/>
                </a:lnTo>
                <a:lnTo>
                  <a:pt x="18154727" y="1524000"/>
                </a:lnTo>
                <a:lnTo>
                  <a:pt x="17571835" y="1524000"/>
                </a:lnTo>
                <a:lnTo>
                  <a:pt x="17571835" y="939800"/>
                </a:lnTo>
                <a:lnTo>
                  <a:pt x="18154727" y="939800"/>
                </a:lnTo>
                <a:lnTo>
                  <a:pt x="18154727" y="914400"/>
                </a:lnTo>
                <a:lnTo>
                  <a:pt x="17571835" y="914400"/>
                </a:lnTo>
                <a:lnTo>
                  <a:pt x="17571835" y="342900"/>
                </a:lnTo>
                <a:lnTo>
                  <a:pt x="18154727" y="342900"/>
                </a:lnTo>
                <a:lnTo>
                  <a:pt x="18154727" y="317500"/>
                </a:lnTo>
                <a:lnTo>
                  <a:pt x="17553445" y="317500"/>
                </a:lnTo>
                <a:lnTo>
                  <a:pt x="17553445" y="342900"/>
                </a:lnTo>
                <a:lnTo>
                  <a:pt x="17553445" y="914400"/>
                </a:lnTo>
                <a:lnTo>
                  <a:pt x="17553445" y="939800"/>
                </a:lnTo>
                <a:lnTo>
                  <a:pt x="17553445" y="1524000"/>
                </a:lnTo>
                <a:lnTo>
                  <a:pt x="16970553" y="1524000"/>
                </a:lnTo>
                <a:lnTo>
                  <a:pt x="16970553" y="939800"/>
                </a:lnTo>
                <a:lnTo>
                  <a:pt x="17553445" y="939800"/>
                </a:lnTo>
                <a:lnTo>
                  <a:pt x="17553445" y="914400"/>
                </a:lnTo>
                <a:lnTo>
                  <a:pt x="16970553" y="914400"/>
                </a:lnTo>
                <a:lnTo>
                  <a:pt x="16970553" y="342900"/>
                </a:lnTo>
                <a:lnTo>
                  <a:pt x="17553445" y="342900"/>
                </a:lnTo>
                <a:lnTo>
                  <a:pt x="17553445" y="317500"/>
                </a:lnTo>
                <a:lnTo>
                  <a:pt x="16952164" y="317500"/>
                </a:lnTo>
                <a:lnTo>
                  <a:pt x="16952164" y="342900"/>
                </a:lnTo>
                <a:lnTo>
                  <a:pt x="16952164" y="914400"/>
                </a:lnTo>
                <a:lnTo>
                  <a:pt x="16952164" y="939800"/>
                </a:lnTo>
                <a:lnTo>
                  <a:pt x="16952164" y="1524000"/>
                </a:lnTo>
                <a:lnTo>
                  <a:pt x="16369272" y="1524000"/>
                </a:lnTo>
                <a:lnTo>
                  <a:pt x="16369272" y="939800"/>
                </a:lnTo>
                <a:lnTo>
                  <a:pt x="16952164" y="939800"/>
                </a:lnTo>
                <a:lnTo>
                  <a:pt x="16952164" y="914400"/>
                </a:lnTo>
                <a:lnTo>
                  <a:pt x="16369272" y="914400"/>
                </a:lnTo>
                <a:lnTo>
                  <a:pt x="16369272" y="342900"/>
                </a:lnTo>
                <a:lnTo>
                  <a:pt x="16952164" y="342900"/>
                </a:lnTo>
                <a:lnTo>
                  <a:pt x="16952164" y="317500"/>
                </a:lnTo>
                <a:lnTo>
                  <a:pt x="16350882" y="317500"/>
                </a:lnTo>
                <a:lnTo>
                  <a:pt x="16350882" y="342900"/>
                </a:lnTo>
                <a:lnTo>
                  <a:pt x="16350882" y="914400"/>
                </a:lnTo>
                <a:lnTo>
                  <a:pt x="16350882" y="939800"/>
                </a:lnTo>
                <a:lnTo>
                  <a:pt x="16350882" y="1524000"/>
                </a:lnTo>
                <a:lnTo>
                  <a:pt x="15767977" y="1524000"/>
                </a:lnTo>
                <a:lnTo>
                  <a:pt x="15767977" y="939800"/>
                </a:lnTo>
                <a:lnTo>
                  <a:pt x="16350882" y="939800"/>
                </a:lnTo>
                <a:lnTo>
                  <a:pt x="16350882" y="914400"/>
                </a:lnTo>
                <a:lnTo>
                  <a:pt x="15767977" y="914400"/>
                </a:lnTo>
                <a:lnTo>
                  <a:pt x="15767977" y="342900"/>
                </a:lnTo>
                <a:lnTo>
                  <a:pt x="16350882" y="342900"/>
                </a:lnTo>
                <a:lnTo>
                  <a:pt x="16350882" y="317500"/>
                </a:lnTo>
                <a:lnTo>
                  <a:pt x="15749575" y="317500"/>
                </a:lnTo>
                <a:lnTo>
                  <a:pt x="15749575" y="342900"/>
                </a:lnTo>
                <a:lnTo>
                  <a:pt x="15749575" y="914400"/>
                </a:lnTo>
                <a:lnTo>
                  <a:pt x="15749575" y="939800"/>
                </a:lnTo>
                <a:lnTo>
                  <a:pt x="15749575" y="1524000"/>
                </a:lnTo>
                <a:lnTo>
                  <a:pt x="15166696" y="1524000"/>
                </a:lnTo>
                <a:lnTo>
                  <a:pt x="15166696" y="939800"/>
                </a:lnTo>
                <a:lnTo>
                  <a:pt x="15749575" y="939800"/>
                </a:lnTo>
                <a:lnTo>
                  <a:pt x="15749575" y="914400"/>
                </a:lnTo>
                <a:lnTo>
                  <a:pt x="15166696" y="914400"/>
                </a:lnTo>
                <a:lnTo>
                  <a:pt x="15166696" y="342900"/>
                </a:lnTo>
                <a:lnTo>
                  <a:pt x="15749575" y="342900"/>
                </a:lnTo>
                <a:lnTo>
                  <a:pt x="15749575" y="317500"/>
                </a:lnTo>
                <a:lnTo>
                  <a:pt x="15148294" y="317500"/>
                </a:lnTo>
                <a:lnTo>
                  <a:pt x="15148294" y="342900"/>
                </a:lnTo>
                <a:lnTo>
                  <a:pt x="15148294" y="914400"/>
                </a:lnTo>
                <a:lnTo>
                  <a:pt x="15148294" y="939800"/>
                </a:lnTo>
                <a:lnTo>
                  <a:pt x="15148294" y="1524000"/>
                </a:lnTo>
                <a:lnTo>
                  <a:pt x="14565414" y="1524000"/>
                </a:lnTo>
                <a:lnTo>
                  <a:pt x="14565414" y="939800"/>
                </a:lnTo>
                <a:lnTo>
                  <a:pt x="15148294" y="939800"/>
                </a:lnTo>
                <a:lnTo>
                  <a:pt x="15148294" y="914400"/>
                </a:lnTo>
                <a:lnTo>
                  <a:pt x="14565414" y="914400"/>
                </a:lnTo>
                <a:lnTo>
                  <a:pt x="14565414" y="342900"/>
                </a:lnTo>
                <a:lnTo>
                  <a:pt x="15148294" y="342900"/>
                </a:lnTo>
                <a:lnTo>
                  <a:pt x="15148294" y="317500"/>
                </a:lnTo>
                <a:lnTo>
                  <a:pt x="14547012" y="317500"/>
                </a:lnTo>
                <a:lnTo>
                  <a:pt x="14547012" y="342900"/>
                </a:lnTo>
                <a:lnTo>
                  <a:pt x="14547012" y="914400"/>
                </a:lnTo>
                <a:lnTo>
                  <a:pt x="14547012" y="939800"/>
                </a:lnTo>
                <a:lnTo>
                  <a:pt x="14547012" y="1524000"/>
                </a:lnTo>
                <a:lnTo>
                  <a:pt x="13964133" y="1524000"/>
                </a:lnTo>
                <a:lnTo>
                  <a:pt x="13964133" y="939800"/>
                </a:lnTo>
                <a:lnTo>
                  <a:pt x="14547012" y="939800"/>
                </a:lnTo>
                <a:lnTo>
                  <a:pt x="14547012" y="914400"/>
                </a:lnTo>
                <a:lnTo>
                  <a:pt x="13964133" y="914400"/>
                </a:lnTo>
                <a:lnTo>
                  <a:pt x="13964133" y="342900"/>
                </a:lnTo>
                <a:lnTo>
                  <a:pt x="14547012" y="342900"/>
                </a:lnTo>
                <a:lnTo>
                  <a:pt x="14547012" y="317500"/>
                </a:lnTo>
                <a:lnTo>
                  <a:pt x="13945730" y="317500"/>
                </a:lnTo>
                <a:lnTo>
                  <a:pt x="13945730" y="342900"/>
                </a:lnTo>
                <a:lnTo>
                  <a:pt x="13945730" y="914400"/>
                </a:lnTo>
                <a:lnTo>
                  <a:pt x="13945730" y="939800"/>
                </a:lnTo>
                <a:lnTo>
                  <a:pt x="13945730" y="1524000"/>
                </a:lnTo>
                <a:lnTo>
                  <a:pt x="13362851" y="1524000"/>
                </a:lnTo>
                <a:lnTo>
                  <a:pt x="13362851" y="939800"/>
                </a:lnTo>
                <a:lnTo>
                  <a:pt x="13945730" y="939800"/>
                </a:lnTo>
                <a:lnTo>
                  <a:pt x="13945730" y="914400"/>
                </a:lnTo>
                <a:lnTo>
                  <a:pt x="13362851" y="914400"/>
                </a:lnTo>
                <a:lnTo>
                  <a:pt x="13362851" y="342900"/>
                </a:lnTo>
                <a:lnTo>
                  <a:pt x="13945730" y="342900"/>
                </a:lnTo>
                <a:lnTo>
                  <a:pt x="13945730" y="317500"/>
                </a:lnTo>
                <a:lnTo>
                  <a:pt x="13344449" y="317500"/>
                </a:lnTo>
                <a:lnTo>
                  <a:pt x="13344449" y="342900"/>
                </a:lnTo>
                <a:lnTo>
                  <a:pt x="13344449" y="914400"/>
                </a:lnTo>
                <a:lnTo>
                  <a:pt x="13344449" y="939800"/>
                </a:lnTo>
                <a:lnTo>
                  <a:pt x="13344449" y="1524000"/>
                </a:lnTo>
                <a:lnTo>
                  <a:pt x="12761544" y="1524000"/>
                </a:lnTo>
                <a:lnTo>
                  <a:pt x="12761544" y="939800"/>
                </a:lnTo>
                <a:lnTo>
                  <a:pt x="13344449" y="939800"/>
                </a:lnTo>
                <a:lnTo>
                  <a:pt x="13344449" y="914400"/>
                </a:lnTo>
                <a:lnTo>
                  <a:pt x="12761544" y="914400"/>
                </a:lnTo>
                <a:lnTo>
                  <a:pt x="12761544" y="342900"/>
                </a:lnTo>
                <a:lnTo>
                  <a:pt x="13344449" y="342900"/>
                </a:lnTo>
                <a:lnTo>
                  <a:pt x="13344449" y="317500"/>
                </a:lnTo>
                <a:lnTo>
                  <a:pt x="12743155" y="317500"/>
                </a:lnTo>
                <a:lnTo>
                  <a:pt x="12743155" y="342900"/>
                </a:lnTo>
                <a:lnTo>
                  <a:pt x="12743155" y="914400"/>
                </a:lnTo>
                <a:lnTo>
                  <a:pt x="12743155" y="939800"/>
                </a:lnTo>
                <a:lnTo>
                  <a:pt x="12743155" y="1524000"/>
                </a:lnTo>
                <a:lnTo>
                  <a:pt x="12160263" y="1524000"/>
                </a:lnTo>
                <a:lnTo>
                  <a:pt x="12160263" y="939800"/>
                </a:lnTo>
                <a:lnTo>
                  <a:pt x="12743155" y="939800"/>
                </a:lnTo>
                <a:lnTo>
                  <a:pt x="12743155" y="914400"/>
                </a:lnTo>
                <a:lnTo>
                  <a:pt x="12160263" y="914400"/>
                </a:lnTo>
                <a:lnTo>
                  <a:pt x="12160263" y="342900"/>
                </a:lnTo>
                <a:lnTo>
                  <a:pt x="12743155" y="342900"/>
                </a:lnTo>
                <a:lnTo>
                  <a:pt x="12743155" y="317500"/>
                </a:lnTo>
                <a:lnTo>
                  <a:pt x="12141873" y="317500"/>
                </a:lnTo>
                <a:lnTo>
                  <a:pt x="12141873" y="342900"/>
                </a:lnTo>
                <a:lnTo>
                  <a:pt x="12141873" y="914400"/>
                </a:lnTo>
                <a:lnTo>
                  <a:pt x="12141873" y="939800"/>
                </a:lnTo>
                <a:lnTo>
                  <a:pt x="12141873" y="1524000"/>
                </a:lnTo>
                <a:lnTo>
                  <a:pt x="11558981" y="1524000"/>
                </a:lnTo>
                <a:lnTo>
                  <a:pt x="11558981" y="939800"/>
                </a:lnTo>
                <a:lnTo>
                  <a:pt x="12141873" y="939800"/>
                </a:lnTo>
                <a:lnTo>
                  <a:pt x="12141873" y="914400"/>
                </a:lnTo>
                <a:lnTo>
                  <a:pt x="11558981" y="914400"/>
                </a:lnTo>
                <a:lnTo>
                  <a:pt x="11558981" y="342900"/>
                </a:lnTo>
                <a:lnTo>
                  <a:pt x="12141873" y="342900"/>
                </a:lnTo>
                <a:lnTo>
                  <a:pt x="12141873" y="317500"/>
                </a:lnTo>
                <a:lnTo>
                  <a:pt x="11540592" y="317500"/>
                </a:lnTo>
                <a:lnTo>
                  <a:pt x="11540592" y="342900"/>
                </a:lnTo>
                <a:lnTo>
                  <a:pt x="11540592" y="914400"/>
                </a:lnTo>
                <a:lnTo>
                  <a:pt x="11540592" y="939800"/>
                </a:lnTo>
                <a:lnTo>
                  <a:pt x="11540592" y="1524000"/>
                </a:lnTo>
                <a:lnTo>
                  <a:pt x="10957700" y="1524000"/>
                </a:lnTo>
                <a:lnTo>
                  <a:pt x="10957700" y="939800"/>
                </a:lnTo>
                <a:lnTo>
                  <a:pt x="11540592" y="939800"/>
                </a:lnTo>
                <a:lnTo>
                  <a:pt x="11540592" y="914400"/>
                </a:lnTo>
                <a:lnTo>
                  <a:pt x="10957700" y="914400"/>
                </a:lnTo>
                <a:lnTo>
                  <a:pt x="10957700" y="342900"/>
                </a:lnTo>
                <a:lnTo>
                  <a:pt x="11540592" y="342900"/>
                </a:lnTo>
                <a:lnTo>
                  <a:pt x="11540592" y="317500"/>
                </a:lnTo>
                <a:lnTo>
                  <a:pt x="10939310" y="317500"/>
                </a:lnTo>
                <a:lnTo>
                  <a:pt x="10939310" y="342900"/>
                </a:lnTo>
                <a:lnTo>
                  <a:pt x="10939310" y="914400"/>
                </a:lnTo>
                <a:lnTo>
                  <a:pt x="10939310" y="939800"/>
                </a:lnTo>
                <a:lnTo>
                  <a:pt x="10939310" y="1524000"/>
                </a:lnTo>
                <a:lnTo>
                  <a:pt x="10356418" y="1524000"/>
                </a:lnTo>
                <a:lnTo>
                  <a:pt x="10356418" y="939800"/>
                </a:lnTo>
                <a:lnTo>
                  <a:pt x="10939310" y="939800"/>
                </a:lnTo>
                <a:lnTo>
                  <a:pt x="10939310" y="914400"/>
                </a:lnTo>
                <a:lnTo>
                  <a:pt x="10356418" y="914400"/>
                </a:lnTo>
                <a:lnTo>
                  <a:pt x="10356418" y="342900"/>
                </a:lnTo>
                <a:lnTo>
                  <a:pt x="10939310" y="342900"/>
                </a:lnTo>
                <a:lnTo>
                  <a:pt x="10939310" y="317500"/>
                </a:lnTo>
                <a:lnTo>
                  <a:pt x="10338016" y="317500"/>
                </a:lnTo>
                <a:lnTo>
                  <a:pt x="10338016" y="342900"/>
                </a:lnTo>
                <a:lnTo>
                  <a:pt x="10338016" y="914400"/>
                </a:lnTo>
                <a:lnTo>
                  <a:pt x="10338016" y="939800"/>
                </a:lnTo>
                <a:lnTo>
                  <a:pt x="10338016" y="1524000"/>
                </a:lnTo>
                <a:lnTo>
                  <a:pt x="9755124" y="1524000"/>
                </a:lnTo>
                <a:lnTo>
                  <a:pt x="9755124" y="939800"/>
                </a:lnTo>
                <a:lnTo>
                  <a:pt x="10338016" y="939800"/>
                </a:lnTo>
                <a:lnTo>
                  <a:pt x="10338016" y="914400"/>
                </a:lnTo>
                <a:lnTo>
                  <a:pt x="9755124" y="914400"/>
                </a:lnTo>
                <a:lnTo>
                  <a:pt x="9755124" y="342900"/>
                </a:lnTo>
                <a:lnTo>
                  <a:pt x="10338016" y="342900"/>
                </a:lnTo>
                <a:lnTo>
                  <a:pt x="10338016" y="317500"/>
                </a:lnTo>
                <a:lnTo>
                  <a:pt x="9736722" y="317500"/>
                </a:lnTo>
                <a:lnTo>
                  <a:pt x="9736722" y="342900"/>
                </a:lnTo>
                <a:lnTo>
                  <a:pt x="9736722" y="914400"/>
                </a:lnTo>
                <a:lnTo>
                  <a:pt x="9736722" y="939800"/>
                </a:lnTo>
                <a:lnTo>
                  <a:pt x="9736722" y="1524000"/>
                </a:lnTo>
                <a:lnTo>
                  <a:pt x="9153842" y="1524000"/>
                </a:lnTo>
                <a:lnTo>
                  <a:pt x="9153842" y="939800"/>
                </a:lnTo>
                <a:lnTo>
                  <a:pt x="9736722" y="939800"/>
                </a:lnTo>
                <a:lnTo>
                  <a:pt x="9736722" y="914400"/>
                </a:lnTo>
                <a:lnTo>
                  <a:pt x="9153842" y="914400"/>
                </a:lnTo>
                <a:lnTo>
                  <a:pt x="9153842" y="342900"/>
                </a:lnTo>
                <a:lnTo>
                  <a:pt x="9736722" y="342900"/>
                </a:lnTo>
                <a:lnTo>
                  <a:pt x="9736722" y="317500"/>
                </a:lnTo>
                <a:lnTo>
                  <a:pt x="9135440" y="317500"/>
                </a:lnTo>
                <a:lnTo>
                  <a:pt x="9135440" y="342900"/>
                </a:lnTo>
                <a:lnTo>
                  <a:pt x="9135440" y="914400"/>
                </a:lnTo>
                <a:lnTo>
                  <a:pt x="9135440" y="939800"/>
                </a:lnTo>
                <a:lnTo>
                  <a:pt x="9135440" y="1524000"/>
                </a:lnTo>
                <a:lnTo>
                  <a:pt x="8552561" y="1524000"/>
                </a:lnTo>
                <a:lnTo>
                  <a:pt x="8552561" y="939800"/>
                </a:lnTo>
                <a:lnTo>
                  <a:pt x="9135440" y="939800"/>
                </a:lnTo>
                <a:lnTo>
                  <a:pt x="9135440" y="914400"/>
                </a:lnTo>
                <a:lnTo>
                  <a:pt x="8552561" y="914400"/>
                </a:lnTo>
                <a:lnTo>
                  <a:pt x="8552561" y="342900"/>
                </a:lnTo>
                <a:lnTo>
                  <a:pt x="9135440" y="342900"/>
                </a:lnTo>
                <a:lnTo>
                  <a:pt x="9135440" y="317500"/>
                </a:lnTo>
                <a:lnTo>
                  <a:pt x="8534159" y="317500"/>
                </a:lnTo>
                <a:lnTo>
                  <a:pt x="8534159" y="342900"/>
                </a:lnTo>
                <a:lnTo>
                  <a:pt x="8534159" y="914400"/>
                </a:lnTo>
                <a:lnTo>
                  <a:pt x="8534159" y="939800"/>
                </a:lnTo>
                <a:lnTo>
                  <a:pt x="8534159" y="1524000"/>
                </a:lnTo>
                <a:lnTo>
                  <a:pt x="7951279" y="1524000"/>
                </a:lnTo>
                <a:lnTo>
                  <a:pt x="7951279" y="939800"/>
                </a:lnTo>
                <a:lnTo>
                  <a:pt x="8534159" y="939800"/>
                </a:lnTo>
                <a:lnTo>
                  <a:pt x="8534159" y="914400"/>
                </a:lnTo>
                <a:lnTo>
                  <a:pt x="7951279" y="914400"/>
                </a:lnTo>
                <a:lnTo>
                  <a:pt x="7951279" y="342900"/>
                </a:lnTo>
                <a:lnTo>
                  <a:pt x="8534159" y="342900"/>
                </a:lnTo>
                <a:lnTo>
                  <a:pt x="8534159" y="317500"/>
                </a:lnTo>
                <a:lnTo>
                  <a:pt x="7932877" y="317500"/>
                </a:lnTo>
                <a:lnTo>
                  <a:pt x="7932877" y="342900"/>
                </a:lnTo>
                <a:lnTo>
                  <a:pt x="7932877" y="914400"/>
                </a:lnTo>
                <a:lnTo>
                  <a:pt x="7932877" y="939800"/>
                </a:lnTo>
                <a:lnTo>
                  <a:pt x="7932877" y="1524000"/>
                </a:lnTo>
                <a:lnTo>
                  <a:pt x="7349998" y="1524000"/>
                </a:lnTo>
                <a:lnTo>
                  <a:pt x="7349998" y="939800"/>
                </a:lnTo>
                <a:lnTo>
                  <a:pt x="7932877" y="939800"/>
                </a:lnTo>
                <a:lnTo>
                  <a:pt x="7932877" y="914400"/>
                </a:lnTo>
                <a:lnTo>
                  <a:pt x="7349998" y="914400"/>
                </a:lnTo>
                <a:lnTo>
                  <a:pt x="7349998" y="342900"/>
                </a:lnTo>
                <a:lnTo>
                  <a:pt x="7932877" y="342900"/>
                </a:lnTo>
                <a:lnTo>
                  <a:pt x="7932877" y="317500"/>
                </a:lnTo>
                <a:lnTo>
                  <a:pt x="7331596" y="317500"/>
                </a:lnTo>
                <a:lnTo>
                  <a:pt x="7331596" y="342900"/>
                </a:lnTo>
                <a:lnTo>
                  <a:pt x="7331596" y="914400"/>
                </a:lnTo>
                <a:lnTo>
                  <a:pt x="7331596" y="939800"/>
                </a:lnTo>
                <a:lnTo>
                  <a:pt x="7331596" y="1524000"/>
                </a:lnTo>
                <a:lnTo>
                  <a:pt x="6748716" y="1524000"/>
                </a:lnTo>
                <a:lnTo>
                  <a:pt x="6748716" y="939800"/>
                </a:lnTo>
                <a:lnTo>
                  <a:pt x="7331596" y="939800"/>
                </a:lnTo>
                <a:lnTo>
                  <a:pt x="7331596" y="914400"/>
                </a:lnTo>
                <a:lnTo>
                  <a:pt x="6748716" y="914400"/>
                </a:lnTo>
                <a:lnTo>
                  <a:pt x="6748716" y="342900"/>
                </a:lnTo>
                <a:lnTo>
                  <a:pt x="7331596" y="342900"/>
                </a:lnTo>
                <a:lnTo>
                  <a:pt x="7331596" y="317500"/>
                </a:lnTo>
                <a:lnTo>
                  <a:pt x="6730314" y="317500"/>
                </a:lnTo>
                <a:lnTo>
                  <a:pt x="6730314" y="342900"/>
                </a:lnTo>
                <a:lnTo>
                  <a:pt x="6730314" y="914400"/>
                </a:lnTo>
                <a:lnTo>
                  <a:pt x="6730314" y="939800"/>
                </a:lnTo>
                <a:lnTo>
                  <a:pt x="6730314" y="1524000"/>
                </a:lnTo>
                <a:lnTo>
                  <a:pt x="6147409" y="1524000"/>
                </a:lnTo>
                <a:lnTo>
                  <a:pt x="6147409" y="939800"/>
                </a:lnTo>
                <a:lnTo>
                  <a:pt x="6730314" y="939800"/>
                </a:lnTo>
                <a:lnTo>
                  <a:pt x="6730314" y="914400"/>
                </a:lnTo>
                <a:lnTo>
                  <a:pt x="6147409" y="914400"/>
                </a:lnTo>
                <a:lnTo>
                  <a:pt x="6147409" y="342900"/>
                </a:lnTo>
                <a:lnTo>
                  <a:pt x="6730314" y="342900"/>
                </a:lnTo>
                <a:lnTo>
                  <a:pt x="6730314" y="317500"/>
                </a:lnTo>
                <a:lnTo>
                  <a:pt x="6129020" y="317500"/>
                </a:lnTo>
                <a:lnTo>
                  <a:pt x="6129020" y="342900"/>
                </a:lnTo>
                <a:lnTo>
                  <a:pt x="6129020" y="914400"/>
                </a:lnTo>
                <a:lnTo>
                  <a:pt x="6129020" y="939800"/>
                </a:lnTo>
                <a:lnTo>
                  <a:pt x="6129020" y="1524000"/>
                </a:lnTo>
                <a:lnTo>
                  <a:pt x="5546128" y="1524000"/>
                </a:lnTo>
                <a:lnTo>
                  <a:pt x="5546128" y="939800"/>
                </a:lnTo>
                <a:lnTo>
                  <a:pt x="6129020" y="939800"/>
                </a:lnTo>
                <a:lnTo>
                  <a:pt x="6129020" y="914400"/>
                </a:lnTo>
                <a:lnTo>
                  <a:pt x="5546128" y="914400"/>
                </a:lnTo>
                <a:lnTo>
                  <a:pt x="5546128" y="342900"/>
                </a:lnTo>
                <a:lnTo>
                  <a:pt x="6129020" y="342900"/>
                </a:lnTo>
                <a:lnTo>
                  <a:pt x="6129020" y="317500"/>
                </a:lnTo>
                <a:lnTo>
                  <a:pt x="5527738" y="317500"/>
                </a:lnTo>
                <a:lnTo>
                  <a:pt x="5527738" y="342900"/>
                </a:lnTo>
                <a:lnTo>
                  <a:pt x="5527738" y="914400"/>
                </a:lnTo>
                <a:lnTo>
                  <a:pt x="5527738" y="939800"/>
                </a:lnTo>
                <a:lnTo>
                  <a:pt x="5527738" y="1524000"/>
                </a:lnTo>
                <a:lnTo>
                  <a:pt x="4944846" y="1524000"/>
                </a:lnTo>
                <a:lnTo>
                  <a:pt x="4944846" y="939800"/>
                </a:lnTo>
                <a:lnTo>
                  <a:pt x="5527738" y="939800"/>
                </a:lnTo>
                <a:lnTo>
                  <a:pt x="5527738" y="914400"/>
                </a:lnTo>
                <a:lnTo>
                  <a:pt x="4944846" y="914400"/>
                </a:lnTo>
                <a:lnTo>
                  <a:pt x="4944846" y="342900"/>
                </a:lnTo>
                <a:lnTo>
                  <a:pt x="5527738" y="342900"/>
                </a:lnTo>
                <a:lnTo>
                  <a:pt x="5527738" y="317500"/>
                </a:lnTo>
                <a:lnTo>
                  <a:pt x="4926457" y="317500"/>
                </a:lnTo>
                <a:lnTo>
                  <a:pt x="4926457" y="342900"/>
                </a:lnTo>
                <a:lnTo>
                  <a:pt x="4926457" y="914400"/>
                </a:lnTo>
                <a:lnTo>
                  <a:pt x="4926457" y="939800"/>
                </a:lnTo>
                <a:lnTo>
                  <a:pt x="4926457" y="1524000"/>
                </a:lnTo>
                <a:lnTo>
                  <a:pt x="4343565" y="1524000"/>
                </a:lnTo>
                <a:lnTo>
                  <a:pt x="4343565" y="939800"/>
                </a:lnTo>
                <a:lnTo>
                  <a:pt x="4926457" y="939800"/>
                </a:lnTo>
                <a:lnTo>
                  <a:pt x="4926457" y="914400"/>
                </a:lnTo>
                <a:lnTo>
                  <a:pt x="4343565" y="914400"/>
                </a:lnTo>
                <a:lnTo>
                  <a:pt x="4343565" y="342900"/>
                </a:lnTo>
                <a:lnTo>
                  <a:pt x="4926457" y="342900"/>
                </a:lnTo>
                <a:lnTo>
                  <a:pt x="4926457" y="317500"/>
                </a:lnTo>
                <a:lnTo>
                  <a:pt x="4325175" y="317500"/>
                </a:lnTo>
                <a:lnTo>
                  <a:pt x="4325175" y="342900"/>
                </a:lnTo>
                <a:lnTo>
                  <a:pt x="4325175" y="914400"/>
                </a:lnTo>
                <a:lnTo>
                  <a:pt x="4325175" y="939800"/>
                </a:lnTo>
                <a:lnTo>
                  <a:pt x="4325175" y="1524000"/>
                </a:lnTo>
                <a:lnTo>
                  <a:pt x="3742283" y="1524000"/>
                </a:lnTo>
                <a:lnTo>
                  <a:pt x="3742283" y="939800"/>
                </a:lnTo>
                <a:lnTo>
                  <a:pt x="4325175" y="939800"/>
                </a:lnTo>
                <a:lnTo>
                  <a:pt x="4325175" y="914400"/>
                </a:lnTo>
                <a:lnTo>
                  <a:pt x="3742283" y="914400"/>
                </a:lnTo>
                <a:lnTo>
                  <a:pt x="3742283" y="342900"/>
                </a:lnTo>
                <a:lnTo>
                  <a:pt x="4325175" y="342900"/>
                </a:lnTo>
                <a:lnTo>
                  <a:pt x="4325175" y="317500"/>
                </a:lnTo>
                <a:lnTo>
                  <a:pt x="3723894" y="317500"/>
                </a:lnTo>
                <a:lnTo>
                  <a:pt x="3723894" y="342900"/>
                </a:lnTo>
                <a:lnTo>
                  <a:pt x="3723894" y="914400"/>
                </a:lnTo>
                <a:lnTo>
                  <a:pt x="3723894" y="939800"/>
                </a:lnTo>
                <a:lnTo>
                  <a:pt x="3723894" y="1524000"/>
                </a:lnTo>
                <a:lnTo>
                  <a:pt x="3140989" y="1524000"/>
                </a:lnTo>
                <a:lnTo>
                  <a:pt x="3140989" y="939800"/>
                </a:lnTo>
                <a:lnTo>
                  <a:pt x="3723894" y="939800"/>
                </a:lnTo>
                <a:lnTo>
                  <a:pt x="3723894" y="914400"/>
                </a:lnTo>
                <a:lnTo>
                  <a:pt x="3140989" y="914400"/>
                </a:lnTo>
                <a:lnTo>
                  <a:pt x="3140989" y="342900"/>
                </a:lnTo>
                <a:lnTo>
                  <a:pt x="3723894" y="342900"/>
                </a:lnTo>
                <a:lnTo>
                  <a:pt x="3723894" y="317500"/>
                </a:lnTo>
                <a:lnTo>
                  <a:pt x="3122587" y="317500"/>
                </a:lnTo>
                <a:lnTo>
                  <a:pt x="3122587" y="342900"/>
                </a:lnTo>
                <a:lnTo>
                  <a:pt x="3122587" y="914400"/>
                </a:lnTo>
                <a:lnTo>
                  <a:pt x="3122587" y="939800"/>
                </a:lnTo>
                <a:lnTo>
                  <a:pt x="3122587" y="1524000"/>
                </a:lnTo>
                <a:lnTo>
                  <a:pt x="2539708" y="1524000"/>
                </a:lnTo>
                <a:lnTo>
                  <a:pt x="2539708" y="939800"/>
                </a:lnTo>
                <a:lnTo>
                  <a:pt x="3122587" y="939800"/>
                </a:lnTo>
                <a:lnTo>
                  <a:pt x="3122587" y="914400"/>
                </a:lnTo>
                <a:lnTo>
                  <a:pt x="2539708" y="914400"/>
                </a:lnTo>
                <a:lnTo>
                  <a:pt x="2539708" y="342900"/>
                </a:lnTo>
                <a:lnTo>
                  <a:pt x="3122587" y="342900"/>
                </a:lnTo>
                <a:lnTo>
                  <a:pt x="3122587" y="317500"/>
                </a:lnTo>
                <a:lnTo>
                  <a:pt x="2521305" y="317500"/>
                </a:lnTo>
                <a:lnTo>
                  <a:pt x="2521305" y="342900"/>
                </a:lnTo>
                <a:lnTo>
                  <a:pt x="2521305" y="914400"/>
                </a:lnTo>
                <a:lnTo>
                  <a:pt x="2521305" y="939800"/>
                </a:lnTo>
                <a:lnTo>
                  <a:pt x="2521305" y="1524000"/>
                </a:lnTo>
                <a:lnTo>
                  <a:pt x="1938426" y="1524000"/>
                </a:lnTo>
                <a:lnTo>
                  <a:pt x="1938426" y="939800"/>
                </a:lnTo>
                <a:lnTo>
                  <a:pt x="2521305" y="939800"/>
                </a:lnTo>
                <a:lnTo>
                  <a:pt x="2521305" y="914400"/>
                </a:lnTo>
                <a:lnTo>
                  <a:pt x="1938426" y="914400"/>
                </a:lnTo>
                <a:lnTo>
                  <a:pt x="1938426" y="342900"/>
                </a:lnTo>
                <a:lnTo>
                  <a:pt x="2521305" y="342900"/>
                </a:lnTo>
                <a:lnTo>
                  <a:pt x="2521305" y="317500"/>
                </a:lnTo>
                <a:lnTo>
                  <a:pt x="1920024" y="317500"/>
                </a:lnTo>
                <a:lnTo>
                  <a:pt x="1920024" y="342900"/>
                </a:lnTo>
                <a:lnTo>
                  <a:pt x="1920024" y="914400"/>
                </a:lnTo>
                <a:lnTo>
                  <a:pt x="1920024" y="939800"/>
                </a:lnTo>
                <a:lnTo>
                  <a:pt x="1920024" y="1524000"/>
                </a:lnTo>
                <a:lnTo>
                  <a:pt x="1337144" y="1524000"/>
                </a:lnTo>
                <a:lnTo>
                  <a:pt x="1337144" y="939800"/>
                </a:lnTo>
                <a:lnTo>
                  <a:pt x="1920024" y="939800"/>
                </a:lnTo>
                <a:lnTo>
                  <a:pt x="1920024" y="914400"/>
                </a:lnTo>
                <a:lnTo>
                  <a:pt x="1337144" y="914400"/>
                </a:lnTo>
                <a:lnTo>
                  <a:pt x="1337144" y="342900"/>
                </a:lnTo>
                <a:lnTo>
                  <a:pt x="1920024" y="342900"/>
                </a:lnTo>
                <a:lnTo>
                  <a:pt x="1920024" y="317500"/>
                </a:lnTo>
                <a:lnTo>
                  <a:pt x="1318742" y="317500"/>
                </a:lnTo>
                <a:lnTo>
                  <a:pt x="1318742" y="342900"/>
                </a:lnTo>
                <a:lnTo>
                  <a:pt x="1318742" y="914400"/>
                </a:lnTo>
                <a:lnTo>
                  <a:pt x="1318742" y="939800"/>
                </a:lnTo>
                <a:lnTo>
                  <a:pt x="1318742" y="1524000"/>
                </a:lnTo>
                <a:lnTo>
                  <a:pt x="735863" y="1524000"/>
                </a:lnTo>
                <a:lnTo>
                  <a:pt x="735863" y="939800"/>
                </a:lnTo>
                <a:lnTo>
                  <a:pt x="1318742" y="939800"/>
                </a:lnTo>
                <a:lnTo>
                  <a:pt x="1318742" y="914400"/>
                </a:lnTo>
                <a:lnTo>
                  <a:pt x="735863" y="914400"/>
                </a:lnTo>
                <a:lnTo>
                  <a:pt x="735863" y="342900"/>
                </a:lnTo>
                <a:lnTo>
                  <a:pt x="1318742" y="342900"/>
                </a:lnTo>
                <a:lnTo>
                  <a:pt x="1318742" y="317500"/>
                </a:lnTo>
                <a:lnTo>
                  <a:pt x="717461" y="317500"/>
                </a:lnTo>
                <a:lnTo>
                  <a:pt x="717461" y="342900"/>
                </a:lnTo>
                <a:lnTo>
                  <a:pt x="717461" y="914400"/>
                </a:lnTo>
                <a:lnTo>
                  <a:pt x="717461" y="939800"/>
                </a:lnTo>
                <a:lnTo>
                  <a:pt x="717461" y="1524000"/>
                </a:lnTo>
                <a:lnTo>
                  <a:pt x="134569" y="1524000"/>
                </a:lnTo>
                <a:lnTo>
                  <a:pt x="134569" y="939800"/>
                </a:lnTo>
                <a:lnTo>
                  <a:pt x="717461" y="939800"/>
                </a:lnTo>
                <a:lnTo>
                  <a:pt x="717461" y="914400"/>
                </a:lnTo>
                <a:lnTo>
                  <a:pt x="134569" y="914400"/>
                </a:lnTo>
                <a:lnTo>
                  <a:pt x="134569" y="342900"/>
                </a:lnTo>
                <a:lnTo>
                  <a:pt x="717461" y="342900"/>
                </a:lnTo>
                <a:lnTo>
                  <a:pt x="717461" y="317500"/>
                </a:lnTo>
                <a:lnTo>
                  <a:pt x="0" y="317500"/>
                </a:lnTo>
                <a:lnTo>
                  <a:pt x="0" y="342900"/>
                </a:lnTo>
                <a:lnTo>
                  <a:pt x="116281" y="342900"/>
                </a:lnTo>
                <a:lnTo>
                  <a:pt x="116281" y="914400"/>
                </a:lnTo>
                <a:lnTo>
                  <a:pt x="0" y="914400"/>
                </a:lnTo>
                <a:lnTo>
                  <a:pt x="0" y="939800"/>
                </a:lnTo>
                <a:lnTo>
                  <a:pt x="116281" y="939800"/>
                </a:lnTo>
                <a:lnTo>
                  <a:pt x="116281" y="1524000"/>
                </a:lnTo>
                <a:lnTo>
                  <a:pt x="0" y="1524000"/>
                </a:lnTo>
                <a:lnTo>
                  <a:pt x="0" y="1536700"/>
                </a:lnTo>
                <a:lnTo>
                  <a:pt x="116281" y="1536700"/>
                </a:lnTo>
                <a:lnTo>
                  <a:pt x="116281" y="2120900"/>
                </a:lnTo>
                <a:lnTo>
                  <a:pt x="134569" y="2120900"/>
                </a:lnTo>
                <a:lnTo>
                  <a:pt x="134569" y="1536700"/>
                </a:lnTo>
                <a:lnTo>
                  <a:pt x="717461" y="1536700"/>
                </a:lnTo>
                <a:lnTo>
                  <a:pt x="717461" y="2120900"/>
                </a:lnTo>
                <a:lnTo>
                  <a:pt x="735863" y="2120900"/>
                </a:lnTo>
                <a:lnTo>
                  <a:pt x="735863" y="1536700"/>
                </a:lnTo>
                <a:lnTo>
                  <a:pt x="1318742" y="1536700"/>
                </a:lnTo>
                <a:lnTo>
                  <a:pt x="1318742" y="2120900"/>
                </a:lnTo>
                <a:lnTo>
                  <a:pt x="1337144" y="2120900"/>
                </a:lnTo>
                <a:lnTo>
                  <a:pt x="1337144" y="1536700"/>
                </a:lnTo>
                <a:lnTo>
                  <a:pt x="1920024" y="1536700"/>
                </a:lnTo>
                <a:lnTo>
                  <a:pt x="1920024" y="2120900"/>
                </a:lnTo>
                <a:lnTo>
                  <a:pt x="1938426" y="2120900"/>
                </a:lnTo>
                <a:lnTo>
                  <a:pt x="1938426" y="1536700"/>
                </a:lnTo>
                <a:lnTo>
                  <a:pt x="2521305" y="1536700"/>
                </a:lnTo>
                <a:lnTo>
                  <a:pt x="2521305" y="2120900"/>
                </a:lnTo>
                <a:lnTo>
                  <a:pt x="2539708" y="2120900"/>
                </a:lnTo>
                <a:lnTo>
                  <a:pt x="2539708" y="1536700"/>
                </a:lnTo>
                <a:lnTo>
                  <a:pt x="18287988" y="1536700"/>
                </a:lnTo>
                <a:lnTo>
                  <a:pt x="18287988" y="1524000"/>
                </a:lnTo>
                <a:lnTo>
                  <a:pt x="18173218" y="1524000"/>
                </a:lnTo>
                <a:lnTo>
                  <a:pt x="18173218" y="939800"/>
                </a:lnTo>
                <a:lnTo>
                  <a:pt x="18287988" y="939800"/>
                </a:lnTo>
                <a:lnTo>
                  <a:pt x="18287988" y="914400"/>
                </a:lnTo>
                <a:lnTo>
                  <a:pt x="18173218" y="914400"/>
                </a:lnTo>
                <a:lnTo>
                  <a:pt x="18173218" y="342900"/>
                </a:lnTo>
                <a:lnTo>
                  <a:pt x="18287988" y="342900"/>
                </a:lnTo>
                <a:lnTo>
                  <a:pt x="18287988" y="317500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4"/>
          <p:cNvSpPr/>
          <p:nvPr/>
        </p:nvSpPr>
        <p:spPr>
          <a:xfrm>
            <a:off x="0" y="1536712"/>
            <a:ext cx="18288000" cy="2387600"/>
          </a:xfrm>
          <a:custGeom>
            <a:rect b="b" l="l" r="r" t="t"/>
            <a:pathLst>
              <a:path extrusionOk="0" h="2387600" w="18288000">
                <a:moveTo>
                  <a:pt x="4283837" y="584200"/>
                </a:moveTo>
                <a:lnTo>
                  <a:pt x="3742283" y="584200"/>
                </a:lnTo>
                <a:lnTo>
                  <a:pt x="3742283" y="0"/>
                </a:lnTo>
                <a:lnTo>
                  <a:pt x="3723894" y="0"/>
                </a:lnTo>
                <a:lnTo>
                  <a:pt x="3723894" y="1790700"/>
                </a:lnTo>
                <a:lnTo>
                  <a:pt x="3140989" y="1790700"/>
                </a:lnTo>
                <a:lnTo>
                  <a:pt x="3140989" y="1206500"/>
                </a:lnTo>
                <a:lnTo>
                  <a:pt x="3723894" y="1206500"/>
                </a:lnTo>
                <a:lnTo>
                  <a:pt x="3723894" y="1181100"/>
                </a:lnTo>
                <a:lnTo>
                  <a:pt x="3140989" y="1181100"/>
                </a:lnTo>
                <a:lnTo>
                  <a:pt x="3140989" y="609600"/>
                </a:lnTo>
                <a:lnTo>
                  <a:pt x="3723894" y="609600"/>
                </a:lnTo>
                <a:lnTo>
                  <a:pt x="3723894" y="584200"/>
                </a:lnTo>
                <a:lnTo>
                  <a:pt x="3140989" y="584200"/>
                </a:lnTo>
                <a:lnTo>
                  <a:pt x="3140989" y="0"/>
                </a:lnTo>
                <a:lnTo>
                  <a:pt x="3122587" y="0"/>
                </a:lnTo>
                <a:lnTo>
                  <a:pt x="3122587" y="1790700"/>
                </a:lnTo>
                <a:lnTo>
                  <a:pt x="2539708" y="1790700"/>
                </a:lnTo>
                <a:lnTo>
                  <a:pt x="2539708" y="1206500"/>
                </a:lnTo>
                <a:lnTo>
                  <a:pt x="3122587" y="1206500"/>
                </a:lnTo>
                <a:lnTo>
                  <a:pt x="3122587" y="1181100"/>
                </a:lnTo>
                <a:lnTo>
                  <a:pt x="2539708" y="1181100"/>
                </a:lnTo>
                <a:lnTo>
                  <a:pt x="2539708" y="609600"/>
                </a:lnTo>
                <a:lnTo>
                  <a:pt x="3122587" y="609600"/>
                </a:lnTo>
                <a:lnTo>
                  <a:pt x="3122587" y="584200"/>
                </a:lnTo>
                <a:lnTo>
                  <a:pt x="2539708" y="584200"/>
                </a:lnTo>
                <a:lnTo>
                  <a:pt x="2539708" y="0"/>
                </a:lnTo>
                <a:lnTo>
                  <a:pt x="2521305" y="0"/>
                </a:lnTo>
                <a:lnTo>
                  <a:pt x="2521305" y="1790700"/>
                </a:lnTo>
                <a:lnTo>
                  <a:pt x="1938426" y="1790700"/>
                </a:lnTo>
                <a:lnTo>
                  <a:pt x="1938426" y="1206500"/>
                </a:lnTo>
                <a:lnTo>
                  <a:pt x="2521305" y="1206500"/>
                </a:lnTo>
                <a:lnTo>
                  <a:pt x="2521305" y="1181100"/>
                </a:lnTo>
                <a:lnTo>
                  <a:pt x="1938426" y="1181100"/>
                </a:lnTo>
                <a:lnTo>
                  <a:pt x="1938426" y="609600"/>
                </a:lnTo>
                <a:lnTo>
                  <a:pt x="2521305" y="609600"/>
                </a:lnTo>
                <a:lnTo>
                  <a:pt x="2521305" y="584200"/>
                </a:lnTo>
                <a:lnTo>
                  <a:pt x="1920024" y="584200"/>
                </a:lnTo>
                <a:lnTo>
                  <a:pt x="1920024" y="609600"/>
                </a:lnTo>
                <a:lnTo>
                  <a:pt x="1920024" y="1181100"/>
                </a:lnTo>
                <a:lnTo>
                  <a:pt x="1920024" y="1206500"/>
                </a:lnTo>
                <a:lnTo>
                  <a:pt x="1920024" y="1790700"/>
                </a:lnTo>
                <a:lnTo>
                  <a:pt x="1337144" y="1790700"/>
                </a:lnTo>
                <a:lnTo>
                  <a:pt x="1337144" y="1206500"/>
                </a:lnTo>
                <a:lnTo>
                  <a:pt x="1920024" y="1206500"/>
                </a:lnTo>
                <a:lnTo>
                  <a:pt x="1920024" y="1181100"/>
                </a:lnTo>
                <a:lnTo>
                  <a:pt x="1337144" y="1181100"/>
                </a:lnTo>
                <a:lnTo>
                  <a:pt x="1337144" y="609600"/>
                </a:lnTo>
                <a:lnTo>
                  <a:pt x="1920024" y="609600"/>
                </a:lnTo>
                <a:lnTo>
                  <a:pt x="1920024" y="584200"/>
                </a:lnTo>
                <a:lnTo>
                  <a:pt x="1318742" y="584200"/>
                </a:lnTo>
                <a:lnTo>
                  <a:pt x="1318742" y="609600"/>
                </a:lnTo>
                <a:lnTo>
                  <a:pt x="1318742" y="1181100"/>
                </a:lnTo>
                <a:lnTo>
                  <a:pt x="1318742" y="1206500"/>
                </a:lnTo>
                <a:lnTo>
                  <a:pt x="1318742" y="1790700"/>
                </a:lnTo>
                <a:lnTo>
                  <a:pt x="735863" y="1790700"/>
                </a:lnTo>
                <a:lnTo>
                  <a:pt x="735863" y="1206500"/>
                </a:lnTo>
                <a:lnTo>
                  <a:pt x="1318742" y="1206500"/>
                </a:lnTo>
                <a:lnTo>
                  <a:pt x="1318742" y="1181100"/>
                </a:lnTo>
                <a:lnTo>
                  <a:pt x="735863" y="1181100"/>
                </a:lnTo>
                <a:lnTo>
                  <a:pt x="735863" y="609600"/>
                </a:lnTo>
                <a:lnTo>
                  <a:pt x="1318742" y="609600"/>
                </a:lnTo>
                <a:lnTo>
                  <a:pt x="1318742" y="584200"/>
                </a:lnTo>
                <a:lnTo>
                  <a:pt x="717461" y="584200"/>
                </a:lnTo>
                <a:lnTo>
                  <a:pt x="717461" y="609600"/>
                </a:lnTo>
                <a:lnTo>
                  <a:pt x="717461" y="1181100"/>
                </a:lnTo>
                <a:lnTo>
                  <a:pt x="717461" y="1206500"/>
                </a:lnTo>
                <a:lnTo>
                  <a:pt x="717461" y="1790700"/>
                </a:lnTo>
                <a:lnTo>
                  <a:pt x="134569" y="1790700"/>
                </a:lnTo>
                <a:lnTo>
                  <a:pt x="134569" y="1206500"/>
                </a:lnTo>
                <a:lnTo>
                  <a:pt x="717461" y="1206500"/>
                </a:lnTo>
                <a:lnTo>
                  <a:pt x="717461" y="1181100"/>
                </a:lnTo>
                <a:lnTo>
                  <a:pt x="134569" y="1181100"/>
                </a:lnTo>
                <a:lnTo>
                  <a:pt x="134569" y="609600"/>
                </a:lnTo>
                <a:lnTo>
                  <a:pt x="717461" y="609600"/>
                </a:lnTo>
                <a:lnTo>
                  <a:pt x="717461" y="584200"/>
                </a:lnTo>
                <a:lnTo>
                  <a:pt x="0" y="584200"/>
                </a:lnTo>
                <a:lnTo>
                  <a:pt x="0" y="609600"/>
                </a:lnTo>
                <a:lnTo>
                  <a:pt x="116281" y="609600"/>
                </a:lnTo>
                <a:lnTo>
                  <a:pt x="116281" y="1181100"/>
                </a:lnTo>
                <a:lnTo>
                  <a:pt x="0" y="1181100"/>
                </a:lnTo>
                <a:lnTo>
                  <a:pt x="0" y="1206500"/>
                </a:lnTo>
                <a:lnTo>
                  <a:pt x="116281" y="1206500"/>
                </a:lnTo>
                <a:lnTo>
                  <a:pt x="116281" y="1790700"/>
                </a:lnTo>
                <a:lnTo>
                  <a:pt x="0" y="1790700"/>
                </a:lnTo>
                <a:lnTo>
                  <a:pt x="0" y="1803400"/>
                </a:lnTo>
                <a:lnTo>
                  <a:pt x="116281" y="1803400"/>
                </a:lnTo>
                <a:lnTo>
                  <a:pt x="116281" y="2387600"/>
                </a:lnTo>
                <a:lnTo>
                  <a:pt x="134569" y="2387600"/>
                </a:lnTo>
                <a:lnTo>
                  <a:pt x="134569" y="1803400"/>
                </a:lnTo>
                <a:lnTo>
                  <a:pt x="717461" y="1803400"/>
                </a:lnTo>
                <a:lnTo>
                  <a:pt x="717461" y="2387600"/>
                </a:lnTo>
                <a:lnTo>
                  <a:pt x="735863" y="2387600"/>
                </a:lnTo>
                <a:lnTo>
                  <a:pt x="735863" y="1803400"/>
                </a:lnTo>
                <a:lnTo>
                  <a:pt x="1318742" y="1803400"/>
                </a:lnTo>
                <a:lnTo>
                  <a:pt x="1318742" y="2387600"/>
                </a:lnTo>
                <a:lnTo>
                  <a:pt x="1337144" y="2387600"/>
                </a:lnTo>
                <a:lnTo>
                  <a:pt x="1337144" y="1803400"/>
                </a:lnTo>
                <a:lnTo>
                  <a:pt x="1920024" y="1803400"/>
                </a:lnTo>
                <a:lnTo>
                  <a:pt x="1920024" y="2387600"/>
                </a:lnTo>
                <a:lnTo>
                  <a:pt x="1938426" y="2387600"/>
                </a:lnTo>
                <a:lnTo>
                  <a:pt x="1938426" y="1803400"/>
                </a:lnTo>
                <a:lnTo>
                  <a:pt x="2521305" y="1803400"/>
                </a:lnTo>
                <a:lnTo>
                  <a:pt x="2521305" y="2387600"/>
                </a:lnTo>
                <a:lnTo>
                  <a:pt x="2539708" y="2387600"/>
                </a:lnTo>
                <a:lnTo>
                  <a:pt x="2539708" y="1803400"/>
                </a:lnTo>
                <a:lnTo>
                  <a:pt x="3122587" y="1803400"/>
                </a:lnTo>
                <a:lnTo>
                  <a:pt x="3122587" y="2387600"/>
                </a:lnTo>
                <a:lnTo>
                  <a:pt x="3140989" y="2387600"/>
                </a:lnTo>
                <a:lnTo>
                  <a:pt x="3140989" y="1803400"/>
                </a:lnTo>
                <a:lnTo>
                  <a:pt x="3723894" y="1803400"/>
                </a:lnTo>
                <a:lnTo>
                  <a:pt x="3723894" y="2387600"/>
                </a:lnTo>
                <a:lnTo>
                  <a:pt x="3742283" y="2387600"/>
                </a:lnTo>
                <a:lnTo>
                  <a:pt x="3742283" y="1803400"/>
                </a:lnTo>
                <a:lnTo>
                  <a:pt x="4283837" y="1803400"/>
                </a:lnTo>
                <a:lnTo>
                  <a:pt x="4283837" y="1790700"/>
                </a:lnTo>
                <a:lnTo>
                  <a:pt x="3742283" y="1790700"/>
                </a:lnTo>
                <a:lnTo>
                  <a:pt x="3742283" y="1206500"/>
                </a:lnTo>
                <a:lnTo>
                  <a:pt x="4283837" y="1206500"/>
                </a:lnTo>
                <a:lnTo>
                  <a:pt x="4283837" y="1181100"/>
                </a:lnTo>
                <a:lnTo>
                  <a:pt x="3742283" y="1181100"/>
                </a:lnTo>
                <a:lnTo>
                  <a:pt x="3742283" y="609600"/>
                </a:lnTo>
                <a:lnTo>
                  <a:pt x="4283837" y="609600"/>
                </a:lnTo>
                <a:lnTo>
                  <a:pt x="4283837" y="584200"/>
                </a:lnTo>
                <a:close/>
              </a:path>
              <a:path extrusionOk="0" h="2387600" w="18288000">
                <a:moveTo>
                  <a:pt x="4343565" y="0"/>
                </a:moveTo>
                <a:lnTo>
                  <a:pt x="4325175" y="0"/>
                </a:lnTo>
                <a:lnTo>
                  <a:pt x="4325175" y="300672"/>
                </a:lnTo>
                <a:lnTo>
                  <a:pt x="4343565" y="300672"/>
                </a:lnTo>
                <a:lnTo>
                  <a:pt x="4343565" y="0"/>
                </a:lnTo>
                <a:close/>
              </a:path>
              <a:path extrusionOk="0" h="2387600" w="18288000">
                <a:moveTo>
                  <a:pt x="4944846" y="0"/>
                </a:moveTo>
                <a:lnTo>
                  <a:pt x="4926457" y="0"/>
                </a:lnTo>
                <a:lnTo>
                  <a:pt x="4926457" y="300672"/>
                </a:lnTo>
                <a:lnTo>
                  <a:pt x="4944846" y="300672"/>
                </a:lnTo>
                <a:lnTo>
                  <a:pt x="4944846" y="0"/>
                </a:lnTo>
                <a:close/>
              </a:path>
              <a:path extrusionOk="0" h="2387600" w="18288000">
                <a:moveTo>
                  <a:pt x="5546128" y="0"/>
                </a:moveTo>
                <a:lnTo>
                  <a:pt x="5527738" y="0"/>
                </a:lnTo>
                <a:lnTo>
                  <a:pt x="5527738" y="300672"/>
                </a:lnTo>
                <a:lnTo>
                  <a:pt x="5546128" y="300672"/>
                </a:lnTo>
                <a:lnTo>
                  <a:pt x="5546128" y="0"/>
                </a:lnTo>
                <a:close/>
              </a:path>
              <a:path extrusionOk="0" h="2387600" w="18288000">
                <a:moveTo>
                  <a:pt x="6147409" y="0"/>
                </a:moveTo>
                <a:lnTo>
                  <a:pt x="6129020" y="0"/>
                </a:lnTo>
                <a:lnTo>
                  <a:pt x="6129020" y="300672"/>
                </a:lnTo>
                <a:lnTo>
                  <a:pt x="6147409" y="300672"/>
                </a:lnTo>
                <a:lnTo>
                  <a:pt x="6147409" y="0"/>
                </a:lnTo>
                <a:close/>
              </a:path>
              <a:path extrusionOk="0" h="2387600" w="18288000">
                <a:moveTo>
                  <a:pt x="6748716" y="0"/>
                </a:moveTo>
                <a:lnTo>
                  <a:pt x="6730314" y="0"/>
                </a:lnTo>
                <a:lnTo>
                  <a:pt x="6730314" y="300672"/>
                </a:lnTo>
                <a:lnTo>
                  <a:pt x="6748716" y="300672"/>
                </a:lnTo>
                <a:lnTo>
                  <a:pt x="6748716" y="0"/>
                </a:lnTo>
                <a:close/>
              </a:path>
              <a:path extrusionOk="0" h="2387600" w="18288000">
                <a:moveTo>
                  <a:pt x="7349998" y="0"/>
                </a:moveTo>
                <a:lnTo>
                  <a:pt x="7331596" y="0"/>
                </a:lnTo>
                <a:lnTo>
                  <a:pt x="7331596" y="300672"/>
                </a:lnTo>
                <a:lnTo>
                  <a:pt x="7349998" y="300672"/>
                </a:lnTo>
                <a:lnTo>
                  <a:pt x="7349998" y="0"/>
                </a:lnTo>
                <a:close/>
              </a:path>
              <a:path extrusionOk="0" h="2387600" w="18288000">
                <a:moveTo>
                  <a:pt x="7951279" y="0"/>
                </a:moveTo>
                <a:lnTo>
                  <a:pt x="7932877" y="0"/>
                </a:lnTo>
                <a:lnTo>
                  <a:pt x="7932877" y="300672"/>
                </a:lnTo>
                <a:lnTo>
                  <a:pt x="7951279" y="300672"/>
                </a:lnTo>
                <a:lnTo>
                  <a:pt x="7951279" y="0"/>
                </a:lnTo>
                <a:close/>
              </a:path>
              <a:path extrusionOk="0" h="2387600" w="18288000">
                <a:moveTo>
                  <a:pt x="8552561" y="0"/>
                </a:moveTo>
                <a:lnTo>
                  <a:pt x="8534159" y="0"/>
                </a:lnTo>
                <a:lnTo>
                  <a:pt x="8534159" y="300672"/>
                </a:lnTo>
                <a:lnTo>
                  <a:pt x="8552561" y="300672"/>
                </a:lnTo>
                <a:lnTo>
                  <a:pt x="8552561" y="0"/>
                </a:lnTo>
                <a:close/>
              </a:path>
              <a:path extrusionOk="0" h="2387600" w="18288000">
                <a:moveTo>
                  <a:pt x="9153842" y="0"/>
                </a:moveTo>
                <a:lnTo>
                  <a:pt x="9135440" y="0"/>
                </a:lnTo>
                <a:lnTo>
                  <a:pt x="9135440" y="300672"/>
                </a:lnTo>
                <a:lnTo>
                  <a:pt x="9153842" y="300672"/>
                </a:lnTo>
                <a:lnTo>
                  <a:pt x="9153842" y="0"/>
                </a:lnTo>
                <a:close/>
              </a:path>
              <a:path extrusionOk="0" h="2387600" w="18288000">
                <a:moveTo>
                  <a:pt x="9755124" y="0"/>
                </a:moveTo>
                <a:lnTo>
                  <a:pt x="9736722" y="0"/>
                </a:lnTo>
                <a:lnTo>
                  <a:pt x="9736722" y="300672"/>
                </a:lnTo>
                <a:lnTo>
                  <a:pt x="9755124" y="300672"/>
                </a:lnTo>
                <a:lnTo>
                  <a:pt x="9755124" y="0"/>
                </a:lnTo>
                <a:close/>
              </a:path>
              <a:path extrusionOk="0" h="2387600" w="18288000">
                <a:moveTo>
                  <a:pt x="10356418" y="0"/>
                </a:moveTo>
                <a:lnTo>
                  <a:pt x="10338016" y="0"/>
                </a:lnTo>
                <a:lnTo>
                  <a:pt x="10338016" y="300672"/>
                </a:lnTo>
                <a:lnTo>
                  <a:pt x="10356418" y="300672"/>
                </a:lnTo>
                <a:lnTo>
                  <a:pt x="10356418" y="0"/>
                </a:lnTo>
                <a:close/>
              </a:path>
              <a:path extrusionOk="0" h="2387600" w="18288000">
                <a:moveTo>
                  <a:pt x="10957700" y="0"/>
                </a:moveTo>
                <a:lnTo>
                  <a:pt x="10939310" y="0"/>
                </a:lnTo>
                <a:lnTo>
                  <a:pt x="10939310" y="300672"/>
                </a:lnTo>
                <a:lnTo>
                  <a:pt x="10957700" y="300672"/>
                </a:lnTo>
                <a:lnTo>
                  <a:pt x="10957700" y="0"/>
                </a:lnTo>
                <a:close/>
              </a:path>
              <a:path extrusionOk="0" h="2387600" w="18288000">
                <a:moveTo>
                  <a:pt x="11558981" y="0"/>
                </a:moveTo>
                <a:lnTo>
                  <a:pt x="11540592" y="0"/>
                </a:lnTo>
                <a:lnTo>
                  <a:pt x="11540592" y="300672"/>
                </a:lnTo>
                <a:lnTo>
                  <a:pt x="11558981" y="300672"/>
                </a:lnTo>
                <a:lnTo>
                  <a:pt x="11558981" y="0"/>
                </a:lnTo>
                <a:close/>
              </a:path>
              <a:path extrusionOk="0" h="2387600" w="18288000">
                <a:moveTo>
                  <a:pt x="12160263" y="0"/>
                </a:moveTo>
                <a:lnTo>
                  <a:pt x="12141873" y="0"/>
                </a:lnTo>
                <a:lnTo>
                  <a:pt x="12141873" y="300672"/>
                </a:lnTo>
                <a:lnTo>
                  <a:pt x="12160263" y="300672"/>
                </a:lnTo>
                <a:lnTo>
                  <a:pt x="12160263" y="0"/>
                </a:lnTo>
                <a:close/>
              </a:path>
              <a:path extrusionOk="0" h="2387600" w="18288000">
                <a:moveTo>
                  <a:pt x="12761544" y="0"/>
                </a:moveTo>
                <a:lnTo>
                  <a:pt x="12743155" y="0"/>
                </a:lnTo>
                <a:lnTo>
                  <a:pt x="12743155" y="300672"/>
                </a:lnTo>
                <a:lnTo>
                  <a:pt x="12761544" y="300672"/>
                </a:lnTo>
                <a:lnTo>
                  <a:pt x="12761544" y="0"/>
                </a:lnTo>
                <a:close/>
              </a:path>
              <a:path extrusionOk="0" h="2387600" w="18288000">
                <a:moveTo>
                  <a:pt x="13362851" y="0"/>
                </a:moveTo>
                <a:lnTo>
                  <a:pt x="13344449" y="0"/>
                </a:lnTo>
                <a:lnTo>
                  <a:pt x="13344449" y="300672"/>
                </a:lnTo>
                <a:lnTo>
                  <a:pt x="13362851" y="300672"/>
                </a:lnTo>
                <a:lnTo>
                  <a:pt x="13362851" y="0"/>
                </a:lnTo>
                <a:close/>
              </a:path>
              <a:path extrusionOk="0" h="2387600" w="18288000">
                <a:moveTo>
                  <a:pt x="13964133" y="0"/>
                </a:moveTo>
                <a:lnTo>
                  <a:pt x="13945730" y="0"/>
                </a:lnTo>
                <a:lnTo>
                  <a:pt x="13945730" y="300672"/>
                </a:lnTo>
                <a:lnTo>
                  <a:pt x="13964133" y="300672"/>
                </a:lnTo>
                <a:lnTo>
                  <a:pt x="13964133" y="0"/>
                </a:lnTo>
                <a:close/>
              </a:path>
              <a:path extrusionOk="0" h="2387600" w="18288000">
                <a:moveTo>
                  <a:pt x="18287988" y="584200"/>
                </a:moveTo>
                <a:lnTo>
                  <a:pt x="18173218" y="584200"/>
                </a:lnTo>
                <a:lnTo>
                  <a:pt x="18173218" y="0"/>
                </a:lnTo>
                <a:lnTo>
                  <a:pt x="18154727" y="0"/>
                </a:lnTo>
                <a:lnTo>
                  <a:pt x="18154727" y="1790700"/>
                </a:lnTo>
                <a:lnTo>
                  <a:pt x="17571835" y="1790700"/>
                </a:lnTo>
                <a:lnTo>
                  <a:pt x="17571835" y="1206500"/>
                </a:lnTo>
                <a:lnTo>
                  <a:pt x="18154727" y="1206500"/>
                </a:lnTo>
                <a:lnTo>
                  <a:pt x="18154727" y="1181100"/>
                </a:lnTo>
                <a:lnTo>
                  <a:pt x="17571835" y="1181100"/>
                </a:lnTo>
                <a:lnTo>
                  <a:pt x="17571835" y="609600"/>
                </a:lnTo>
                <a:lnTo>
                  <a:pt x="18154727" y="609600"/>
                </a:lnTo>
                <a:lnTo>
                  <a:pt x="18154727" y="584200"/>
                </a:lnTo>
                <a:lnTo>
                  <a:pt x="17571835" y="584200"/>
                </a:lnTo>
                <a:lnTo>
                  <a:pt x="17571835" y="0"/>
                </a:lnTo>
                <a:lnTo>
                  <a:pt x="17553445" y="0"/>
                </a:lnTo>
                <a:lnTo>
                  <a:pt x="17553445" y="1790700"/>
                </a:lnTo>
                <a:lnTo>
                  <a:pt x="16970553" y="1790700"/>
                </a:lnTo>
                <a:lnTo>
                  <a:pt x="16970553" y="1206500"/>
                </a:lnTo>
                <a:lnTo>
                  <a:pt x="17553445" y="1206500"/>
                </a:lnTo>
                <a:lnTo>
                  <a:pt x="17553445" y="1181100"/>
                </a:lnTo>
                <a:lnTo>
                  <a:pt x="16970553" y="1181100"/>
                </a:lnTo>
                <a:lnTo>
                  <a:pt x="16970553" y="609600"/>
                </a:lnTo>
                <a:lnTo>
                  <a:pt x="17553445" y="609600"/>
                </a:lnTo>
                <a:lnTo>
                  <a:pt x="17553445" y="584200"/>
                </a:lnTo>
                <a:lnTo>
                  <a:pt x="16970553" y="584200"/>
                </a:lnTo>
                <a:lnTo>
                  <a:pt x="16970553" y="0"/>
                </a:lnTo>
                <a:lnTo>
                  <a:pt x="16952164" y="0"/>
                </a:lnTo>
                <a:lnTo>
                  <a:pt x="16952164" y="1790700"/>
                </a:lnTo>
                <a:lnTo>
                  <a:pt x="16369272" y="1790700"/>
                </a:lnTo>
                <a:lnTo>
                  <a:pt x="16369272" y="1206500"/>
                </a:lnTo>
                <a:lnTo>
                  <a:pt x="16952164" y="1206500"/>
                </a:lnTo>
                <a:lnTo>
                  <a:pt x="16952164" y="1181100"/>
                </a:lnTo>
                <a:lnTo>
                  <a:pt x="16369272" y="1181100"/>
                </a:lnTo>
                <a:lnTo>
                  <a:pt x="16369272" y="609600"/>
                </a:lnTo>
                <a:lnTo>
                  <a:pt x="16952164" y="609600"/>
                </a:lnTo>
                <a:lnTo>
                  <a:pt x="16952164" y="584200"/>
                </a:lnTo>
                <a:lnTo>
                  <a:pt x="16369272" y="584200"/>
                </a:lnTo>
                <a:lnTo>
                  <a:pt x="16369272" y="0"/>
                </a:lnTo>
                <a:lnTo>
                  <a:pt x="16350882" y="0"/>
                </a:lnTo>
                <a:lnTo>
                  <a:pt x="16350882" y="1790700"/>
                </a:lnTo>
                <a:lnTo>
                  <a:pt x="15767977" y="1790700"/>
                </a:lnTo>
                <a:lnTo>
                  <a:pt x="15767977" y="1206500"/>
                </a:lnTo>
                <a:lnTo>
                  <a:pt x="16350882" y="1206500"/>
                </a:lnTo>
                <a:lnTo>
                  <a:pt x="16350882" y="1181100"/>
                </a:lnTo>
                <a:lnTo>
                  <a:pt x="15767977" y="1181100"/>
                </a:lnTo>
                <a:lnTo>
                  <a:pt x="15767977" y="609600"/>
                </a:lnTo>
                <a:lnTo>
                  <a:pt x="16350882" y="609600"/>
                </a:lnTo>
                <a:lnTo>
                  <a:pt x="16350882" y="584200"/>
                </a:lnTo>
                <a:lnTo>
                  <a:pt x="15767977" y="584200"/>
                </a:lnTo>
                <a:lnTo>
                  <a:pt x="15767977" y="0"/>
                </a:lnTo>
                <a:lnTo>
                  <a:pt x="15749575" y="0"/>
                </a:lnTo>
                <a:lnTo>
                  <a:pt x="15749575" y="1790700"/>
                </a:lnTo>
                <a:lnTo>
                  <a:pt x="15166696" y="1790700"/>
                </a:lnTo>
                <a:lnTo>
                  <a:pt x="15166696" y="1206500"/>
                </a:lnTo>
                <a:lnTo>
                  <a:pt x="15749575" y="1206500"/>
                </a:lnTo>
                <a:lnTo>
                  <a:pt x="15749575" y="1181100"/>
                </a:lnTo>
                <a:lnTo>
                  <a:pt x="15166696" y="1181100"/>
                </a:lnTo>
                <a:lnTo>
                  <a:pt x="15166696" y="609600"/>
                </a:lnTo>
                <a:lnTo>
                  <a:pt x="15749575" y="609600"/>
                </a:lnTo>
                <a:lnTo>
                  <a:pt x="15749575" y="584200"/>
                </a:lnTo>
                <a:lnTo>
                  <a:pt x="15166696" y="584200"/>
                </a:lnTo>
                <a:lnTo>
                  <a:pt x="15166696" y="0"/>
                </a:lnTo>
                <a:lnTo>
                  <a:pt x="15148294" y="0"/>
                </a:lnTo>
                <a:lnTo>
                  <a:pt x="15148294" y="1790700"/>
                </a:lnTo>
                <a:lnTo>
                  <a:pt x="14565414" y="1790700"/>
                </a:lnTo>
                <a:lnTo>
                  <a:pt x="14565414" y="1206500"/>
                </a:lnTo>
                <a:lnTo>
                  <a:pt x="15148294" y="1206500"/>
                </a:lnTo>
                <a:lnTo>
                  <a:pt x="15148294" y="1181100"/>
                </a:lnTo>
                <a:lnTo>
                  <a:pt x="14565414" y="1181100"/>
                </a:lnTo>
                <a:lnTo>
                  <a:pt x="14565414" y="609600"/>
                </a:lnTo>
                <a:lnTo>
                  <a:pt x="15148294" y="609600"/>
                </a:lnTo>
                <a:lnTo>
                  <a:pt x="15148294" y="584200"/>
                </a:lnTo>
                <a:lnTo>
                  <a:pt x="14565414" y="584200"/>
                </a:lnTo>
                <a:lnTo>
                  <a:pt x="14565414" y="0"/>
                </a:lnTo>
                <a:lnTo>
                  <a:pt x="14547012" y="0"/>
                </a:lnTo>
                <a:lnTo>
                  <a:pt x="14547012" y="584200"/>
                </a:lnTo>
                <a:lnTo>
                  <a:pt x="14452600" y="584200"/>
                </a:lnTo>
                <a:lnTo>
                  <a:pt x="14452600" y="609600"/>
                </a:lnTo>
                <a:lnTo>
                  <a:pt x="14547012" y="609600"/>
                </a:lnTo>
                <a:lnTo>
                  <a:pt x="14547012" y="1181100"/>
                </a:lnTo>
                <a:lnTo>
                  <a:pt x="14452600" y="1181100"/>
                </a:lnTo>
                <a:lnTo>
                  <a:pt x="14452600" y="1206500"/>
                </a:lnTo>
                <a:lnTo>
                  <a:pt x="14547012" y="1206500"/>
                </a:lnTo>
                <a:lnTo>
                  <a:pt x="14547012" y="1790700"/>
                </a:lnTo>
                <a:lnTo>
                  <a:pt x="14452600" y="1790700"/>
                </a:lnTo>
                <a:lnTo>
                  <a:pt x="14452600" y="1803400"/>
                </a:lnTo>
                <a:lnTo>
                  <a:pt x="14547012" y="1803400"/>
                </a:lnTo>
                <a:lnTo>
                  <a:pt x="14547012" y="2387600"/>
                </a:lnTo>
                <a:lnTo>
                  <a:pt x="14565414" y="2387600"/>
                </a:lnTo>
                <a:lnTo>
                  <a:pt x="14565414" y="1803400"/>
                </a:lnTo>
                <a:lnTo>
                  <a:pt x="15148294" y="1803400"/>
                </a:lnTo>
                <a:lnTo>
                  <a:pt x="15148294" y="2387600"/>
                </a:lnTo>
                <a:lnTo>
                  <a:pt x="15166696" y="2387600"/>
                </a:lnTo>
                <a:lnTo>
                  <a:pt x="15166696" y="1803400"/>
                </a:lnTo>
                <a:lnTo>
                  <a:pt x="15749575" y="1803400"/>
                </a:lnTo>
                <a:lnTo>
                  <a:pt x="15749575" y="2387600"/>
                </a:lnTo>
                <a:lnTo>
                  <a:pt x="15767977" y="2387600"/>
                </a:lnTo>
                <a:lnTo>
                  <a:pt x="15767977" y="1803400"/>
                </a:lnTo>
                <a:lnTo>
                  <a:pt x="18287988" y="1803400"/>
                </a:lnTo>
                <a:lnTo>
                  <a:pt x="18287988" y="1790700"/>
                </a:lnTo>
                <a:lnTo>
                  <a:pt x="18173218" y="1790700"/>
                </a:lnTo>
                <a:lnTo>
                  <a:pt x="18173218" y="1206500"/>
                </a:lnTo>
                <a:lnTo>
                  <a:pt x="18287988" y="1206500"/>
                </a:lnTo>
                <a:lnTo>
                  <a:pt x="18287988" y="1181100"/>
                </a:lnTo>
                <a:lnTo>
                  <a:pt x="18173218" y="1181100"/>
                </a:lnTo>
                <a:lnTo>
                  <a:pt x="18173218" y="609600"/>
                </a:lnTo>
                <a:lnTo>
                  <a:pt x="18287988" y="609600"/>
                </a:lnTo>
                <a:lnTo>
                  <a:pt x="18287988" y="584200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4"/>
          <p:cNvSpPr/>
          <p:nvPr/>
        </p:nvSpPr>
        <p:spPr>
          <a:xfrm>
            <a:off x="0" y="3340112"/>
            <a:ext cx="18288000" cy="3009900"/>
          </a:xfrm>
          <a:custGeom>
            <a:rect b="b" l="l" r="r" t="t"/>
            <a:pathLst>
              <a:path extrusionOk="0" h="3009900" w="18288000">
                <a:moveTo>
                  <a:pt x="4283837" y="584200"/>
                </a:moveTo>
                <a:lnTo>
                  <a:pt x="3723894" y="584200"/>
                </a:lnTo>
                <a:lnTo>
                  <a:pt x="3723894" y="609600"/>
                </a:lnTo>
                <a:lnTo>
                  <a:pt x="3723894" y="1193800"/>
                </a:lnTo>
                <a:lnTo>
                  <a:pt x="3723894" y="2997200"/>
                </a:lnTo>
                <a:lnTo>
                  <a:pt x="3140989" y="2997200"/>
                </a:lnTo>
                <a:lnTo>
                  <a:pt x="3140989" y="2413000"/>
                </a:lnTo>
                <a:lnTo>
                  <a:pt x="3723894" y="2413000"/>
                </a:lnTo>
                <a:lnTo>
                  <a:pt x="3723894" y="2387600"/>
                </a:lnTo>
                <a:lnTo>
                  <a:pt x="3140989" y="2387600"/>
                </a:lnTo>
                <a:lnTo>
                  <a:pt x="3140989" y="1803400"/>
                </a:lnTo>
                <a:lnTo>
                  <a:pt x="3723894" y="1803400"/>
                </a:lnTo>
                <a:lnTo>
                  <a:pt x="3723894" y="1790700"/>
                </a:lnTo>
                <a:lnTo>
                  <a:pt x="3140989" y="1790700"/>
                </a:lnTo>
                <a:lnTo>
                  <a:pt x="3140989" y="1206500"/>
                </a:lnTo>
                <a:lnTo>
                  <a:pt x="3723894" y="1206500"/>
                </a:lnTo>
                <a:lnTo>
                  <a:pt x="3723894" y="1193800"/>
                </a:lnTo>
                <a:lnTo>
                  <a:pt x="3140989" y="1193800"/>
                </a:lnTo>
                <a:lnTo>
                  <a:pt x="3140989" y="609600"/>
                </a:lnTo>
                <a:lnTo>
                  <a:pt x="3723894" y="609600"/>
                </a:lnTo>
                <a:lnTo>
                  <a:pt x="3723894" y="584200"/>
                </a:lnTo>
                <a:lnTo>
                  <a:pt x="3122587" y="584200"/>
                </a:lnTo>
                <a:lnTo>
                  <a:pt x="3122587" y="609600"/>
                </a:lnTo>
                <a:lnTo>
                  <a:pt x="3122587" y="1193800"/>
                </a:lnTo>
                <a:lnTo>
                  <a:pt x="3122587" y="2997200"/>
                </a:lnTo>
                <a:lnTo>
                  <a:pt x="2539708" y="2997200"/>
                </a:lnTo>
                <a:lnTo>
                  <a:pt x="2539708" y="2413000"/>
                </a:lnTo>
                <a:lnTo>
                  <a:pt x="3122587" y="2413000"/>
                </a:lnTo>
                <a:lnTo>
                  <a:pt x="3122587" y="2387600"/>
                </a:lnTo>
                <a:lnTo>
                  <a:pt x="2539708" y="2387600"/>
                </a:lnTo>
                <a:lnTo>
                  <a:pt x="2539708" y="1803400"/>
                </a:lnTo>
                <a:lnTo>
                  <a:pt x="3122587" y="1803400"/>
                </a:lnTo>
                <a:lnTo>
                  <a:pt x="3122587" y="1790700"/>
                </a:lnTo>
                <a:lnTo>
                  <a:pt x="2539708" y="1790700"/>
                </a:lnTo>
                <a:lnTo>
                  <a:pt x="2539708" y="1206500"/>
                </a:lnTo>
                <a:lnTo>
                  <a:pt x="3122587" y="1206500"/>
                </a:lnTo>
                <a:lnTo>
                  <a:pt x="3122587" y="1193800"/>
                </a:lnTo>
                <a:lnTo>
                  <a:pt x="2539708" y="1193800"/>
                </a:lnTo>
                <a:lnTo>
                  <a:pt x="2539708" y="609600"/>
                </a:lnTo>
                <a:lnTo>
                  <a:pt x="3122587" y="609600"/>
                </a:lnTo>
                <a:lnTo>
                  <a:pt x="3122587" y="584200"/>
                </a:lnTo>
                <a:lnTo>
                  <a:pt x="2521305" y="584200"/>
                </a:lnTo>
                <a:lnTo>
                  <a:pt x="2521305" y="609600"/>
                </a:lnTo>
                <a:lnTo>
                  <a:pt x="2521305" y="1193800"/>
                </a:lnTo>
                <a:lnTo>
                  <a:pt x="2521305" y="2997200"/>
                </a:lnTo>
                <a:lnTo>
                  <a:pt x="1938426" y="2997200"/>
                </a:lnTo>
                <a:lnTo>
                  <a:pt x="1938426" y="2413000"/>
                </a:lnTo>
                <a:lnTo>
                  <a:pt x="2521305" y="2413000"/>
                </a:lnTo>
                <a:lnTo>
                  <a:pt x="2521305" y="2387600"/>
                </a:lnTo>
                <a:lnTo>
                  <a:pt x="1938426" y="2387600"/>
                </a:lnTo>
                <a:lnTo>
                  <a:pt x="1938426" y="1803400"/>
                </a:lnTo>
                <a:lnTo>
                  <a:pt x="2521305" y="1803400"/>
                </a:lnTo>
                <a:lnTo>
                  <a:pt x="2521305" y="1790700"/>
                </a:lnTo>
                <a:lnTo>
                  <a:pt x="1938426" y="1790700"/>
                </a:lnTo>
                <a:lnTo>
                  <a:pt x="1938426" y="1206500"/>
                </a:lnTo>
                <a:lnTo>
                  <a:pt x="2521305" y="1206500"/>
                </a:lnTo>
                <a:lnTo>
                  <a:pt x="2521305" y="1193800"/>
                </a:lnTo>
                <a:lnTo>
                  <a:pt x="1938426" y="1193800"/>
                </a:lnTo>
                <a:lnTo>
                  <a:pt x="1938426" y="609600"/>
                </a:lnTo>
                <a:lnTo>
                  <a:pt x="2521305" y="609600"/>
                </a:lnTo>
                <a:lnTo>
                  <a:pt x="2521305" y="584200"/>
                </a:lnTo>
                <a:lnTo>
                  <a:pt x="1920024" y="584200"/>
                </a:lnTo>
                <a:lnTo>
                  <a:pt x="1920024" y="609600"/>
                </a:lnTo>
                <a:lnTo>
                  <a:pt x="1920024" y="1193800"/>
                </a:lnTo>
                <a:lnTo>
                  <a:pt x="1920024" y="2997200"/>
                </a:lnTo>
                <a:lnTo>
                  <a:pt x="1337144" y="2997200"/>
                </a:lnTo>
                <a:lnTo>
                  <a:pt x="1337144" y="2413000"/>
                </a:lnTo>
                <a:lnTo>
                  <a:pt x="1920024" y="2413000"/>
                </a:lnTo>
                <a:lnTo>
                  <a:pt x="1920024" y="2387600"/>
                </a:lnTo>
                <a:lnTo>
                  <a:pt x="1337144" y="2387600"/>
                </a:lnTo>
                <a:lnTo>
                  <a:pt x="1337144" y="1803400"/>
                </a:lnTo>
                <a:lnTo>
                  <a:pt x="1920024" y="1803400"/>
                </a:lnTo>
                <a:lnTo>
                  <a:pt x="1920024" y="1790700"/>
                </a:lnTo>
                <a:lnTo>
                  <a:pt x="1337144" y="1790700"/>
                </a:lnTo>
                <a:lnTo>
                  <a:pt x="1337144" y="1206500"/>
                </a:lnTo>
                <a:lnTo>
                  <a:pt x="1920024" y="1206500"/>
                </a:lnTo>
                <a:lnTo>
                  <a:pt x="1920024" y="1193800"/>
                </a:lnTo>
                <a:lnTo>
                  <a:pt x="1337144" y="1193800"/>
                </a:lnTo>
                <a:lnTo>
                  <a:pt x="1337144" y="609600"/>
                </a:lnTo>
                <a:lnTo>
                  <a:pt x="1920024" y="609600"/>
                </a:lnTo>
                <a:lnTo>
                  <a:pt x="1920024" y="584200"/>
                </a:lnTo>
                <a:lnTo>
                  <a:pt x="1318742" y="584200"/>
                </a:lnTo>
                <a:lnTo>
                  <a:pt x="1318742" y="609600"/>
                </a:lnTo>
                <a:lnTo>
                  <a:pt x="1318742" y="1193800"/>
                </a:lnTo>
                <a:lnTo>
                  <a:pt x="1318742" y="2997200"/>
                </a:lnTo>
                <a:lnTo>
                  <a:pt x="735863" y="2997200"/>
                </a:lnTo>
                <a:lnTo>
                  <a:pt x="735863" y="2413000"/>
                </a:lnTo>
                <a:lnTo>
                  <a:pt x="1318742" y="2413000"/>
                </a:lnTo>
                <a:lnTo>
                  <a:pt x="1318742" y="2387600"/>
                </a:lnTo>
                <a:lnTo>
                  <a:pt x="735863" y="2387600"/>
                </a:lnTo>
                <a:lnTo>
                  <a:pt x="735863" y="1803400"/>
                </a:lnTo>
                <a:lnTo>
                  <a:pt x="1318742" y="1803400"/>
                </a:lnTo>
                <a:lnTo>
                  <a:pt x="1318742" y="1790700"/>
                </a:lnTo>
                <a:lnTo>
                  <a:pt x="735863" y="1790700"/>
                </a:lnTo>
                <a:lnTo>
                  <a:pt x="735863" y="1206500"/>
                </a:lnTo>
                <a:lnTo>
                  <a:pt x="1318742" y="1206500"/>
                </a:lnTo>
                <a:lnTo>
                  <a:pt x="1318742" y="1193800"/>
                </a:lnTo>
                <a:lnTo>
                  <a:pt x="735863" y="1193800"/>
                </a:lnTo>
                <a:lnTo>
                  <a:pt x="735863" y="609600"/>
                </a:lnTo>
                <a:lnTo>
                  <a:pt x="1318742" y="609600"/>
                </a:lnTo>
                <a:lnTo>
                  <a:pt x="1318742" y="584200"/>
                </a:lnTo>
                <a:lnTo>
                  <a:pt x="717461" y="584200"/>
                </a:lnTo>
                <a:lnTo>
                  <a:pt x="717461" y="609600"/>
                </a:lnTo>
                <a:lnTo>
                  <a:pt x="717461" y="1193800"/>
                </a:lnTo>
                <a:lnTo>
                  <a:pt x="717461" y="2997200"/>
                </a:lnTo>
                <a:lnTo>
                  <a:pt x="134569" y="2997200"/>
                </a:lnTo>
                <a:lnTo>
                  <a:pt x="134569" y="2413000"/>
                </a:lnTo>
                <a:lnTo>
                  <a:pt x="717461" y="2413000"/>
                </a:lnTo>
                <a:lnTo>
                  <a:pt x="717461" y="2387600"/>
                </a:lnTo>
                <a:lnTo>
                  <a:pt x="134569" y="2387600"/>
                </a:lnTo>
                <a:lnTo>
                  <a:pt x="134569" y="1803400"/>
                </a:lnTo>
                <a:lnTo>
                  <a:pt x="717461" y="1803400"/>
                </a:lnTo>
                <a:lnTo>
                  <a:pt x="717461" y="1790700"/>
                </a:lnTo>
                <a:lnTo>
                  <a:pt x="134569" y="1790700"/>
                </a:lnTo>
                <a:lnTo>
                  <a:pt x="134569" y="1206500"/>
                </a:lnTo>
                <a:lnTo>
                  <a:pt x="717461" y="1206500"/>
                </a:lnTo>
                <a:lnTo>
                  <a:pt x="717461" y="1193800"/>
                </a:lnTo>
                <a:lnTo>
                  <a:pt x="134569" y="1193800"/>
                </a:lnTo>
                <a:lnTo>
                  <a:pt x="134569" y="609600"/>
                </a:lnTo>
                <a:lnTo>
                  <a:pt x="717461" y="609600"/>
                </a:lnTo>
                <a:lnTo>
                  <a:pt x="717461" y="584200"/>
                </a:lnTo>
                <a:lnTo>
                  <a:pt x="0" y="584200"/>
                </a:lnTo>
                <a:lnTo>
                  <a:pt x="0" y="609600"/>
                </a:lnTo>
                <a:lnTo>
                  <a:pt x="116281" y="609600"/>
                </a:lnTo>
                <a:lnTo>
                  <a:pt x="116281" y="1193800"/>
                </a:lnTo>
                <a:lnTo>
                  <a:pt x="0" y="1193800"/>
                </a:lnTo>
                <a:lnTo>
                  <a:pt x="0" y="1206500"/>
                </a:lnTo>
                <a:lnTo>
                  <a:pt x="116281" y="1206500"/>
                </a:lnTo>
                <a:lnTo>
                  <a:pt x="116281" y="1790700"/>
                </a:lnTo>
                <a:lnTo>
                  <a:pt x="0" y="1790700"/>
                </a:lnTo>
                <a:lnTo>
                  <a:pt x="0" y="1803400"/>
                </a:lnTo>
                <a:lnTo>
                  <a:pt x="116281" y="1803400"/>
                </a:lnTo>
                <a:lnTo>
                  <a:pt x="116281" y="2387600"/>
                </a:lnTo>
                <a:lnTo>
                  <a:pt x="0" y="2387600"/>
                </a:lnTo>
                <a:lnTo>
                  <a:pt x="0" y="2413000"/>
                </a:lnTo>
                <a:lnTo>
                  <a:pt x="116281" y="2413000"/>
                </a:lnTo>
                <a:lnTo>
                  <a:pt x="116281" y="2997200"/>
                </a:lnTo>
                <a:lnTo>
                  <a:pt x="0" y="2997200"/>
                </a:lnTo>
                <a:lnTo>
                  <a:pt x="0" y="3009900"/>
                </a:lnTo>
                <a:lnTo>
                  <a:pt x="4283837" y="3009900"/>
                </a:lnTo>
                <a:lnTo>
                  <a:pt x="4283837" y="2997200"/>
                </a:lnTo>
                <a:lnTo>
                  <a:pt x="3742283" y="2997200"/>
                </a:lnTo>
                <a:lnTo>
                  <a:pt x="3742283" y="2413000"/>
                </a:lnTo>
                <a:lnTo>
                  <a:pt x="4283837" y="2413000"/>
                </a:lnTo>
                <a:lnTo>
                  <a:pt x="4283837" y="2387600"/>
                </a:lnTo>
                <a:lnTo>
                  <a:pt x="3742283" y="2387600"/>
                </a:lnTo>
                <a:lnTo>
                  <a:pt x="3742283" y="1803400"/>
                </a:lnTo>
                <a:lnTo>
                  <a:pt x="4283837" y="1803400"/>
                </a:lnTo>
                <a:lnTo>
                  <a:pt x="4283837" y="1790700"/>
                </a:lnTo>
                <a:lnTo>
                  <a:pt x="3742283" y="1790700"/>
                </a:lnTo>
                <a:lnTo>
                  <a:pt x="3742283" y="1206500"/>
                </a:lnTo>
                <a:lnTo>
                  <a:pt x="4283837" y="1206500"/>
                </a:lnTo>
                <a:lnTo>
                  <a:pt x="4283837" y="1193800"/>
                </a:lnTo>
                <a:lnTo>
                  <a:pt x="3742283" y="1193800"/>
                </a:lnTo>
                <a:lnTo>
                  <a:pt x="3742283" y="609600"/>
                </a:lnTo>
                <a:lnTo>
                  <a:pt x="4283837" y="609600"/>
                </a:lnTo>
                <a:lnTo>
                  <a:pt x="4283837" y="584200"/>
                </a:lnTo>
                <a:close/>
              </a:path>
              <a:path extrusionOk="0" h="3009900" w="18288000">
                <a:moveTo>
                  <a:pt x="18287988" y="584200"/>
                </a:moveTo>
                <a:lnTo>
                  <a:pt x="18173218" y="584200"/>
                </a:lnTo>
                <a:lnTo>
                  <a:pt x="18173218" y="0"/>
                </a:lnTo>
                <a:lnTo>
                  <a:pt x="18154727" y="0"/>
                </a:lnTo>
                <a:lnTo>
                  <a:pt x="18154727" y="2997200"/>
                </a:lnTo>
                <a:lnTo>
                  <a:pt x="17571835" y="2997200"/>
                </a:lnTo>
                <a:lnTo>
                  <a:pt x="17571835" y="2413000"/>
                </a:lnTo>
                <a:lnTo>
                  <a:pt x="18154727" y="2413000"/>
                </a:lnTo>
                <a:lnTo>
                  <a:pt x="18154727" y="2387600"/>
                </a:lnTo>
                <a:lnTo>
                  <a:pt x="17571835" y="2387600"/>
                </a:lnTo>
                <a:lnTo>
                  <a:pt x="17571835" y="1803400"/>
                </a:lnTo>
                <a:lnTo>
                  <a:pt x="18154727" y="1803400"/>
                </a:lnTo>
                <a:lnTo>
                  <a:pt x="18154727" y="1790700"/>
                </a:lnTo>
                <a:lnTo>
                  <a:pt x="17571835" y="1790700"/>
                </a:lnTo>
                <a:lnTo>
                  <a:pt x="17571835" y="1206500"/>
                </a:lnTo>
                <a:lnTo>
                  <a:pt x="18154727" y="1206500"/>
                </a:lnTo>
                <a:lnTo>
                  <a:pt x="18154727" y="1193800"/>
                </a:lnTo>
                <a:lnTo>
                  <a:pt x="17571835" y="1193800"/>
                </a:lnTo>
                <a:lnTo>
                  <a:pt x="17571835" y="609600"/>
                </a:lnTo>
                <a:lnTo>
                  <a:pt x="18154727" y="609600"/>
                </a:lnTo>
                <a:lnTo>
                  <a:pt x="18154727" y="584200"/>
                </a:lnTo>
                <a:lnTo>
                  <a:pt x="17571835" y="584200"/>
                </a:lnTo>
                <a:lnTo>
                  <a:pt x="17571835" y="0"/>
                </a:lnTo>
                <a:lnTo>
                  <a:pt x="17553445" y="0"/>
                </a:lnTo>
                <a:lnTo>
                  <a:pt x="17553445" y="2997200"/>
                </a:lnTo>
                <a:lnTo>
                  <a:pt x="16970553" y="2997200"/>
                </a:lnTo>
                <a:lnTo>
                  <a:pt x="16970553" y="2413000"/>
                </a:lnTo>
                <a:lnTo>
                  <a:pt x="17553445" y="2413000"/>
                </a:lnTo>
                <a:lnTo>
                  <a:pt x="17553445" y="2387600"/>
                </a:lnTo>
                <a:lnTo>
                  <a:pt x="16970553" y="2387600"/>
                </a:lnTo>
                <a:lnTo>
                  <a:pt x="16970553" y="1803400"/>
                </a:lnTo>
                <a:lnTo>
                  <a:pt x="17553445" y="1803400"/>
                </a:lnTo>
                <a:lnTo>
                  <a:pt x="17553445" y="1790700"/>
                </a:lnTo>
                <a:lnTo>
                  <a:pt x="16970553" y="1790700"/>
                </a:lnTo>
                <a:lnTo>
                  <a:pt x="16970553" y="1206500"/>
                </a:lnTo>
                <a:lnTo>
                  <a:pt x="17553445" y="1206500"/>
                </a:lnTo>
                <a:lnTo>
                  <a:pt x="17553445" y="1193800"/>
                </a:lnTo>
                <a:lnTo>
                  <a:pt x="16970553" y="1193800"/>
                </a:lnTo>
                <a:lnTo>
                  <a:pt x="16970553" y="609600"/>
                </a:lnTo>
                <a:lnTo>
                  <a:pt x="17553445" y="609600"/>
                </a:lnTo>
                <a:lnTo>
                  <a:pt x="17553445" y="584200"/>
                </a:lnTo>
                <a:lnTo>
                  <a:pt x="16970553" y="584200"/>
                </a:lnTo>
                <a:lnTo>
                  <a:pt x="16970553" y="0"/>
                </a:lnTo>
                <a:lnTo>
                  <a:pt x="16952164" y="0"/>
                </a:lnTo>
                <a:lnTo>
                  <a:pt x="16952164" y="2997200"/>
                </a:lnTo>
                <a:lnTo>
                  <a:pt x="16369272" y="2997200"/>
                </a:lnTo>
                <a:lnTo>
                  <a:pt x="16369272" y="2413000"/>
                </a:lnTo>
                <a:lnTo>
                  <a:pt x="16952164" y="2413000"/>
                </a:lnTo>
                <a:lnTo>
                  <a:pt x="16952164" y="2387600"/>
                </a:lnTo>
                <a:lnTo>
                  <a:pt x="16369272" y="2387600"/>
                </a:lnTo>
                <a:lnTo>
                  <a:pt x="16369272" y="1803400"/>
                </a:lnTo>
                <a:lnTo>
                  <a:pt x="16952164" y="1803400"/>
                </a:lnTo>
                <a:lnTo>
                  <a:pt x="16952164" y="1790700"/>
                </a:lnTo>
                <a:lnTo>
                  <a:pt x="16369272" y="1790700"/>
                </a:lnTo>
                <a:lnTo>
                  <a:pt x="16369272" y="1206500"/>
                </a:lnTo>
                <a:lnTo>
                  <a:pt x="16952164" y="1206500"/>
                </a:lnTo>
                <a:lnTo>
                  <a:pt x="16952164" y="1193800"/>
                </a:lnTo>
                <a:lnTo>
                  <a:pt x="16369272" y="1193800"/>
                </a:lnTo>
                <a:lnTo>
                  <a:pt x="16369272" y="609600"/>
                </a:lnTo>
                <a:lnTo>
                  <a:pt x="16952164" y="609600"/>
                </a:lnTo>
                <a:lnTo>
                  <a:pt x="16952164" y="584200"/>
                </a:lnTo>
                <a:lnTo>
                  <a:pt x="16369272" y="584200"/>
                </a:lnTo>
                <a:lnTo>
                  <a:pt x="16369272" y="0"/>
                </a:lnTo>
                <a:lnTo>
                  <a:pt x="16350882" y="0"/>
                </a:lnTo>
                <a:lnTo>
                  <a:pt x="16350882" y="2997200"/>
                </a:lnTo>
                <a:lnTo>
                  <a:pt x="15767977" y="2997200"/>
                </a:lnTo>
                <a:lnTo>
                  <a:pt x="15767977" y="2413000"/>
                </a:lnTo>
                <a:lnTo>
                  <a:pt x="16350882" y="2413000"/>
                </a:lnTo>
                <a:lnTo>
                  <a:pt x="16350882" y="2387600"/>
                </a:lnTo>
                <a:lnTo>
                  <a:pt x="15767977" y="2387600"/>
                </a:lnTo>
                <a:lnTo>
                  <a:pt x="15767977" y="1803400"/>
                </a:lnTo>
                <a:lnTo>
                  <a:pt x="16350882" y="1803400"/>
                </a:lnTo>
                <a:lnTo>
                  <a:pt x="16350882" y="1790700"/>
                </a:lnTo>
                <a:lnTo>
                  <a:pt x="15767977" y="1790700"/>
                </a:lnTo>
                <a:lnTo>
                  <a:pt x="15767977" y="1206500"/>
                </a:lnTo>
                <a:lnTo>
                  <a:pt x="16350882" y="1206500"/>
                </a:lnTo>
                <a:lnTo>
                  <a:pt x="16350882" y="1193800"/>
                </a:lnTo>
                <a:lnTo>
                  <a:pt x="15767977" y="1193800"/>
                </a:lnTo>
                <a:lnTo>
                  <a:pt x="15767977" y="609600"/>
                </a:lnTo>
                <a:lnTo>
                  <a:pt x="16350882" y="609600"/>
                </a:lnTo>
                <a:lnTo>
                  <a:pt x="16350882" y="584200"/>
                </a:lnTo>
                <a:lnTo>
                  <a:pt x="15767977" y="584200"/>
                </a:lnTo>
                <a:lnTo>
                  <a:pt x="15767977" y="0"/>
                </a:lnTo>
                <a:lnTo>
                  <a:pt x="15749575" y="0"/>
                </a:lnTo>
                <a:lnTo>
                  <a:pt x="15749575" y="2997200"/>
                </a:lnTo>
                <a:lnTo>
                  <a:pt x="15166696" y="2997200"/>
                </a:lnTo>
                <a:lnTo>
                  <a:pt x="15166696" y="2413000"/>
                </a:lnTo>
                <a:lnTo>
                  <a:pt x="15749575" y="2413000"/>
                </a:lnTo>
                <a:lnTo>
                  <a:pt x="15749575" y="2387600"/>
                </a:lnTo>
                <a:lnTo>
                  <a:pt x="15166696" y="2387600"/>
                </a:lnTo>
                <a:lnTo>
                  <a:pt x="15166696" y="1803400"/>
                </a:lnTo>
                <a:lnTo>
                  <a:pt x="15749575" y="1803400"/>
                </a:lnTo>
                <a:lnTo>
                  <a:pt x="15749575" y="1790700"/>
                </a:lnTo>
                <a:lnTo>
                  <a:pt x="15166696" y="1790700"/>
                </a:lnTo>
                <a:lnTo>
                  <a:pt x="15166696" y="1206500"/>
                </a:lnTo>
                <a:lnTo>
                  <a:pt x="15749575" y="1206500"/>
                </a:lnTo>
                <a:lnTo>
                  <a:pt x="15749575" y="1193800"/>
                </a:lnTo>
                <a:lnTo>
                  <a:pt x="15166696" y="1193800"/>
                </a:lnTo>
                <a:lnTo>
                  <a:pt x="15166696" y="609600"/>
                </a:lnTo>
                <a:lnTo>
                  <a:pt x="15749575" y="609600"/>
                </a:lnTo>
                <a:lnTo>
                  <a:pt x="15749575" y="584200"/>
                </a:lnTo>
                <a:lnTo>
                  <a:pt x="15148294" y="584200"/>
                </a:lnTo>
                <a:lnTo>
                  <a:pt x="15148294" y="609600"/>
                </a:lnTo>
                <a:lnTo>
                  <a:pt x="15148294" y="1193800"/>
                </a:lnTo>
                <a:lnTo>
                  <a:pt x="15148294" y="2997200"/>
                </a:lnTo>
                <a:lnTo>
                  <a:pt x="14565414" y="2997200"/>
                </a:lnTo>
                <a:lnTo>
                  <a:pt x="14565414" y="2413000"/>
                </a:lnTo>
                <a:lnTo>
                  <a:pt x="15148294" y="2413000"/>
                </a:lnTo>
                <a:lnTo>
                  <a:pt x="15148294" y="2387600"/>
                </a:lnTo>
                <a:lnTo>
                  <a:pt x="14565414" y="2387600"/>
                </a:lnTo>
                <a:lnTo>
                  <a:pt x="14565414" y="1803400"/>
                </a:lnTo>
                <a:lnTo>
                  <a:pt x="15148294" y="1803400"/>
                </a:lnTo>
                <a:lnTo>
                  <a:pt x="15148294" y="1790700"/>
                </a:lnTo>
                <a:lnTo>
                  <a:pt x="14565414" y="1790700"/>
                </a:lnTo>
                <a:lnTo>
                  <a:pt x="14565414" y="1206500"/>
                </a:lnTo>
                <a:lnTo>
                  <a:pt x="15148294" y="1206500"/>
                </a:lnTo>
                <a:lnTo>
                  <a:pt x="15148294" y="1193800"/>
                </a:lnTo>
                <a:lnTo>
                  <a:pt x="14565414" y="1193800"/>
                </a:lnTo>
                <a:lnTo>
                  <a:pt x="14565414" y="609600"/>
                </a:lnTo>
                <a:lnTo>
                  <a:pt x="15148294" y="609600"/>
                </a:lnTo>
                <a:lnTo>
                  <a:pt x="15148294" y="584200"/>
                </a:lnTo>
                <a:lnTo>
                  <a:pt x="14452600" y="584200"/>
                </a:lnTo>
                <a:lnTo>
                  <a:pt x="14452600" y="609600"/>
                </a:lnTo>
                <a:lnTo>
                  <a:pt x="14547012" y="609600"/>
                </a:lnTo>
                <a:lnTo>
                  <a:pt x="14547012" y="1193800"/>
                </a:lnTo>
                <a:lnTo>
                  <a:pt x="14452600" y="1193800"/>
                </a:lnTo>
                <a:lnTo>
                  <a:pt x="14452600" y="1206500"/>
                </a:lnTo>
                <a:lnTo>
                  <a:pt x="14547012" y="1206500"/>
                </a:lnTo>
                <a:lnTo>
                  <a:pt x="14547012" y="1790700"/>
                </a:lnTo>
                <a:lnTo>
                  <a:pt x="14452600" y="1790700"/>
                </a:lnTo>
                <a:lnTo>
                  <a:pt x="14452600" y="1803400"/>
                </a:lnTo>
                <a:lnTo>
                  <a:pt x="14547012" y="1803400"/>
                </a:lnTo>
                <a:lnTo>
                  <a:pt x="14547012" y="2387600"/>
                </a:lnTo>
                <a:lnTo>
                  <a:pt x="14452600" y="2387600"/>
                </a:lnTo>
                <a:lnTo>
                  <a:pt x="14452600" y="2413000"/>
                </a:lnTo>
                <a:lnTo>
                  <a:pt x="14547012" y="2413000"/>
                </a:lnTo>
                <a:lnTo>
                  <a:pt x="14547012" y="2997200"/>
                </a:lnTo>
                <a:lnTo>
                  <a:pt x="14452600" y="2997200"/>
                </a:lnTo>
                <a:lnTo>
                  <a:pt x="14452600" y="3009900"/>
                </a:lnTo>
                <a:lnTo>
                  <a:pt x="18287988" y="3009900"/>
                </a:lnTo>
                <a:lnTo>
                  <a:pt x="18287988" y="2997200"/>
                </a:lnTo>
                <a:lnTo>
                  <a:pt x="18173218" y="2997200"/>
                </a:lnTo>
                <a:lnTo>
                  <a:pt x="18173218" y="2413000"/>
                </a:lnTo>
                <a:lnTo>
                  <a:pt x="18287988" y="2413000"/>
                </a:lnTo>
                <a:lnTo>
                  <a:pt x="18287988" y="2387600"/>
                </a:lnTo>
                <a:lnTo>
                  <a:pt x="18173218" y="2387600"/>
                </a:lnTo>
                <a:lnTo>
                  <a:pt x="18173218" y="1803400"/>
                </a:lnTo>
                <a:lnTo>
                  <a:pt x="18287988" y="1803400"/>
                </a:lnTo>
                <a:lnTo>
                  <a:pt x="18287988" y="1790700"/>
                </a:lnTo>
                <a:lnTo>
                  <a:pt x="18173218" y="1790700"/>
                </a:lnTo>
                <a:lnTo>
                  <a:pt x="18173218" y="1206500"/>
                </a:lnTo>
                <a:lnTo>
                  <a:pt x="18287988" y="1206500"/>
                </a:lnTo>
                <a:lnTo>
                  <a:pt x="18287988" y="1193800"/>
                </a:lnTo>
                <a:lnTo>
                  <a:pt x="18173218" y="1193800"/>
                </a:lnTo>
                <a:lnTo>
                  <a:pt x="18173218" y="609600"/>
                </a:lnTo>
                <a:lnTo>
                  <a:pt x="18287988" y="609600"/>
                </a:lnTo>
                <a:lnTo>
                  <a:pt x="18287988" y="584200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4"/>
          <p:cNvSpPr/>
          <p:nvPr/>
        </p:nvSpPr>
        <p:spPr>
          <a:xfrm>
            <a:off x="0" y="6337312"/>
            <a:ext cx="18288000" cy="2997200"/>
          </a:xfrm>
          <a:custGeom>
            <a:rect b="b" l="l" r="r" t="t"/>
            <a:pathLst>
              <a:path extrusionOk="0" h="2997200" w="18288000">
                <a:moveTo>
                  <a:pt x="4283837" y="596900"/>
                </a:moveTo>
                <a:lnTo>
                  <a:pt x="3742283" y="596900"/>
                </a:lnTo>
                <a:lnTo>
                  <a:pt x="3742283" y="12700"/>
                </a:lnTo>
                <a:lnTo>
                  <a:pt x="3723894" y="12700"/>
                </a:lnTo>
                <a:lnTo>
                  <a:pt x="3723894" y="2400300"/>
                </a:lnTo>
                <a:lnTo>
                  <a:pt x="3140989" y="2400300"/>
                </a:lnTo>
                <a:lnTo>
                  <a:pt x="3140989" y="1816100"/>
                </a:lnTo>
                <a:lnTo>
                  <a:pt x="3723894" y="1816100"/>
                </a:lnTo>
                <a:lnTo>
                  <a:pt x="3723894" y="1803400"/>
                </a:lnTo>
                <a:lnTo>
                  <a:pt x="3140989" y="1803400"/>
                </a:lnTo>
                <a:lnTo>
                  <a:pt x="3140989" y="1219200"/>
                </a:lnTo>
                <a:lnTo>
                  <a:pt x="3723894" y="1219200"/>
                </a:lnTo>
                <a:lnTo>
                  <a:pt x="3723894" y="1193800"/>
                </a:lnTo>
                <a:lnTo>
                  <a:pt x="3140989" y="1193800"/>
                </a:lnTo>
                <a:lnTo>
                  <a:pt x="3140989" y="609600"/>
                </a:lnTo>
                <a:lnTo>
                  <a:pt x="3723894" y="609600"/>
                </a:lnTo>
                <a:lnTo>
                  <a:pt x="3723894" y="596900"/>
                </a:lnTo>
                <a:lnTo>
                  <a:pt x="3140989" y="596900"/>
                </a:lnTo>
                <a:lnTo>
                  <a:pt x="3140989" y="12700"/>
                </a:lnTo>
                <a:lnTo>
                  <a:pt x="3122587" y="12700"/>
                </a:lnTo>
                <a:lnTo>
                  <a:pt x="3122587" y="2400300"/>
                </a:lnTo>
                <a:lnTo>
                  <a:pt x="2539708" y="2400300"/>
                </a:lnTo>
                <a:lnTo>
                  <a:pt x="2539708" y="1816100"/>
                </a:lnTo>
                <a:lnTo>
                  <a:pt x="3122587" y="1816100"/>
                </a:lnTo>
                <a:lnTo>
                  <a:pt x="3122587" y="1803400"/>
                </a:lnTo>
                <a:lnTo>
                  <a:pt x="2539708" y="1803400"/>
                </a:lnTo>
                <a:lnTo>
                  <a:pt x="2539708" y="1219200"/>
                </a:lnTo>
                <a:lnTo>
                  <a:pt x="3122587" y="1219200"/>
                </a:lnTo>
                <a:lnTo>
                  <a:pt x="3122587" y="1193800"/>
                </a:lnTo>
                <a:lnTo>
                  <a:pt x="2539708" y="1193800"/>
                </a:lnTo>
                <a:lnTo>
                  <a:pt x="2539708" y="609600"/>
                </a:lnTo>
                <a:lnTo>
                  <a:pt x="3122587" y="609600"/>
                </a:lnTo>
                <a:lnTo>
                  <a:pt x="3122587" y="596900"/>
                </a:lnTo>
                <a:lnTo>
                  <a:pt x="2539708" y="596900"/>
                </a:lnTo>
                <a:lnTo>
                  <a:pt x="2539708" y="12700"/>
                </a:lnTo>
                <a:lnTo>
                  <a:pt x="2521305" y="12700"/>
                </a:lnTo>
                <a:lnTo>
                  <a:pt x="2521305" y="2400300"/>
                </a:lnTo>
                <a:lnTo>
                  <a:pt x="1938426" y="2400300"/>
                </a:lnTo>
                <a:lnTo>
                  <a:pt x="1938426" y="1816100"/>
                </a:lnTo>
                <a:lnTo>
                  <a:pt x="2521305" y="1816100"/>
                </a:lnTo>
                <a:lnTo>
                  <a:pt x="2521305" y="1803400"/>
                </a:lnTo>
                <a:lnTo>
                  <a:pt x="1938426" y="1803400"/>
                </a:lnTo>
                <a:lnTo>
                  <a:pt x="1938426" y="1219200"/>
                </a:lnTo>
                <a:lnTo>
                  <a:pt x="2521305" y="1219200"/>
                </a:lnTo>
                <a:lnTo>
                  <a:pt x="2521305" y="1193800"/>
                </a:lnTo>
                <a:lnTo>
                  <a:pt x="1938426" y="1193800"/>
                </a:lnTo>
                <a:lnTo>
                  <a:pt x="1938426" y="609600"/>
                </a:lnTo>
                <a:lnTo>
                  <a:pt x="2521305" y="609600"/>
                </a:lnTo>
                <a:lnTo>
                  <a:pt x="2521305" y="596900"/>
                </a:lnTo>
                <a:lnTo>
                  <a:pt x="1938426" y="596900"/>
                </a:lnTo>
                <a:lnTo>
                  <a:pt x="1938426" y="12700"/>
                </a:lnTo>
                <a:lnTo>
                  <a:pt x="1920024" y="12700"/>
                </a:lnTo>
                <a:lnTo>
                  <a:pt x="1920024" y="2400300"/>
                </a:lnTo>
                <a:lnTo>
                  <a:pt x="1337144" y="2400300"/>
                </a:lnTo>
                <a:lnTo>
                  <a:pt x="1337144" y="1816100"/>
                </a:lnTo>
                <a:lnTo>
                  <a:pt x="1920024" y="1816100"/>
                </a:lnTo>
                <a:lnTo>
                  <a:pt x="1920024" y="1803400"/>
                </a:lnTo>
                <a:lnTo>
                  <a:pt x="1337144" y="1803400"/>
                </a:lnTo>
                <a:lnTo>
                  <a:pt x="1337144" y="1219200"/>
                </a:lnTo>
                <a:lnTo>
                  <a:pt x="1920024" y="1219200"/>
                </a:lnTo>
                <a:lnTo>
                  <a:pt x="1920024" y="1193800"/>
                </a:lnTo>
                <a:lnTo>
                  <a:pt x="1337144" y="1193800"/>
                </a:lnTo>
                <a:lnTo>
                  <a:pt x="1337144" y="609600"/>
                </a:lnTo>
                <a:lnTo>
                  <a:pt x="1920024" y="609600"/>
                </a:lnTo>
                <a:lnTo>
                  <a:pt x="1920024" y="596900"/>
                </a:lnTo>
                <a:lnTo>
                  <a:pt x="1337144" y="596900"/>
                </a:lnTo>
                <a:lnTo>
                  <a:pt x="1337144" y="12700"/>
                </a:lnTo>
                <a:lnTo>
                  <a:pt x="1318742" y="12700"/>
                </a:lnTo>
                <a:lnTo>
                  <a:pt x="1318742" y="2400300"/>
                </a:lnTo>
                <a:lnTo>
                  <a:pt x="735863" y="2400300"/>
                </a:lnTo>
                <a:lnTo>
                  <a:pt x="735863" y="1816100"/>
                </a:lnTo>
                <a:lnTo>
                  <a:pt x="1318742" y="1816100"/>
                </a:lnTo>
                <a:lnTo>
                  <a:pt x="1318742" y="1803400"/>
                </a:lnTo>
                <a:lnTo>
                  <a:pt x="735863" y="1803400"/>
                </a:lnTo>
                <a:lnTo>
                  <a:pt x="735863" y="1219200"/>
                </a:lnTo>
                <a:lnTo>
                  <a:pt x="1318742" y="1219200"/>
                </a:lnTo>
                <a:lnTo>
                  <a:pt x="1318742" y="1193800"/>
                </a:lnTo>
                <a:lnTo>
                  <a:pt x="735863" y="1193800"/>
                </a:lnTo>
                <a:lnTo>
                  <a:pt x="735863" y="609600"/>
                </a:lnTo>
                <a:lnTo>
                  <a:pt x="1318742" y="609600"/>
                </a:lnTo>
                <a:lnTo>
                  <a:pt x="1318742" y="596900"/>
                </a:lnTo>
                <a:lnTo>
                  <a:pt x="735863" y="596900"/>
                </a:lnTo>
                <a:lnTo>
                  <a:pt x="735863" y="12700"/>
                </a:lnTo>
                <a:lnTo>
                  <a:pt x="717461" y="12700"/>
                </a:lnTo>
                <a:lnTo>
                  <a:pt x="717461" y="2400300"/>
                </a:lnTo>
                <a:lnTo>
                  <a:pt x="134569" y="2400300"/>
                </a:lnTo>
                <a:lnTo>
                  <a:pt x="134569" y="1816100"/>
                </a:lnTo>
                <a:lnTo>
                  <a:pt x="717461" y="1816100"/>
                </a:lnTo>
                <a:lnTo>
                  <a:pt x="717461" y="1803400"/>
                </a:lnTo>
                <a:lnTo>
                  <a:pt x="134569" y="1803400"/>
                </a:lnTo>
                <a:lnTo>
                  <a:pt x="134569" y="1219200"/>
                </a:lnTo>
                <a:lnTo>
                  <a:pt x="717461" y="1219200"/>
                </a:lnTo>
                <a:lnTo>
                  <a:pt x="717461" y="1193800"/>
                </a:lnTo>
                <a:lnTo>
                  <a:pt x="134569" y="1193800"/>
                </a:lnTo>
                <a:lnTo>
                  <a:pt x="134569" y="609600"/>
                </a:lnTo>
                <a:lnTo>
                  <a:pt x="717461" y="609600"/>
                </a:lnTo>
                <a:lnTo>
                  <a:pt x="717461" y="596900"/>
                </a:lnTo>
                <a:lnTo>
                  <a:pt x="134569" y="596900"/>
                </a:lnTo>
                <a:lnTo>
                  <a:pt x="134569" y="12700"/>
                </a:lnTo>
                <a:lnTo>
                  <a:pt x="116281" y="12700"/>
                </a:lnTo>
                <a:lnTo>
                  <a:pt x="116281" y="596900"/>
                </a:lnTo>
                <a:lnTo>
                  <a:pt x="0" y="596900"/>
                </a:lnTo>
                <a:lnTo>
                  <a:pt x="0" y="609600"/>
                </a:lnTo>
                <a:lnTo>
                  <a:pt x="116281" y="609600"/>
                </a:lnTo>
                <a:lnTo>
                  <a:pt x="116281" y="1193800"/>
                </a:lnTo>
                <a:lnTo>
                  <a:pt x="0" y="1193800"/>
                </a:lnTo>
                <a:lnTo>
                  <a:pt x="0" y="1219200"/>
                </a:lnTo>
                <a:lnTo>
                  <a:pt x="116281" y="1219200"/>
                </a:lnTo>
                <a:lnTo>
                  <a:pt x="116281" y="1803400"/>
                </a:lnTo>
                <a:lnTo>
                  <a:pt x="0" y="1803400"/>
                </a:lnTo>
                <a:lnTo>
                  <a:pt x="0" y="1816100"/>
                </a:lnTo>
                <a:lnTo>
                  <a:pt x="116281" y="1816100"/>
                </a:lnTo>
                <a:lnTo>
                  <a:pt x="116281" y="2400300"/>
                </a:lnTo>
                <a:lnTo>
                  <a:pt x="0" y="2400300"/>
                </a:lnTo>
                <a:lnTo>
                  <a:pt x="0" y="2413000"/>
                </a:lnTo>
                <a:lnTo>
                  <a:pt x="116281" y="2413000"/>
                </a:lnTo>
                <a:lnTo>
                  <a:pt x="116281" y="2997200"/>
                </a:lnTo>
                <a:lnTo>
                  <a:pt x="134569" y="2997200"/>
                </a:lnTo>
                <a:lnTo>
                  <a:pt x="134569" y="2413000"/>
                </a:lnTo>
                <a:lnTo>
                  <a:pt x="717461" y="2413000"/>
                </a:lnTo>
                <a:lnTo>
                  <a:pt x="717461" y="2997200"/>
                </a:lnTo>
                <a:lnTo>
                  <a:pt x="735863" y="2997200"/>
                </a:lnTo>
                <a:lnTo>
                  <a:pt x="735863" y="2413000"/>
                </a:lnTo>
                <a:lnTo>
                  <a:pt x="1318742" y="2413000"/>
                </a:lnTo>
                <a:lnTo>
                  <a:pt x="1318742" y="2997200"/>
                </a:lnTo>
                <a:lnTo>
                  <a:pt x="1337144" y="2997200"/>
                </a:lnTo>
                <a:lnTo>
                  <a:pt x="1337144" y="2413000"/>
                </a:lnTo>
                <a:lnTo>
                  <a:pt x="1920024" y="2413000"/>
                </a:lnTo>
                <a:lnTo>
                  <a:pt x="1920024" y="2997200"/>
                </a:lnTo>
                <a:lnTo>
                  <a:pt x="1938426" y="2997200"/>
                </a:lnTo>
                <a:lnTo>
                  <a:pt x="1938426" y="2413000"/>
                </a:lnTo>
                <a:lnTo>
                  <a:pt x="2521305" y="2413000"/>
                </a:lnTo>
                <a:lnTo>
                  <a:pt x="2521305" y="2997200"/>
                </a:lnTo>
                <a:lnTo>
                  <a:pt x="2539708" y="2997200"/>
                </a:lnTo>
                <a:lnTo>
                  <a:pt x="2539708" y="2413000"/>
                </a:lnTo>
                <a:lnTo>
                  <a:pt x="3122587" y="2413000"/>
                </a:lnTo>
                <a:lnTo>
                  <a:pt x="3122587" y="2997200"/>
                </a:lnTo>
                <a:lnTo>
                  <a:pt x="3140989" y="2997200"/>
                </a:lnTo>
                <a:lnTo>
                  <a:pt x="3140989" y="2413000"/>
                </a:lnTo>
                <a:lnTo>
                  <a:pt x="4283837" y="2413000"/>
                </a:lnTo>
                <a:lnTo>
                  <a:pt x="4283837" y="2400300"/>
                </a:lnTo>
                <a:lnTo>
                  <a:pt x="3742283" y="2400300"/>
                </a:lnTo>
                <a:lnTo>
                  <a:pt x="3742283" y="1816100"/>
                </a:lnTo>
                <a:lnTo>
                  <a:pt x="4283837" y="1816100"/>
                </a:lnTo>
                <a:lnTo>
                  <a:pt x="4283837" y="1803400"/>
                </a:lnTo>
                <a:lnTo>
                  <a:pt x="3742283" y="1803400"/>
                </a:lnTo>
                <a:lnTo>
                  <a:pt x="3742283" y="1219200"/>
                </a:lnTo>
                <a:lnTo>
                  <a:pt x="4283837" y="1219200"/>
                </a:lnTo>
                <a:lnTo>
                  <a:pt x="4283837" y="1193800"/>
                </a:lnTo>
                <a:lnTo>
                  <a:pt x="3742283" y="1193800"/>
                </a:lnTo>
                <a:lnTo>
                  <a:pt x="3742283" y="609600"/>
                </a:lnTo>
                <a:lnTo>
                  <a:pt x="4283837" y="609600"/>
                </a:lnTo>
                <a:lnTo>
                  <a:pt x="4283837" y="596900"/>
                </a:lnTo>
                <a:close/>
              </a:path>
              <a:path extrusionOk="0" h="2997200" w="18288000">
                <a:moveTo>
                  <a:pt x="18287988" y="0"/>
                </a:moveTo>
                <a:lnTo>
                  <a:pt x="18154727" y="0"/>
                </a:lnTo>
                <a:lnTo>
                  <a:pt x="18154727" y="12700"/>
                </a:lnTo>
                <a:lnTo>
                  <a:pt x="18154727" y="596900"/>
                </a:lnTo>
                <a:lnTo>
                  <a:pt x="18154727" y="2400300"/>
                </a:lnTo>
                <a:lnTo>
                  <a:pt x="17571835" y="2400300"/>
                </a:lnTo>
                <a:lnTo>
                  <a:pt x="17571835" y="1816100"/>
                </a:lnTo>
                <a:lnTo>
                  <a:pt x="18154727" y="1816100"/>
                </a:lnTo>
                <a:lnTo>
                  <a:pt x="18154727" y="1803400"/>
                </a:lnTo>
                <a:lnTo>
                  <a:pt x="17571835" y="1803400"/>
                </a:lnTo>
                <a:lnTo>
                  <a:pt x="17571835" y="1219200"/>
                </a:lnTo>
                <a:lnTo>
                  <a:pt x="18154727" y="1219200"/>
                </a:lnTo>
                <a:lnTo>
                  <a:pt x="18154727" y="1193800"/>
                </a:lnTo>
                <a:lnTo>
                  <a:pt x="17571835" y="1193800"/>
                </a:lnTo>
                <a:lnTo>
                  <a:pt x="17571835" y="609600"/>
                </a:lnTo>
                <a:lnTo>
                  <a:pt x="18154727" y="609600"/>
                </a:lnTo>
                <a:lnTo>
                  <a:pt x="18154727" y="596900"/>
                </a:lnTo>
                <a:lnTo>
                  <a:pt x="17571835" y="596900"/>
                </a:lnTo>
                <a:lnTo>
                  <a:pt x="17571835" y="12700"/>
                </a:lnTo>
                <a:lnTo>
                  <a:pt x="18154727" y="12700"/>
                </a:lnTo>
                <a:lnTo>
                  <a:pt x="18154727" y="0"/>
                </a:lnTo>
                <a:lnTo>
                  <a:pt x="17553445" y="0"/>
                </a:lnTo>
                <a:lnTo>
                  <a:pt x="17553445" y="12700"/>
                </a:lnTo>
                <a:lnTo>
                  <a:pt x="17553445" y="596900"/>
                </a:lnTo>
                <a:lnTo>
                  <a:pt x="17553445" y="2400300"/>
                </a:lnTo>
                <a:lnTo>
                  <a:pt x="16970553" y="2400300"/>
                </a:lnTo>
                <a:lnTo>
                  <a:pt x="16970553" y="1816100"/>
                </a:lnTo>
                <a:lnTo>
                  <a:pt x="17553445" y="1816100"/>
                </a:lnTo>
                <a:lnTo>
                  <a:pt x="17553445" y="1803400"/>
                </a:lnTo>
                <a:lnTo>
                  <a:pt x="16970553" y="1803400"/>
                </a:lnTo>
                <a:lnTo>
                  <a:pt x="16970553" y="1219200"/>
                </a:lnTo>
                <a:lnTo>
                  <a:pt x="17553445" y="1219200"/>
                </a:lnTo>
                <a:lnTo>
                  <a:pt x="17553445" y="1193800"/>
                </a:lnTo>
                <a:lnTo>
                  <a:pt x="16970553" y="1193800"/>
                </a:lnTo>
                <a:lnTo>
                  <a:pt x="16970553" y="609600"/>
                </a:lnTo>
                <a:lnTo>
                  <a:pt x="17553445" y="609600"/>
                </a:lnTo>
                <a:lnTo>
                  <a:pt x="17553445" y="596900"/>
                </a:lnTo>
                <a:lnTo>
                  <a:pt x="16970553" y="596900"/>
                </a:lnTo>
                <a:lnTo>
                  <a:pt x="16970553" y="12700"/>
                </a:lnTo>
                <a:lnTo>
                  <a:pt x="17553445" y="12700"/>
                </a:lnTo>
                <a:lnTo>
                  <a:pt x="17553445" y="0"/>
                </a:lnTo>
                <a:lnTo>
                  <a:pt x="16952164" y="0"/>
                </a:lnTo>
                <a:lnTo>
                  <a:pt x="16952164" y="12700"/>
                </a:lnTo>
                <a:lnTo>
                  <a:pt x="16952164" y="596900"/>
                </a:lnTo>
                <a:lnTo>
                  <a:pt x="16952164" y="2400300"/>
                </a:lnTo>
                <a:lnTo>
                  <a:pt x="16369272" y="2400300"/>
                </a:lnTo>
                <a:lnTo>
                  <a:pt x="16369272" y="1816100"/>
                </a:lnTo>
                <a:lnTo>
                  <a:pt x="16952164" y="1816100"/>
                </a:lnTo>
                <a:lnTo>
                  <a:pt x="16952164" y="1803400"/>
                </a:lnTo>
                <a:lnTo>
                  <a:pt x="16369272" y="1803400"/>
                </a:lnTo>
                <a:lnTo>
                  <a:pt x="16369272" y="1219200"/>
                </a:lnTo>
                <a:lnTo>
                  <a:pt x="16952164" y="1219200"/>
                </a:lnTo>
                <a:lnTo>
                  <a:pt x="16952164" y="1193800"/>
                </a:lnTo>
                <a:lnTo>
                  <a:pt x="16369272" y="1193800"/>
                </a:lnTo>
                <a:lnTo>
                  <a:pt x="16369272" y="609600"/>
                </a:lnTo>
                <a:lnTo>
                  <a:pt x="16952164" y="609600"/>
                </a:lnTo>
                <a:lnTo>
                  <a:pt x="16952164" y="596900"/>
                </a:lnTo>
                <a:lnTo>
                  <a:pt x="16369272" y="596900"/>
                </a:lnTo>
                <a:lnTo>
                  <a:pt x="16369272" y="12700"/>
                </a:lnTo>
                <a:lnTo>
                  <a:pt x="16952164" y="12700"/>
                </a:lnTo>
                <a:lnTo>
                  <a:pt x="16952164" y="0"/>
                </a:lnTo>
                <a:lnTo>
                  <a:pt x="16350882" y="0"/>
                </a:lnTo>
                <a:lnTo>
                  <a:pt x="16350882" y="12700"/>
                </a:lnTo>
                <a:lnTo>
                  <a:pt x="16350882" y="596900"/>
                </a:lnTo>
                <a:lnTo>
                  <a:pt x="16350882" y="2400300"/>
                </a:lnTo>
                <a:lnTo>
                  <a:pt x="15767977" y="2400300"/>
                </a:lnTo>
                <a:lnTo>
                  <a:pt x="15767977" y="1816100"/>
                </a:lnTo>
                <a:lnTo>
                  <a:pt x="16350882" y="1816100"/>
                </a:lnTo>
                <a:lnTo>
                  <a:pt x="16350882" y="1803400"/>
                </a:lnTo>
                <a:lnTo>
                  <a:pt x="15767977" y="1803400"/>
                </a:lnTo>
                <a:lnTo>
                  <a:pt x="15767977" y="1219200"/>
                </a:lnTo>
                <a:lnTo>
                  <a:pt x="16350882" y="1219200"/>
                </a:lnTo>
                <a:lnTo>
                  <a:pt x="16350882" y="1193800"/>
                </a:lnTo>
                <a:lnTo>
                  <a:pt x="15767977" y="1193800"/>
                </a:lnTo>
                <a:lnTo>
                  <a:pt x="15767977" y="609600"/>
                </a:lnTo>
                <a:lnTo>
                  <a:pt x="16350882" y="609600"/>
                </a:lnTo>
                <a:lnTo>
                  <a:pt x="16350882" y="596900"/>
                </a:lnTo>
                <a:lnTo>
                  <a:pt x="15767977" y="596900"/>
                </a:lnTo>
                <a:lnTo>
                  <a:pt x="15767977" y="12700"/>
                </a:lnTo>
                <a:lnTo>
                  <a:pt x="16350882" y="12700"/>
                </a:lnTo>
                <a:lnTo>
                  <a:pt x="16350882" y="0"/>
                </a:lnTo>
                <a:lnTo>
                  <a:pt x="15749575" y="0"/>
                </a:lnTo>
                <a:lnTo>
                  <a:pt x="15749575" y="12700"/>
                </a:lnTo>
                <a:lnTo>
                  <a:pt x="15749575" y="596900"/>
                </a:lnTo>
                <a:lnTo>
                  <a:pt x="15749575" y="2400300"/>
                </a:lnTo>
                <a:lnTo>
                  <a:pt x="15166696" y="2400300"/>
                </a:lnTo>
                <a:lnTo>
                  <a:pt x="15166696" y="1816100"/>
                </a:lnTo>
                <a:lnTo>
                  <a:pt x="15749575" y="1816100"/>
                </a:lnTo>
                <a:lnTo>
                  <a:pt x="15749575" y="1803400"/>
                </a:lnTo>
                <a:lnTo>
                  <a:pt x="15166696" y="1803400"/>
                </a:lnTo>
                <a:lnTo>
                  <a:pt x="15166696" y="1219200"/>
                </a:lnTo>
                <a:lnTo>
                  <a:pt x="15749575" y="1219200"/>
                </a:lnTo>
                <a:lnTo>
                  <a:pt x="15749575" y="1193800"/>
                </a:lnTo>
                <a:lnTo>
                  <a:pt x="15166696" y="1193800"/>
                </a:lnTo>
                <a:lnTo>
                  <a:pt x="15166696" y="609600"/>
                </a:lnTo>
                <a:lnTo>
                  <a:pt x="15749575" y="609600"/>
                </a:lnTo>
                <a:lnTo>
                  <a:pt x="15749575" y="596900"/>
                </a:lnTo>
                <a:lnTo>
                  <a:pt x="15166696" y="596900"/>
                </a:lnTo>
                <a:lnTo>
                  <a:pt x="15166696" y="12700"/>
                </a:lnTo>
                <a:lnTo>
                  <a:pt x="15749575" y="12700"/>
                </a:lnTo>
                <a:lnTo>
                  <a:pt x="15749575" y="0"/>
                </a:lnTo>
                <a:lnTo>
                  <a:pt x="15148294" y="0"/>
                </a:lnTo>
                <a:lnTo>
                  <a:pt x="15148294" y="12700"/>
                </a:lnTo>
                <a:lnTo>
                  <a:pt x="15148294" y="596900"/>
                </a:lnTo>
                <a:lnTo>
                  <a:pt x="15148294" y="2400300"/>
                </a:lnTo>
                <a:lnTo>
                  <a:pt x="14565414" y="2400300"/>
                </a:lnTo>
                <a:lnTo>
                  <a:pt x="14565414" y="1816100"/>
                </a:lnTo>
                <a:lnTo>
                  <a:pt x="15148294" y="1816100"/>
                </a:lnTo>
                <a:lnTo>
                  <a:pt x="15148294" y="1803400"/>
                </a:lnTo>
                <a:lnTo>
                  <a:pt x="14565414" y="1803400"/>
                </a:lnTo>
                <a:lnTo>
                  <a:pt x="14565414" y="1219200"/>
                </a:lnTo>
                <a:lnTo>
                  <a:pt x="15148294" y="1219200"/>
                </a:lnTo>
                <a:lnTo>
                  <a:pt x="15148294" y="1193800"/>
                </a:lnTo>
                <a:lnTo>
                  <a:pt x="14565414" y="1193800"/>
                </a:lnTo>
                <a:lnTo>
                  <a:pt x="14565414" y="609600"/>
                </a:lnTo>
                <a:lnTo>
                  <a:pt x="15148294" y="609600"/>
                </a:lnTo>
                <a:lnTo>
                  <a:pt x="15148294" y="596900"/>
                </a:lnTo>
                <a:lnTo>
                  <a:pt x="14565414" y="596900"/>
                </a:lnTo>
                <a:lnTo>
                  <a:pt x="14565414" y="12700"/>
                </a:lnTo>
                <a:lnTo>
                  <a:pt x="15148294" y="12700"/>
                </a:lnTo>
                <a:lnTo>
                  <a:pt x="15148294" y="0"/>
                </a:lnTo>
                <a:lnTo>
                  <a:pt x="14452600" y="0"/>
                </a:lnTo>
                <a:lnTo>
                  <a:pt x="14452600" y="12700"/>
                </a:lnTo>
                <a:lnTo>
                  <a:pt x="14547012" y="12700"/>
                </a:lnTo>
                <a:lnTo>
                  <a:pt x="14547012" y="596900"/>
                </a:lnTo>
                <a:lnTo>
                  <a:pt x="14452600" y="596900"/>
                </a:lnTo>
                <a:lnTo>
                  <a:pt x="14452600" y="609600"/>
                </a:lnTo>
                <a:lnTo>
                  <a:pt x="14547012" y="609600"/>
                </a:lnTo>
                <a:lnTo>
                  <a:pt x="14547012" y="1193800"/>
                </a:lnTo>
                <a:lnTo>
                  <a:pt x="14452600" y="1193800"/>
                </a:lnTo>
                <a:lnTo>
                  <a:pt x="14452600" y="1219200"/>
                </a:lnTo>
                <a:lnTo>
                  <a:pt x="14547012" y="1219200"/>
                </a:lnTo>
                <a:lnTo>
                  <a:pt x="14547012" y="1803400"/>
                </a:lnTo>
                <a:lnTo>
                  <a:pt x="14452600" y="1803400"/>
                </a:lnTo>
                <a:lnTo>
                  <a:pt x="14452600" y="1816100"/>
                </a:lnTo>
                <a:lnTo>
                  <a:pt x="14547012" y="1816100"/>
                </a:lnTo>
                <a:lnTo>
                  <a:pt x="14547012" y="2400300"/>
                </a:lnTo>
                <a:lnTo>
                  <a:pt x="14452600" y="2400300"/>
                </a:lnTo>
                <a:lnTo>
                  <a:pt x="14452600" y="2413000"/>
                </a:lnTo>
                <a:lnTo>
                  <a:pt x="18287988" y="2413000"/>
                </a:lnTo>
                <a:lnTo>
                  <a:pt x="18287988" y="2400300"/>
                </a:lnTo>
                <a:lnTo>
                  <a:pt x="18173218" y="2400300"/>
                </a:lnTo>
                <a:lnTo>
                  <a:pt x="18173218" y="1816100"/>
                </a:lnTo>
                <a:lnTo>
                  <a:pt x="18287988" y="1816100"/>
                </a:lnTo>
                <a:lnTo>
                  <a:pt x="18287988" y="1803400"/>
                </a:lnTo>
                <a:lnTo>
                  <a:pt x="18173218" y="1803400"/>
                </a:lnTo>
                <a:lnTo>
                  <a:pt x="18173218" y="1219200"/>
                </a:lnTo>
                <a:lnTo>
                  <a:pt x="18287988" y="1219200"/>
                </a:lnTo>
                <a:lnTo>
                  <a:pt x="18287988" y="1193800"/>
                </a:lnTo>
                <a:lnTo>
                  <a:pt x="18173218" y="1193800"/>
                </a:lnTo>
                <a:lnTo>
                  <a:pt x="18173218" y="609600"/>
                </a:lnTo>
                <a:lnTo>
                  <a:pt x="18287988" y="609600"/>
                </a:lnTo>
                <a:lnTo>
                  <a:pt x="18287988" y="596900"/>
                </a:lnTo>
                <a:lnTo>
                  <a:pt x="18173218" y="596900"/>
                </a:lnTo>
                <a:lnTo>
                  <a:pt x="18173218" y="12700"/>
                </a:lnTo>
                <a:lnTo>
                  <a:pt x="18287988" y="12700"/>
                </a:lnTo>
                <a:lnTo>
                  <a:pt x="18287988" y="0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4"/>
          <p:cNvSpPr/>
          <p:nvPr/>
        </p:nvSpPr>
        <p:spPr>
          <a:xfrm>
            <a:off x="0" y="8750312"/>
            <a:ext cx="18288000" cy="1524000"/>
          </a:xfrm>
          <a:custGeom>
            <a:rect b="b" l="l" r="r" t="t"/>
            <a:pathLst>
              <a:path extrusionOk="0" h="1524000" w="18288000">
                <a:moveTo>
                  <a:pt x="18287988" y="584200"/>
                </a:moveTo>
                <a:lnTo>
                  <a:pt x="18173218" y="584200"/>
                </a:lnTo>
                <a:lnTo>
                  <a:pt x="18173218" y="0"/>
                </a:lnTo>
                <a:lnTo>
                  <a:pt x="18154727" y="0"/>
                </a:lnTo>
                <a:lnTo>
                  <a:pt x="18154727" y="584200"/>
                </a:lnTo>
                <a:lnTo>
                  <a:pt x="18154727" y="609600"/>
                </a:lnTo>
                <a:lnTo>
                  <a:pt x="18154727" y="1193800"/>
                </a:lnTo>
                <a:lnTo>
                  <a:pt x="17571835" y="1193800"/>
                </a:lnTo>
                <a:lnTo>
                  <a:pt x="17571835" y="609600"/>
                </a:lnTo>
                <a:lnTo>
                  <a:pt x="18154727" y="609600"/>
                </a:lnTo>
                <a:lnTo>
                  <a:pt x="18154727" y="584200"/>
                </a:lnTo>
                <a:lnTo>
                  <a:pt x="17571835" y="584200"/>
                </a:lnTo>
                <a:lnTo>
                  <a:pt x="17571835" y="0"/>
                </a:lnTo>
                <a:lnTo>
                  <a:pt x="17553445" y="0"/>
                </a:lnTo>
                <a:lnTo>
                  <a:pt x="17553445" y="584200"/>
                </a:lnTo>
                <a:lnTo>
                  <a:pt x="17553445" y="609600"/>
                </a:lnTo>
                <a:lnTo>
                  <a:pt x="17553445" y="1193800"/>
                </a:lnTo>
                <a:lnTo>
                  <a:pt x="16970553" y="1193800"/>
                </a:lnTo>
                <a:lnTo>
                  <a:pt x="16970553" y="609600"/>
                </a:lnTo>
                <a:lnTo>
                  <a:pt x="17553445" y="609600"/>
                </a:lnTo>
                <a:lnTo>
                  <a:pt x="17553445" y="584200"/>
                </a:lnTo>
                <a:lnTo>
                  <a:pt x="16970553" y="584200"/>
                </a:lnTo>
                <a:lnTo>
                  <a:pt x="16970553" y="0"/>
                </a:lnTo>
                <a:lnTo>
                  <a:pt x="16952164" y="0"/>
                </a:lnTo>
                <a:lnTo>
                  <a:pt x="16952164" y="584200"/>
                </a:lnTo>
                <a:lnTo>
                  <a:pt x="16952164" y="609600"/>
                </a:lnTo>
                <a:lnTo>
                  <a:pt x="16952164" y="1193800"/>
                </a:lnTo>
                <a:lnTo>
                  <a:pt x="16369272" y="1193800"/>
                </a:lnTo>
                <a:lnTo>
                  <a:pt x="16369272" y="609600"/>
                </a:lnTo>
                <a:lnTo>
                  <a:pt x="16952164" y="609600"/>
                </a:lnTo>
                <a:lnTo>
                  <a:pt x="16952164" y="584200"/>
                </a:lnTo>
                <a:lnTo>
                  <a:pt x="16369272" y="584200"/>
                </a:lnTo>
                <a:lnTo>
                  <a:pt x="16369272" y="0"/>
                </a:lnTo>
                <a:lnTo>
                  <a:pt x="16350882" y="0"/>
                </a:lnTo>
                <a:lnTo>
                  <a:pt x="16350882" y="584200"/>
                </a:lnTo>
                <a:lnTo>
                  <a:pt x="16350882" y="609600"/>
                </a:lnTo>
                <a:lnTo>
                  <a:pt x="16350882" y="1193800"/>
                </a:lnTo>
                <a:lnTo>
                  <a:pt x="15767977" y="1193800"/>
                </a:lnTo>
                <a:lnTo>
                  <a:pt x="15767977" y="609600"/>
                </a:lnTo>
                <a:lnTo>
                  <a:pt x="16350882" y="609600"/>
                </a:lnTo>
                <a:lnTo>
                  <a:pt x="16350882" y="584200"/>
                </a:lnTo>
                <a:lnTo>
                  <a:pt x="15767977" y="584200"/>
                </a:lnTo>
                <a:lnTo>
                  <a:pt x="15767977" y="0"/>
                </a:lnTo>
                <a:lnTo>
                  <a:pt x="15749575" y="0"/>
                </a:lnTo>
                <a:lnTo>
                  <a:pt x="15749575" y="584200"/>
                </a:lnTo>
                <a:lnTo>
                  <a:pt x="15749575" y="609600"/>
                </a:lnTo>
                <a:lnTo>
                  <a:pt x="15749575" y="1193800"/>
                </a:lnTo>
                <a:lnTo>
                  <a:pt x="15166696" y="1193800"/>
                </a:lnTo>
                <a:lnTo>
                  <a:pt x="15166696" y="609600"/>
                </a:lnTo>
                <a:lnTo>
                  <a:pt x="15749575" y="609600"/>
                </a:lnTo>
                <a:lnTo>
                  <a:pt x="15749575" y="584200"/>
                </a:lnTo>
                <a:lnTo>
                  <a:pt x="15166696" y="584200"/>
                </a:lnTo>
                <a:lnTo>
                  <a:pt x="15166696" y="0"/>
                </a:lnTo>
                <a:lnTo>
                  <a:pt x="15148294" y="0"/>
                </a:lnTo>
                <a:lnTo>
                  <a:pt x="15148294" y="584200"/>
                </a:lnTo>
                <a:lnTo>
                  <a:pt x="15148294" y="609600"/>
                </a:lnTo>
                <a:lnTo>
                  <a:pt x="15148294" y="1193800"/>
                </a:lnTo>
                <a:lnTo>
                  <a:pt x="14565414" y="1193800"/>
                </a:lnTo>
                <a:lnTo>
                  <a:pt x="14565414" y="609600"/>
                </a:lnTo>
                <a:lnTo>
                  <a:pt x="15148294" y="609600"/>
                </a:lnTo>
                <a:lnTo>
                  <a:pt x="15148294" y="584200"/>
                </a:lnTo>
                <a:lnTo>
                  <a:pt x="14565414" y="584200"/>
                </a:lnTo>
                <a:lnTo>
                  <a:pt x="14565414" y="0"/>
                </a:lnTo>
                <a:lnTo>
                  <a:pt x="14547012" y="0"/>
                </a:lnTo>
                <a:lnTo>
                  <a:pt x="14547012" y="584200"/>
                </a:lnTo>
                <a:lnTo>
                  <a:pt x="14452600" y="584200"/>
                </a:lnTo>
                <a:lnTo>
                  <a:pt x="14452600" y="609600"/>
                </a:lnTo>
                <a:lnTo>
                  <a:pt x="14547012" y="609600"/>
                </a:lnTo>
                <a:lnTo>
                  <a:pt x="14547012" y="1193800"/>
                </a:lnTo>
                <a:lnTo>
                  <a:pt x="13964133" y="1193800"/>
                </a:lnTo>
                <a:lnTo>
                  <a:pt x="13964133" y="785164"/>
                </a:lnTo>
                <a:lnTo>
                  <a:pt x="13945730" y="785164"/>
                </a:lnTo>
                <a:lnTo>
                  <a:pt x="13945730" y="1193800"/>
                </a:lnTo>
                <a:lnTo>
                  <a:pt x="13362851" y="1193800"/>
                </a:lnTo>
                <a:lnTo>
                  <a:pt x="13362851" y="785164"/>
                </a:lnTo>
                <a:lnTo>
                  <a:pt x="13344449" y="785164"/>
                </a:lnTo>
                <a:lnTo>
                  <a:pt x="13344449" y="1193800"/>
                </a:lnTo>
                <a:lnTo>
                  <a:pt x="12761544" y="1193800"/>
                </a:lnTo>
                <a:lnTo>
                  <a:pt x="12761544" y="785164"/>
                </a:lnTo>
                <a:lnTo>
                  <a:pt x="12743155" y="785164"/>
                </a:lnTo>
                <a:lnTo>
                  <a:pt x="12743155" y="1193800"/>
                </a:lnTo>
                <a:lnTo>
                  <a:pt x="12160263" y="1193800"/>
                </a:lnTo>
                <a:lnTo>
                  <a:pt x="12160263" y="785164"/>
                </a:lnTo>
                <a:lnTo>
                  <a:pt x="12141873" y="785164"/>
                </a:lnTo>
                <a:lnTo>
                  <a:pt x="12141873" y="1193800"/>
                </a:lnTo>
                <a:lnTo>
                  <a:pt x="11558981" y="1193800"/>
                </a:lnTo>
                <a:lnTo>
                  <a:pt x="11558981" y="785164"/>
                </a:lnTo>
                <a:lnTo>
                  <a:pt x="11540592" y="785164"/>
                </a:lnTo>
                <a:lnTo>
                  <a:pt x="11540592" y="1193800"/>
                </a:lnTo>
                <a:lnTo>
                  <a:pt x="10957700" y="1193800"/>
                </a:lnTo>
                <a:lnTo>
                  <a:pt x="10957700" y="785164"/>
                </a:lnTo>
                <a:lnTo>
                  <a:pt x="10939310" y="785164"/>
                </a:lnTo>
                <a:lnTo>
                  <a:pt x="10939310" y="1193800"/>
                </a:lnTo>
                <a:lnTo>
                  <a:pt x="10356418" y="1193800"/>
                </a:lnTo>
                <a:lnTo>
                  <a:pt x="10356418" y="785164"/>
                </a:lnTo>
                <a:lnTo>
                  <a:pt x="10338016" y="785164"/>
                </a:lnTo>
                <a:lnTo>
                  <a:pt x="10338016" y="1193800"/>
                </a:lnTo>
                <a:lnTo>
                  <a:pt x="9755124" y="1193800"/>
                </a:lnTo>
                <a:lnTo>
                  <a:pt x="9755124" y="785164"/>
                </a:lnTo>
                <a:lnTo>
                  <a:pt x="9736722" y="785164"/>
                </a:lnTo>
                <a:lnTo>
                  <a:pt x="9736722" y="1193800"/>
                </a:lnTo>
                <a:lnTo>
                  <a:pt x="9153842" y="1193800"/>
                </a:lnTo>
                <a:lnTo>
                  <a:pt x="9153842" y="785164"/>
                </a:lnTo>
                <a:lnTo>
                  <a:pt x="9135440" y="785164"/>
                </a:lnTo>
                <a:lnTo>
                  <a:pt x="9135440" y="1193800"/>
                </a:lnTo>
                <a:lnTo>
                  <a:pt x="8552561" y="1193800"/>
                </a:lnTo>
                <a:lnTo>
                  <a:pt x="8552561" y="785164"/>
                </a:lnTo>
                <a:lnTo>
                  <a:pt x="8534159" y="785164"/>
                </a:lnTo>
                <a:lnTo>
                  <a:pt x="8534159" y="1193800"/>
                </a:lnTo>
                <a:lnTo>
                  <a:pt x="7951279" y="1193800"/>
                </a:lnTo>
                <a:lnTo>
                  <a:pt x="7951279" y="785164"/>
                </a:lnTo>
                <a:lnTo>
                  <a:pt x="7932877" y="785164"/>
                </a:lnTo>
                <a:lnTo>
                  <a:pt x="7932877" y="1193800"/>
                </a:lnTo>
                <a:lnTo>
                  <a:pt x="7349998" y="1193800"/>
                </a:lnTo>
                <a:lnTo>
                  <a:pt x="7349998" y="785164"/>
                </a:lnTo>
                <a:lnTo>
                  <a:pt x="7331596" y="785164"/>
                </a:lnTo>
                <a:lnTo>
                  <a:pt x="7331596" y="1193800"/>
                </a:lnTo>
                <a:lnTo>
                  <a:pt x="6748716" y="1193800"/>
                </a:lnTo>
                <a:lnTo>
                  <a:pt x="6748716" y="785164"/>
                </a:lnTo>
                <a:lnTo>
                  <a:pt x="6730314" y="785164"/>
                </a:lnTo>
                <a:lnTo>
                  <a:pt x="6730314" y="1193800"/>
                </a:lnTo>
                <a:lnTo>
                  <a:pt x="6147409" y="1193800"/>
                </a:lnTo>
                <a:lnTo>
                  <a:pt x="6147409" y="785164"/>
                </a:lnTo>
                <a:lnTo>
                  <a:pt x="6129020" y="785164"/>
                </a:lnTo>
                <a:lnTo>
                  <a:pt x="6129020" y="1193800"/>
                </a:lnTo>
                <a:lnTo>
                  <a:pt x="5546128" y="1193800"/>
                </a:lnTo>
                <a:lnTo>
                  <a:pt x="5546128" y="785164"/>
                </a:lnTo>
                <a:lnTo>
                  <a:pt x="5527738" y="785164"/>
                </a:lnTo>
                <a:lnTo>
                  <a:pt x="5527738" y="1193800"/>
                </a:lnTo>
                <a:lnTo>
                  <a:pt x="4944846" y="1193800"/>
                </a:lnTo>
                <a:lnTo>
                  <a:pt x="4944846" y="785164"/>
                </a:lnTo>
                <a:lnTo>
                  <a:pt x="4926457" y="785164"/>
                </a:lnTo>
                <a:lnTo>
                  <a:pt x="4926457" y="1193800"/>
                </a:lnTo>
                <a:lnTo>
                  <a:pt x="4343565" y="1193800"/>
                </a:lnTo>
                <a:lnTo>
                  <a:pt x="4343565" y="785164"/>
                </a:lnTo>
                <a:lnTo>
                  <a:pt x="4325175" y="785164"/>
                </a:lnTo>
                <a:lnTo>
                  <a:pt x="4325175" y="1193800"/>
                </a:lnTo>
                <a:lnTo>
                  <a:pt x="3742283" y="1193800"/>
                </a:lnTo>
                <a:lnTo>
                  <a:pt x="3742283" y="609600"/>
                </a:lnTo>
                <a:lnTo>
                  <a:pt x="4283837" y="609600"/>
                </a:lnTo>
                <a:lnTo>
                  <a:pt x="4283837" y="584200"/>
                </a:lnTo>
                <a:lnTo>
                  <a:pt x="3742283" y="584200"/>
                </a:lnTo>
                <a:lnTo>
                  <a:pt x="3742283" y="0"/>
                </a:lnTo>
                <a:lnTo>
                  <a:pt x="3723894" y="0"/>
                </a:lnTo>
                <a:lnTo>
                  <a:pt x="3723894" y="584200"/>
                </a:lnTo>
                <a:lnTo>
                  <a:pt x="3723894" y="609600"/>
                </a:lnTo>
                <a:lnTo>
                  <a:pt x="3723894" y="1193800"/>
                </a:lnTo>
                <a:lnTo>
                  <a:pt x="3140989" y="1193800"/>
                </a:lnTo>
                <a:lnTo>
                  <a:pt x="3140989" y="609600"/>
                </a:lnTo>
                <a:lnTo>
                  <a:pt x="3723894" y="609600"/>
                </a:lnTo>
                <a:lnTo>
                  <a:pt x="3723894" y="584200"/>
                </a:lnTo>
                <a:lnTo>
                  <a:pt x="3140989" y="584200"/>
                </a:lnTo>
                <a:lnTo>
                  <a:pt x="3140989" y="0"/>
                </a:lnTo>
                <a:lnTo>
                  <a:pt x="3122587" y="0"/>
                </a:lnTo>
                <a:lnTo>
                  <a:pt x="3122587" y="584200"/>
                </a:lnTo>
                <a:lnTo>
                  <a:pt x="3122587" y="609600"/>
                </a:lnTo>
                <a:lnTo>
                  <a:pt x="3122587" y="1193800"/>
                </a:lnTo>
                <a:lnTo>
                  <a:pt x="2539708" y="1193800"/>
                </a:lnTo>
                <a:lnTo>
                  <a:pt x="2539708" y="609600"/>
                </a:lnTo>
                <a:lnTo>
                  <a:pt x="3122587" y="609600"/>
                </a:lnTo>
                <a:lnTo>
                  <a:pt x="3122587" y="584200"/>
                </a:lnTo>
                <a:lnTo>
                  <a:pt x="2521305" y="584200"/>
                </a:lnTo>
                <a:lnTo>
                  <a:pt x="2521305" y="609600"/>
                </a:lnTo>
                <a:lnTo>
                  <a:pt x="2521305" y="1193800"/>
                </a:lnTo>
                <a:lnTo>
                  <a:pt x="1938426" y="1193800"/>
                </a:lnTo>
                <a:lnTo>
                  <a:pt x="1938426" y="609600"/>
                </a:lnTo>
                <a:lnTo>
                  <a:pt x="2521305" y="609600"/>
                </a:lnTo>
                <a:lnTo>
                  <a:pt x="2521305" y="584200"/>
                </a:lnTo>
                <a:lnTo>
                  <a:pt x="1920024" y="584200"/>
                </a:lnTo>
                <a:lnTo>
                  <a:pt x="1920024" y="609600"/>
                </a:lnTo>
                <a:lnTo>
                  <a:pt x="1920024" y="1193800"/>
                </a:lnTo>
                <a:lnTo>
                  <a:pt x="1337144" y="1193800"/>
                </a:lnTo>
                <a:lnTo>
                  <a:pt x="1337144" y="609600"/>
                </a:lnTo>
                <a:lnTo>
                  <a:pt x="1920024" y="609600"/>
                </a:lnTo>
                <a:lnTo>
                  <a:pt x="1920024" y="584200"/>
                </a:lnTo>
                <a:lnTo>
                  <a:pt x="1318742" y="584200"/>
                </a:lnTo>
                <a:lnTo>
                  <a:pt x="1318742" y="609600"/>
                </a:lnTo>
                <a:lnTo>
                  <a:pt x="1318742" y="1193800"/>
                </a:lnTo>
                <a:lnTo>
                  <a:pt x="735863" y="1193800"/>
                </a:lnTo>
                <a:lnTo>
                  <a:pt x="735863" y="609600"/>
                </a:lnTo>
                <a:lnTo>
                  <a:pt x="1318742" y="609600"/>
                </a:lnTo>
                <a:lnTo>
                  <a:pt x="1318742" y="584200"/>
                </a:lnTo>
                <a:lnTo>
                  <a:pt x="717461" y="584200"/>
                </a:lnTo>
                <a:lnTo>
                  <a:pt x="717461" y="609600"/>
                </a:lnTo>
                <a:lnTo>
                  <a:pt x="717461" y="1193800"/>
                </a:lnTo>
                <a:lnTo>
                  <a:pt x="134569" y="1193800"/>
                </a:lnTo>
                <a:lnTo>
                  <a:pt x="134569" y="609600"/>
                </a:lnTo>
                <a:lnTo>
                  <a:pt x="717461" y="609600"/>
                </a:lnTo>
                <a:lnTo>
                  <a:pt x="717461" y="584200"/>
                </a:lnTo>
                <a:lnTo>
                  <a:pt x="0" y="584200"/>
                </a:lnTo>
                <a:lnTo>
                  <a:pt x="0" y="609600"/>
                </a:lnTo>
                <a:lnTo>
                  <a:pt x="116281" y="609600"/>
                </a:lnTo>
                <a:lnTo>
                  <a:pt x="116281" y="1193800"/>
                </a:lnTo>
                <a:lnTo>
                  <a:pt x="0" y="1193800"/>
                </a:lnTo>
                <a:lnTo>
                  <a:pt x="0" y="1206500"/>
                </a:lnTo>
                <a:lnTo>
                  <a:pt x="116281" y="1206500"/>
                </a:lnTo>
                <a:lnTo>
                  <a:pt x="116281" y="1524000"/>
                </a:lnTo>
                <a:lnTo>
                  <a:pt x="134569" y="1524000"/>
                </a:lnTo>
                <a:lnTo>
                  <a:pt x="134569" y="1206500"/>
                </a:lnTo>
                <a:lnTo>
                  <a:pt x="717461" y="1206500"/>
                </a:lnTo>
                <a:lnTo>
                  <a:pt x="717461" y="1524000"/>
                </a:lnTo>
                <a:lnTo>
                  <a:pt x="735863" y="1524000"/>
                </a:lnTo>
                <a:lnTo>
                  <a:pt x="735863" y="1206500"/>
                </a:lnTo>
                <a:lnTo>
                  <a:pt x="1318742" y="1206500"/>
                </a:lnTo>
                <a:lnTo>
                  <a:pt x="1318742" y="1524000"/>
                </a:lnTo>
                <a:lnTo>
                  <a:pt x="1337144" y="1524000"/>
                </a:lnTo>
                <a:lnTo>
                  <a:pt x="1337144" y="1206500"/>
                </a:lnTo>
                <a:lnTo>
                  <a:pt x="1920024" y="1206500"/>
                </a:lnTo>
                <a:lnTo>
                  <a:pt x="1920024" y="1524000"/>
                </a:lnTo>
                <a:lnTo>
                  <a:pt x="1938426" y="1524000"/>
                </a:lnTo>
                <a:lnTo>
                  <a:pt x="1938426" y="1206500"/>
                </a:lnTo>
                <a:lnTo>
                  <a:pt x="2521305" y="1206500"/>
                </a:lnTo>
                <a:lnTo>
                  <a:pt x="2521305" y="1524000"/>
                </a:lnTo>
                <a:lnTo>
                  <a:pt x="2539708" y="1524000"/>
                </a:lnTo>
                <a:lnTo>
                  <a:pt x="2539708" y="1206500"/>
                </a:lnTo>
                <a:lnTo>
                  <a:pt x="3122587" y="1206500"/>
                </a:lnTo>
                <a:lnTo>
                  <a:pt x="3122587" y="1524000"/>
                </a:lnTo>
                <a:lnTo>
                  <a:pt x="3140989" y="1524000"/>
                </a:lnTo>
                <a:lnTo>
                  <a:pt x="3140989" y="1206500"/>
                </a:lnTo>
                <a:lnTo>
                  <a:pt x="3723894" y="1206500"/>
                </a:lnTo>
                <a:lnTo>
                  <a:pt x="3723894" y="1524000"/>
                </a:lnTo>
                <a:lnTo>
                  <a:pt x="3742283" y="1524000"/>
                </a:lnTo>
                <a:lnTo>
                  <a:pt x="3742283" y="1206500"/>
                </a:lnTo>
                <a:lnTo>
                  <a:pt x="4325175" y="1206500"/>
                </a:lnTo>
                <a:lnTo>
                  <a:pt x="4325175" y="1524000"/>
                </a:lnTo>
                <a:lnTo>
                  <a:pt x="4343565" y="1524000"/>
                </a:lnTo>
                <a:lnTo>
                  <a:pt x="4343565" y="1206500"/>
                </a:lnTo>
                <a:lnTo>
                  <a:pt x="4926457" y="1206500"/>
                </a:lnTo>
                <a:lnTo>
                  <a:pt x="4926457" y="1524000"/>
                </a:lnTo>
                <a:lnTo>
                  <a:pt x="4944846" y="1524000"/>
                </a:lnTo>
                <a:lnTo>
                  <a:pt x="4944846" y="1206500"/>
                </a:lnTo>
                <a:lnTo>
                  <a:pt x="5527738" y="1206500"/>
                </a:lnTo>
                <a:lnTo>
                  <a:pt x="5527738" y="1524000"/>
                </a:lnTo>
                <a:lnTo>
                  <a:pt x="5546128" y="1524000"/>
                </a:lnTo>
                <a:lnTo>
                  <a:pt x="5546128" y="1206500"/>
                </a:lnTo>
                <a:lnTo>
                  <a:pt x="6129020" y="1206500"/>
                </a:lnTo>
                <a:lnTo>
                  <a:pt x="6129020" y="1524000"/>
                </a:lnTo>
                <a:lnTo>
                  <a:pt x="6147409" y="1524000"/>
                </a:lnTo>
                <a:lnTo>
                  <a:pt x="6147409" y="1206500"/>
                </a:lnTo>
                <a:lnTo>
                  <a:pt x="6730314" y="1206500"/>
                </a:lnTo>
                <a:lnTo>
                  <a:pt x="6730314" y="1524000"/>
                </a:lnTo>
                <a:lnTo>
                  <a:pt x="6748716" y="1524000"/>
                </a:lnTo>
                <a:lnTo>
                  <a:pt x="6748716" y="1206500"/>
                </a:lnTo>
                <a:lnTo>
                  <a:pt x="7331596" y="1206500"/>
                </a:lnTo>
                <a:lnTo>
                  <a:pt x="7331596" y="1524000"/>
                </a:lnTo>
                <a:lnTo>
                  <a:pt x="7349998" y="1524000"/>
                </a:lnTo>
                <a:lnTo>
                  <a:pt x="7349998" y="1206500"/>
                </a:lnTo>
                <a:lnTo>
                  <a:pt x="7932877" y="1206500"/>
                </a:lnTo>
                <a:lnTo>
                  <a:pt x="7932877" y="1524000"/>
                </a:lnTo>
                <a:lnTo>
                  <a:pt x="7951279" y="1524000"/>
                </a:lnTo>
                <a:lnTo>
                  <a:pt x="7951279" y="1206500"/>
                </a:lnTo>
                <a:lnTo>
                  <a:pt x="8534159" y="1206500"/>
                </a:lnTo>
                <a:lnTo>
                  <a:pt x="8534159" y="1524000"/>
                </a:lnTo>
                <a:lnTo>
                  <a:pt x="8552561" y="1524000"/>
                </a:lnTo>
                <a:lnTo>
                  <a:pt x="8552561" y="1206500"/>
                </a:lnTo>
                <a:lnTo>
                  <a:pt x="9135440" y="1206500"/>
                </a:lnTo>
                <a:lnTo>
                  <a:pt x="9135440" y="1524000"/>
                </a:lnTo>
                <a:lnTo>
                  <a:pt x="9153842" y="1524000"/>
                </a:lnTo>
                <a:lnTo>
                  <a:pt x="9153842" y="1206500"/>
                </a:lnTo>
                <a:lnTo>
                  <a:pt x="9736722" y="1206500"/>
                </a:lnTo>
                <a:lnTo>
                  <a:pt x="9736722" y="1524000"/>
                </a:lnTo>
                <a:lnTo>
                  <a:pt x="9755124" y="1524000"/>
                </a:lnTo>
                <a:lnTo>
                  <a:pt x="9755124" y="1206500"/>
                </a:lnTo>
                <a:lnTo>
                  <a:pt x="10338016" y="1206500"/>
                </a:lnTo>
                <a:lnTo>
                  <a:pt x="10338016" y="1524000"/>
                </a:lnTo>
                <a:lnTo>
                  <a:pt x="10356418" y="1524000"/>
                </a:lnTo>
                <a:lnTo>
                  <a:pt x="10356418" y="1206500"/>
                </a:lnTo>
                <a:lnTo>
                  <a:pt x="10939310" y="1206500"/>
                </a:lnTo>
                <a:lnTo>
                  <a:pt x="10939310" y="1524000"/>
                </a:lnTo>
                <a:lnTo>
                  <a:pt x="10957700" y="1524000"/>
                </a:lnTo>
                <a:lnTo>
                  <a:pt x="10957700" y="1206500"/>
                </a:lnTo>
                <a:lnTo>
                  <a:pt x="11540592" y="1206500"/>
                </a:lnTo>
                <a:lnTo>
                  <a:pt x="11540592" y="1524000"/>
                </a:lnTo>
                <a:lnTo>
                  <a:pt x="11558981" y="1524000"/>
                </a:lnTo>
                <a:lnTo>
                  <a:pt x="11558981" y="1206500"/>
                </a:lnTo>
                <a:lnTo>
                  <a:pt x="12141873" y="1206500"/>
                </a:lnTo>
                <a:lnTo>
                  <a:pt x="12141873" y="1524000"/>
                </a:lnTo>
                <a:lnTo>
                  <a:pt x="12160263" y="1524000"/>
                </a:lnTo>
                <a:lnTo>
                  <a:pt x="12160263" y="1206500"/>
                </a:lnTo>
                <a:lnTo>
                  <a:pt x="12743155" y="1206500"/>
                </a:lnTo>
                <a:lnTo>
                  <a:pt x="12743155" y="1524000"/>
                </a:lnTo>
                <a:lnTo>
                  <a:pt x="12761544" y="1524000"/>
                </a:lnTo>
                <a:lnTo>
                  <a:pt x="12761544" y="1206500"/>
                </a:lnTo>
                <a:lnTo>
                  <a:pt x="13344449" y="1206500"/>
                </a:lnTo>
                <a:lnTo>
                  <a:pt x="13344449" y="1524000"/>
                </a:lnTo>
                <a:lnTo>
                  <a:pt x="13362851" y="1524000"/>
                </a:lnTo>
                <a:lnTo>
                  <a:pt x="13362851" y="1206500"/>
                </a:lnTo>
                <a:lnTo>
                  <a:pt x="13945730" y="1206500"/>
                </a:lnTo>
                <a:lnTo>
                  <a:pt x="13945730" y="1524000"/>
                </a:lnTo>
                <a:lnTo>
                  <a:pt x="13964133" y="1524000"/>
                </a:lnTo>
                <a:lnTo>
                  <a:pt x="13964133" y="1206500"/>
                </a:lnTo>
                <a:lnTo>
                  <a:pt x="14547012" y="1206500"/>
                </a:lnTo>
                <a:lnTo>
                  <a:pt x="14547012" y="1524000"/>
                </a:lnTo>
                <a:lnTo>
                  <a:pt x="14565414" y="1524000"/>
                </a:lnTo>
                <a:lnTo>
                  <a:pt x="14565414" y="1206500"/>
                </a:lnTo>
                <a:lnTo>
                  <a:pt x="15148294" y="1206500"/>
                </a:lnTo>
                <a:lnTo>
                  <a:pt x="15148294" y="1524000"/>
                </a:lnTo>
                <a:lnTo>
                  <a:pt x="15166696" y="1524000"/>
                </a:lnTo>
                <a:lnTo>
                  <a:pt x="15166696" y="1206500"/>
                </a:lnTo>
                <a:lnTo>
                  <a:pt x="15749575" y="1206500"/>
                </a:lnTo>
                <a:lnTo>
                  <a:pt x="15749575" y="1524000"/>
                </a:lnTo>
                <a:lnTo>
                  <a:pt x="15767977" y="1524000"/>
                </a:lnTo>
                <a:lnTo>
                  <a:pt x="15767977" y="1206500"/>
                </a:lnTo>
                <a:lnTo>
                  <a:pt x="16350882" y="1206500"/>
                </a:lnTo>
                <a:lnTo>
                  <a:pt x="16350882" y="1524000"/>
                </a:lnTo>
                <a:lnTo>
                  <a:pt x="16369272" y="1524000"/>
                </a:lnTo>
                <a:lnTo>
                  <a:pt x="16369272" y="1206500"/>
                </a:lnTo>
                <a:lnTo>
                  <a:pt x="18287988" y="1206500"/>
                </a:lnTo>
                <a:lnTo>
                  <a:pt x="18287988" y="1193800"/>
                </a:lnTo>
                <a:lnTo>
                  <a:pt x="18173218" y="1193800"/>
                </a:lnTo>
                <a:lnTo>
                  <a:pt x="18173218" y="609600"/>
                </a:lnTo>
                <a:lnTo>
                  <a:pt x="18287988" y="609600"/>
                </a:lnTo>
                <a:lnTo>
                  <a:pt x="18287988" y="584200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4"/>
          <p:cNvSpPr/>
          <p:nvPr/>
        </p:nvSpPr>
        <p:spPr>
          <a:xfrm>
            <a:off x="16350882" y="9956812"/>
            <a:ext cx="1822450" cy="317500"/>
          </a:xfrm>
          <a:custGeom>
            <a:rect b="b" l="l" r="r" t="t"/>
            <a:pathLst>
              <a:path extrusionOk="0" h="317500" w="1822450">
                <a:moveTo>
                  <a:pt x="18389" y="0"/>
                </a:moveTo>
                <a:lnTo>
                  <a:pt x="0" y="0"/>
                </a:lnTo>
                <a:lnTo>
                  <a:pt x="0" y="317500"/>
                </a:lnTo>
                <a:lnTo>
                  <a:pt x="18389" y="317500"/>
                </a:lnTo>
                <a:lnTo>
                  <a:pt x="18389" y="0"/>
                </a:lnTo>
                <a:close/>
              </a:path>
              <a:path extrusionOk="0" h="317500" w="1822450">
                <a:moveTo>
                  <a:pt x="619671" y="0"/>
                </a:moveTo>
                <a:lnTo>
                  <a:pt x="601281" y="0"/>
                </a:lnTo>
                <a:lnTo>
                  <a:pt x="601281" y="317500"/>
                </a:lnTo>
                <a:lnTo>
                  <a:pt x="619671" y="317500"/>
                </a:lnTo>
                <a:lnTo>
                  <a:pt x="619671" y="0"/>
                </a:lnTo>
                <a:close/>
              </a:path>
              <a:path extrusionOk="0" h="317500" w="1822450">
                <a:moveTo>
                  <a:pt x="1220952" y="0"/>
                </a:moveTo>
                <a:lnTo>
                  <a:pt x="1202563" y="0"/>
                </a:lnTo>
                <a:lnTo>
                  <a:pt x="1202563" y="317500"/>
                </a:lnTo>
                <a:lnTo>
                  <a:pt x="1220952" y="317500"/>
                </a:lnTo>
                <a:lnTo>
                  <a:pt x="1220952" y="0"/>
                </a:lnTo>
                <a:close/>
              </a:path>
              <a:path extrusionOk="0" h="317500" w="1822450">
                <a:moveTo>
                  <a:pt x="1822335" y="0"/>
                </a:moveTo>
                <a:lnTo>
                  <a:pt x="1803844" y="0"/>
                </a:lnTo>
                <a:lnTo>
                  <a:pt x="1803844" y="317500"/>
                </a:lnTo>
                <a:lnTo>
                  <a:pt x="1822335" y="317500"/>
                </a:lnTo>
                <a:lnTo>
                  <a:pt x="1822335" y="0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4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F5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5"/>
          <p:cNvSpPr/>
          <p:nvPr/>
        </p:nvSpPr>
        <p:spPr>
          <a:xfrm>
            <a:off x="15757311" y="0"/>
            <a:ext cx="2531110" cy="2380615"/>
          </a:xfrm>
          <a:custGeom>
            <a:rect b="b" l="l" r="r" t="t"/>
            <a:pathLst>
              <a:path extrusionOk="0" h="2380615" w="2531109">
                <a:moveTo>
                  <a:pt x="2530688" y="2380247"/>
                </a:moveTo>
                <a:lnTo>
                  <a:pt x="2139844" y="2380247"/>
                </a:lnTo>
                <a:lnTo>
                  <a:pt x="2092548" y="2367547"/>
                </a:lnTo>
                <a:lnTo>
                  <a:pt x="2045535" y="2367547"/>
                </a:lnTo>
                <a:lnTo>
                  <a:pt x="1952394" y="2342147"/>
                </a:lnTo>
                <a:lnTo>
                  <a:pt x="1906285" y="2342147"/>
                </a:lnTo>
                <a:lnTo>
                  <a:pt x="1549701" y="2240547"/>
                </a:lnTo>
                <a:lnTo>
                  <a:pt x="1506803" y="2215147"/>
                </a:lnTo>
                <a:lnTo>
                  <a:pt x="1422223" y="2189747"/>
                </a:lnTo>
                <a:lnTo>
                  <a:pt x="1380561" y="2164347"/>
                </a:lnTo>
                <a:lnTo>
                  <a:pt x="1339329" y="2151647"/>
                </a:lnTo>
                <a:lnTo>
                  <a:pt x="1258193" y="2100847"/>
                </a:lnTo>
                <a:lnTo>
                  <a:pt x="1218308" y="2088147"/>
                </a:lnTo>
                <a:lnTo>
                  <a:pt x="1139949" y="2037347"/>
                </a:lnTo>
                <a:lnTo>
                  <a:pt x="1063534" y="1986547"/>
                </a:lnTo>
                <a:lnTo>
                  <a:pt x="989135" y="1935747"/>
                </a:lnTo>
                <a:lnTo>
                  <a:pt x="952715" y="1910347"/>
                </a:lnTo>
                <a:lnTo>
                  <a:pt x="916827" y="1884947"/>
                </a:lnTo>
                <a:lnTo>
                  <a:pt x="881480" y="1859547"/>
                </a:lnTo>
                <a:lnTo>
                  <a:pt x="846684" y="1821447"/>
                </a:lnTo>
                <a:lnTo>
                  <a:pt x="812447" y="1796047"/>
                </a:lnTo>
                <a:lnTo>
                  <a:pt x="778779" y="1770647"/>
                </a:lnTo>
                <a:lnTo>
                  <a:pt x="745689" y="1732547"/>
                </a:lnTo>
                <a:lnTo>
                  <a:pt x="713186" y="1707147"/>
                </a:lnTo>
                <a:lnTo>
                  <a:pt x="681280" y="1669047"/>
                </a:lnTo>
                <a:lnTo>
                  <a:pt x="649979" y="1643647"/>
                </a:lnTo>
                <a:lnTo>
                  <a:pt x="619294" y="1605547"/>
                </a:lnTo>
                <a:lnTo>
                  <a:pt x="589232" y="1580147"/>
                </a:lnTo>
                <a:lnTo>
                  <a:pt x="559804" y="1542047"/>
                </a:lnTo>
                <a:lnTo>
                  <a:pt x="531018" y="1503947"/>
                </a:lnTo>
                <a:lnTo>
                  <a:pt x="502885" y="1465847"/>
                </a:lnTo>
                <a:lnTo>
                  <a:pt x="475412" y="1427747"/>
                </a:lnTo>
                <a:lnTo>
                  <a:pt x="448609" y="1402347"/>
                </a:lnTo>
                <a:lnTo>
                  <a:pt x="422486" y="1364247"/>
                </a:lnTo>
                <a:lnTo>
                  <a:pt x="397052" y="1326147"/>
                </a:lnTo>
                <a:lnTo>
                  <a:pt x="372315" y="1288047"/>
                </a:lnTo>
                <a:lnTo>
                  <a:pt x="348286" y="1249947"/>
                </a:lnTo>
                <a:lnTo>
                  <a:pt x="324973" y="1211847"/>
                </a:lnTo>
                <a:lnTo>
                  <a:pt x="302386" y="1173747"/>
                </a:lnTo>
                <a:lnTo>
                  <a:pt x="280533" y="1122947"/>
                </a:lnTo>
                <a:lnTo>
                  <a:pt x="259425" y="1084847"/>
                </a:lnTo>
                <a:lnTo>
                  <a:pt x="239069" y="1046747"/>
                </a:lnTo>
                <a:lnTo>
                  <a:pt x="219476" y="1008647"/>
                </a:lnTo>
                <a:lnTo>
                  <a:pt x="200655" y="970547"/>
                </a:lnTo>
                <a:lnTo>
                  <a:pt x="182615" y="919747"/>
                </a:lnTo>
                <a:lnTo>
                  <a:pt x="165365" y="881647"/>
                </a:lnTo>
                <a:lnTo>
                  <a:pt x="148914" y="830847"/>
                </a:lnTo>
                <a:lnTo>
                  <a:pt x="133272" y="792747"/>
                </a:lnTo>
                <a:lnTo>
                  <a:pt x="118447" y="754647"/>
                </a:lnTo>
                <a:lnTo>
                  <a:pt x="104450" y="703847"/>
                </a:lnTo>
                <a:lnTo>
                  <a:pt x="91288" y="665747"/>
                </a:lnTo>
                <a:lnTo>
                  <a:pt x="78973" y="614947"/>
                </a:lnTo>
                <a:lnTo>
                  <a:pt x="67512" y="576847"/>
                </a:lnTo>
                <a:lnTo>
                  <a:pt x="56914" y="526047"/>
                </a:lnTo>
                <a:lnTo>
                  <a:pt x="47190" y="475247"/>
                </a:lnTo>
                <a:lnTo>
                  <a:pt x="38348" y="437147"/>
                </a:lnTo>
                <a:lnTo>
                  <a:pt x="30398" y="386347"/>
                </a:lnTo>
                <a:lnTo>
                  <a:pt x="23349" y="335547"/>
                </a:lnTo>
                <a:lnTo>
                  <a:pt x="17209" y="297447"/>
                </a:lnTo>
                <a:lnTo>
                  <a:pt x="11989" y="246647"/>
                </a:lnTo>
                <a:lnTo>
                  <a:pt x="7698" y="195847"/>
                </a:lnTo>
                <a:lnTo>
                  <a:pt x="4343" y="145047"/>
                </a:lnTo>
                <a:lnTo>
                  <a:pt x="1936" y="106947"/>
                </a:lnTo>
                <a:lnTo>
                  <a:pt x="485" y="56147"/>
                </a:lnTo>
                <a:lnTo>
                  <a:pt x="0" y="5347"/>
                </a:lnTo>
                <a:lnTo>
                  <a:pt x="51" y="0"/>
                </a:lnTo>
                <a:lnTo>
                  <a:pt x="2530688" y="0"/>
                </a:lnTo>
                <a:lnTo>
                  <a:pt x="2530688" y="2380247"/>
                </a:lnTo>
                <a:close/>
              </a:path>
            </a:pathLst>
          </a:custGeom>
          <a:solidFill>
            <a:srgbClr val="DB661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5"/>
          <p:cNvSpPr/>
          <p:nvPr/>
        </p:nvSpPr>
        <p:spPr>
          <a:xfrm>
            <a:off x="0" y="8774035"/>
            <a:ext cx="1551940" cy="1513205"/>
          </a:xfrm>
          <a:custGeom>
            <a:rect b="b" l="l" r="r" t="t"/>
            <a:pathLst>
              <a:path extrusionOk="0" h="1513204" w="1551940">
                <a:moveTo>
                  <a:pt x="1531255" y="1512963"/>
                </a:moveTo>
                <a:lnTo>
                  <a:pt x="0" y="1512963"/>
                </a:lnTo>
                <a:lnTo>
                  <a:pt x="0" y="27920"/>
                </a:lnTo>
                <a:lnTo>
                  <a:pt x="76898" y="13930"/>
                </a:lnTo>
                <a:lnTo>
                  <a:pt x="123630" y="7882"/>
                </a:lnTo>
                <a:lnTo>
                  <a:pt x="170871" y="3524"/>
                </a:lnTo>
                <a:lnTo>
                  <a:pt x="218591" y="886"/>
                </a:lnTo>
                <a:lnTo>
                  <a:pt x="266759" y="0"/>
                </a:lnTo>
                <a:lnTo>
                  <a:pt x="314926" y="886"/>
                </a:lnTo>
                <a:lnTo>
                  <a:pt x="362646" y="3524"/>
                </a:lnTo>
                <a:lnTo>
                  <a:pt x="409887" y="7882"/>
                </a:lnTo>
                <a:lnTo>
                  <a:pt x="456619" y="13930"/>
                </a:lnTo>
                <a:lnTo>
                  <a:pt x="502810" y="21637"/>
                </a:lnTo>
                <a:lnTo>
                  <a:pt x="548430" y="30971"/>
                </a:lnTo>
                <a:lnTo>
                  <a:pt x="593447" y="41901"/>
                </a:lnTo>
                <a:lnTo>
                  <a:pt x="637830" y="54397"/>
                </a:lnTo>
                <a:lnTo>
                  <a:pt x="681549" y="68428"/>
                </a:lnTo>
                <a:lnTo>
                  <a:pt x="724571" y="83961"/>
                </a:lnTo>
                <a:lnTo>
                  <a:pt x="766867" y="100967"/>
                </a:lnTo>
                <a:lnTo>
                  <a:pt x="808404" y="119413"/>
                </a:lnTo>
                <a:lnTo>
                  <a:pt x="849153" y="139270"/>
                </a:lnTo>
                <a:lnTo>
                  <a:pt x="889081" y="160506"/>
                </a:lnTo>
                <a:lnTo>
                  <a:pt x="928159" y="183090"/>
                </a:lnTo>
                <a:lnTo>
                  <a:pt x="966354" y="206991"/>
                </a:lnTo>
                <a:lnTo>
                  <a:pt x="1003636" y="232178"/>
                </a:lnTo>
                <a:lnTo>
                  <a:pt x="1039973" y="258620"/>
                </a:lnTo>
                <a:lnTo>
                  <a:pt x="1075336" y="286285"/>
                </a:lnTo>
                <a:lnTo>
                  <a:pt x="1109692" y="315143"/>
                </a:lnTo>
                <a:lnTo>
                  <a:pt x="1143010" y="345163"/>
                </a:lnTo>
                <a:lnTo>
                  <a:pt x="1175260" y="376313"/>
                </a:lnTo>
                <a:lnTo>
                  <a:pt x="1206410" y="408563"/>
                </a:lnTo>
                <a:lnTo>
                  <a:pt x="1236430" y="441882"/>
                </a:lnTo>
                <a:lnTo>
                  <a:pt x="1265288" y="476238"/>
                </a:lnTo>
                <a:lnTo>
                  <a:pt x="1292954" y="511600"/>
                </a:lnTo>
                <a:lnTo>
                  <a:pt x="1319395" y="547937"/>
                </a:lnTo>
                <a:lnTo>
                  <a:pt x="1344582" y="585219"/>
                </a:lnTo>
                <a:lnTo>
                  <a:pt x="1368483" y="623415"/>
                </a:lnTo>
                <a:lnTo>
                  <a:pt x="1391067" y="662492"/>
                </a:lnTo>
                <a:lnTo>
                  <a:pt x="1412303" y="702421"/>
                </a:lnTo>
                <a:lnTo>
                  <a:pt x="1432160" y="743169"/>
                </a:lnTo>
                <a:lnTo>
                  <a:pt x="1450607" y="784707"/>
                </a:lnTo>
                <a:lnTo>
                  <a:pt x="1467612" y="827002"/>
                </a:lnTo>
                <a:lnTo>
                  <a:pt x="1483146" y="870025"/>
                </a:lnTo>
                <a:lnTo>
                  <a:pt x="1497176" y="913743"/>
                </a:lnTo>
                <a:lnTo>
                  <a:pt x="1509672" y="958126"/>
                </a:lnTo>
                <a:lnTo>
                  <a:pt x="1520602" y="1003143"/>
                </a:lnTo>
                <a:lnTo>
                  <a:pt x="1529936" y="1048763"/>
                </a:lnTo>
                <a:lnTo>
                  <a:pt x="1537643" y="1094954"/>
                </a:lnTo>
                <a:lnTo>
                  <a:pt x="1543691" y="1141686"/>
                </a:lnTo>
                <a:lnTo>
                  <a:pt x="1548050" y="1188928"/>
                </a:lnTo>
                <a:lnTo>
                  <a:pt x="1550688" y="1236648"/>
                </a:lnTo>
                <a:lnTo>
                  <a:pt x="1551574" y="1284815"/>
                </a:lnTo>
                <a:lnTo>
                  <a:pt x="1550688" y="1332982"/>
                </a:lnTo>
                <a:lnTo>
                  <a:pt x="1548050" y="1380702"/>
                </a:lnTo>
                <a:lnTo>
                  <a:pt x="1543691" y="1427944"/>
                </a:lnTo>
                <a:lnTo>
                  <a:pt x="1537643" y="1474675"/>
                </a:lnTo>
                <a:lnTo>
                  <a:pt x="1531255" y="1512963"/>
                </a:lnTo>
                <a:close/>
              </a:path>
            </a:pathLst>
          </a:custGeom>
          <a:solidFill>
            <a:srgbClr val="DB661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5"/>
          <p:cNvSpPr txBox="1"/>
          <p:nvPr>
            <p:ph type="ctrTitle"/>
          </p:nvPr>
        </p:nvSpPr>
        <p:spPr>
          <a:xfrm>
            <a:off x="1016000" y="959392"/>
            <a:ext cx="4603750" cy="436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50">
                <a:solidFill>
                  <a:srgbClr val="7B381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5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5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743265" y="1424130"/>
            <a:ext cx="13155294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150" u="none" cap="none" strike="noStrike">
                <a:solidFill>
                  <a:srgbClr val="7B381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1016000" y="3564468"/>
            <a:ext cx="982472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 u="none" cap="none" strike="noStrike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30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30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Relationship Id="rId4" Type="http://schemas.openxmlformats.org/officeDocument/2006/relationships/image" Target="../media/image2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jpg"/><Relationship Id="rId4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jpg"/><Relationship Id="rId4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6.jpg"/><Relationship Id="rId4" Type="http://schemas.openxmlformats.org/officeDocument/2006/relationships/image" Target="../media/image40.jpg"/><Relationship Id="rId5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9.jpg"/><Relationship Id="rId4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04246" y="244928"/>
            <a:ext cx="5356595" cy="132669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449650" y="6944025"/>
            <a:ext cx="9771600" cy="30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9550">
            <a:spAutoFit/>
          </a:bodyPr>
          <a:lstStyle/>
          <a:p>
            <a:pPr indent="0" lvl="0" marL="768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121316"/>
                </a:solidFill>
                <a:latin typeface="Arial Black"/>
                <a:ea typeface="Arial Black"/>
                <a:cs typeface="Arial Black"/>
                <a:sym typeface="Arial Black"/>
              </a:rPr>
              <a:t>Sistemas de bases de datos 1</a:t>
            </a:r>
            <a:endParaRPr sz="5000">
              <a:latin typeface="Arial Black"/>
              <a:ea typeface="Arial Black"/>
              <a:cs typeface="Arial Black"/>
              <a:sym typeface="Arial Black"/>
            </a:endParaRPr>
          </a:p>
          <a:p>
            <a:pPr indent="34290" lvl="0" marL="12700" marR="2187575" rtl="0" algn="l">
              <a:lnSpc>
                <a:spcPct val="1222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21316"/>
                </a:solidFill>
                <a:latin typeface="Arial Black"/>
                <a:ea typeface="Arial Black"/>
                <a:cs typeface="Arial Black"/>
                <a:sym typeface="Arial Black"/>
              </a:rPr>
              <a:t>Escuela de Ingenieria de Ciencias Y Sistemas Facultad de Ingenieria</a:t>
            </a:r>
            <a:endParaRPr sz="25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1270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21316"/>
                </a:solidFill>
                <a:latin typeface="Arial Black"/>
                <a:ea typeface="Arial Black"/>
                <a:cs typeface="Arial Black"/>
                <a:sym typeface="Arial Black"/>
              </a:rPr>
              <a:t>Universidad de San Carlos de Guatemala</a:t>
            </a:r>
            <a:endParaRPr sz="25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8" name="Google Shape;88;p1"/>
          <p:cNvSpPr txBox="1"/>
          <p:nvPr>
            <p:ph type="title"/>
          </p:nvPr>
        </p:nvSpPr>
        <p:spPr>
          <a:xfrm>
            <a:off x="3086253" y="2420946"/>
            <a:ext cx="14481900" cy="28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>
                <a:solidFill>
                  <a:srgbClr val="121316"/>
                </a:solidFill>
                <a:latin typeface="Arial Black"/>
                <a:ea typeface="Arial Black"/>
                <a:cs typeface="Arial Black"/>
                <a:sym typeface="Arial Black"/>
              </a:rPr>
              <a:t>Modelo Entidad-Relación</a:t>
            </a:r>
            <a:endParaRPr sz="92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2"/>
          <p:cNvGrpSpPr/>
          <p:nvPr/>
        </p:nvGrpSpPr>
        <p:grpSpPr>
          <a:xfrm>
            <a:off x="17269389" y="158173"/>
            <a:ext cx="732790" cy="874394"/>
            <a:chOff x="17269389" y="158173"/>
            <a:chExt cx="732790" cy="874394"/>
          </a:xfrm>
        </p:grpSpPr>
        <p:sp>
          <p:nvSpPr>
            <p:cNvPr id="94" name="Google Shape;94;p2"/>
            <p:cNvSpPr/>
            <p:nvPr/>
          </p:nvSpPr>
          <p:spPr>
            <a:xfrm>
              <a:off x="17269389" y="158173"/>
              <a:ext cx="732790" cy="874394"/>
            </a:xfrm>
            <a:custGeom>
              <a:rect b="b" l="l" r="r" t="t"/>
              <a:pathLst>
                <a:path extrusionOk="0" h="874394" w="732790">
                  <a:moveTo>
                    <a:pt x="122932" y="651141"/>
                  </a:moveTo>
                  <a:lnTo>
                    <a:pt x="78007" y="651141"/>
                  </a:lnTo>
                  <a:lnTo>
                    <a:pt x="110296" y="609829"/>
                  </a:lnTo>
                  <a:lnTo>
                    <a:pt x="133913" y="563719"/>
                  </a:lnTo>
                  <a:lnTo>
                    <a:pt x="148410" y="513893"/>
                  </a:lnTo>
                  <a:lnTo>
                    <a:pt x="153342" y="461435"/>
                  </a:lnTo>
                  <a:lnTo>
                    <a:pt x="153342" y="317003"/>
                  </a:lnTo>
                  <a:lnTo>
                    <a:pt x="158970" y="267982"/>
                  </a:lnTo>
                  <a:lnTo>
                    <a:pt x="174998" y="222949"/>
                  </a:lnTo>
                  <a:lnTo>
                    <a:pt x="200137" y="183196"/>
                  </a:lnTo>
                  <a:lnTo>
                    <a:pt x="233103" y="150014"/>
                  </a:lnTo>
                  <a:lnTo>
                    <a:pt x="272608" y="124695"/>
                  </a:lnTo>
                  <a:lnTo>
                    <a:pt x="272608" y="94244"/>
                  </a:lnTo>
                  <a:lnTo>
                    <a:pt x="279984" y="57595"/>
                  </a:lnTo>
                  <a:lnTo>
                    <a:pt x="300086" y="27634"/>
                  </a:lnTo>
                  <a:lnTo>
                    <a:pt x="329877" y="7417"/>
                  </a:lnTo>
                  <a:lnTo>
                    <a:pt x="366318" y="0"/>
                  </a:lnTo>
                  <a:lnTo>
                    <a:pt x="402758" y="7417"/>
                  </a:lnTo>
                  <a:lnTo>
                    <a:pt x="432549" y="27634"/>
                  </a:lnTo>
                  <a:lnTo>
                    <a:pt x="437001" y="34270"/>
                  </a:lnTo>
                  <a:lnTo>
                    <a:pt x="366318" y="34270"/>
                  </a:lnTo>
                  <a:lnTo>
                    <a:pt x="343128" y="38991"/>
                  </a:lnTo>
                  <a:lnTo>
                    <a:pt x="324170" y="51856"/>
                  </a:lnTo>
                  <a:lnTo>
                    <a:pt x="311378" y="70922"/>
                  </a:lnTo>
                  <a:lnTo>
                    <a:pt x="306684" y="94244"/>
                  </a:lnTo>
                  <a:lnTo>
                    <a:pt x="306684" y="111369"/>
                  </a:lnTo>
                  <a:lnTo>
                    <a:pt x="460027" y="111369"/>
                  </a:lnTo>
                  <a:lnTo>
                    <a:pt x="460027" y="124695"/>
                  </a:lnTo>
                  <a:lnTo>
                    <a:pt x="479355" y="137082"/>
                  </a:lnTo>
                  <a:lnTo>
                    <a:pt x="366318" y="137082"/>
                  </a:lnTo>
                  <a:lnTo>
                    <a:pt x="318814" y="143520"/>
                  </a:lnTo>
                  <a:lnTo>
                    <a:pt x="276094" y="161682"/>
                  </a:lnTo>
                  <a:lnTo>
                    <a:pt x="239876" y="189839"/>
                  </a:lnTo>
                  <a:lnTo>
                    <a:pt x="211878" y="226264"/>
                  </a:lnTo>
                  <a:lnTo>
                    <a:pt x="193820" y="269228"/>
                  </a:lnTo>
                  <a:lnTo>
                    <a:pt x="187418" y="317003"/>
                  </a:lnTo>
                  <a:lnTo>
                    <a:pt x="187418" y="461435"/>
                  </a:lnTo>
                  <a:lnTo>
                    <a:pt x="183223" y="512830"/>
                  </a:lnTo>
                  <a:lnTo>
                    <a:pt x="170857" y="562113"/>
                  </a:lnTo>
                  <a:lnTo>
                    <a:pt x="150650" y="608484"/>
                  </a:lnTo>
                  <a:lnTo>
                    <a:pt x="122932" y="651141"/>
                  </a:lnTo>
                  <a:close/>
                </a:path>
                <a:path extrusionOk="0" h="874394" w="732790">
                  <a:moveTo>
                    <a:pt x="460027" y="111369"/>
                  </a:moveTo>
                  <a:lnTo>
                    <a:pt x="425951" y="111369"/>
                  </a:lnTo>
                  <a:lnTo>
                    <a:pt x="425951" y="94244"/>
                  </a:lnTo>
                  <a:lnTo>
                    <a:pt x="421257" y="70922"/>
                  </a:lnTo>
                  <a:lnTo>
                    <a:pt x="408465" y="51856"/>
                  </a:lnTo>
                  <a:lnTo>
                    <a:pt x="389507" y="38991"/>
                  </a:lnTo>
                  <a:lnTo>
                    <a:pt x="366318" y="34270"/>
                  </a:lnTo>
                  <a:lnTo>
                    <a:pt x="437001" y="34270"/>
                  </a:lnTo>
                  <a:lnTo>
                    <a:pt x="452651" y="57595"/>
                  </a:lnTo>
                  <a:lnTo>
                    <a:pt x="460027" y="94244"/>
                  </a:lnTo>
                  <a:lnTo>
                    <a:pt x="460027" y="111369"/>
                  </a:lnTo>
                  <a:close/>
                </a:path>
                <a:path extrusionOk="0" h="874394" w="732790">
                  <a:moveTo>
                    <a:pt x="425951" y="111369"/>
                  </a:moveTo>
                  <a:lnTo>
                    <a:pt x="306684" y="111369"/>
                  </a:lnTo>
                  <a:lnTo>
                    <a:pt x="336253" y="104948"/>
                  </a:lnTo>
                  <a:lnTo>
                    <a:pt x="366327" y="102808"/>
                  </a:lnTo>
                  <a:lnTo>
                    <a:pt x="396368" y="104948"/>
                  </a:lnTo>
                  <a:lnTo>
                    <a:pt x="425951" y="111369"/>
                  </a:lnTo>
                  <a:close/>
                </a:path>
                <a:path extrusionOk="0" h="874394" w="732790">
                  <a:moveTo>
                    <a:pt x="654629" y="651141"/>
                  </a:moveTo>
                  <a:lnTo>
                    <a:pt x="609703" y="651141"/>
                  </a:lnTo>
                  <a:lnTo>
                    <a:pt x="581985" y="608484"/>
                  </a:lnTo>
                  <a:lnTo>
                    <a:pt x="561778" y="562113"/>
                  </a:lnTo>
                  <a:lnTo>
                    <a:pt x="549412" y="512830"/>
                  </a:lnTo>
                  <a:lnTo>
                    <a:pt x="545217" y="461435"/>
                  </a:lnTo>
                  <a:lnTo>
                    <a:pt x="545217" y="317003"/>
                  </a:lnTo>
                  <a:lnTo>
                    <a:pt x="538816" y="269228"/>
                  </a:lnTo>
                  <a:lnTo>
                    <a:pt x="520757" y="226264"/>
                  </a:lnTo>
                  <a:lnTo>
                    <a:pt x="492759" y="189839"/>
                  </a:lnTo>
                  <a:lnTo>
                    <a:pt x="456541" y="161682"/>
                  </a:lnTo>
                  <a:lnTo>
                    <a:pt x="413821" y="143520"/>
                  </a:lnTo>
                  <a:lnTo>
                    <a:pt x="366318" y="137082"/>
                  </a:lnTo>
                  <a:lnTo>
                    <a:pt x="479355" y="137082"/>
                  </a:lnTo>
                  <a:lnTo>
                    <a:pt x="532498" y="183196"/>
                  </a:lnTo>
                  <a:lnTo>
                    <a:pt x="557638" y="222949"/>
                  </a:lnTo>
                  <a:lnTo>
                    <a:pt x="573665" y="267982"/>
                  </a:lnTo>
                  <a:lnTo>
                    <a:pt x="579293" y="317003"/>
                  </a:lnTo>
                  <a:lnTo>
                    <a:pt x="579293" y="461435"/>
                  </a:lnTo>
                  <a:lnTo>
                    <a:pt x="584125" y="512830"/>
                  </a:lnTo>
                  <a:lnTo>
                    <a:pt x="584225" y="513893"/>
                  </a:lnTo>
                  <a:lnTo>
                    <a:pt x="598722" y="563719"/>
                  </a:lnTo>
                  <a:lnTo>
                    <a:pt x="622338" y="609829"/>
                  </a:lnTo>
                  <a:lnTo>
                    <a:pt x="654629" y="651141"/>
                  </a:lnTo>
                  <a:close/>
                </a:path>
                <a:path extrusionOk="0" h="874394" w="732790">
                  <a:moveTo>
                    <a:pt x="673003" y="771089"/>
                  </a:moveTo>
                  <a:lnTo>
                    <a:pt x="59633" y="771089"/>
                  </a:lnTo>
                  <a:lnTo>
                    <a:pt x="36443" y="766368"/>
                  </a:lnTo>
                  <a:lnTo>
                    <a:pt x="17485" y="753503"/>
                  </a:lnTo>
                  <a:lnTo>
                    <a:pt x="4693" y="734437"/>
                  </a:lnTo>
                  <a:lnTo>
                    <a:pt x="0" y="711115"/>
                  </a:lnTo>
                  <a:lnTo>
                    <a:pt x="4693" y="687793"/>
                  </a:lnTo>
                  <a:lnTo>
                    <a:pt x="17485" y="668727"/>
                  </a:lnTo>
                  <a:lnTo>
                    <a:pt x="36443" y="655862"/>
                  </a:lnTo>
                  <a:lnTo>
                    <a:pt x="59633" y="651141"/>
                  </a:lnTo>
                  <a:lnTo>
                    <a:pt x="673003" y="651141"/>
                  </a:lnTo>
                  <a:lnTo>
                    <a:pt x="696192" y="655862"/>
                  </a:lnTo>
                  <a:lnTo>
                    <a:pt x="715150" y="668727"/>
                  </a:lnTo>
                  <a:lnTo>
                    <a:pt x="727942" y="687793"/>
                  </a:lnTo>
                  <a:lnTo>
                    <a:pt x="732636" y="711115"/>
                  </a:lnTo>
                  <a:lnTo>
                    <a:pt x="727942" y="734437"/>
                  </a:lnTo>
                  <a:lnTo>
                    <a:pt x="715150" y="753503"/>
                  </a:lnTo>
                  <a:lnTo>
                    <a:pt x="696192" y="766368"/>
                  </a:lnTo>
                  <a:lnTo>
                    <a:pt x="673003" y="771089"/>
                  </a:lnTo>
                  <a:close/>
                </a:path>
                <a:path extrusionOk="0" h="874394" w="732790">
                  <a:moveTo>
                    <a:pt x="366318" y="873901"/>
                  </a:moveTo>
                  <a:lnTo>
                    <a:pt x="329877" y="866483"/>
                  </a:lnTo>
                  <a:lnTo>
                    <a:pt x="300086" y="846266"/>
                  </a:lnTo>
                  <a:lnTo>
                    <a:pt x="279984" y="816305"/>
                  </a:lnTo>
                  <a:lnTo>
                    <a:pt x="272608" y="779656"/>
                  </a:lnTo>
                  <a:lnTo>
                    <a:pt x="272608" y="771089"/>
                  </a:lnTo>
                  <a:lnTo>
                    <a:pt x="306684" y="771089"/>
                  </a:lnTo>
                  <a:lnTo>
                    <a:pt x="306684" y="779656"/>
                  </a:lnTo>
                  <a:lnTo>
                    <a:pt x="311378" y="802978"/>
                  </a:lnTo>
                  <a:lnTo>
                    <a:pt x="324170" y="822044"/>
                  </a:lnTo>
                  <a:lnTo>
                    <a:pt x="343128" y="834909"/>
                  </a:lnTo>
                  <a:lnTo>
                    <a:pt x="366318" y="839630"/>
                  </a:lnTo>
                  <a:lnTo>
                    <a:pt x="437001" y="839630"/>
                  </a:lnTo>
                  <a:lnTo>
                    <a:pt x="432549" y="846266"/>
                  </a:lnTo>
                  <a:lnTo>
                    <a:pt x="402758" y="866483"/>
                  </a:lnTo>
                  <a:lnTo>
                    <a:pt x="366318" y="873901"/>
                  </a:lnTo>
                  <a:close/>
                </a:path>
                <a:path extrusionOk="0" h="874394" w="732790">
                  <a:moveTo>
                    <a:pt x="437001" y="839630"/>
                  </a:moveTo>
                  <a:lnTo>
                    <a:pt x="366318" y="839630"/>
                  </a:lnTo>
                  <a:lnTo>
                    <a:pt x="389507" y="834909"/>
                  </a:lnTo>
                  <a:lnTo>
                    <a:pt x="408465" y="822044"/>
                  </a:lnTo>
                  <a:lnTo>
                    <a:pt x="421257" y="802978"/>
                  </a:lnTo>
                  <a:lnTo>
                    <a:pt x="425951" y="779656"/>
                  </a:lnTo>
                  <a:lnTo>
                    <a:pt x="425951" y="771089"/>
                  </a:lnTo>
                  <a:lnTo>
                    <a:pt x="460027" y="771089"/>
                  </a:lnTo>
                  <a:lnTo>
                    <a:pt x="460027" y="779656"/>
                  </a:lnTo>
                  <a:lnTo>
                    <a:pt x="452651" y="816305"/>
                  </a:lnTo>
                  <a:lnTo>
                    <a:pt x="437001" y="8396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5" name="Google Shape;95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785236" y="249010"/>
              <a:ext cx="135450" cy="2256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" name="Google Shape;96;p2"/>
            <p:cNvSpPr/>
            <p:nvPr/>
          </p:nvSpPr>
          <p:spPr>
            <a:xfrm>
              <a:off x="17802474" y="158264"/>
              <a:ext cx="198755" cy="343535"/>
            </a:xfrm>
            <a:custGeom>
              <a:rect b="b" l="l" r="r" t="t"/>
              <a:pathLst>
                <a:path extrusionOk="0" h="343534" w="198755">
                  <a:moveTo>
                    <a:pt x="189116" y="343293"/>
                  </a:moveTo>
                  <a:lnTo>
                    <a:pt x="170400" y="341829"/>
                  </a:lnTo>
                  <a:lnTo>
                    <a:pt x="163385" y="333587"/>
                  </a:lnTo>
                  <a:lnTo>
                    <a:pt x="164116" y="324151"/>
                  </a:lnTo>
                  <a:lnTo>
                    <a:pt x="163865" y="273255"/>
                  </a:lnTo>
                  <a:lnTo>
                    <a:pt x="155493" y="223903"/>
                  </a:lnTo>
                  <a:lnTo>
                    <a:pt x="139482" y="177000"/>
                  </a:lnTo>
                  <a:lnTo>
                    <a:pt x="116316" y="133456"/>
                  </a:lnTo>
                  <a:lnTo>
                    <a:pt x="86477" y="94176"/>
                  </a:lnTo>
                  <a:lnTo>
                    <a:pt x="50447" y="60069"/>
                  </a:lnTo>
                  <a:lnTo>
                    <a:pt x="8709" y="32042"/>
                  </a:lnTo>
                  <a:lnTo>
                    <a:pt x="3551" y="27638"/>
                  </a:lnTo>
                  <a:lnTo>
                    <a:pt x="577" y="21790"/>
                  </a:lnTo>
                  <a:lnTo>
                    <a:pt x="0" y="15247"/>
                  </a:lnTo>
                  <a:lnTo>
                    <a:pt x="2035" y="8758"/>
                  </a:lnTo>
                  <a:lnTo>
                    <a:pt x="6413" y="3572"/>
                  </a:lnTo>
                  <a:lnTo>
                    <a:pt x="12227" y="580"/>
                  </a:lnTo>
                  <a:lnTo>
                    <a:pt x="18734" y="0"/>
                  </a:lnTo>
                  <a:lnTo>
                    <a:pt x="25188" y="2046"/>
                  </a:lnTo>
                  <a:lnTo>
                    <a:pt x="66152" y="28934"/>
                  </a:lnTo>
                  <a:lnTo>
                    <a:pt x="102307" y="61090"/>
                  </a:lnTo>
                  <a:lnTo>
                    <a:pt x="133292" y="97838"/>
                  </a:lnTo>
                  <a:lnTo>
                    <a:pt x="158749" y="138503"/>
                  </a:lnTo>
                  <a:lnTo>
                    <a:pt x="178316" y="182408"/>
                  </a:lnTo>
                  <a:lnTo>
                    <a:pt x="191635" y="228878"/>
                  </a:lnTo>
                  <a:lnTo>
                    <a:pt x="198346" y="277237"/>
                  </a:lnTo>
                  <a:lnTo>
                    <a:pt x="198088" y="326809"/>
                  </a:lnTo>
                  <a:lnTo>
                    <a:pt x="197356" y="336288"/>
                  </a:lnTo>
                  <a:lnTo>
                    <a:pt x="189116" y="34329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7" name="Google Shape;97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350306" y="249012"/>
              <a:ext cx="135451" cy="2249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" name="Google Shape;98;p2"/>
            <p:cNvSpPr/>
            <p:nvPr/>
          </p:nvSpPr>
          <p:spPr>
            <a:xfrm>
              <a:off x="17270174" y="158262"/>
              <a:ext cx="198755" cy="343535"/>
            </a:xfrm>
            <a:custGeom>
              <a:rect b="b" l="l" r="r" t="t"/>
              <a:pathLst>
                <a:path extrusionOk="0" h="343534" w="198755">
                  <a:moveTo>
                    <a:pt x="9194" y="343298"/>
                  </a:moveTo>
                  <a:lnTo>
                    <a:pt x="988" y="336256"/>
                  </a:lnTo>
                  <a:lnTo>
                    <a:pt x="257" y="326811"/>
                  </a:lnTo>
                  <a:lnTo>
                    <a:pt x="0" y="277238"/>
                  </a:lnTo>
                  <a:lnTo>
                    <a:pt x="6710" y="228879"/>
                  </a:lnTo>
                  <a:lnTo>
                    <a:pt x="20029" y="182409"/>
                  </a:lnTo>
                  <a:lnTo>
                    <a:pt x="39597" y="138504"/>
                  </a:lnTo>
                  <a:lnTo>
                    <a:pt x="65053" y="97840"/>
                  </a:lnTo>
                  <a:lnTo>
                    <a:pt x="96039" y="61091"/>
                  </a:lnTo>
                  <a:lnTo>
                    <a:pt x="132193" y="28935"/>
                  </a:lnTo>
                  <a:lnTo>
                    <a:pt x="173158" y="2047"/>
                  </a:lnTo>
                  <a:lnTo>
                    <a:pt x="179610" y="0"/>
                  </a:lnTo>
                  <a:lnTo>
                    <a:pt x="186116" y="579"/>
                  </a:lnTo>
                  <a:lnTo>
                    <a:pt x="191931" y="3571"/>
                  </a:lnTo>
                  <a:lnTo>
                    <a:pt x="196311" y="8759"/>
                  </a:lnTo>
                  <a:lnTo>
                    <a:pt x="198346" y="15249"/>
                  </a:lnTo>
                  <a:lnTo>
                    <a:pt x="197769" y="21793"/>
                  </a:lnTo>
                  <a:lnTo>
                    <a:pt x="194794" y="27641"/>
                  </a:lnTo>
                  <a:lnTo>
                    <a:pt x="189637" y="32044"/>
                  </a:lnTo>
                  <a:lnTo>
                    <a:pt x="147899" y="60072"/>
                  </a:lnTo>
                  <a:lnTo>
                    <a:pt x="111868" y="94180"/>
                  </a:lnTo>
                  <a:lnTo>
                    <a:pt x="82029" y="133459"/>
                  </a:lnTo>
                  <a:lnTo>
                    <a:pt x="58862" y="177004"/>
                  </a:lnTo>
                  <a:lnTo>
                    <a:pt x="42852" y="223906"/>
                  </a:lnTo>
                  <a:lnTo>
                    <a:pt x="34480" y="273258"/>
                  </a:lnTo>
                  <a:lnTo>
                    <a:pt x="34229" y="324153"/>
                  </a:lnTo>
                  <a:lnTo>
                    <a:pt x="34960" y="333590"/>
                  </a:lnTo>
                  <a:lnTo>
                    <a:pt x="27946" y="341832"/>
                  </a:lnTo>
                  <a:lnTo>
                    <a:pt x="18565" y="342565"/>
                  </a:lnTo>
                  <a:lnTo>
                    <a:pt x="9194" y="34329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2"/>
          <p:cNvSpPr txBox="1"/>
          <p:nvPr>
            <p:ph type="title"/>
          </p:nvPr>
        </p:nvSpPr>
        <p:spPr>
          <a:xfrm>
            <a:off x="5347420" y="439600"/>
            <a:ext cx="9297300" cy="23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>
                <a:solidFill>
                  <a:srgbClr val="121316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sz="15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2740591" y="4319932"/>
            <a:ext cx="4610100" cy="734060"/>
          </a:xfrm>
          <a:custGeom>
            <a:rect b="b" l="l" r="r" t="t"/>
            <a:pathLst>
              <a:path extrusionOk="0" h="734060" w="4610100">
                <a:moveTo>
                  <a:pt x="4140439" y="733407"/>
                </a:moveTo>
                <a:lnTo>
                  <a:pt x="4609985" y="371009"/>
                </a:lnTo>
              </a:path>
              <a:path extrusionOk="0" h="734060" w="4610100">
                <a:moveTo>
                  <a:pt x="4609998" y="365778"/>
                </a:moveTo>
                <a:lnTo>
                  <a:pt x="4136154" y="0"/>
                </a:lnTo>
                <a:lnTo>
                  <a:pt x="0" y="39"/>
                </a:lnTo>
                <a:lnTo>
                  <a:pt x="0" y="733464"/>
                </a:lnTo>
              </a:path>
            </a:pathLst>
          </a:custGeom>
          <a:noFill/>
          <a:ln cap="flat" cmpd="sng" w="761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3014262" y="4427952"/>
            <a:ext cx="379793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Modelo Conceptual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10034631" y="4195015"/>
            <a:ext cx="4610100" cy="734060"/>
          </a:xfrm>
          <a:custGeom>
            <a:rect b="b" l="l" r="r" t="t"/>
            <a:pathLst>
              <a:path extrusionOk="0" h="734060" w="4610100">
                <a:moveTo>
                  <a:pt x="4140439" y="733407"/>
                </a:moveTo>
                <a:lnTo>
                  <a:pt x="4609985" y="371009"/>
                </a:lnTo>
              </a:path>
              <a:path extrusionOk="0" h="734060" w="4610100">
                <a:moveTo>
                  <a:pt x="4609998" y="365778"/>
                </a:moveTo>
                <a:lnTo>
                  <a:pt x="4136154" y="0"/>
                </a:lnTo>
                <a:lnTo>
                  <a:pt x="0" y="39"/>
                </a:lnTo>
                <a:lnTo>
                  <a:pt x="0" y="733464"/>
                </a:lnTo>
              </a:path>
            </a:pathLst>
          </a:custGeom>
          <a:noFill/>
          <a:ln cap="flat" cmpd="sng" w="761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0796162" y="4303036"/>
            <a:ext cx="28218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Modelado de datos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2740591" y="6374325"/>
            <a:ext cx="4610100" cy="734060"/>
          </a:xfrm>
          <a:custGeom>
            <a:rect b="b" l="l" r="r" t="t"/>
            <a:pathLst>
              <a:path extrusionOk="0" h="734059" w="4610100">
                <a:moveTo>
                  <a:pt x="4140438" y="733407"/>
                </a:moveTo>
                <a:lnTo>
                  <a:pt x="4609985" y="371009"/>
                </a:lnTo>
              </a:path>
              <a:path extrusionOk="0" h="734059" w="4610100">
                <a:moveTo>
                  <a:pt x="4609998" y="365778"/>
                </a:moveTo>
                <a:lnTo>
                  <a:pt x="4136154" y="0"/>
                </a:lnTo>
                <a:lnTo>
                  <a:pt x="0" y="39"/>
                </a:lnTo>
                <a:lnTo>
                  <a:pt x="0" y="733464"/>
                </a:lnTo>
              </a:path>
            </a:pathLst>
          </a:custGeom>
          <a:noFill/>
          <a:ln cap="flat" cmpd="sng" w="761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3502120" y="6482346"/>
            <a:ext cx="282194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Modelo Lógico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10034597" y="6112401"/>
            <a:ext cx="4610100" cy="1257935"/>
          </a:xfrm>
          <a:custGeom>
            <a:rect b="b" l="l" r="r" t="t"/>
            <a:pathLst>
              <a:path extrusionOk="0" h="1257934" w="4610100">
                <a:moveTo>
                  <a:pt x="4138692" y="1257290"/>
                </a:moveTo>
                <a:lnTo>
                  <a:pt x="4610016" y="634848"/>
                </a:lnTo>
              </a:path>
              <a:path extrusionOk="0" h="1257934" w="4610100">
                <a:moveTo>
                  <a:pt x="4610029" y="625794"/>
                </a:moveTo>
                <a:lnTo>
                  <a:pt x="4136220" y="0"/>
                </a:lnTo>
                <a:lnTo>
                  <a:pt x="0" y="25"/>
                </a:lnTo>
                <a:lnTo>
                  <a:pt x="0" y="1257325"/>
                </a:lnTo>
              </a:path>
            </a:pathLst>
          </a:custGeom>
          <a:noFill/>
          <a:ln cap="flat" cmpd="sng" w="761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0621438" y="6123215"/>
            <a:ext cx="3171190" cy="1073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089025" lvl="0" marL="1101090" marR="5080" rtl="0" algn="l">
              <a:lnSpc>
                <a:spcPct val="12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Relaciones y sus tipos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2673228" y="8305444"/>
            <a:ext cx="4610100" cy="734060"/>
          </a:xfrm>
          <a:custGeom>
            <a:rect b="b" l="l" r="r" t="t"/>
            <a:pathLst>
              <a:path extrusionOk="0" h="734059" w="4610100">
                <a:moveTo>
                  <a:pt x="4140438" y="733408"/>
                </a:moveTo>
                <a:lnTo>
                  <a:pt x="4609986" y="371009"/>
                </a:lnTo>
              </a:path>
              <a:path extrusionOk="0" h="734059" w="4610100">
                <a:moveTo>
                  <a:pt x="4609999" y="365778"/>
                </a:moveTo>
                <a:lnTo>
                  <a:pt x="4136154" y="0"/>
                </a:lnTo>
                <a:lnTo>
                  <a:pt x="0" y="39"/>
                </a:lnTo>
                <a:lnTo>
                  <a:pt x="0" y="733464"/>
                </a:lnTo>
              </a:path>
            </a:pathLst>
          </a:custGeom>
          <a:noFill/>
          <a:ln cap="flat" cmpd="sng" w="761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3526287" y="8413466"/>
            <a:ext cx="263906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Modelo Físico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9907413" y="8305444"/>
            <a:ext cx="4610100" cy="734060"/>
          </a:xfrm>
          <a:custGeom>
            <a:rect b="b" l="l" r="r" t="t"/>
            <a:pathLst>
              <a:path extrusionOk="0" h="734059" w="4610100">
                <a:moveTo>
                  <a:pt x="4140439" y="733408"/>
                </a:moveTo>
                <a:lnTo>
                  <a:pt x="4609985" y="371010"/>
                </a:lnTo>
              </a:path>
              <a:path extrusionOk="0" h="734059" w="4610100">
                <a:moveTo>
                  <a:pt x="4609998" y="365778"/>
                </a:moveTo>
                <a:lnTo>
                  <a:pt x="4136154" y="0"/>
                </a:lnTo>
                <a:lnTo>
                  <a:pt x="0" y="39"/>
                </a:lnTo>
                <a:lnTo>
                  <a:pt x="0" y="733464"/>
                </a:lnTo>
              </a:path>
            </a:pathLst>
          </a:custGeom>
          <a:noFill/>
          <a:ln cap="flat" cmpd="sng" w="761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11428115" y="8413466"/>
            <a:ext cx="130365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ERdish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>
            <p:ph type="title"/>
          </p:nvPr>
        </p:nvSpPr>
        <p:spPr>
          <a:xfrm>
            <a:off x="1362188" y="595521"/>
            <a:ext cx="14016990" cy="1818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800">
            <a:spAutoFit/>
          </a:bodyPr>
          <a:lstStyle/>
          <a:p>
            <a:pPr indent="0" lvl="0" marL="12700" marR="5080" rtl="0" algn="l">
              <a:lnSpc>
                <a:spcPct val="1114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100">
                <a:solidFill>
                  <a:srgbClr val="121316"/>
                </a:solidFill>
                <a:latin typeface="Arial"/>
                <a:ea typeface="Arial"/>
                <a:cs typeface="Arial"/>
                <a:sym typeface="Arial"/>
              </a:rPr>
              <a:t>COMPETENCIA(S)	QUE DESARROLLAREMOS</a:t>
            </a:r>
            <a:endParaRPr sz="6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1609360" y="3907894"/>
            <a:ext cx="14323060" cy="341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2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21316"/>
                </a:solidFill>
                <a:latin typeface="Verdana"/>
                <a:ea typeface="Verdana"/>
                <a:cs typeface="Verdana"/>
                <a:sym typeface="Verdana"/>
              </a:rPr>
              <a:t>Diseña modelos de bases de datos utilizando diagramas entidad-relación y normalización para garantizar integridad, consistencia y eficiencia en el acceso a los datos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857250" rtl="0" algn="l">
              <a:lnSpc>
                <a:spcPct val="122800"/>
              </a:lnSpc>
              <a:spcBef>
                <a:spcPts val="1964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21316"/>
                </a:solidFill>
                <a:latin typeface="Verdana"/>
                <a:ea typeface="Verdana"/>
                <a:cs typeface="Verdana"/>
                <a:sym typeface="Verdana"/>
              </a:rPr>
              <a:t>Evalúa esquemas de bases de datos aplicando estándares de calidad y seguridad de la información con el fin de optimizar el desempeño y disponibilidad de los datos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5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116283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286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286" y="0"/>
                </a:lnTo>
                <a:lnTo>
                  <a:pt x="18286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1747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31875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1920034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2521315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3122596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3723896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4325177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4926459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5527740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6129021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673032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733160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7932884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853416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9135447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9736728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10338028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10939310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1154059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12141873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1274315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1334445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13945737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14547019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1514830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1574958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1635088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1695216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17553446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" name="Google Shape;153;p4"/>
          <p:cNvGrpSpPr/>
          <p:nvPr/>
        </p:nvGrpSpPr>
        <p:grpSpPr>
          <a:xfrm>
            <a:off x="0" y="11"/>
            <a:ext cx="18288000" cy="10274301"/>
            <a:chOff x="0" y="11"/>
            <a:chExt cx="18288000" cy="10274301"/>
          </a:xfrm>
        </p:grpSpPr>
        <p:sp>
          <p:nvSpPr>
            <p:cNvPr id="154" name="Google Shape;154;p4"/>
            <p:cNvSpPr/>
            <p:nvPr/>
          </p:nvSpPr>
          <p:spPr>
            <a:xfrm>
              <a:off x="0" y="11"/>
              <a:ext cx="18288000" cy="2120900"/>
            </a:xfrm>
            <a:custGeom>
              <a:rect b="b" l="l" r="r" t="t"/>
              <a:pathLst>
                <a:path extrusionOk="0" h="2120900" w="18288000">
                  <a:moveTo>
                    <a:pt x="18287988" y="317500"/>
                  </a:moveTo>
                  <a:lnTo>
                    <a:pt x="18173218" y="3175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1524000"/>
                  </a:lnTo>
                  <a:lnTo>
                    <a:pt x="17571835" y="1524000"/>
                  </a:lnTo>
                  <a:lnTo>
                    <a:pt x="17571835" y="939800"/>
                  </a:lnTo>
                  <a:lnTo>
                    <a:pt x="18154727" y="939800"/>
                  </a:lnTo>
                  <a:lnTo>
                    <a:pt x="18154727" y="914400"/>
                  </a:lnTo>
                  <a:lnTo>
                    <a:pt x="17571835" y="914400"/>
                  </a:lnTo>
                  <a:lnTo>
                    <a:pt x="17571835" y="342900"/>
                  </a:lnTo>
                  <a:lnTo>
                    <a:pt x="18154727" y="342900"/>
                  </a:lnTo>
                  <a:lnTo>
                    <a:pt x="18154727" y="317500"/>
                  </a:lnTo>
                  <a:lnTo>
                    <a:pt x="17553445" y="317500"/>
                  </a:lnTo>
                  <a:lnTo>
                    <a:pt x="17553445" y="342900"/>
                  </a:lnTo>
                  <a:lnTo>
                    <a:pt x="17553445" y="914400"/>
                  </a:lnTo>
                  <a:lnTo>
                    <a:pt x="17553445" y="939800"/>
                  </a:lnTo>
                  <a:lnTo>
                    <a:pt x="17553445" y="1524000"/>
                  </a:lnTo>
                  <a:lnTo>
                    <a:pt x="16970553" y="1524000"/>
                  </a:lnTo>
                  <a:lnTo>
                    <a:pt x="16970553" y="939800"/>
                  </a:lnTo>
                  <a:lnTo>
                    <a:pt x="17553445" y="939800"/>
                  </a:lnTo>
                  <a:lnTo>
                    <a:pt x="17553445" y="914400"/>
                  </a:lnTo>
                  <a:lnTo>
                    <a:pt x="16970553" y="914400"/>
                  </a:lnTo>
                  <a:lnTo>
                    <a:pt x="16970553" y="342900"/>
                  </a:lnTo>
                  <a:lnTo>
                    <a:pt x="17553445" y="342900"/>
                  </a:lnTo>
                  <a:lnTo>
                    <a:pt x="17553445" y="317500"/>
                  </a:lnTo>
                  <a:lnTo>
                    <a:pt x="16952164" y="317500"/>
                  </a:lnTo>
                  <a:lnTo>
                    <a:pt x="16952164" y="342900"/>
                  </a:lnTo>
                  <a:lnTo>
                    <a:pt x="16952164" y="914400"/>
                  </a:lnTo>
                  <a:lnTo>
                    <a:pt x="16952164" y="939800"/>
                  </a:lnTo>
                  <a:lnTo>
                    <a:pt x="16952164" y="1524000"/>
                  </a:lnTo>
                  <a:lnTo>
                    <a:pt x="16369272" y="1524000"/>
                  </a:lnTo>
                  <a:lnTo>
                    <a:pt x="16369272" y="939800"/>
                  </a:lnTo>
                  <a:lnTo>
                    <a:pt x="16952164" y="939800"/>
                  </a:lnTo>
                  <a:lnTo>
                    <a:pt x="16952164" y="914400"/>
                  </a:lnTo>
                  <a:lnTo>
                    <a:pt x="16369272" y="914400"/>
                  </a:lnTo>
                  <a:lnTo>
                    <a:pt x="16369272" y="342900"/>
                  </a:lnTo>
                  <a:lnTo>
                    <a:pt x="16952164" y="342900"/>
                  </a:lnTo>
                  <a:lnTo>
                    <a:pt x="16952164" y="317500"/>
                  </a:lnTo>
                  <a:lnTo>
                    <a:pt x="16350882" y="317500"/>
                  </a:lnTo>
                  <a:lnTo>
                    <a:pt x="16350882" y="342900"/>
                  </a:lnTo>
                  <a:lnTo>
                    <a:pt x="16350882" y="914400"/>
                  </a:lnTo>
                  <a:lnTo>
                    <a:pt x="16350882" y="939800"/>
                  </a:lnTo>
                  <a:lnTo>
                    <a:pt x="16350882" y="1524000"/>
                  </a:lnTo>
                  <a:lnTo>
                    <a:pt x="15767977" y="1524000"/>
                  </a:lnTo>
                  <a:lnTo>
                    <a:pt x="15767977" y="939800"/>
                  </a:lnTo>
                  <a:lnTo>
                    <a:pt x="16350882" y="939800"/>
                  </a:lnTo>
                  <a:lnTo>
                    <a:pt x="16350882" y="914400"/>
                  </a:lnTo>
                  <a:lnTo>
                    <a:pt x="15767977" y="914400"/>
                  </a:lnTo>
                  <a:lnTo>
                    <a:pt x="15767977" y="342900"/>
                  </a:lnTo>
                  <a:lnTo>
                    <a:pt x="16350882" y="342900"/>
                  </a:lnTo>
                  <a:lnTo>
                    <a:pt x="16350882" y="317500"/>
                  </a:lnTo>
                  <a:lnTo>
                    <a:pt x="15749575" y="317500"/>
                  </a:lnTo>
                  <a:lnTo>
                    <a:pt x="15749575" y="342900"/>
                  </a:lnTo>
                  <a:lnTo>
                    <a:pt x="15749575" y="914400"/>
                  </a:lnTo>
                  <a:lnTo>
                    <a:pt x="15749575" y="939800"/>
                  </a:lnTo>
                  <a:lnTo>
                    <a:pt x="15749575" y="1524000"/>
                  </a:lnTo>
                  <a:lnTo>
                    <a:pt x="15166696" y="1524000"/>
                  </a:lnTo>
                  <a:lnTo>
                    <a:pt x="15166696" y="939800"/>
                  </a:lnTo>
                  <a:lnTo>
                    <a:pt x="15749575" y="939800"/>
                  </a:lnTo>
                  <a:lnTo>
                    <a:pt x="15749575" y="914400"/>
                  </a:lnTo>
                  <a:lnTo>
                    <a:pt x="15166696" y="914400"/>
                  </a:lnTo>
                  <a:lnTo>
                    <a:pt x="15166696" y="342900"/>
                  </a:lnTo>
                  <a:lnTo>
                    <a:pt x="15749575" y="342900"/>
                  </a:lnTo>
                  <a:lnTo>
                    <a:pt x="15749575" y="317500"/>
                  </a:lnTo>
                  <a:lnTo>
                    <a:pt x="15148294" y="317500"/>
                  </a:lnTo>
                  <a:lnTo>
                    <a:pt x="15148294" y="342900"/>
                  </a:lnTo>
                  <a:lnTo>
                    <a:pt x="15148294" y="914400"/>
                  </a:lnTo>
                  <a:lnTo>
                    <a:pt x="15148294" y="939800"/>
                  </a:lnTo>
                  <a:lnTo>
                    <a:pt x="15148294" y="1524000"/>
                  </a:lnTo>
                  <a:lnTo>
                    <a:pt x="14565414" y="1524000"/>
                  </a:lnTo>
                  <a:lnTo>
                    <a:pt x="14565414" y="939800"/>
                  </a:lnTo>
                  <a:lnTo>
                    <a:pt x="15148294" y="939800"/>
                  </a:lnTo>
                  <a:lnTo>
                    <a:pt x="15148294" y="914400"/>
                  </a:lnTo>
                  <a:lnTo>
                    <a:pt x="14565414" y="914400"/>
                  </a:lnTo>
                  <a:lnTo>
                    <a:pt x="14565414" y="342900"/>
                  </a:lnTo>
                  <a:lnTo>
                    <a:pt x="15148294" y="342900"/>
                  </a:lnTo>
                  <a:lnTo>
                    <a:pt x="15148294" y="317500"/>
                  </a:lnTo>
                  <a:lnTo>
                    <a:pt x="14547012" y="317500"/>
                  </a:lnTo>
                  <a:lnTo>
                    <a:pt x="14547012" y="342900"/>
                  </a:lnTo>
                  <a:lnTo>
                    <a:pt x="14547012" y="914400"/>
                  </a:lnTo>
                  <a:lnTo>
                    <a:pt x="14547012" y="939800"/>
                  </a:lnTo>
                  <a:lnTo>
                    <a:pt x="14547012" y="1524000"/>
                  </a:lnTo>
                  <a:lnTo>
                    <a:pt x="13964133" y="1524000"/>
                  </a:lnTo>
                  <a:lnTo>
                    <a:pt x="13964133" y="939800"/>
                  </a:lnTo>
                  <a:lnTo>
                    <a:pt x="14547012" y="939800"/>
                  </a:lnTo>
                  <a:lnTo>
                    <a:pt x="14547012" y="914400"/>
                  </a:lnTo>
                  <a:lnTo>
                    <a:pt x="13964133" y="914400"/>
                  </a:lnTo>
                  <a:lnTo>
                    <a:pt x="13964133" y="342900"/>
                  </a:lnTo>
                  <a:lnTo>
                    <a:pt x="14547012" y="342900"/>
                  </a:lnTo>
                  <a:lnTo>
                    <a:pt x="14547012" y="317500"/>
                  </a:lnTo>
                  <a:lnTo>
                    <a:pt x="13945730" y="317500"/>
                  </a:lnTo>
                  <a:lnTo>
                    <a:pt x="13945730" y="342900"/>
                  </a:lnTo>
                  <a:lnTo>
                    <a:pt x="13945730" y="914400"/>
                  </a:lnTo>
                  <a:lnTo>
                    <a:pt x="13945730" y="939800"/>
                  </a:lnTo>
                  <a:lnTo>
                    <a:pt x="13945730" y="1524000"/>
                  </a:lnTo>
                  <a:lnTo>
                    <a:pt x="13362851" y="1524000"/>
                  </a:lnTo>
                  <a:lnTo>
                    <a:pt x="13362851" y="939800"/>
                  </a:lnTo>
                  <a:lnTo>
                    <a:pt x="13945730" y="939800"/>
                  </a:lnTo>
                  <a:lnTo>
                    <a:pt x="13945730" y="914400"/>
                  </a:lnTo>
                  <a:lnTo>
                    <a:pt x="13362851" y="914400"/>
                  </a:lnTo>
                  <a:lnTo>
                    <a:pt x="13362851" y="342900"/>
                  </a:lnTo>
                  <a:lnTo>
                    <a:pt x="13945730" y="342900"/>
                  </a:lnTo>
                  <a:lnTo>
                    <a:pt x="13945730" y="317500"/>
                  </a:lnTo>
                  <a:lnTo>
                    <a:pt x="13344449" y="317500"/>
                  </a:lnTo>
                  <a:lnTo>
                    <a:pt x="13344449" y="342900"/>
                  </a:lnTo>
                  <a:lnTo>
                    <a:pt x="13344449" y="914400"/>
                  </a:lnTo>
                  <a:lnTo>
                    <a:pt x="13344449" y="939800"/>
                  </a:lnTo>
                  <a:lnTo>
                    <a:pt x="13344449" y="1524000"/>
                  </a:lnTo>
                  <a:lnTo>
                    <a:pt x="12761544" y="1524000"/>
                  </a:lnTo>
                  <a:lnTo>
                    <a:pt x="12761544" y="939800"/>
                  </a:lnTo>
                  <a:lnTo>
                    <a:pt x="13344449" y="939800"/>
                  </a:lnTo>
                  <a:lnTo>
                    <a:pt x="13344449" y="914400"/>
                  </a:lnTo>
                  <a:lnTo>
                    <a:pt x="12761544" y="914400"/>
                  </a:lnTo>
                  <a:lnTo>
                    <a:pt x="12761544" y="342900"/>
                  </a:lnTo>
                  <a:lnTo>
                    <a:pt x="13344449" y="342900"/>
                  </a:lnTo>
                  <a:lnTo>
                    <a:pt x="13344449" y="317500"/>
                  </a:lnTo>
                  <a:lnTo>
                    <a:pt x="12743155" y="317500"/>
                  </a:lnTo>
                  <a:lnTo>
                    <a:pt x="12743155" y="342900"/>
                  </a:lnTo>
                  <a:lnTo>
                    <a:pt x="12743155" y="914400"/>
                  </a:lnTo>
                  <a:lnTo>
                    <a:pt x="12743155" y="939800"/>
                  </a:lnTo>
                  <a:lnTo>
                    <a:pt x="12743155" y="1524000"/>
                  </a:lnTo>
                  <a:lnTo>
                    <a:pt x="12160263" y="1524000"/>
                  </a:lnTo>
                  <a:lnTo>
                    <a:pt x="12160263" y="939800"/>
                  </a:lnTo>
                  <a:lnTo>
                    <a:pt x="12743155" y="939800"/>
                  </a:lnTo>
                  <a:lnTo>
                    <a:pt x="12743155" y="914400"/>
                  </a:lnTo>
                  <a:lnTo>
                    <a:pt x="12160263" y="914400"/>
                  </a:lnTo>
                  <a:lnTo>
                    <a:pt x="12160263" y="342900"/>
                  </a:lnTo>
                  <a:lnTo>
                    <a:pt x="12743155" y="342900"/>
                  </a:lnTo>
                  <a:lnTo>
                    <a:pt x="12743155" y="317500"/>
                  </a:lnTo>
                  <a:lnTo>
                    <a:pt x="12141873" y="317500"/>
                  </a:lnTo>
                  <a:lnTo>
                    <a:pt x="12141873" y="342900"/>
                  </a:lnTo>
                  <a:lnTo>
                    <a:pt x="12141873" y="914400"/>
                  </a:lnTo>
                  <a:lnTo>
                    <a:pt x="12141873" y="939800"/>
                  </a:lnTo>
                  <a:lnTo>
                    <a:pt x="12141873" y="1524000"/>
                  </a:lnTo>
                  <a:lnTo>
                    <a:pt x="11558981" y="1524000"/>
                  </a:lnTo>
                  <a:lnTo>
                    <a:pt x="11558981" y="939800"/>
                  </a:lnTo>
                  <a:lnTo>
                    <a:pt x="12141873" y="939800"/>
                  </a:lnTo>
                  <a:lnTo>
                    <a:pt x="12141873" y="914400"/>
                  </a:lnTo>
                  <a:lnTo>
                    <a:pt x="11558981" y="914400"/>
                  </a:lnTo>
                  <a:lnTo>
                    <a:pt x="11558981" y="342900"/>
                  </a:lnTo>
                  <a:lnTo>
                    <a:pt x="12141873" y="342900"/>
                  </a:lnTo>
                  <a:lnTo>
                    <a:pt x="12141873" y="317500"/>
                  </a:lnTo>
                  <a:lnTo>
                    <a:pt x="11540592" y="317500"/>
                  </a:lnTo>
                  <a:lnTo>
                    <a:pt x="11540592" y="342900"/>
                  </a:lnTo>
                  <a:lnTo>
                    <a:pt x="11540592" y="914400"/>
                  </a:lnTo>
                  <a:lnTo>
                    <a:pt x="11540592" y="939800"/>
                  </a:lnTo>
                  <a:lnTo>
                    <a:pt x="11540592" y="1524000"/>
                  </a:lnTo>
                  <a:lnTo>
                    <a:pt x="10957700" y="1524000"/>
                  </a:lnTo>
                  <a:lnTo>
                    <a:pt x="10957700" y="939800"/>
                  </a:lnTo>
                  <a:lnTo>
                    <a:pt x="11540592" y="939800"/>
                  </a:lnTo>
                  <a:lnTo>
                    <a:pt x="11540592" y="914400"/>
                  </a:lnTo>
                  <a:lnTo>
                    <a:pt x="10957700" y="914400"/>
                  </a:lnTo>
                  <a:lnTo>
                    <a:pt x="10957700" y="342900"/>
                  </a:lnTo>
                  <a:lnTo>
                    <a:pt x="11540592" y="342900"/>
                  </a:lnTo>
                  <a:lnTo>
                    <a:pt x="11540592" y="317500"/>
                  </a:lnTo>
                  <a:lnTo>
                    <a:pt x="10939310" y="317500"/>
                  </a:lnTo>
                  <a:lnTo>
                    <a:pt x="10939310" y="342900"/>
                  </a:lnTo>
                  <a:lnTo>
                    <a:pt x="10939310" y="914400"/>
                  </a:lnTo>
                  <a:lnTo>
                    <a:pt x="10939310" y="939800"/>
                  </a:lnTo>
                  <a:lnTo>
                    <a:pt x="10939310" y="1524000"/>
                  </a:lnTo>
                  <a:lnTo>
                    <a:pt x="10356418" y="1524000"/>
                  </a:lnTo>
                  <a:lnTo>
                    <a:pt x="10356418" y="939800"/>
                  </a:lnTo>
                  <a:lnTo>
                    <a:pt x="10939310" y="939800"/>
                  </a:lnTo>
                  <a:lnTo>
                    <a:pt x="10939310" y="914400"/>
                  </a:lnTo>
                  <a:lnTo>
                    <a:pt x="10356418" y="914400"/>
                  </a:lnTo>
                  <a:lnTo>
                    <a:pt x="10356418" y="342900"/>
                  </a:lnTo>
                  <a:lnTo>
                    <a:pt x="10939310" y="342900"/>
                  </a:lnTo>
                  <a:lnTo>
                    <a:pt x="10939310" y="317500"/>
                  </a:lnTo>
                  <a:lnTo>
                    <a:pt x="10338016" y="317500"/>
                  </a:lnTo>
                  <a:lnTo>
                    <a:pt x="10338016" y="342900"/>
                  </a:lnTo>
                  <a:lnTo>
                    <a:pt x="10338016" y="914400"/>
                  </a:lnTo>
                  <a:lnTo>
                    <a:pt x="10338016" y="939800"/>
                  </a:lnTo>
                  <a:lnTo>
                    <a:pt x="10338016" y="1524000"/>
                  </a:lnTo>
                  <a:lnTo>
                    <a:pt x="9755124" y="1524000"/>
                  </a:lnTo>
                  <a:lnTo>
                    <a:pt x="9755124" y="939800"/>
                  </a:lnTo>
                  <a:lnTo>
                    <a:pt x="10338016" y="939800"/>
                  </a:lnTo>
                  <a:lnTo>
                    <a:pt x="10338016" y="914400"/>
                  </a:lnTo>
                  <a:lnTo>
                    <a:pt x="9755124" y="914400"/>
                  </a:lnTo>
                  <a:lnTo>
                    <a:pt x="9755124" y="342900"/>
                  </a:lnTo>
                  <a:lnTo>
                    <a:pt x="10338016" y="342900"/>
                  </a:lnTo>
                  <a:lnTo>
                    <a:pt x="10338016" y="317500"/>
                  </a:lnTo>
                  <a:lnTo>
                    <a:pt x="9736722" y="317500"/>
                  </a:lnTo>
                  <a:lnTo>
                    <a:pt x="9736722" y="342900"/>
                  </a:lnTo>
                  <a:lnTo>
                    <a:pt x="9736722" y="914400"/>
                  </a:lnTo>
                  <a:lnTo>
                    <a:pt x="9736722" y="939800"/>
                  </a:lnTo>
                  <a:lnTo>
                    <a:pt x="9736722" y="1524000"/>
                  </a:lnTo>
                  <a:lnTo>
                    <a:pt x="9153842" y="1524000"/>
                  </a:lnTo>
                  <a:lnTo>
                    <a:pt x="9153842" y="939800"/>
                  </a:lnTo>
                  <a:lnTo>
                    <a:pt x="9736722" y="939800"/>
                  </a:lnTo>
                  <a:lnTo>
                    <a:pt x="9736722" y="914400"/>
                  </a:lnTo>
                  <a:lnTo>
                    <a:pt x="9153842" y="914400"/>
                  </a:lnTo>
                  <a:lnTo>
                    <a:pt x="9153842" y="342900"/>
                  </a:lnTo>
                  <a:lnTo>
                    <a:pt x="9736722" y="342900"/>
                  </a:lnTo>
                  <a:lnTo>
                    <a:pt x="9736722" y="317500"/>
                  </a:lnTo>
                  <a:lnTo>
                    <a:pt x="9135440" y="317500"/>
                  </a:lnTo>
                  <a:lnTo>
                    <a:pt x="9135440" y="342900"/>
                  </a:lnTo>
                  <a:lnTo>
                    <a:pt x="9135440" y="914400"/>
                  </a:lnTo>
                  <a:lnTo>
                    <a:pt x="9135440" y="939800"/>
                  </a:lnTo>
                  <a:lnTo>
                    <a:pt x="9135440" y="1524000"/>
                  </a:lnTo>
                  <a:lnTo>
                    <a:pt x="8552561" y="1524000"/>
                  </a:lnTo>
                  <a:lnTo>
                    <a:pt x="8552561" y="939800"/>
                  </a:lnTo>
                  <a:lnTo>
                    <a:pt x="9135440" y="939800"/>
                  </a:lnTo>
                  <a:lnTo>
                    <a:pt x="9135440" y="914400"/>
                  </a:lnTo>
                  <a:lnTo>
                    <a:pt x="8552561" y="914400"/>
                  </a:lnTo>
                  <a:lnTo>
                    <a:pt x="8552561" y="342900"/>
                  </a:lnTo>
                  <a:lnTo>
                    <a:pt x="9135440" y="342900"/>
                  </a:lnTo>
                  <a:lnTo>
                    <a:pt x="9135440" y="317500"/>
                  </a:lnTo>
                  <a:lnTo>
                    <a:pt x="8534159" y="317500"/>
                  </a:lnTo>
                  <a:lnTo>
                    <a:pt x="8534159" y="342900"/>
                  </a:lnTo>
                  <a:lnTo>
                    <a:pt x="8534159" y="914400"/>
                  </a:lnTo>
                  <a:lnTo>
                    <a:pt x="8534159" y="939800"/>
                  </a:lnTo>
                  <a:lnTo>
                    <a:pt x="8534159" y="1524000"/>
                  </a:lnTo>
                  <a:lnTo>
                    <a:pt x="7951279" y="1524000"/>
                  </a:lnTo>
                  <a:lnTo>
                    <a:pt x="7951279" y="939800"/>
                  </a:lnTo>
                  <a:lnTo>
                    <a:pt x="8534159" y="939800"/>
                  </a:lnTo>
                  <a:lnTo>
                    <a:pt x="8534159" y="914400"/>
                  </a:lnTo>
                  <a:lnTo>
                    <a:pt x="7951279" y="914400"/>
                  </a:lnTo>
                  <a:lnTo>
                    <a:pt x="7951279" y="342900"/>
                  </a:lnTo>
                  <a:lnTo>
                    <a:pt x="8534159" y="342900"/>
                  </a:lnTo>
                  <a:lnTo>
                    <a:pt x="8534159" y="317500"/>
                  </a:lnTo>
                  <a:lnTo>
                    <a:pt x="7932877" y="317500"/>
                  </a:lnTo>
                  <a:lnTo>
                    <a:pt x="7932877" y="342900"/>
                  </a:lnTo>
                  <a:lnTo>
                    <a:pt x="7932877" y="914400"/>
                  </a:lnTo>
                  <a:lnTo>
                    <a:pt x="7932877" y="939800"/>
                  </a:lnTo>
                  <a:lnTo>
                    <a:pt x="7932877" y="1524000"/>
                  </a:lnTo>
                  <a:lnTo>
                    <a:pt x="7349998" y="1524000"/>
                  </a:lnTo>
                  <a:lnTo>
                    <a:pt x="7349998" y="939800"/>
                  </a:lnTo>
                  <a:lnTo>
                    <a:pt x="7932877" y="939800"/>
                  </a:lnTo>
                  <a:lnTo>
                    <a:pt x="7932877" y="914400"/>
                  </a:lnTo>
                  <a:lnTo>
                    <a:pt x="7349998" y="914400"/>
                  </a:lnTo>
                  <a:lnTo>
                    <a:pt x="7349998" y="342900"/>
                  </a:lnTo>
                  <a:lnTo>
                    <a:pt x="7932877" y="342900"/>
                  </a:lnTo>
                  <a:lnTo>
                    <a:pt x="7932877" y="317500"/>
                  </a:lnTo>
                  <a:lnTo>
                    <a:pt x="7331596" y="317500"/>
                  </a:lnTo>
                  <a:lnTo>
                    <a:pt x="7331596" y="342900"/>
                  </a:lnTo>
                  <a:lnTo>
                    <a:pt x="7331596" y="914400"/>
                  </a:lnTo>
                  <a:lnTo>
                    <a:pt x="7331596" y="939800"/>
                  </a:lnTo>
                  <a:lnTo>
                    <a:pt x="7331596" y="1524000"/>
                  </a:lnTo>
                  <a:lnTo>
                    <a:pt x="6748716" y="1524000"/>
                  </a:lnTo>
                  <a:lnTo>
                    <a:pt x="6748716" y="939800"/>
                  </a:lnTo>
                  <a:lnTo>
                    <a:pt x="7331596" y="939800"/>
                  </a:lnTo>
                  <a:lnTo>
                    <a:pt x="7331596" y="914400"/>
                  </a:lnTo>
                  <a:lnTo>
                    <a:pt x="6748716" y="914400"/>
                  </a:lnTo>
                  <a:lnTo>
                    <a:pt x="6748716" y="342900"/>
                  </a:lnTo>
                  <a:lnTo>
                    <a:pt x="7331596" y="342900"/>
                  </a:lnTo>
                  <a:lnTo>
                    <a:pt x="7331596" y="317500"/>
                  </a:lnTo>
                  <a:lnTo>
                    <a:pt x="6730314" y="317500"/>
                  </a:lnTo>
                  <a:lnTo>
                    <a:pt x="6730314" y="342900"/>
                  </a:lnTo>
                  <a:lnTo>
                    <a:pt x="6730314" y="914400"/>
                  </a:lnTo>
                  <a:lnTo>
                    <a:pt x="6730314" y="939800"/>
                  </a:lnTo>
                  <a:lnTo>
                    <a:pt x="6730314" y="1524000"/>
                  </a:lnTo>
                  <a:lnTo>
                    <a:pt x="6147409" y="1524000"/>
                  </a:lnTo>
                  <a:lnTo>
                    <a:pt x="6147409" y="939800"/>
                  </a:lnTo>
                  <a:lnTo>
                    <a:pt x="6730314" y="939800"/>
                  </a:lnTo>
                  <a:lnTo>
                    <a:pt x="6730314" y="914400"/>
                  </a:lnTo>
                  <a:lnTo>
                    <a:pt x="6147409" y="914400"/>
                  </a:lnTo>
                  <a:lnTo>
                    <a:pt x="6147409" y="342900"/>
                  </a:lnTo>
                  <a:lnTo>
                    <a:pt x="6730314" y="342900"/>
                  </a:lnTo>
                  <a:lnTo>
                    <a:pt x="6730314" y="317500"/>
                  </a:lnTo>
                  <a:lnTo>
                    <a:pt x="6129020" y="317500"/>
                  </a:lnTo>
                  <a:lnTo>
                    <a:pt x="6129020" y="342900"/>
                  </a:lnTo>
                  <a:lnTo>
                    <a:pt x="6129020" y="914400"/>
                  </a:lnTo>
                  <a:lnTo>
                    <a:pt x="6129020" y="939800"/>
                  </a:lnTo>
                  <a:lnTo>
                    <a:pt x="6129020" y="1524000"/>
                  </a:lnTo>
                  <a:lnTo>
                    <a:pt x="5546128" y="1524000"/>
                  </a:lnTo>
                  <a:lnTo>
                    <a:pt x="5546128" y="939800"/>
                  </a:lnTo>
                  <a:lnTo>
                    <a:pt x="6129020" y="939800"/>
                  </a:lnTo>
                  <a:lnTo>
                    <a:pt x="6129020" y="914400"/>
                  </a:lnTo>
                  <a:lnTo>
                    <a:pt x="5546128" y="914400"/>
                  </a:lnTo>
                  <a:lnTo>
                    <a:pt x="5546128" y="342900"/>
                  </a:lnTo>
                  <a:lnTo>
                    <a:pt x="6129020" y="342900"/>
                  </a:lnTo>
                  <a:lnTo>
                    <a:pt x="6129020" y="317500"/>
                  </a:lnTo>
                  <a:lnTo>
                    <a:pt x="5527738" y="317500"/>
                  </a:lnTo>
                  <a:lnTo>
                    <a:pt x="5527738" y="342900"/>
                  </a:lnTo>
                  <a:lnTo>
                    <a:pt x="5527738" y="914400"/>
                  </a:lnTo>
                  <a:lnTo>
                    <a:pt x="5527738" y="939800"/>
                  </a:lnTo>
                  <a:lnTo>
                    <a:pt x="5527738" y="1524000"/>
                  </a:lnTo>
                  <a:lnTo>
                    <a:pt x="4944846" y="1524000"/>
                  </a:lnTo>
                  <a:lnTo>
                    <a:pt x="4944846" y="939800"/>
                  </a:lnTo>
                  <a:lnTo>
                    <a:pt x="5527738" y="939800"/>
                  </a:lnTo>
                  <a:lnTo>
                    <a:pt x="5527738" y="914400"/>
                  </a:lnTo>
                  <a:lnTo>
                    <a:pt x="4944846" y="914400"/>
                  </a:lnTo>
                  <a:lnTo>
                    <a:pt x="4944846" y="342900"/>
                  </a:lnTo>
                  <a:lnTo>
                    <a:pt x="5527738" y="342900"/>
                  </a:lnTo>
                  <a:lnTo>
                    <a:pt x="5527738" y="317500"/>
                  </a:lnTo>
                  <a:lnTo>
                    <a:pt x="4926457" y="317500"/>
                  </a:lnTo>
                  <a:lnTo>
                    <a:pt x="4926457" y="342900"/>
                  </a:lnTo>
                  <a:lnTo>
                    <a:pt x="4926457" y="914400"/>
                  </a:lnTo>
                  <a:lnTo>
                    <a:pt x="4926457" y="939800"/>
                  </a:lnTo>
                  <a:lnTo>
                    <a:pt x="4926457" y="1524000"/>
                  </a:lnTo>
                  <a:lnTo>
                    <a:pt x="4343565" y="1524000"/>
                  </a:lnTo>
                  <a:lnTo>
                    <a:pt x="4343565" y="939800"/>
                  </a:lnTo>
                  <a:lnTo>
                    <a:pt x="4926457" y="939800"/>
                  </a:lnTo>
                  <a:lnTo>
                    <a:pt x="4926457" y="914400"/>
                  </a:lnTo>
                  <a:lnTo>
                    <a:pt x="4343565" y="914400"/>
                  </a:lnTo>
                  <a:lnTo>
                    <a:pt x="4343565" y="342900"/>
                  </a:lnTo>
                  <a:lnTo>
                    <a:pt x="4926457" y="342900"/>
                  </a:lnTo>
                  <a:lnTo>
                    <a:pt x="4926457" y="317500"/>
                  </a:lnTo>
                  <a:lnTo>
                    <a:pt x="4325175" y="317500"/>
                  </a:lnTo>
                  <a:lnTo>
                    <a:pt x="4325175" y="342900"/>
                  </a:lnTo>
                  <a:lnTo>
                    <a:pt x="4325175" y="914400"/>
                  </a:lnTo>
                  <a:lnTo>
                    <a:pt x="4325175" y="939800"/>
                  </a:lnTo>
                  <a:lnTo>
                    <a:pt x="4325175" y="1524000"/>
                  </a:lnTo>
                  <a:lnTo>
                    <a:pt x="3742283" y="1524000"/>
                  </a:lnTo>
                  <a:lnTo>
                    <a:pt x="3742283" y="939800"/>
                  </a:lnTo>
                  <a:lnTo>
                    <a:pt x="4325175" y="939800"/>
                  </a:lnTo>
                  <a:lnTo>
                    <a:pt x="4325175" y="914400"/>
                  </a:lnTo>
                  <a:lnTo>
                    <a:pt x="3742283" y="914400"/>
                  </a:lnTo>
                  <a:lnTo>
                    <a:pt x="3742283" y="342900"/>
                  </a:lnTo>
                  <a:lnTo>
                    <a:pt x="4325175" y="342900"/>
                  </a:lnTo>
                  <a:lnTo>
                    <a:pt x="4325175" y="317500"/>
                  </a:lnTo>
                  <a:lnTo>
                    <a:pt x="3723894" y="317500"/>
                  </a:lnTo>
                  <a:lnTo>
                    <a:pt x="3723894" y="342900"/>
                  </a:lnTo>
                  <a:lnTo>
                    <a:pt x="3723894" y="914400"/>
                  </a:lnTo>
                  <a:lnTo>
                    <a:pt x="3723894" y="939800"/>
                  </a:lnTo>
                  <a:lnTo>
                    <a:pt x="3723894" y="1524000"/>
                  </a:lnTo>
                  <a:lnTo>
                    <a:pt x="3140989" y="1524000"/>
                  </a:lnTo>
                  <a:lnTo>
                    <a:pt x="3140989" y="939800"/>
                  </a:lnTo>
                  <a:lnTo>
                    <a:pt x="3723894" y="939800"/>
                  </a:lnTo>
                  <a:lnTo>
                    <a:pt x="3723894" y="914400"/>
                  </a:lnTo>
                  <a:lnTo>
                    <a:pt x="3140989" y="914400"/>
                  </a:lnTo>
                  <a:lnTo>
                    <a:pt x="3140989" y="342900"/>
                  </a:lnTo>
                  <a:lnTo>
                    <a:pt x="3723894" y="342900"/>
                  </a:lnTo>
                  <a:lnTo>
                    <a:pt x="3723894" y="317500"/>
                  </a:lnTo>
                  <a:lnTo>
                    <a:pt x="3122587" y="317500"/>
                  </a:lnTo>
                  <a:lnTo>
                    <a:pt x="3122587" y="342900"/>
                  </a:lnTo>
                  <a:lnTo>
                    <a:pt x="3122587" y="914400"/>
                  </a:lnTo>
                  <a:lnTo>
                    <a:pt x="3122587" y="939800"/>
                  </a:lnTo>
                  <a:lnTo>
                    <a:pt x="3122587" y="1524000"/>
                  </a:lnTo>
                  <a:lnTo>
                    <a:pt x="2539708" y="1524000"/>
                  </a:lnTo>
                  <a:lnTo>
                    <a:pt x="2539708" y="939800"/>
                  </a:lnTo>
                  <a:lnTo>
                    <a:pt x="3122587" y="939800"/>
                  </a:lnTo>
                  <a:lnTo>
                    <a:pt x="3122587" y="914400"/>
                  </a:lnTo>
                  <a:lnTo>
                    <a:pt x="2539708" y="914400"/>
                  </a:lnTo>
                  <a:lnTo>
                    <a:pt x="2539708" y="342900"/>
                  </a:lnTo>
                  <a:lnTo>
                    <a:pt x="3122587" y="342900"/>
                  </a:lnTo>
                  <a:lnTo>
                    <a:pt x="3122587" y="317500"/>
                  </a:lnTo>
                  <a:lnTo>
                    <a:pt x="2521305" y="317500"/>
                  </a:lnTo>
                  <a:lnTo>
                    <a:pt x="2521305" y="342900"/>
                  </a:lnTo>
                  <a:lnTo>
                    <a:pt x="2521305" y="914400"/>
                  </a:lnTo>
                  <a:lnTo>
                    <a:pt x="2521305" y="939800"/>
                  </a:lnTo>
                  <a:lnTo>
                    <a:pt x="2521305" y="1524000"/>
                  </a:lnTo>
                  <a:lnTo>
                    <a:pt x="1938426" y="1524000"/>
                  </a:lnTo>
                  <a:lnTo>
                    <a:pt x="1938426" y="939800"/>
                  </a:lnTo>
                  <a:lnTo>
                    <a:pt x="2521305" y="939800"/>
                  </a:lnTo>
                  <a:lnTo>
                    <a:pt x="2521305" y="914400"/>
                  </a:lnTo>
                  <a:lnTo>
                    <a:pt x="1938426" y="914400"/>
                  </a:lnTo>
                  <a:lnTo>
                    <a:pt x="1938426" y="342900"/>
                  </a:lnTo>
                  <a:lnTo>
                    <a:pt x="2521305" y="342900"/>
                  </a:lnTo>
                  <a:lnTo>
                    <a:pt x="2521305" y="317500"/>
                  </a:lnTo>
                  <a:lnTo>
                    <a:pt x="1920024" y="317500"/>
                  </a:lnTo>
                  <a:lnTo>
                    <a:pt x="1920024" y="342900"/>
                  </a:lnTo>
                  <a:lnTo>
                    <a:pt x="1920024" y="914400"/>
                  </a:lnTo>
                  <a:lnTo>
                    <a:pt x="1920024" y="939800"/>
                  </a:lnTo>
                  <a:lnTo>
                    <a:pt x="1920024" y="1524000"/>
                  </a:lnTo>
                  <a:lnTo>
                    <a:pt x="1337144" y="1524000"/>
                  </a:lnTo>
                  <a:lnTo>
                    <a:pt x="1337144" y="939800"/>
                  </a:lnTo>
                  <a:lnTo>
                    <a:pt x="1920024" y="939800"/>
                  </a:lnTo>
                  <a:lnTo>
                    <a:pt x="1920024" y="914400"/>
                  </a:lnTo>
                  <a:lnTo>
                    <a:pt x="1337144" y="914400"/>
                  </a:lnTo>
                  <a:lnTo>
                    <a:pt x="1337144" y="342900"/>
                  </a:lnTo>
                  <a:lnTo>
                    <a:pt x="1920024" y="342900"/>
                  </a:lnTo>
                  <a:lnTo>
                    <a:pt x="1920024" y="317500"/>
                  </a:lnTo>
                  <a:lnTo>
                    <a:pt x="1318742" y="317500"/>
                  </a:lnTo>
                  <a:lnTo>
                    <a:pt x="1318742" y="342900"/>
                  </a:lnTo>
                  <a:lnTo>
                    <a:pt x="1318742" y="914400"/>
                  </a:lnTo>
                  <a:lnTo>
                    <a:pt x="1318742" y="939800"/>
                  </a:lnTo>
                  <a:lnTo>
                    <a:pt x="1318742" y="1524000"/>
                  </a:lnTo>
                  <a:lnTo>
                    <a:pt x="735863" y="1524000"/>
                  </a:lnTo>
                  <a:lnTo>
                    <a:pt x="735863" y="939800"/>
                  </a:lnTo>
                  <a:lnTo>
                    <a:pt x="1318742" y="939800"/>
                  </a:lnTo>
                  <a:lnTo>
                    <a:pt x="1318742" y="914400"/>
                  </a:lnTo>
                  <a:lnTo>
                    <a:pt x="735863" y="914400"/>
                  </a:lnTo>
                  <a:lnTo>
                    <a:pt x="735863" y="342900"/>
                  </a:lnTo>
                  <a:lnTo>
                    <a:pt x="1318742" y="342900"/>
                  </a:lnTo>
                  <a:lnTo>
                    <a:pt x="1318742" y="317500"/>
                  </a:lnTo>
                  <a:lnTo>
                    <a:pt x="717461" y="317500"/>
                  </a:lnTo>
                  <a:lnTo>
                    <a:pt x="717461" y="342900"/>
                  </a:lnTo>
                  <a:lnTo>
                    <a:pt x="717461" y="914400"/>
                  </a:lnTo>
                  <a:lnTo>
                    <a:pt x="717461" y="939800"/>
                  </a:lnTo>
                  <a:lnTo>
                    <a:pt x="717461" y="1524000"/>
                  </a:lnTo>
                  <a:lnTo>
                    <a:pt x="134569" y="1524000"/>
                  </a:lnTo>
                  <a:lnTo>
                    <a:pt x="134569" y="939800"/>
                  </a:lnTo>
                  <a:lnTo>
                    <a:pt x="717461" y="939800"/>
                  </a:lnTo>
                  <a:lnTo>
                    <a:pt x="717461" y="914400"/>
                  </a:lnTo>
                  <a:lnTo>
                    <a:pt x="134569" y="914400"/>
                  </a:lnTo>
                  <a:lnTo>
                    <a:pt x="134569" y="342900"/>
                  </a:lnTo>
                  <a:lnTo>
                    <a:pt x="717461" y="342900"/>
                  </a:lnTo>
                  <a:lnTo>
                    <a:pt x="717461" y="317500"/>
                  </a:lnTo>
                  <a:lnTo>
                    <a:pt x="0" y="317500"/>
                  </a:lnTo>
                  <a:lnTo>
                    <a:pt x="0" y="342900"/>
                  </a:lnTo>
                  <a:lnTo>
                    <a:pt x="116281" y="342900"/>
                  </a:lnTo>
                  <a:lnTo>
                    <a:pt x="116281" y="914400"/>
                  </a:lnTo>
                  <a:lnTo>
                    <a:pt x="0" y="914400"/>
                  </a:lnTo>
                  <a:lnTo>
                    <a:pt x="0" y="939800"/>
                  </a:lnTo>
                  <a:lnTo>
                    <a:pt x="116281" y="939800"/>
                  </a:lnTo>
                  <a:lnTo>
                    <a:pt x="116281" y="1524000"/>
                  </a:lnTo>
                  <a:lnTo>
                    <a:pt x="0" y="1524000"/>
                  </a:lnTo>
                  <a:lnTo>
                    <a:pt x="0" y="1536700"/>
                  </a:lnTo>
                  <a:lnTo>
                    <a:pt x="116281" y="1536700"/>
                  </a:lnTo>
                  <a:lnTo>
                    <a:pt x="116281" y="2120900"/>
                  </a:lnTo>
                  <a:lnTo>
                    <a:pt x="134569" y="2120900"/>
                  </a:lnTo>
                  <a:lnTo>
                    <a:pt x="134569" y="1536700"/>
                  </a:lnTo>
                  <a:lnTo>
                    <a:pt x="717461" y="1536700"/>
                  </a:lnTo>
                  <a:lnTo>
                    <a:pt x="717461" y="2120900"/>
                  </a:lnTo>
                  <a:lnTo>
                    <a:pt x="735863" y="2120900"/>
                  </a:lnTo>
                  <a:lnTo>
                    <a:pt x="735863" y="1536700"/>
                  </a:lnTo>
                  <a:lnTo>
                    <a:pt x="1318742" y="1536700"/>
                  </a:lnTo>
                  <a:lnTo>
                    <a:pt x="1318742" y="2120900"/>
                  </a:lnTo>
                  <a:lnTo>
                    <a:pt x="1337144" y="2120900"/>
                  </a:lnTo>
                  <a:lnTo>
                    <a:pt x="1337144" y="1536700"/>
                  </a:lnTo>
                  <a:lnTo>
                    <a:pt x="1920024" y="1536700"/>
                  </a:lnTo>
                  <a:lnTo>
                    <a:pt x="1920024" y="2120900"/>
                  </a:lnTo>
                  <a:lnTo>
                    <a:pt x="1938426" y="2120900"/>
                  </a:lnTo>
                  <a:lnTo>
                    <a:pt x="1938426" y="1536700"/>
                  </a:lnTo>
                  <a:lnTo>
                    <a:pt x="2521305" y="1536700"/>
                  </a:lnTo>
                  <a:lnTo>
                    <a:pt x="2521305" y="2120900"/>
                  </a:lnTo>
                  <a:lnTo>
                    <a:pt x="2539708" y="2120900"/>
                  </a:lnTo>
                  <a:lnTo>
                    <a:pt x="2539708" y="1536700"/>
                  </a:lnTo>
                  <a:lnTo>
                    <a:pt x="18287988" y="1536700"/>
                  </a:lnTo>
                  <a:lnTo>
                    <a:pt x="18287988" y="1524000"/>
                  </a:lnTo>
                  <a:lnTo>
                    <a:pt x="18173218" y="1524000"/>
                  </a:lnTo>
                  <a:lnTo>
                    <a:pt x="18173218" y="939800"/>
                  </a:lnTo>
                  <a:lnTo>
                    <a:pt x="18287988" y="939800"/>
                  </a:lnTo>
                  <a:lnTo>
                    <a:pt x="18287988" y="914400"/>
                  </a:lnTo>
                  <a:lnTo>
                    <a:pt x="18173218" y="914400"/>
                  </a:lnTo>
                  <a:lnTo>
                    <a:pt x="18173218" y="342900"/>
                  </a:lnTo>
                  <a:lnTo>
                    <a:pt x="18287988" y="342900"/>
                  </a:lnTo>
                  <a:lnTo>
                    <a:pt x="18287988" y="3175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0" y="15367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6096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609600"/>
                  </a:lnTo>
                  <a:lnTo>
                    <a:pt x="18154727" y="6096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6096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609600"/>
                  </a:lnTo>
                  <a:lnTo>
                    <a:pt x="17553445" y="6096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6096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609600"/>
                  </a:lnTo>
                  <a:lnTo>
                    <a:pt x="16952164" y="6096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6096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609600"/>
                  </a:lnTo>
                  <a:lnTo>
                    <a:pt x="16350882" y="6096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6096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609600"/>
                  </a:lnTo>
                  <a:lnTo>
                    <a:pt x="15749575" y="6096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6096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609600"/>
                  </a:lnTo>
                  <a:lnTo>
                    <a:pt x="15148294" y="6096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6096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609600"/>
                  </a:lnTo>
                  <a:lnTo>
                    <a:pt x="14547012" y="6096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6096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609600"/>
                  </a:lnTo>
                  <a:lnTo>
                    <a:pt x="13945730" y="6096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6096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609600"/>
                  </a:lnTo>
                  <a:lnTo>
                    <a:pt x="13344449" y="6096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6096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609600"/>
                  </a:lnTo>
                  <a:lnTo>
                    <a:pt x="12743155" y="6096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6096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609600"/>
                  </a:lnTo>
                  <a:lnTo>
                    <a:pt x="12141873" y="6096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6096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609600"/>
                  </a:lnTo>
                  <a:lnTo>
                    <a:pt x="11540592" y="6096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6096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609600"/>
                  </a:lnTo>
                  <a:lnTo>
                    <a:pt x="10939310" y="6096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6096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609600"/>
                  </a:lnTo>
                  <a:lnTo>
                    <a:pt x="10338016" y="6096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6096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609600"/>
                  </a:lnTo>
                  <a:lnTo>
                    <a:pt x="9736722" y="60960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9135440" y="6096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609600"/>
                  </a:lnTo>
                  <a:lnTo>
                    <a:pt x="9135440" y="60960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8534159" y="6096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609600"/>
                  </a:lnTo>
                  <a:lnTo>
                    <a:pt x="8534159" y="60960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932877" y="6096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609600"/>
                  </a:lnTo>
                  <a:lnTo>
                    <a:pt x="7932877" y="60960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7331596" y="6096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609600"/>
                  </a:lnTo>
                  <a:lnTo>
                    <a:pt x="7331596" y="60960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730314" y="6096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609600"/>
                  </a:lnTo>
                  <a:lnTo>
                    <a:pt x="6730314" y="60960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6129020" y="6096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609600"/>
                  </a:lnTo>
                  <a:lnTo>
                    <a:pt x="6129020" y="609600"/>
                  </a:lnTo>
                  <a:lnTo>
                    <a:pt x="6129020" y="584200"/>
                  </a:lnTo>
                  <a:lnTo>
                    <a:pt x="5546128" y="584200"/>
                  </a:lnTo>
                  <a:lnTo>
                    <a:pt x="5546128" y="0"/>
                  </a:lnTo>
                  <a:lnTo>
                    <a:pt x="5527738" y="0"/>
                  </a:lnTo>
                  <a:lnTo>
                    <a:pt x="5527738" y="584200"/>
                  </a:lnTo>
                  <a:lnTo>
                    <a:pt x="5527738" y="6096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609600"/>
                  </a:lnTo>
                  <a:lnTo>
                    <a:pt x="5527738" y="609600"/>
                  </a:lnTo>
                  <a:lnTo>
                    <a:pt x="5527738" y="584200"/>
                  </a:lnTo>
                  <a:lnTo>
                    <a:pt x="4944846" y="584200"/>
                  </a:lnTo>
                  <a:lnTo>
                    <a:pt x="4944846" y="0"/>
                  </a:lnTo>
                  <a:lnTo>
                    <a:pt x="4926457" y="0"/>
                  </a:lnTo>
                  <a:lnTo>
                    <a:pt x="4926457" y="584200"/>
                  </a:lnTo>
                  <a:lnTo>
                    <a:pt x="4926457" y="6096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609600"/>
                  </a:lnTo>
                  <a:lnTo>
                    <a:pt x="4926457" y="609600"/>
                  </a:lnTo>
                  <a:lnTo>
                    <a:pt x="4926457" y="584200"/>
                  </a:lnTo>
                  <a:lnTo>
                    <a:pt x="4343565" y="584200"/>
                  </a:lnTo>
                  <a:lnTo>
                    <a:pt x="4343565" y="0"/>
                  </a:lnTo>
                  <a:lnTo>
                    <a:pt x="4325175" y="0"/>
                  </a:lnTo>
                  <a:lnTo>
                    <a:pt x="4325175" y="584200"/>
                  </a:lnTo>
                  <a:lnTo>
                    <a:pt x="4325175" y="6096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609600"/>
                  </a:lnTo>
                  <a:lnTo>
                    <a:pt x="4325175" y="609600"/>
                  </a:lnTo>
                  <a:lnTo>
                    <a:pt x="4325175" y="584200"/>
                  </a:lnTo>
                  <a:lnTo>
                    <a:pt x="3742283" y="584200"/>
                  </a:lnTo>
                  <a:lnTo>
                    <a:pt x="3742283" y="0"/>
                  </a:lnTo>
                  <a:lnTo>
                    <a:pt x="3723894" y="0"/>
                  </a:lnTo>
                  <a:lnTo>
                    <a:pt x="3723894" y="584200"/>
                  </a:lnTo>
                  <a:lnTo>
                    <a:pt x="3723894" y="6096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609600"/>
                  </a:lnTo>
                  <a:lnTo>
                    <a:pt x="3723894" y="609600"/>
                  </a:lnTo>
                  <a:lnTo>
                    <a:pt x="3723894" y="584200"/>
                  </a:lnTo>
                  <a:lnTo>
                    <a:pt x="3140989" y="584200"/>
                  </a:lnTo>
                  <a:lnTo>
                    <a:pt x="3140989" y="0"/>
                  </a:lnTo>
                  <a:lnTo>
                    <a:pt x="3122587" y="0"/>
                  </a:lnTo>
                  <a:lnTo>
                    <a:pt x="3122587" y="584200"/>
                  </a:lnTo>
                  <a:lnTo>
                    <a:pt x="3122587" y="6096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609600"/>
                  </a:lnTo>
                  <a:lnTo>
                    <a:pt x="3122587" y="609600"/>
                  </a:lnTo>
                  <a:lnTo>
                    <a:pt x="3122587" y="584200"/>
                  </a:lnTo>
                  <a:lnTo>
                    <a:pt x="2539708" y="584200"/>
                  </a:lnTo>
                  <a:lnTo>
                    <a:pt x="2539708" y="0"/>
                  </a:lnTo>
                  <a:lnTo>
                    <a:pt x="2521305" y="0"/>
                  </a:lnTo>
                  <a:lnTo>
                    <a:pt x="2521305" y="584200"/>
                  </a:lnTo>
                  <a:lnTo>
                    <a:pt x="2521305" y="6096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609600"/>
                  </a:lnTo>
                  <a:lnTo>
                    <a:pt x="2521305" y="6096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6096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609600"/>
                  </a:lnTo>
                  <a:lnTo>
                    <a:pt x="1920024" y="6096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6096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609600"/>
                  </a:lnTo>
                  <a:lnTo>
                    <a:pt x="1318742" y="6096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6096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609600"/>
                  </a:lnTo>
                  <a:lnTo>
                    <a:pt x="717461" y="6096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609600"/>
                  </a:lnTo>
                  <a:lnTo>
                    <a:pt x="116281" y="6096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609600"/>
                  </a:lnTo>
                  <a:lnTo>
                    <a:pt x="18287988" y="6096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4"/>
            <p:cNvSpPr/>
            <p:nvPr/>
          </p:nvSpPr>
          <p:spPr>
            <a:xfrm>
              <a:off x="0" y="27432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5969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5969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5969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6730314" y="1206500"/>
                  </a:lnTo>
                  <a:lnTo>
                    <a:pt x="6730314" y="1790700"/>
                  </a:lnTo>
                  <a:lnTo>
                    <a:pt x="6748716" y="1790700"/>
                  </a:lnTo>
                  <a:lnTo>
                    <a:pt x="6748716" y="1206500"/>
                  </a:lnTo>
                  <a:lnTo>
                    <a:pt x="7331596" y="1206500"/>
                  </a:lnTo>
                  <a:lnTo>
                    <a:pt x="7331596" y="1790700"/>
                  </a:lnTo>
                  <a:lnTo>
                    <a:pt x="7349998" y="1790700"/>
                  </a:lnTo>
                  <a:lnTo>
                    <a:pt x="7349998" y="1206500"/>
                  </a:lnTo>
                  <a:lnTo>
                    <a:pt x="7932877" y="1206500"/>
                  </a:lnTo>
                  <a:lnTo>
                    <a:pt x="7932877" y="1790700"/>
                  </a:lnTo>
                  <a:lnTo>
                    <a:pt x="7951279" y="1790700"/>
                  </a:lnTo>
                  <a:lnTo>
                    <a:pt x="7951279" y="1206500"/>
                  </a:lnTo>
                  <a:lnTo>
                    <a:pt x="8534159" y="1206500"/>
                  </a:lnTo>
                  <a:lnTo>
                    <a:pt x="8534159" y="1790700"/>
                  </a:lnTo>
                  <a:lnTo>
                    <a:pt x="8552561" y="1790700"/>
                  </a:lnTo>
                  <a:lnTo>
                    <a:pt x="8552561" y="1206500"/>
                  </a:lnTo>
                  <a:lnTo>
                    <a:pt x="9135440" y="1206500"/>
                  </a:lnTo>
                  <a:lnTo>
                    <a:pt x="9135440" y="1790700"/>
                  </a:lnTo>
                  <a:lnTo>
                    <a:pt x="9153842" y="1790700"/>
                  </a:lnTo>
                  <a:lnTo>
                    <a:pt x="9153842" y="1206500"/>
                  </a:lnTo>
                  <a:lnTo>
                    <a:pt x="9736722" y="1206500"/>
                  </a:lnTo>
                  <a:lnTo>
                    <a:pt x="9736722" y="1790700"/>
                  </a:lnTo>
                  <a:lnTo>
                    <a:pt x="9755124" y="1790700"/>
                  </a:lnTo>
                  <a:lnTo>
                    <a:pt x="9755124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4"/>
            <p:cNvSpPr/>
            <p:nvPr/>
          </p:nvSpPr>
          <p:spPr>
            <a:xfrm>
              <a:off x="0" y="3949712"/>
              <a:ext cx="18288000" cy="1778000"/>
            </a:xfrm>
            <a:custGeom>
              <a:rect b="b" l="l" r="r" t="t"/>
              <a:pathLst>
                <a:path extrusionOk="0" h="17780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5969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5969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5969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193800"/>
                  </a:lnTo>
                  <a:lnTo>
                    <a:pt x="116281" y="1193800"/>
                  </a:lnTo>
                  <a:lnTo>
                    <a:pt x="116281" y="1778000"/>
                  </a:lnTo>
                  <a:lnTo>
                    <a:pt x="134569" y="1778000"/>
                  </a:lnTo>
                  <a:lnTo>
                    <a:pt x="134569" y="1193800"/>
                  </a:lnTo>
                  <a:lnTo>
                    <a:pt x="717461" y="1193800"/>
                  </a:lnTo>
                  <a:lnTo>
                    <a:pt x="717461" y="1778000"/>
                  </a:lnTo>
                  <a:lnTo>
                    <a:pt x="735863" y="1778000"/>
                  </a:lnTo>
                  <a:lnTo>
                    <a:pt x="735863" y="1193800"/>
                  </a:lnTo>
                  <a:lnTo>
                    <a:pt x="1318742" y="1193800"/>
                  </a:lnTo>
                  <a:lnTo>
                    <a:pt x="1318742" y="1778000"/>
                  </a:lnTo>
                  <a:lnTo>
                    <a:pt x="1337144" y="1778000"/>
                  </a:lnTo>
                  <a:lnTo>
                    <a:pt x="1337144" y="1193800"/>
                  </a:lnTo>
                  <a:lnTo>
                    <a:pt x="1920024" y="1193800"/>
                  </a:lnTo>
                  <a:lnTo>
                    <a:pt x="1920024" y="1778000"/>
                  </a:lnTo>
                  <a:lnTo>
                    <a:pt x="1938426" y="1778000"/>
                  </a:lnTo>
                  <a:lnTo>
                    <a:pt x="1938426" y="1193800"/>
                  </a:lnTo>
                  <a:lnTo>
                    <a:pt x="2521305" y="1193800"/>
                  </a:lnTo>
                  <a:lnTo>
                    <a:pt x="2521305" y="1778000"/>
                  </a:lnTo>
                  <a:lnTo>
                    <a:pt x="2539708" y="1778000"/>
                  </a:lnTo>
                  <a:lnTo>
                    <a:pt x="2539708" y="1193800"/>
                  </a:lnTo>
                  <a:lnTo>
                    <a:pt x="3122587" y="1193800"/>
                  </a:lnTo>
                  <a:lnTo>
                    <a:pt x="3122587" y="1778000"/>
                  </a:lnTo>
                  <a:lnTo>
                    <a:pt x="3140989" y="1778000"/>
                  </a:lnTo>
                  <a:lnTo>
                    <a:pt x="3140989" y="1193800"/>
                  </a:lnTo>
                  <a:lnTo>
                    <a:pt x="3723894" y="1193800"/>
                  </a:lnTo>
                  <a:lnTo>
                    <a:pt x="3723894" y="1778000"/>
                  </a:lnTo>
                  <a:lnTo>
                    <a:pt x="3742283" y="1778000"/>
                  </a:lnTo>
                  <a:lnTo>
                    <a:pt x="3742283" y="1193800"/>
                  </a:lnTo>
                  <a:lnTo>
                    <a:pt x="4325175" y="1193800"/>
                  </a:lnTo>
                  <a:lnTo>
                    <a:pt x="4325175" y="1778000"/>
                  </a:lnTo>
                  <a:lnTo>
                    <a:pt x="4343565" y="1778000"/>
                  </a:lnTo>
                  <a:lnTo>
                    <a:pt x="4343565" y="1193800"/>
                  </a:lnTo>
                  <a:lnTo>
                    <a:pt x="4926457" y="1193800"/>
                  </a:lnTo>
                  <a:lnTo>
                    <a:pt x="4926457" y="1778000"/>
                  </a:lnTo>
                  <a:lnTo>
                    <a:pt x="4944846" y="1778000"/>
                  </a:lnTo>
                  <a:lnTo>
                    <a:pt x="4944846" y="1193800"/>
                  </a:lnTo>
                  <a:lnTo>
                    <a:pt x="5527738" y="1193800"/>
                  </a:lnTo>
                  <a:lnTo>
                    <a:pt x="5527738" y="1778000"/>
                  </a:lnTo>
                  <a:lnTo>
                    <a:pt x="5546128" y="1778000"/>
                  </a:lnTo>
                  <a:lnTo>
                    <a:pt x="5546128" y="1193800"/>
                  </a:lnTo>
                  <a:lnTo>
                    <a:pt x="6129020" y="1193800"/>
                  </a:lnTo>
                  <a:lnTo>
                    <a:pt x="6129020" y="1778000"/>
                  </a:lnTo>
                  <a:lnTo>
                    <a:pt x="6147409" y="1778000"/>
                  </a:lnTo>
                  <a:lnTo>
                    <a:pt x="6147409" y="1193800"/>
                  </a:lnTo>
                  <a:lnTo>
                    <a:pt x="6730314" y="1193800"/>
                  </a:lnTo>
                  <a:lnTo>
                    <a:pt x="6730314" y="1778000"/>
                  </a:lnTo>
                  <a:lnTo>
                    <a:pt x="6748716" y="1778000"/>
                  </a:lnTo>
                  <a:lnTo>
                    <a:pt x="6748716" y="1193800"/>
                  </a:lnTo>
                  <a:lnTo>
                    <a:pt x="7331596" y="1193800"/>
                  </a:lnTo>
                  <a:lnTo>
                    <a:pt x="7331596" y="1778000"/>
                  </a:lnTo>
                  <a:lnTo>
                    <a:pt x="7349998" y="1778000"/>
                  </a:lnTo>
                  <a:lnTo>
                    <a:pt x="7349998" y="1193800"/>
                  </a:lnTo>
                  <a:lnTo>
                    <a:pt x="7932877" y="1193800"/>
                  </a:lnTo>
                  <a:lnTo>
                    <a:pt x="7932877" y="1778000"/>
                  </a:lnTo>
                  <a:lnTo>
                    <a:pt x="7951279" y="1778000"/>
                  </a:lnTo>
                  <a:lnTo>
                    <a:pt x="7951279" y="1193800"/>
                  </a:lnTo>
                  <a:lnTo>
                    <a:pt x="8534159" y="1193800"/>
                  </a:lnTo>
                  <a:lnTo>
                    <a:pt x="8534159" y="1778000"/>
                  </a:lnTo>
                  <a:lnTo>
                    <a:pt x="8552561" y="1778000"/>
                  </a:lnTo>
                  <a:lnTo>
                    <a:pt x="8552561" y="1193800"/>
                  </a:lnTo>
                  <a:lnTo>
                    <a:pt x="9135440" y="1193800"/>
                  </a:lnTo>
                  <a:lnTo>
                    <a:pt x="9135440" y="1778000"/>
                  </a:lnTo>
                  <a:lnTo>
                    <a:pt x="9153842" y="1778000"/>
                  </a:lnTo>
                  <a:lnTo>
                    <a:pt x="9153842" y="1193800"/>
                  </a:lnTo>
                  <a:lnTo>
                    <a:pt x="9736722" y="1193800"/>
                  </a:lnTo>
                  <a:lnTo>
                    <a:pt x="9736722" y="1778000"/>
                  </a:lnTo>
                  <a:lnTo>
                    <a:pt x="9755124" y="1778000"/>
                  </a:lnTo>
                  <a:lnTo>
                    <a:pt x="9755124" y="1193800"/>
                  </a:lnTo>
                  <a:lnTo>
                    <a:pt x="10338016" y="1193800"/>
                  </a:lnTo>
                  <a:lnTo>
                    <a:pt x="10338016" y="1778000"/>
                  </a:lnTo>
                  <a:lnTo>
                    <a:pt x="10356418" y="1778000"/>
                  </a:lnTo>
                  <a:lnTo>
                    <a:pt x="10356418" y="1193800"/>
                  </a:lnTo>
                  <a:lnTo>
                    <a:pt x="10939310" y="1193800"/>
                  </a:lnTo>
                  <a:lnTo>
                    <a:pt x="10939310" y="1778000"/>
                  </a:lnTo>
                  <a:lnTo>
                    <a:pt x="10957700" y="1778000"/>
                  </a:lnTo>
                  <a:lnTo>
                    <a:pt x="10957700" y="1193800"/>
                  </a:lnTo>
                  <a:lnTo>
                    <a:pt x="11540592" y="1193800"/>
                  </a:lnTo>
                  <a:lnTo>
                    <a:pt x="11540592" y="1778000"/>
                  </a:lnTo>
                  <a:lnTo>
                    <a:pt x="11558981" y="1778000"/>
                  </a:lnTo>
                  <a:lnTo>
                    <a:pt x="11558981" y="1193800"/>
                  </a:lnTo>
                  <a:lnTo>
                    <a:pt x="12141873" y="1193800"/>
                  </a:lnTo>
                  <a:lnTo>
                    <a:pt x="12141873" y="1778000"/>
                  </a:lnTo>
                  <a:lnTo>
                    <a:pt x="12160263" y="1778000"/>
                  </a:lnTo>
                  <a:lnTo>
                    <a:pt x="12160263" y="1193800"/>
                  </a:lnTo>
                  <a:lnTo>
                    <a:pt x="12743155" y="1193800"/>
                  </a:lnTo>
                  <a:lnTo>
                    <a:pt x="12743155" y="1778000"/>
                  </a:lnTo>
                  <a:lnTo>
                    <a:pt x="12761544" y="1778000"/>
                  </a:lnTo>
                  <a:lnTo>
                    <a:pt x="12761544" y="1193800"/>
                  </a:lnTo>
                  <a:lnTo>
                    <a:pt x="13344449" y="1193800"/>
                  </a:lnTo>
                  <a:lnTo>
                    <a:pt x="13344449" y="1778000"/>
                  </a:lnTo>
                  <a:lnTo>
                    <a:pt x="13362851" y="1778000"/>
                  </a:lnTo>
                  <a:lnTo>
                    <a:pt x="13362851" y="1193800"/>
                  </a:lnTo>
                  <a:lnTo>
                    <a:pt x="18287988" y="11938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4"/>
            <p:cNvSpPr/>
            <p:nvPr/>
          </p:nvSpPr>
          <p:spPr>
            <a:xfrm>
              <a:off x="0" y="51435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609600"/>
                  </a:lnTo>
                  <a:lnTo>
                    <a:pt x="18154727" y="1193800"/>
                  </a:lnTo>
                  <a:lnTo>
                    <a:pt x="17571835" y="1193800"/>
                  </a:lnTo>
                  <a:lnTo>
                    <a:pt x="17571835" y="609600"/>
                  </a:lnTo>
                  <a:lnTo>
                    <a:pt x="18154727" y="6096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609600"/>
                  </a:lnTo>
                  <a:lnTo>
                    <a:pt x="17553445" y="1193800"/>
                  </a:lnTo>
                  <a:lnTo>
                    <a:pt x="16970553" y="1193800"/>
                  </a:lnTo>
                  <a:lnTo>
                    <a:pt x="16970553" y="609600"/>
                  </a:lnTo>
                  <a:lnTo>
                    <a:pt x="17553445" y="6096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609600"/>
                  </a:lnTo>
                  <a:lnTo>
                    <a:pt x="16952164" y="1193800"/>
                  </a:lnTo>
                  <a:lnTo>
                    <a:pt x="16369272" y="1193800"/>
                  </a:lnTo>
                  <a:lnTo>
                    <a:pt x="16369272" y="609600"/>
                  </a:lnTo>
                  <a:lnTo>
                    <a:pt x="16952164" y="6096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609600"/>
                  </a:lnTo>
                  <a:lnTo>
                    <a:pt x="16350882" y="1193800"/>
                  </a:lnTo>
                  <a:lnTo>
                    <a:pt x="15767977" y="1193800"/>
                  </a:lnTo>
                  <a:lnTo>
                    <a:pt x="15767977" y="609600"/>
                  </a:lnTo>
                  <a:lnTo>
                    <a:pt x="16350882" y="6096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609600"/>
                  </a:lnTo>
                  <a:lnTo>
                    <a:pt x="15749575" y="1193800"/>
                  </a:lnTo>
                  <a:lnTo>
                    <a:pt x="15166696" y="1193800"/>
                  </a:lnTo>
                  <a:lnTo>
                    <a:pt x="15166696" y="609600"/>
                  </a:lnTo>
                  <a:lnTo>
                    <a:pt x="15749575" y="6096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609600"/>
                  </a:lnTo>
                  <a:lnTo>
                    <a:pt x="15148294" y="1193800"/>
                  </a:lnTo>
                  <a:lnTo>
                    <a:pt x="14565414" y="1193800"/>
                  </a:lnTo>
                  <a:lnTo>
                    <a:pt x="14565414" y="609600"/>
                  </a:lnTo>
                  <a:lnTo>
                    <a:pt x="15148294" y="6096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609600"/>
                  </a:lnTo>
                  <a:lnTo>
                    <a:pt x="14547012" y="1193800"/>
                  </a:lnTo>
                  <a:lnTo>
                    <a:pt x="13964133" y="1193800"/>
                  </a:lnTo>
                  <a:lnTo>
                    <a:pt x="13964133" y="609600"/>
                  </a:lnTo>
                  <a:lnTo>
                    <a:pt x="14547012" y="6096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609600"/>
                  </a:lnTo>
                  <a:lnTo>
                    <a:pt x="13945730" y="1193800"/>
                  </a:lnTo>
                  <a:lnTo>
                    <a:pt x="13362851" y="1193800"/>
                  </a:lnTo>
                  <a:lnTo>
                    <a:pt x="13362851" y="609600"/>
                  </a:lnTo>
                  <a:lnTo>
                    <a:pt x="13945730" y="6096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609600"/>
                  </a:lnTo>
                  <a:lnTo>
                    <a:pt x="13344449" y="1193800"/>
                  </a:lnTo>
                  <a:lnTo>
                    <a:pt x="12761544" y="1193800"/>
                  </a:lnTo>
                  <a:lnTo>
                    <a:pt x="12761544" y="609600"/>
                  </a:lnTo>
                  <a:lnTo>
                    <a:pt x="13344449" y="609600"/>
                  </a:lnTo>
                  <a:lnTo>
                    <a:pt x="13344449" y="584200"/>
                  </a:lnTo>
                  <a:lnTo>
                    <a:pt x="12743155" y="584200"/>
                  </a:lnTo>
                  <a:lnTo>
                    <a:pt x="12743155" y="609600"/>
                  </a:lnTo>
                  <a:lnTo>
                    <a:pt x="12743155" y="1193800"/>
                  </a:lnTo>
                  <a:lnTo>
                    <a:pt x="12160263" y="1193800"/>
                  </a:lnTo>
                  <a:lnTo>
                    <a:pt x="12160263" y="609600"/>
                  </a:lnTo>
                  <a:lnTo>
                    <a:pt x="12743155" y="609600"/>
                  </a:lnTo>
                  <a:lnTo>
                    <a:pt x="12743155" y="584200"/>
                  </a:lnTo>
                  <a:lnTo>
                    <a:pt x="12141873" y="584200"/>
                  </a:lnTo>
                  <a:lnTo>
                    <a:pt x="12141873" y="609600"/>
                  </a:lnTo>
                  <a:lnTo>
                    <a:pt x="12141873" y="1193800"/>
                  </a:lnTo>
                  <a:lnTo>
                    <a:pt x="11558981" y="1193800"/>
                  </a:lnTo>
                  <a:lnTo>
                    <a:pt x="11558981" y="609600"/>
                  </a:lnTo>
                  <a:lnTo>
                    <a:pt x="12141873" y="609600"/>
                  </a:lnTo>
                  <a:lnTo>
                    <a:pt x="12141873" y="584200"/>
                  </a:lnTo>
                  <a:lnTo>
                    <a:pt x="11540592" y="584200"/>
                  </a:lnTo>
                  <a:lnTo>
                    <a:pt x="11540592" y="609600"/>
                  </a:lnTo>
                  <a:lnTo>
                    <a:pt x="11540592" y="1193800"/>
                  </a:lnTo>
                  <a:lnTo>
                    <a:pt x="10957700" y="1193800"/>
                  </a:lnTo>
                  <a:lnTo>
                    <a:pt x="10957700" y="609600"/>
                  </a:lnTo>
                  <a:lnTo>
                    <a:pt x="11540592" y="609600"/>
                  </a:lnTo>
                  <a:lnTo>
                    <a:pt x="11540592" y="584200"/>
                  </a:lnTo>
                  <a:lnTo>
                    <a:pt x="10939310" y="584200"/>
                  </a:lnTo>
                  <a:lnTo>
                    <a:pt x="10939310" y="609600"/>
                  </a:lnTo>
                  <a:lnTo>
                    <a:pt x="10939310" y="1193800"/>
                  </a:lnTo>
                  <a:lnTo>
                    <a:pt x="10356418" y="1193800"/>
                  </a:lnTo>
                  <a:lnTo>
                    <a:pt x="10356418" y="609600"/>
                  </a:lnTo>
                  <a:lnTo>
                    <a:pt x="10939310" y="609600"/>
                  </a:lnTo>
                  <a:lnTo>
                    <a:pt x="10939310" y="584200"/>
                  </a:lnTo>
                  <a:lnTo>
                    <a:pt x="10338016" y="584200"/>
                  </a:lnTo>
                  <a:lnTo>
                    <a:pt x="10338016" y="609600"/>
                  </a:lnTo>
                  <a:lnTo>
                    <a:pt x="10338016" y="1193800"/>
                  </a:lnTo>
                  <a:lnTo>
                    <a:pt x="9755124" y="1193800"/>
                  </a:lnTo>
                  <a:lnTo>
                    <a:pt x="9755124" y="609600"/>
                  </a:lnTo>
                  <a:lnTo>
                    <a:pt x="10338016" y="609600"/>
                  </a:lnTo>
                  <a:lnTo>
                    <a:pt x="10338016" y="584200"/>
                  </a:lnTo>
                  <a:lnTo>
                    <a:pt x="9736722" y="584200"/>
                  </a:lnTo>
                  <a:lnTo>
                    <a:pt x="9736722" y="609600"/>
                  </a:lnTo>
                  <a:lnTo>
                    <a:pt x="9736722" y="1193800"/>
                  </a:lnTo>
                  <a:lnTo>
                    <a:pt x="9153842" y="1193800"/>
                  </a:lnTo>
                  <a:lnTo>
                    <a:pt x="9153842" y="609600"/>
                  </a:lnTo>
                  <a:lnTo>
                    <a:pt x="9736722" y="609600"/>
                  </a:lnTo>
                  <a:lnTo>
                    <a:pt x="9736722" y="584200"/>
                  </a:lnTo>
                  <a:lnTo>
                    <a:pt x="9135440" y="584200"/>
                  </a:lnTo>
                  <a:lnTo>
                    <a:pt x="9135440" y="609600"/>
                  </a:lnTo>
                  <a:lnTo>
                    <a:pt x="9135440" y="1193800"/>
                  </a:lnTo>
                  <a:lnTo>
                    <a:pt x="8552561" y="1193800"/>
                  </a:lnTo>
                  <a:lnTo>
                    <a:pt x="8552561" y="609600"/>
                  </a:lnTo>
                  <a:lnTo>
                    <a:pt x="9135440" y="609600"/>
                  </a:lnTo>
                  <a:lnTo>
                    <a:pt x="9135440" y="584200"/>
                  </a:lnTo>
                  <a:lnTo>
                    <a:pt x="8534159" y="584200"/>
                  </a:lnTo>
                  <a:lnTo>
                    <a:pt x="8534159" y="609600"/>
                  </a:lnTo>
                  <a:lnTo>
                    <a:pt x="8534159" y="1193800"/>
                  </a:lnTo>
                  <a:lnTo>
                    <a:pt x="7951279" y="1193800"/>
                  </a:lnTo>
                  <a:lnTo>
                    <a:pt x="7951279" y="609600"/>
                  </a:lnTo>
                  <a:lnTo>
                    <a:pt x="8534159" y="609600"/>
                  </a:lnTo>
                  <a:lnTo>
                    <a:pt x="8534159" y="584200"/>
                  </a:lnTo>
                  <a:lnTo>
                    <a:pt x="7932877" y="584200"/>
                  </a:lnTo>
                  <a:lnTo>
                    <a:pt x="7932877" y="609600"/>
                  </a:lnTo>
                  <a:lnTo>
                    <a:pt x="7932877" y="1193800"/>
                  </a:lnTo>
                  <a:lnTo>
                    <a:pt x="7349998" y="1193800"/>
                  </a:lnTo>
                  <a:lnTo>
                    <a:pt x="7349998" y="609600"/>
                  </a:lnTo>
                  <a:lnTo>
                    <a:pt x="7932877" y="609600"/>
                  </a:lnTo>
                  <a:lnTo>
                    <a:pt x="7932877" y="584200"/>
                  </a:lnTo>
                  <a:lnTo>
                    <a:pt x="7331596" y="584200"/>
                  </a:lnTo>
                  <a:lnTo>
                    <a:pt x="7331596" y="609600"/>
                  </a:lnTo>
                  <a:lnTo>
                    <a:pt x="7331596" y="1193800"/>
                  </a:lnTo>
                  <a:lnTo>
                    <a:pt x="6748716" y="1193800"/>
                  </a:lnTo>
                  <a:lnTo>
                    <a:pt x="6748716" y="609600"/>
                  </a:lnTo>
                  <a:lnTo>
                    <a:pt x="7331596" y="609600"/>
                  </a:lnTo>
                  <a:lnTo>
                    <a:pt x="7331596" y="584200"/>
                  </a:lnTo>
                  <a:lnTo>
                    <a:pt x="6730314" y="584200"/>
                  </a:lnTo>
                  <a:lnTo>
                    <a:pt x="6730314" y="609600"/>
                  </a:lnTo>
                  <a:lnTo>
                    <a:pt x="6730314" y="1193800"/>
                  </a:lnTo>
                  <a:lnTo>
                    <a:pt x="6147409" y="1193800"/>
                  </a:lnTo>
                  <a:lnTo>
                    <a:pt x="6147409" y="609600"/>
                  </a:lnTo>
                  <a:lnTo>
                    <a:pt x="6730314" y="609600"/>
                  </a:lnTo>
                  <a:lnTo>
                    <a:pt x="6730314" y="584200"/>
                  </a:lnTo>
                  <a:lnTo>
                    <a:pt x="6129020" y="584200"/>
                  </a:lnTo>
                  <a:lnTo>
                    <a:pt x="6129020" y="609600"/>
                  </a:lnTo>
                  <a:lnTo>
                    <a:pt x="6129020" y="1193800"/>
                  </a:lnTo>
                  <a:lnTo>
                    <a:pt x="5546128" y="1193800"/>
                  </a:lnTo>
                  <a:lnTo>
                    <a:pt x="5546128" y="609600"/>
                  </a:lnTo>
                  <a:lnTo>
                    <a:pt x="6129020" y="6096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609600"/>
                  </a:lnTo>
                  <a:lnTo>
                    <a:pt x="5527738" y="1193800"/>
                  </a:lnTo>
                  <a:lnTo>
                    <a:pt x="4944846" y="1193800"/>
                  </a:lnTo>
                  <a:lnTo>
                    <a:pt x="4944846" y="609600"/>
                  </a:lnTo>
                  <a:lnTo>
                    <a:pt x="5527738" y="6096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609600"/>
                  </a:lnTo>
                  <a:lnTo>
                    <a:pt x="4926457" y="1193800"/>
                  </a:lnTo>
                  <a:lnTo>
                    <a:pt x="4343565" y="1193800"/>
                  </a:lnTo>
                  <a:lnTo>
                    <a:pt x="4343565" y="609600"/>
                  </a:lnTo>
                  <a:lnTo>
                    <a:pt x="4926457" y="6096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609600"/>
                  </a:lnTo>
                  <a:lnTo>
                    <a:pt x="4325175" y="1193800"/>
                  </a:lnTo>
                  <a:lnTo>
                    <a:pt x="3742283" y="1193800"/>
                  </a:lnTo>
                  <a:lnTo>
                    <a:pt x="3742283" y="609600"/>
                  </a:lnTo>
                  <a:lnTo>
                    <a:pt x="4325175" y="6096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609600"/>
                  </a:lnTo>
                  <a:lnTo>
                    <a:pt x="3723894" y="1193800"/>
                  </a:lnTo>
                  <a:lnTo>
                    <a:pt x="3140989" y="1193800"/>
                  </a:lnTo>
                  <a:lnTo>
                    <a:pt x="3140989" y="609600"/>
                  </a:lnTo>
                  <a:lnTo>
                    <a:pt x="3723894" y="6096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609600"/>
                  </a:lnTo>
                  <a:lnTo>
                    <a:pt x="3122587" y="1193800"/>
                  </a:lnTo>
                  <a:lnTo>
                    <a:pt x="2539708" y="1193800"/>
                  </a:lnTo>
                  <a:lnTo>
                    <a:pt x="2539708" y="609600"/>
                  </a:lnTo>
                  <a:lnTo>
                    <a:pt x="3122587" y="6096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609600"/>
                  </a:lnTo>
                  <a:lnTo>
                    <a:pt x="2521305" y="1193800"/>
                  </a:lnTo>
                  <a:lnTo>
                    <a:pt x="1938426" y="1193800"/>
                  </a:lnTo>
                  <a:lnTo>
                    <a:pt x="1938426" y="609600"/>
                  </a:lnTo>
                  <a:lnTo>
                    <a:pt x="2521305" y="6096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609600"/>
                  </a:lnTo>
                  <a:lnTo>
                    <a:pt x="1920024" y="1193800"/>
                  </a:lnTo>
                  <a:lnTo>
                    <a:pt x="1337144" y="1193800"/>
                  </a:lnTo>
                  <a:lnTo>
                    <a:pt x="1337144" y="609600"/>
                  </a:lnTo>
                  <a:lnTo>
                    <a:pt x="1920024" y="6096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609600"/>
                  </a:lnTo>
                  <a:lnTo>
                    <a:pt x="1318742" y="1193800"/>
                  </a:lnTo>
                  <a:lnTo>
                    <a:pt x="735863" y="1193800"/>
                  </a:lnTo>
                  <a:lnTo>
                    <a:pt x="735863" y="609600"/>
                  </a:lnTo>
                  <a:lnTo>
                    <a:pt x="1318742" y="6096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609600"/>
                  </a:lnTo>
                  <a:lnTo>
                    <a:pt x="717461" y="1193800"/>
                  </a:lnTo>
                  <a:lnTo>
                    <a:pt x="134569" y="1193800"/>
                  </a:lnTo>
                  <a:lnTo>
                    <a:pt x="134569" y="609600"/>
                  </a:lnTo>
                  <a:lnTo>
                    <a:pt x="717461" y="6096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609600"/>
                  </a:lnTo>
                  <a:lnTo>
                    <a:pt x="116281" y="609600"/>
                  </a:lnTo>
                  <a:lnTo>
                    <a:pt x="116281" y="1193800"/>
                  </a:lnTo>
                  <a:lnTo>
                    <a:pt x="0" y="11938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6730314" y="1206500"/>
                  </a:lnTo>
                  <a:lnTo>
                    <a:pt x="6730314" y="1790700"/>
                  </a:lnTo>
                  <a:lnTo>
                    <a:pt x="6748716" y="1790700"/>
                  </a:lnTo>
                  <a:lnTo>
                    <a:pt x="6748716" y="1206500"/>
                  </a:lnTo>
                  <a:lnTo>
                    <a:pt x="7331596" y="1206500"/>
                  </a:lnTo>
                  <a:lnTo>
                    <a:pt x="7331596" y="1790700"/>
                  </a:lnTo>
                  <a:lnTo>
                    <a:pt x="7349998" y="1790700"/>
                  </a:lnTo>
                  <a:lnTo>
                    <a:pt x="7349998" y="1206500"/>
                  </a:lnTo>
                  <a:lnTo>
                    <a:pt x="7932877" y="1206500"/>
                  </a:lnTo>
                  <a:lnTo>
                    <a:pt x="7932877" y="1790700"/>
                  </a:lnTo>
                  <a:lnTo>
                    <a:pt x="7951279" y="1790700"/>
                  </a:lnTo>
                  <a:lnTo>
                    <a:pt x="7951279" y="1206500"/>
                  </a:lnTo>
                  <a:lnTo>
                    <a:pt x="8534159" y="1206500"/>
                  </a:lnTo>
                  <a:lnTo>
                    <a:pt x="8534159" y="1790700"/>
                  </a:lnTo>
                  <a:lnTo>
                    <a:pt x="8552561" y="1790700"/>
                  </a:lnTo>
                  <a:lnTo>
                    <a:pt x="8552561" y="1206500"/>
                  </a:lnTo>
                  <a:lnTo>
                    <a:pt x="9135440" y="1206500"/>
                  </a:lnTo>
                  <a:lnTo>
                    <a:pt x="9135440" y="1790700"/>
                  </a:lnTo>
                  <a:lnTo>
                    <a:pt x="9153842" y="1790700"/>
                  </a:lnTo>
                  <a:lnTo>
                    <a:pt x="9153842" y="1206500"/>
                  </a:lnTo>
                  <a:lnTo>
                    <a:pt x="9736722" y="1206500"/>
                  </a:lnTo>
                  <a:lnTo>
                    <a:pt x="9736722" y="1790700"/>
                  </a:lnTo>
                  <a:lnTo>
                    <a:pt x="9755124" y="1790700"/>
                  </a:lnTo>
                  <a:lnTo>
                    <a:pt x="9755124" y="1206500"/>
                  </a:lnTo>
                  <a:lnTo>
                    <a:pt x="10338016" y="1206500"/>
                  </a:lnTo>
                  <a:lnTo>
                    <a:pt x="10338016" y="1790700"/>
                  </a:lnTo>
                  <a:lnTo>
                    <a:pt x="10356418" y="1790700"/>
                  </a:lnTo>
                  <a:lnTo>
                    <a:pt x="10356418" y="1206500"/>
                  </a:lnTo>
                  <a:lnTo>
                    <a:pt x="10939310" y="1206500"/>
                  </a:lnTo>
                  <a:lnTo>
                    <a:pt x="10939310" y="1790700"/>
                  </a:lnTo>
                  <a:lnTo>
                    <a:pt x="10957700" y="1790700"/>
                  </a:lnTo>
                  <a:lnTo>
                    <a:pt x="10957700" y="1206500"/>
                  </a:lnTo>
                  <a:lnTo>
                    <a:pt x="11540592" y="1206500"/>
                  </a:lnTo>
                  <a:lnTo>
                    <a:pt x="11540592" y="1790700"/>
                  </a:lnTo>
                  <a:lnTo>
                    <a:pt x="11558981" y="1790700"/>
                  </a:lnTo>
                  <a:lnTo>
                    <a:pt x="11558981" y="1206500"/>
                  </a:lnTo>
                  <a:lnTo>
                    <a:pt x="12141873" y="1206500"/>
                  </a:lnTo>
                  <a:lnTo>
                    <a:pt x="12141873" y="1790700"/>
                  </a:lnTo>
                  <a:lnTo>
                    <a:pt x="12160263" y="1790700"/>
                  </a:lnTo>
                  <a:lnTo>
                    <a:pt x="12160263" y="1206500"/>
                  </a:lnTo>
                  <a:lnTo>
                    <a:pt x="12743155" y="1206500"/>
                  </a:lnTo>
                  <a:lnTo>
                    <a:pt x="12743155" y="1790700"/>
                  </a:lnTo>
                  <a:lnTo>
                    <a:pt x="12761544" y="1790700"/>
                  </a:lnTo>
                  <a:lnTo>
                    <a:pt x="12761544" y="1206500"/>
                  </a:lnTo>
                  <a:lnTo>
                    <a:pt x="13344449" y="1206500"/>
                  </a:lnTo>
                  <a:lnTo>
                    <a:pt x="13344449" y="1790700"/>
                  </a:lnTo>
                  <a:lnTo>
                    <a:pt x="13362851" y="1790700"/>
                  </a:lnTo>
                  <a:lnTo>
                    <a:pt x="13362851" y="1206500"/>
                  </a:lnTo>
                  <a:lnTo>
                    <a:pt x="13945730" y="1206500"/>
                  </a:lnTo>
                  <a:lnTo>
                    <a:pt x="13945730" y="1790700"/>
                  </a:lnTo>
                  <a:lnTo>
                    <a:pt x="13964133" y="1790700"/>
                  </a:lnTo>
                  <a:lnTo>
                    <a:pt x="13964133" y="1206500"/>
                  </a:lnTo>
                  <a:lnTo>
                    <a:pt x="14547012" y="1206500"/>
                  </a:lnTo>
                  <a:lnTo>
                    <a:pt x="14547012" y="1790700"/>
                  </a:lnTo>
                  <a:lnTo>
                    <a:pt x="14565414" y="1790700"/>
                  </a:lnTo>
                  <a:lnTo>
                    <a:pt x="14565414" y="1206500"/>
                  </a:lnTo>
                  <a:lnTo>
                    <a:pt x="15148294" y="1206500"/>
                  </a:lnTo>
                  <a:lnTo>
                    <a:pt x="15148294" y="1790700"/>
                  </a:lnTo>
                  <a:lnTo>
                    <a:pt x="15166696" y="1790700"/>
                  </a:lnTo>
                  <a:lnTo>
                    <a:pt x="15166696" y="1206500"/>
                  </a:lnTo>
                  <a:lnTo>
                    <a:pt x="15749575" y="1206500"/>
                  </a:lnTo>
                  <a:lnTo>
                    <a:pt x="15749575" y="1790700"/>
                  </a:lnTo>
                  <a:lnTo>
                    <a:pt x="15767977" y="1790700"/>
                  </a:lnTo>
                  <a:lnTo>
                    <a:pt x="15767977" y="1206500"/>
                  </a:lnTo>
                  <a:lnTo>
                    <a:pt x="16350882" y="1206500"/>
                  </a:lnTo>
                  <a:lnTo>
                    <a:pt x="16350882" y="1790700"/>
                  </a:lnTo>
                  <a:lnTo>
                    <a:pt x="16369272" y="1790700"/>
                  </a:lnTo>
                  <a:lnTo>
                    <a:pt x="16369272" y="1206500"/>
                  </a:lnTo>
                  <a:lnTo>
                    <a:pt x="16952164" y="1206500"/>
                  </a:lnTo>
                  <a:lnTo>
                    <a:pt x="16952164" y="1790700"/>
                  </a:lnTo>
                  <a:lnTo>
                    <a:pt x="16970553" y="1790700"/>
                  </a:lnTo>
                  <a:lnTo>
                    <a:pt x="16970553" y="1206500"/>
                  </a:lnTo>
                  <a:lnTo>
                    <a:pt x="18287988" y="1206500"/>
                  </a:lnTo>
                  <a:lnTo>
                    <a:pt x="18287988" y="1193800"/>
                  </a:lnTo>
                  <a:lnTo>
                    <a:pt x="18173218" y="1193800"/>
                  </a:lnTo>
                  <a:lnTo>
                    <a:pt x="18173218" y="609600"/>
                  </a:lnTo>
                  <a:lnTo>
                    <a:pt x="18287988" y="6096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4"/>
            <p:cNvSpPr/>
            <p:nvPr/>
          </p:nvSpPr>
          <p:spPr>
            <a:xfrm>
              <a:off x="0" y="6350012"/>
              <a:ext cx="18288000" cy="2387600"/>
            </a:xfrm>
            <a:custGeom>
              <a:rect b="b" l="l" r="r" t="t"/>
              <a:pathLst>
                <a:path extrusionOk="0" h="23876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1790700"/>
                  </a:lnTo>
                  <a:lnTo>
                    <a:pt x="17571835" y="1790700"/>
                  </a:lnTo>
                  <a:lnTo>
                    <a:pt x="17571835" y="1206500"/>
                  </a:lnTo>
                  <a:lnTo>
                    <a:pt x="18154727" y="12065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1790700"/>
                  </a:lnTo>
                  <a:lnTo>
                    <a:pt x="16970553" y="1790700"/>
                  </a:lnTo>
                  <a:lnTo>
                    <a:pt x="16970553" y="1206500"/>
                  </a:lnTo>
                  <a:lnTo>
                    <a:pt x="17553445" y="12065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1790700"/>
                  </a:lnTo>
                  <a:lnTo>
                    <a:pt x="16369272" y="1790700"/>
                  </a:lnTo>
                  <a:lnTo>
                    <a:pt x="16369272" y="1206500"/>
                  </a:lnTo>
                  <a:lnTo>
                    <a:pt x="16952164" y="12065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6350882" y="1206500"/>
                  </a:lnTo>
                  <a:lnTo>
                    <a:pt x="16350882" y="1790700"/>
                  </a:lnTo>
                  <a:lnTo>
                    <a:pt x="15767977" y="1790700"/>
                  </a:lnTo>
                  <a:lnTo>
                    <a:pt x="15767977" y="1206500"/>
                  </a:lnTo>
                  <a:lnTo>
                    <a:pt x="16350882" y="12065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749575" y="1206500"/>
                  </a:lnTo>
                  <a:lnTo>
                    <a:pt x="15749575" y="1790700"/>
                  </a:lnTo>
                  <a:lnTo>
                    <a:pt x="15166696" y="1790700"/>
                  </a:lnTo>
                  <a:lnTo>
                    <a:pt x="15166696" y="1206500"/>
                  </a:lnTo>
                  <a:lnTo>
                    <a:pt x="15749575" y="12065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5148294" y="1206500"/>
                  </a:lnTo>
                  <a:lnTo>
                    <a:pt x="15148294" y="1790700"/>
                  </a:lnTo>
                  <a:lnTo>
                    <a:pt x="14565414" y="1790700"/>
                  </a:lnTo>
                  <a:lnTo>
                    <a:pt x="14565414" y="1206500"/>
                  </a:lnTo>
                  <a:lnTo>
                    <a:pt x="15148294" y="12065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4547012" y="1206500"/>
                  </a:lnTo>
                  <a:lnTo>
                    <a:pt x="14547012" y="1790700"/>
                  </a:lnTo>
                  <a:lnTo>
                    <a:pt x="13964133" y="1790700"/>
                  </a:lnTo>
                  <a:lnTo>
                    <a:pt x="13964133" y="1206500"/>
                  </a:lnTo>
                  <a:lnTo>
                    <a:pt x="14547012" y="12065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945730" y="1206500"/>
                  </a:lnTo>
                  <a:lnTo>
                    <a:pt x="13945730" y="1790700"/>
                  </a:lnTo>
                  <a:lnTo>
                    <a:pt x="13362851" y="1790700"/>
                  </a:lnTo>
                  <a:lnTo>
                    <a:pt x="13362851" y="1206500"/>
                  </a:lnTo>
                  <a:lnTo>
                    <a:pt x="13945730" y="12065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3344449" y="1206500"/>
                  </a:lnTo>
                  <a:lnTo>
                    <a:pt x="13344449" y="1790700"/>
                  </a:lnTo>
                  <a:lnTo>
                    <a:pt x="12761544" y="1790700"/>
                  </a:lnTo>
                  <a:lnTo>
                    <a:pt x="12761544" y="1206500"/>
                  </a:lnTo>
                  <a:lnTo>
                    <a:pt x="13344449" y="12065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743155" y="1206500"/>
                  </a:lnTo>
                  <a:lnTo>
                    <a:pt x="12743155" y="1790700"/>
                  </a:lnTo>
                  <a:lnTo>
                    <a:pt x="12160263" y="1790700"/>
                  </a:lnTo>
                  <a:lnTo>
                    <a:pt x="12160263" y="1206500"/>
                  </a:lnTo>
                  <a:lnTo>
                    <a:pt x="12743155" y="12065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2141873" y="1206500"/>
                  </a:lnTo>
                  <a:lnTo>
                    <a:pt x="12141873" y="1790700"/>
                  </a:lnTo>
                  <a:lnTo>
                    <a:pt x="11558981" y="1790700"/>
                  </a:lnTo>
                  <a:lnTo>
                    <a:pt x="11558981" y="1206500"/>
                  </a:lnTo>
                  <a:lnTo>
                    <a:pt x="12141873" y="12065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1540592" y="1206500"/>
                  </a:lnTo>
                  <a:lnTo>
                    <a:pt x="11540592" y="1790700"/>
                  </a:lnTo>
                  <a:lnTo>
                    <a:pt x="10957700" y="1790700"/>
                  </a:lnTo>
                  <a:lnTo>
                    <a:pt x="10957700" y="1206500"/>
                  </a:lnTo>
                  <a:lnTo>
                    <a:pt x="11540592" y="12065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939310" y="1206500"/>
                  </a:lnTo>
                  <a:lnTo>
                    <a:pt x="10939310" y="1790700"/>
                  </a:lnTo>
                  <a:lnTo>
                    <a:pt x="10356418" y="1790700"/>
                  </a:lnTo>
                  <a:lnTo>
                    <a:pt x="10356418" y="1206500"/>
                  </a:lnTo>
                  <a:lnTo>
                    <a:pt x="10939310" y="12065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10338016" y="1206500"/>
                  </a:lnTo>
                  <a:lnTo>
                    <a:pt x="10338016" y="1790700"/>
                  </a:lnTo>
                  <a:lnTo>
                    <a:pt x="9755124" y="1790700"/>
                  </a:lnTo>
                  <a:lnTo>
                    <a:pt x="9755124" y="1206500"/>
                  </a:lnTo>
                  <a:lnTo>
                    <a:pt x="10338016" y="12065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736722" y="1206500"/>
                  </a:lnTo>
                  <a:lnTo>
                    <a:pt x="9736722" y="1790700"/>
                  </a:lnTo>
                  <a:lnTo>
                    <a:pt x="9153842" y="1790700"/>
                  </a:lnTo>
                  <a:lnTo>
                    <a:pt x="9153842" y="1206500"/>
                  </a:lnTo>
                  <a:lnTo>
                    <a:pt x="9736722" y="12065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9135440" y="1206500"/>
                  </a:lnTo>
                  <a:lnTo>
                    <a:pt x="9135440" y="1790700"/>
                  </a:lnTo>
                  <a:lnTo>
                    <a:pt x="8552561" y="1790700"/>
                  </a:lnTo>
                  <a:lnTo>
                    <a:pt x="8552561" y="1206500"/>
                  </a:lnTo>
                  <a:lnTo>
                    <a:pt x="9135440" y="12065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8534159" y="1206500"/>
                  </a:lnTo>
                  <a:lnTo>
                    <a:pt x="8534159" y="1790700"/>
                  </a:lnTo>
                  <a:lnTo>
                    <a:pt x="7951279" y="1790700"/>
                  </a:lnTo>
                  <a:lnTo>
                    <a:pt x="7951279" y="1206500"/>
                  </a:lnTo>
                  <a:lnTo>
                    <a:pt x="8534159" y="12065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932877" y="1206500"/>
                  </a:lnTo>
                  <a:lnTo>
                    <a:pt x="7932877" y="1790700"/>
                  </a:lnTo>
                  <a:lnTo>
                    <a:pt x="7349998" y="1790700"/>
                  </a:lnTo>
                  <a:lnTo>
                    <a:pt x="7349998" y="1206500"/>
                  </a:lnTo>
                  <a:lnTo>
                    <a:pt x="7932877" y="12065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7331596" y="1206500"/>
                  </a:lnTo>
                  <a:lnTo>
                    <a:pt x="7331596" y="1790700"/>
                  </a:lnTo>
                  <a:lnTo>
                    <a:pt x="6748716" y="1790700"/>
                  </a:lnTo>
                  <a:lnTo>
                    <a:pt x="6748716" y="1206500"/>
                  </a:lnTo>
                  <a:lnTo>
                    <a:pt x="7331596" y="12065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730314" y="1206500"/>
                  </a:lnTo>
                  <a:lnTo>
                    <a:pt x="6730314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6730314" y="12065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0" y="1790700"/>
                  </a:lnTo>
                  <a:lnTo>
                    <a:pt x="0" y="1803400"/>
                  </a:lnTo>
                  <a:lnTo>
                    <a:pt x="116281" y="1803400"/>
                  </a:lnTo>
                  <a:lnTo>
                    <a:pt x="116281" y="2387600"/>
                  </a:lnTo>
                  <a:lnTo>
                    <a:pt x="134569" y="2387600"/>
                  </a:lnTo>
                  <a:lnTo>
                    <a:pt x="134569" y="1803400"/>
                  </a:lnTo>
                  <a:lnTo>
                    <a:pt x="717461" y="1803400"/>
                  </a:lnTo>
                  <a:lnTo>
                    <a:pt x="717461" y="2387600"/>
                  </a:lnTo>
                  <a:lnTo>
                    <a:pt x="735863" y="2387600"/>
                  </a:lnTo>
                  <a:lnTo>
                    <a:pt x="735863" y="1803400"/>
                  </a:lnTo>
                  <a:lnTo>
                    <a:pt x="1318742" y="1803400"/>
                  </a:lnTo>
                  <a:lnTo>
                    <a:pt x="1318742" y="2387600"/>
                  </a:lnTo>
                  <a:lnTo>
                    <a:pt x="1337144" y="2387600"/>
                  </a:lnTo>
                  <a:lnTo>
                    <a:pt x="1337144" y="1803400"/>
                  </a:lnTo>
                  <a:lnTo>
                    <a:pt x="18287988" y="1803400"/>
                  </a:lnTo>
                  <a:lnTo>
                    <a:pt x="18287988" y="1790700"/>
                  </a:lnTo>
                  <a:lnTo>
                    <a:pt x="18173218" y="1790700"/>
                  </a:lnTo>
                  <a:lnTo>
                    <a:pt x="18173218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4"/>
            <p:cNvSpPr/>
            <p:nvPr/>
          </p:nvSpPr>
          <p:spPr>
            <a:xfrm>
              <a:off x="0" y="81534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5969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5969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5969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46128" y="584200"/>
                  </a:lnTo>
                  <a:lnTo>
                    <a:pt x="5546128" y="0"/>
                  </a:lnTo>
                  <a:lnTo>
                    <a:pt x="5527738" y="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44846" y="584200"/>
                  </a:lnTo>
                  <a:lnTo>
                    <a:pt x="4944846" y="0"/>
                  </a:lnTo>
                  <a:lnTo>
                    <a:pt x="4926457" y="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43565" y="584200"/>
                  </a:lnTo>
                  <a:lnTo>
                    <a:pt x="4343565" y="0"/>
                  </a:lnTo>
                  <a:lnTo>
                    <a:pt x="4325175" y="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42283" y="584200"/>
                  </a:lnTo>
                  <a:lnTo>
                    <a:pt x="3742283" y="0"/>
                  </a:lnTo>
                  <a:lnTo>
                    <a:pt x="3723894" y="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40989" y="584200"/>
                  </a:lnTo>
                  <a:lnTo>
                    <a:pt x="3140989" y="0"/>
                  </a:lnTo>
                  <a:lnTo>
                    <a:pt x="3122587" y="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39708" y="584200"/>
                  </a:lnTo>
                  <a:lnTo>
                    <a:pt x="2539708" y="0"/>
                  </a:lnTo>
                  <a:lnTo>
                    <a:pt x="2521305" y="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38426" y="584200"/>
                  </a:lnTo>
                  <a:lnTo>
                    <a:pt x="1938426" y="0"/>
                  </a:lnTo>
                  <a:lnTo>
                    <a:pt x="1920024" y="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37144" y="584200"/>
                  </a:lnTo>
                  <a:lnTo>
                    <a:pt x="1337144" y="0"/>
                  </a:lnTo>
                  <a:lnTo>
                    <a:pt x="1318742" y="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4"/>
            <p:cNvSpPr/>
            <p:nvPr/>
          </p:nvSpPr>
          <p:spPr>
            <a:xfrm>
              <a:off x="0" y="9359912"/>
              <a:ext cx="18288000" cy="914400"/>
            </a:xfrm>
            <a:custGeom>
              <a:rect b="b" l="l" r="r" t="t"/>
              <a:pathLst>
                <a:path extrusionOk="0" h="9144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5546128" y="584200"/>
                  </a:lnTo>
                  <a:lnTo>
                    <a:pt x="5546128" y="0"/>
                  </a:lnTo>
                  <a:lnTo>
                    <a:pt x="5527738" y="0"/>
                  </a:lnTo>
                  <a:lnTo>
                    <a:pt x="5527738" y="584200"/>
                  </a:lnTo>
                  <a:lnTo>
                    <a:pt x="4944846" y="584200"/>
                  </a:lnTo>
                  <a:lnTo>
                    <a:pt x="4944846" y="0"/>
                  </a:lnTo>
                  <a:lnTo>
                    <a:pt x="4926457" y="0"/>
                  </a:lnTo>
                  <a:lnTo>
                    <a:pt x="4926457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914400"/>
                  </a:lnTo>
                  <a:lnTo>
                    <a:pt x="134569" y="9144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914400"/>
                  </a:lnTo>
                  <a:lnTo>
                    <a:pt x="735863" y="9144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914400"/>
                  </a:lnTo>
                  <a:lnTo>
                    <a:pt x="1337144" y="9144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914400"/>
                  </a:lnTo>
                  <a:lnTo>
                    <a:pt x="1938426" y="9144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914400"/>
                  </a:lnTo>
                  <a:lnTo>
                    <a:pt x="2539708" y="9144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914400"/>
                  </a:lnTo>
                  <a:lnTo>
                    <a:pt x="3140989" y="9144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914400"/>
                  </a:lnTo>
                  <a:lnTo>
                    <a:pt x="3742283" y="9144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914400"/>
                  </a:lnTo>
                  <a:lnTo>
                    <a:pt x="4343565" y="9144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914400"/>
                  </a:lnTo>
                  <a:lnTo>
                    <a:pt x="4944846" y="9144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914400"/>
                  </a:lnTo>
                  <a:lnTo>
                    <a:pt x="5546128" y="9144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914400"/>
                  </a:lnTo>
                  <a:lnTo>
                    <a:pt x="6147409" y="9144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914400"/>
                  </a:lnTo>
                  <a:lnTo>
                    <a:pt x="6748716" y="9144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914400"/>
                  </a:lnTo>
                  <a:lnTo>
                    <a:pt x="7349998" y="9144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914400"/>
                  </a:lnTo>
                  <a:lnTo>
                    <a:pt x="7951279" y="9144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914400"/>
                  </a:lnTo>
                  <a:lnTo>
                    <a:pt x="8552561" y="9144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914400"/>
                  </a:lnTo>
                  <a:lnTo>
                    <a:pt x="9153842" y="9144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914400"/>
                  </a:lnTo>
                  <a:lnTo>
                    <a:pt x="9755124" y="9144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914400"/>
                  </a:lnTo>
                  <a:lnTo>
                    <a:pt x="10356418" y="9144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914400"/>
                  </a:lnTo>
                  <a:lnTo>
                    <a:pt x="10957700" y="9144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914400"/>
                  </a:lnTo>
                  <a:lnTo>
                    <a:pt x="11558981" y="9144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914400"/>
                  </a:lnTo>
                  <a:lnTo>
                    <a:pt x="12160263" y="9144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914400"/>
                  </a:lnTo>
                  <a:lnTo>
                    <a:pt x="12761544" y="9144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914400"/>
                  </a:lnTo>
                  <a:lnTo>
                    <a:pt x="13362851" y="9144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914400"/>
                  </a:lnTo>
                  <a:lnTo>
                    <a:pt x="13964133" y="9144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914400"/>
                  </a:lnTo>
                  <a:lnTo>
                    <a:pt x="14565414" y="9144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914400"/>
                  </a:lnTo>
                  <a:lnTo>
                    <a:pt x="15166696" y="9144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914400"/>
                  </a:lnTo>
                  <a:lnTo>
                    <a:pt x="15767977" y="9144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914400"/>
                  </a:lnTo>
                  <a:lnTo>
                    <a:pt x="16369272" y="9144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914400"/>
                  </a:lnTo>
                  <a:lnTo>
                    <a:pt x="16970553" y="9144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914400"/>
                  </a:lnTo>
                  <a:lnTo>
                    <a:pt x="17571835" y="9144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914400"/>
                  </a:lnTo>
                  <a:lnTo>
                    <a:pt x="18173218" y="9144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" name="Google Shape;162;p4"/>
          <p:cNvSpPr txBox="1"/>
          <p:nvPr>
            <p:ph type="title"/>
          </p:nvPr>
        </p:nvSpPr>
        <p:spPr>
          <a:xfrm>
            <a:off x="735877" y="1396338"/>
            <a:ext cx="162090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8225">
            <a:spAutoFit/>
          </a:bodyPr>
          <a:lstStyle/>
          <a:p>
            <a:pPr indent="0" lvl="0" marL="417385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Modelado de datos</a:t>
            </a:r>
            <a:endParaRPr sz="71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1016000" y="652312"/>
            <a:ext cx="387794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SISTEMAS DE BASES DE DATOS 1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" name="Google Shape;164;p4"/>
          <p:cNvGrpSpPr/>
          <p:nvPr/>
        </p:nvGrpSpPr>
        <p:grpSpPr>
          <a:xfrm>
            <a:off x="2893027" y="6494545"/>
            <a:ext cx="133350" cy="1123948"/>
            <a:chOff x="2893027" y="6494545"/>
            <a:chExt cx="133350" cy="1123948"/>
          </a:xfrm>
        </p:grpSpPr>
        <p:pic>
          <p:nvPicPr>
            <p:cNvPr id="165" name="Google Shape;165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893027" y="6494545"/>
              <a:ext cx="133350" cy="1333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93027" y="6989845"/>
              <a:ext cx="133350" cy="1333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93027" y="7485144"/>
              <a:ext cx="133350" cy="1333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8" name="Google Shape;168;p4"/>
          <p:cNvSpPr txBox="1"/>
          <p:nvPr/>
        </p:nvSpPr>
        <p:spPr>
          <a:xfrm>
            <a:off x="2537425" y="3778525"/>
            <a:ext cx="138897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just">
              <a:lnSpc>
                <a:spcPct val="106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5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  <a:t>El modelado de datos es el proceso de capturar los conceptos y reglas importantes que dan forma a un negocio y representarlos visualmente en un diagrama.</a:t>
            </a:r>
            <a:endParaRPr sz="30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None/>
            </a:pPr>
            <a:r>
              <a:t/>
            </a:r>
            <a:endParaRPr sz="30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662940" lvl="0" marL="675005" marR="7063105" rtl="0" algn="l">
              <a:lnSpc>
                <a:spcPct val="106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5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  <a:t>Existen 3 tipos de modelado de datos:</a:t>
            </a:r>
            <a:br>
              <a:rPr lang="en-US" sz="305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305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  <a:t>Conceptual</a:t>
            </a:r>
            <a:endParaRPr sz="30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675005" marR="11461750" rtl="0" algn="l">
              <a:lnSpc>
                <a:spcPct val="127868"/>
              </a:lnSpc>
              <a:spcBef>
                <a:spcPts val="170"/>
              </a:spcBef>
              <a:spcAft>
                <a:spcPts val="0"/>
              </a:spcAft>
              <a:buNone/>
            </a:pPr>
            <a:r>
              <a:rPr lang="en-US" sz="305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  <a:t>Lógio Físico</a:t>
            </a:r>
            <a:endParaRPr sz="30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t/>
            </a:r>
            <a:endParaRPr sz="30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06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5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  <a:t>Cada modelo de datos tiene un propósito especifico, el cual esta definido por el nivel operacional.</a:t>
            </a:r>
            <a:endParaRPr sz="305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5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116283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286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286" y="0"/>
                </a:lnTo>
                <a:lnTo>
                  <a:pt x="18286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71747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131875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1920034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2521315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3122596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3723896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4325177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4926459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5527740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6129021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673032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733160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7932884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853416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9135447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9736728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10338028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10939310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1154059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12141873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1274315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1334445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13945737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14547019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1514830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1574958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1635088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1695216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17553446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4" name="Google Shape;204;p5"/>
          <p:cNvGrpSpPr/>
          <p:nvPr/>
        </p:nvGrpSpPr>
        <p:grpSpPr>
          <a:xfrm>
            <a:off x="0" y="11"/>
            <a:ext cx="18288000" cy="10274301"/>
            <a:chOff x="0" y="11"/>
            <a:chExt cx="18288000" cy="10274301"/>
          </a:xfrm>
        </p:grpSpPr>
        <p:sp>
          <p:nvSpPr>
            <p:cNvPr id="205" name="Google Shape;205;p5"/>
            <p:cNvSpPr/>
            <p:nvPr/>
          </p:nvSpPr>
          <p:spPr>
            <a:xfrm>
              <a:off x="0" y="11"/>
              <a:ext cx="18288000" cy="2120900"/>
            </a:xfrm>
            <a:custGeom>
              <a:rect b="b" l="l" r="r" t="t"/>
              <a:pathLst>
                <a:path extrusionOk="0" h="2120900" w="18288000">
                  <a:moveTo>
                    <a:pt x="18287988" y="317500"/>
                  </a:moveTo>
                  <a:lnTo>
                    <a:pt x="18173218" y="3175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1524000"/>
                  </a:lnTo>
                  <a:lnTo>
                    <a:pt x="17571835" y="1524000"/>
                  </a:lnTo>
                  <a:lnTo>
                    <a:pt x="17571835" y="939800"/>
                  </a:lnTo>
                  <a:lnTo>
                    <a:pt x="18154727" y="939800"/>
                  </a:lnTo>
                  <a:lnTo>
                    <a:pt x="18154727" y="914400"/>
                  </a:lnTo>
                  <a:lnTo>
                    <a:pt x="17571835" y="914400"/>
                  </a:lnTo>
                  <a:lnTo>
                    <a:pt x="17571835" y="342900"/>
                  </a:lnTo>
                  <a:lnTo>
                    <a:pt x="18154727" y="342900"/>
                  </a:lnTo>
                  <a:lnTo>
                    <a:pt x="18154727" y="317500"/>
                  </a:lnTo>
                  <a:lnTo>
                    <a:pt x="17553445" y="317500"/>
                  </a:lnTo>
                  <a:lnTo>
                    <a:pt x="17553445" y="342900"/>
                  </a:lnTo>
                  <a:lnTo>
                    <a:pt x="17553445" y="914400"/>
                  </a:lnTo>
                  <a:lnTo>
                    <a:pt x="17553445" y="939800"/>
                  </a:lnTo>
                  <a:lnTo>
                    <a:pt x="17553445" y="1524000"/>
                  </a:lnTo>
                  <a:lnTo>
                    <a:pt x="16970553" y="1524000"/>
                  </a:lnTo>
                  <a:lnTo>
                    <a:pt x="16970553" y="939800"/>
                  </a:lnTo>
                  <a:lnTo>
                    <a:pt x="17553445" y="939800"/>
                  </a:lnTo>
                  <a:lnTo>
                    <a:pt x="17553445" y="914400"/>
                  </a:lnTo>
                  <a:lnTo>
                    <a:pt x="16970553" y="914400"/>
                  </a:lnTo>
                  <a:lnTo>
                    <a:pt x="16970553" y="342900"/>
                  </a:lnTo>
                  <a:lnTo>
                    <a:pt x="17553445" y="342900"/>
                  </a:lnTo>
                  <a:lnTo>
                    <a:pt x="17553445" y="317500"/>
                  </a:lnTo>
                  <a:lnTo>
                    <a:pt x="16952164" y="317500"/>
                  </a:lnTo>
                  <a:lnTo>
                    <a:pt x="16952164" y="342900"/>
                  </a:lnTo>
                  <a:lnTo>
                    <a:pt x="16952164" y="914400"/>
                  </a:lnTo>
                  <a:lnTo>
                    <a:pt x="16952164" y="939800"/>
                  </a:lnTo>
                  <a:lnTo>
                    <a:pt x="16952164" y="1524000"/>
                  </a:lnTo>
                  <a:lnTo>
                    <a:pt x="16369272" y="1524000"/>
                  </a:lnTo>
                  <a:lnTo>
                    <a:pt x="16369272" y="939800"/>
                  </a:lnTo>
                  <a:lnTo>
                    <a:pt x="16952164" y="939800"/>
                  </a:lnTo>
                  <a:lnTo>
                    <a:pt x="16952164" y="914400"/>
                  </a:lnTo>
                  <a:lnTo>
                    <a:pt x="16369272" y="914400"/>
                  </a:lnTo>
                  <a:lnTo>
                    <a:pt x="16369272" y="342900"/>
                  </a:lnTo>
                  <a:lnTo>
                    <a:pt x="16952164" y="342900"/>
                  </a:lnTo>
                  <a:lnTo>
                    <a:pt x="16952164" y="317500"/>
                  </a:lnTo>
                  <a:lnTo>
                    <a:pt x="16350882" y="317500"/>
                  </a:lnTo>
                  <a:lnTo>
                    <a:pt x="16350882" y="342900"/>
                  </a:lnTo>
                  <a:lnTo>
                    <a:pt x="16350882" y="914400"/>
                  </a:lnTo>
                  <a:lnTo>
                    <a:pt x="16350882" y="939800"/>
                  </a:lnTo>
                  <a:lnTo>
                    <a:pt x="16350882" y="1524000"/>
                  </a:lnTo>
                  <a:lnTo>
                    <a:pt x="15767977" y="1524000"/>
                  </a:lnTo>
                  <a:lnTo>
                    <a:pt x="15767977" y="939800"/>
                  </a:lnTo>
                  <a:lnTo>
                    <a:pt x="16350882" y="939800"/>
                  </a:lnTo>
                  <a:lnTo>
                    <a:pt x="16350882" y="914400"/>
                  </a:lnTo>
                  <a:lnTo>
                    <a:pt x="15767977" y="914400"/>
                  </a:lnTo>
                  <a:lnTo>
                    <a:pt x="15767977" y="342900"/>
                  </a:lnTo>
                  <a:lnTo>
                    <a:pt x="16350882" y="342900"/>
                  </a:lnTo>
                  <a:lnTo>
                    <a:pt x="16350882" y="317500"/>
                  </a:lnTo>
                  <a:lnTo>
                    <a:pt x="15749575" y="317500"/>
                  </a:lnTo>
                  <a:lnTo>
                    <a:pt x="15749575" y="342900"/>
                  </a:lnTo>
                  <a:lnTo>
                    <a:pt x="15749575" y="914400"/>
                  </a:lnTo>
                  <a:lnTo>
                    <a:pt x="15749575" y="939800"/>
                  </a:lnTo>
                  <a:lnTo>
                    <a:pt x="15749575" y="1524000"/>
                  </a:lnTo>
                  <a:lnTo>
                    <a:pt x="15166696" y="1524000"/>
                  </a:lnTo>
                  <a:lnTo>
                    <a:pt x="15166696" y="939800"/>
                  </a:lnTo>
                  <a:lnTo>
                    <a:pt x="15749575" y="939800"/>
                  </a:lnTo>
                  <a:lnTo>
                    <a:pt x="15749575" y="914400"/>
                  </a:lnTo>
                  <a:lnTo>
                    <a:pt x="15166696" y="914400"/>
                  </a:lnTo>
                  <a:lnTo>
                    <a:pt x="15166696" y="342900"/>
                  </a:lnTo>
                  <a:lnTo>
                    <a:pt x="15749575" y="342900"/>
                  </a:lnTo>
                  <a:lnTo>
                    <a:pt x="15749575" y="317500"/>
                  </a:lnTo>
                  <a:lnTo>
                    <a:pt x="15148294" y="317500"/>
                  </a:lnTo>
                  <a:lnTo>
                    <a:pt x="15148294" y="342900"/>
                  </a:lnTo>
                  <a:lnTo>
                    <a:pt x="15148294" y="914400"/>
                  </a:lnTo>
                  <a:lnTo>
                    <a:pt x="15148294" y="939800"/>
                  </a:lnTo>
                  <a:lnTo>
                    <a:pt x="15148294" y="1524000"/>
                  </a:lnTo>
                  <a:lnTo>
                    <a:pt x="14565414" y="1524000"/>
                  </a:lnTo>
                  <a:lnTo>
                    <a:pt x="14565414" y="939800"/>
                  </a:lnTo>
                  <a:lnTo>
                    <a:pt x="15148294" y="939800"/>
                  </a:lnTo>
                  <a:lnTo>
                    <a:pt x="15148294" y="914400"/>
                  </a:lnTo>
                  <a:lnTo>
                    <a:pt x="14565414" y="914400"/>
                  </a:lnTo>
                  <a:lnTo>
                    <a:pt x="14565414" y="342900"/>
                  </a:lnTo>
                  <a:lnTo>
                    <a:pt x="15148294" y="342900"/>
                  </a:lnTo>
                  <a:lnTo>
                    <a:pt x="15148294" y="317500"/>
                  </a:lnTo>
                  <a:lnTo>
                    <a:pt x="14547012" y="317500"/>
                  </a:lnTo>
                  <a:lnTo>
                    <a:pt x="14547012" y="342900"/>
                  </a:lnTo>
                  <a:lnTo>
                    <a:pt x="14547012" y="914400"/>
                  </a:lnTo>
                  <a:lnTo>
                    <a:pt x="14547012" y="939800"/>
                  </a:lnTo>
                  <a:lnTo>
                    <a:pt x="14547012" y="1524000"/>
                  </a:lnTo>
                  <a:lnTo>
                    <a:pt x="13964133" y="1524000"/>
                  </a:lnTo>
                  <a:lnTo>
                    <a:pt x="13964133" y="939800"/>
                  </a:lnTo>
                  <a:lnTo>
                    <a:pt x="14547012" y="939800"/>
                  </a:lnTo>
                  <a:lnTo>
                    <a:pt x="14547012" y="914400"/>
                  </a:lnTo>
                  <a:lnTo>
                    <a:pt x="13964133" y="914400"/>
                  </a:lnTo>
                  <a:lnTo>
                    <a:pt x="13964133" y="342900"/>
                  </a:lnTo>
                  <a:lnTo>
                    <a:pt x="14547012" y="342900"/>
                  </a:lnTo>
                  <a:lnTo>
                    <a:pt x="14547012" y="317500"/>
                  </a:lnTo>
                  <a:lnTo>
                    <a:pt x="13945730" y="317500"/>
                  </a:lnTo>
                  <a:lnTo>
                    <a:pt x="13945730" y="342900"/>
                  </a:lnTo>
                  <a:lnTo>
                    <a:pt x="13945730" y="914400"/>
                  </a:lnTo>
                  <a:lnTo>
                    <a:pt x="13945730" y="939800"/>
                  </a:lnTo>
                  <a:lnTo>
                    <a:pt x="13945730" y="1524000"/>
                  </a:lnTo>
                  <a:lnTo>
                    <a:pt x="13362851" y="1524000"/>
                  </a:lnTo>
                  <a:lnTo>
                    <a:pt x="13362851" y="939800"/>
                  </a:lnTo>
                  <a:lnTo>
                    <a:pt x="13945730" y="939800"/>
                  </a:lnTo>
                  <a:lnTo>
                    <a:pt x="13945730" y="914400"/>
                  </a:lnTo>
                  <a:lnTo>
                    <a:pt x="13362851" y="914400"/>
                  </a:lnTo>
                  <a:lnTo>
                    <a:pt x="13362851" y="342900"/>
                  </a:lnTo>
                  <a:lnTo>
                    <a:pt x="13945730" y="342900"/>
                  </a:lnTo>
                  <a:lnTo>
                    <a:pt x="13945730" y="317500"/>
                  </a:lnTo>
                  <a:lnTo>
                    <a:pt x="13344449" y="317500"/>
                  </a:lnTo>
                  <a:lnTo>
                    <a:pt x="13344449" y="342900"/>
                  </a:lnTo>
                  <a:lnTo>
                    <a:pt x="13344449" y="914400"/>
                  </a:lnTo>
                  <a:lnTo>
                    <a:pt x="13344449" y="939800"/>
                  </a:lnTo>
                  <a:lnTo>
                    <a:pt x="13344449" y="1524000"/>
                  </a:lnTo>
                  <a:lnTo>
                    <a:pt x="12761544" y="1524000"/>
                  </a:lnTo>
                  <a:lnTo>
                    <a:pt x="12761544" y="939800"/>
                  </a:lnTo>
                  <a:lnTo>
                    <a:pt x="13344449" y="939800"/>
                  </a:lnTo>
                  <a:lnTo>
                    <a:pt x="13344449" y="914400"/>
                  </a:lnTo>
                  <a:lnTo>
                    <a:pt x="12761544" y="914400"/>
                  </a:lnTo>
                  <a:lnTo>
                    <a:pt x="12761544" y="342900"/>
                  </a:lnTo>
                  <a:lnTo>
                    <a:pt x="13344449" y="342900"/>
                  </a:lnTo>
                  <a:lnTo>
                    <a:pt x="13344449" y="317500"/>
                  </a:lnTo>
                  <a:lnTo>
                    <a:pt x="12743155" y="317500"/>
                  </a:lnTo>
                  <a:lnTo>
                    <a:pt x="12743155" y="342900"/>
                  </a:lnTo>
                  <a:lnTo>
                    <a:pt x="12743155" y="914400"/>
                  </a:lnTo>
                  <a:lnTo>
                    <a:pt x="12743155" y="939800"/>
                  </a:lnTo>
                  <a:lnTo>
                    <a:pt x="12743155" y="1524000"/>
                  </a:lnTo>
                  <a:lnTo>
                    <a:pt x="12160263" y="1524000"/>
                  </a:lnTo>
                  <a:lnTo>
                    <a:pt x="12160263" y="939800"/>
                  </a:lnTo>
                  <a:lnTo>
                    <a:pt x="12743155" y="939800"/>
                  </a:lnTo>
                  <a:lnTo>
                    <a:pt x="12743155" y="914400"/>
                  </a:lnTo>
                  <a:lnTo>
                    <a:pt x="12160263" y="914400"/>
                  </a:lnTo>
                  <a:lnTo>
                    <a:pt x="12160263" y="342900"/>
                  </a:lnTo>
                  <a:lnTo>
                    <a:pt x="12743155" y="342900"/>
                  </a:lnTo>
                  <a:lnTo>
                    <a:pt x="12743155" y="317500"/>
                  </a:lnTo>
                  <a:lnTo>
                    <a:pt x="12141873" y="317500"/>
                  </a:lnTo>
                  <a:lnTo>
                    <a:pt x="12141873" y="342900"/>
                  </a:lnTo>
                  <a:lnTo>
                    <a:pt x="12141873" y="914400"/>
                  </a:lnTo>
                  <a:lnTo>
                    <a:pt x="12141873" y="939800"/>
                  </a:lnTo>
                  <a:lnTo>
                    <a:pt x="12141873" y="1524000"/>
                  </a:lnTo>
                  <a:lnTo>
                    <a:pt x="11558981" y="1524000"/>
                  </a:lnTo>
                  <a:lnTo>
                    <a:pt x="11558981" y="939800"/>
                  </a:lnTo>
                  <a:lnTo>
                    <a:pt x="12141873" y="939800"/>
                  </a:lnTo>
                  <a:lnTo>
                    <a:pt x="12141873" y="914400"/>
                  </a:lnTo>
                  <a:lnTo>
                    <a:pt x="11558981" y="914400"/>
                  </a:lnTo>
                  <a:lnTo>
                    <a:pt x="11558981" y="342900"/>
                  </a:lnTo>
                  <a:lnTo>
                    <a:pt x="12141873" y="342900"/>
                  </a:lnTo>
                  <a:lnTo>
                    <a:pt x="12141873" y="317500"/>
                  </a:lnTo>
                  <a:lnTo>
                    <a:pt x="11540592" y="317500"/>
                  </a:lnTo>
                  <a:lnTo>
                    <a:pt x="11540592" y="342900"/>
                  </a:lnTo>
                  <a:lnTo>
                    <a:pt x="11540592" y="914400"/>
                  </a:lnTo>
                  <a:lnTo>
                    <a:pt x="11540592" y="939800"/>
                  </a:lnTo>
                  <a:lnTo>
                    <a:pt x="11540592" y="1524000"/>
                  </a:lnTo>
                  <a:lnTo>
                    <a:pt x="10957700" y="1524000"/>
                  </a:lnTo>
                  <a:lnTo>
                    <a:pt x="10957700" y="939800"/>
                  </a:lnTo>
                  <a:lnTo>
                    <a:pt x="11540592" y="939800"/>
                  </a:lnTo>
                  <a:lnTo>
                    <a:pt x="11540592" y="914400"/>
                  </a:lnTo>
                  <a:lnTo>
                    <a:pt x="10957700" y="914400"/>
                  </a:lnTo>
                  <a:lnTo>
                    <a:pt x="10957700" y="342900"/>
                  </a:lnTo>
                  <a:lnTo>
                    <a:pt x="11540592" y="342900"/>
                  </a:lnTo>
                  <a:lnTo>
                    <a:pt x="11540592" y="317500"/>
                  </a:lnTo>
                  <a:lnTo>
                    <a:pt x="10939310" y="317500"/>
                  </a:lnTo>
                  <a:lnTo>
                    <a:pt x="10939310" y="342900"/>
                  </a:lnTo>
                  <a:lnTo>
                    <a:pt x="10939310" y="914400"/>
                  </a:lnTo>
                  <a:lnTo>
                    <a:pt x="10939310" y="939800"/>
                  </a:lnTo>
                  <a:lnTo>
                    <a:pt x="10939310" y="1524000"/>
                  </a:lnTo>
                  <a:lnTo>
                    <a:pt x="10356418" y="1524000"/>
                  </a:lnTo>
                  <a:lnTo>
                    <a:pt x="10356418" y="939800"/>
                  </a:lnTo>
                  <a:lnTo>
                    <a:pt x="10939310" y="939800"/>
                  </a:lnTo>
                  <a:lnTo>
                    <a:pt x="10939310" y="914400"/>
                  </a:lnTo>
                  <a:lnTo>
                    <a:pt x="10356418" y="914400"/>
                  </a:lnTo>
                  <a:lnTo>
                    <a:pt x="10356418" y="342900"/>
                  </a:lnTo>
                  <a:lnTo>
                    <a:pt x="10939310" y="342900"/>
                  </a:lnTo>
                  <a:lnTo>
                    <a:pt x="10939310" y="317500"/>
                  </a:lnTo>
                  <a:lnTo>
                    <a:pt x="10338016" y="317500"/>
                  </a:lnTo>
                  <a:lnTo>
                    <a:pt x="10338016" y="342900"/>
                  </a:lnTo>
                  <a:lnTo>
                    <a:pt x="10338016" y="914400"/>
                  </a:lnTo>
                  <a:lnTo>
                    <a:pt x="10338016" y="939800"/>
                  </a:lnTo>
                  <a:lnTo>
                    <a:pt x="10338016" y="1524000"/>
                  </a:lnTo>
                  <a:lnTo>
                    <a:pt x="9755124" y="1524000"/>
                  </a:lnTo>
                  <a:lnTo>
                    <a:pt x="9755124" y="939800"/>
                  </a:lnTo>
                  <a:lnTo>
                    <a:pt x="10338016" y="939800"/>
                  </a:lnTo>
                  <a:lnTo>
                    <a:pt x="10338016" y="914400"/>
                  </a:lnTo>
                  <a:lnTo>
                    <a:pt x="9755124" y="914400"/>
                  </a:lnTo>
                  <a:lnTo>
                    <a:pt x="9755124" y="342900"/>
                  </a:lnTo>
                  <a:lnTo>
                    <a:pt x="10338016" y="342900"/>
                  </a:lnTo>
                  <a:lnTo>
                    <a:pt x="10338016" y="317500"/>
                  </a:lnTo>
                  <a:lnTo>
                    <a:pt x="9736722" y="317500"/>
                  </a:lnTo>
                  <a:lnTo>
                    <a:pt x="9736722" y="342900"/>
                  </a:lnTo>
                  <a:lnTo>
                    <a:pt x="9736722" y="914400"/>
                  </a:lnTo>
                  <a:lnTo>
                    <a:pt x="9736722" y="939800"/>
                  </a:lnTo>
                  <a:lnTo>
                    <a:pt x="9736722" y="1524000"/>
                  </a:lnTo>
                  <a:lnTo>
                    <a:pt x="9153842" y="1524000"/>
                  </a:lnTo>
                  <a:lnTo>
                    <a:pt x="9153842" y="939800"/>
                  </a:lnTo>
                  <a:lnTo>
                    <a:pt x="9736722" y="939800"/>
                  </a:lnTo>
                  <a:lnTo>
                    <a:pt x="9736722" y="914400"/>
                  </a:lnTo>
                  <a:lnTo>
                    <a:pt x="9153842" y="914400"/>
                  </a:lnTo>
                  <a:lnTo>
                    <a:pt x="9153842" y="342900"/>
                  </a:lnTo>
                  <a:lnTo>
                    <a:pt x="9736722" y="342900"/>
                  </a:lnTo>
                  <a:lnTo>
                    <a:pt x="9736722" y="317500"/>
                  </a:lnTo>
                  <a:lnTo>
                    <a:pt x="9135440" y="317500"/>
                  </a:lnTo>
                  <a:lnTo>
                    <a:pt x="9135440" y="342900"/>
                  </a:lnTo>
                  <a:lnTo>
                    <a:pt x="9135440" y="914400"/>
                  </a:lnTo>
                  <a:lnTo>
                    <a:pt x="9135440" y="939800"/>
                  </a:lnTo>
                  <a:lnTo>
                    <a:pt x="9135440" y="1524000"/>
                  </a:lnTo>
                  <a:lnTo>
                    <a:pt x="8552561" y="1524000"/>
                  </a:lnTo>
                  <a:lnTo>
                    <a:pt x="8552561" y="939800"/>
                  </a:lnTo>
                  <a:lnTo>
                    <a:pt x="9135440" y="939800"/>
                  </a:lnTo>
                  <a:lnTo>
                    <a:pt x="9135440" y="914400"/>
                  </a:lnTo>
                  <a:lnTo>
                    <a:pt x="8552561" y="914400"/>
                  </a:lnTo>
                  <a:lnTo>
                    <a:pt x="8552561" y="342900"/>
                  </a:lnTo>
                  <a:lnTo>
                    <a:pt x="9135440" y="342900"/>
                  </a:lnTo>
                  <a:lnTo>
                    <a:pt x="9135440" y="317500"/>
                  </a:lnTo>
                  <a:lnTo>
                    <a:pt x="8534159" y="317500"/>
                  </a:lnTo>
                  <a:lnTo>
                    <a:pt x="8534159" y="342900"/>
                  </a:lnTo>
                  <a:lnTo>
                    <a:pt x="8534159" y="914400"/>
                  </a:lnTo>
                  <a:lnTo>
                    <a:pt x="8534159" y="939800"/>
                  </a:lnTo>
                  <a:lnTo>
                    <a:pt x="8534159" y="1524000"/>
                  </a:lnTo>
                  <a:lnTo>
                    <a:pt x="7951279" y="1524000"/>
                  </a:lnTo>
                  <a:lnTo>
                    <a:pt x="7951279" y="939800"/>
                  </a:lnTo>
                  <a:lnTo>
                    <a:pt x="8534159" y="939800"/>
                  </a:lnTo>
                  <a:lnTo>
                    <a:pt x="8534159" y="914400"/>
                  </a:lnTo>
                  <a:lnTo>
                    <a:pt x="7951279" y="914400"/>
                  </a:lnTo>
                  <a:lnTo>
                    <a:pt x="7951279" y="342900"/>
                  </a:lnTo>
                  <a:lnTo>
                    <a:pt x="8534159" y="342900"/>
                  </a:lnTo>
                  <a:lnTo>
                    <a:pt x="8534159" y="317500"/>
                  </a:lnTo>
                  <a:lnTo>
                    <a:pt x="7932877" y="317500"/>
                  </a:lnTo>
                  <a:lnTo>
                    <a:pt x="7932877" y="342900"/>
                  </a:lnTo>
                  <a:lnTo>
                    <a:pt x="7932877" y="914400"/>
                  </a:lnTo>
                  <a:lnTo>
                    <a:pt x="7932877" y="939800"/>
                  </a:lnTo>
                  <a:lnTo>
                    <a:pt x="7932877" y="1524000"/>
                  </a:lnTo>
                  <a:lnTo>
                    <a:pt x="7349998" y="1524000"/>
                  </a:lnTo>
                  <a:lnTo>
                    <a:pt x="7349998" y="939800"/>
                  </a:lnTo>
                  <a:lnTo>
                    <a:pt x="7932877" y="939800"/>
                  </a:lnTo>
                  <a:lnTo>
                    <a:pt x="7932877" y="914400"/>
                  </a:lnTo>
                  <a:lnTo>
                    <a:pt x="7349998" y="914400"/>
                  </a:lnTo>
                  <a:lnTo>
                    <a:pt x="7349998" y="342900"/>
                  </a:lnTo>
                  <a:lnTo>
                    <a:pt x="7932877" y="342900"/>
                  </a:lnTo>
                  <a:lnTo>
                    <a:pt x="7932877" y="317500"/>
                  </a:lnTo>
                  <a:lnTo>
                    <a:pt x="7331596" y="317500"/>
                  </a:lnTo>
                  <a:lnTo>
                    <a:pt x="7331596" y="342900"/>
                  </a:lnTo>
                  <a:lnTo>
                    <a:pt x="7331596" y="914400"/>
                  </a:lnTo>
                  <a:lnTo>
                    <a:pt x="7331596" y="939800"/>
                  </a:lnTo>
                  <a:lnTo>
                    <a:pt x="7331596" y="1524000"/>
                  </a:lnTo>
                  <a:lnTo>
                    <a:pt x="6748716" y="1524000"/>
                  </a:lnTo>
                  <a:lnTo>
                    <a:pt x="6748716" y="939800"/>
                  </a:lnTo>
                  <a:lnTo>
                    <a:pt x="7331596" y="939800"/>
                  </a:lnTo>
                  <a:lnTo>
                    <a:pt x="7331596" y="914400"/>
                  </a:lnTo>
                  <a:lnTo>
                    <a:pt x="6748716" y="914400"/>
                  </a:lnTo>
                  <a:lnTo>
                    <a:pt x="6748716" y="342900"/>
                  </a:lnTo>
                  <a:lnTo>
                    <a:pt x="7331596" y="342900"/>
                  </a:lnTo>
                  <a:lnTo>
                    <a:pt x="7331596" y="317500"/>
                  </a:lnTo>
                  <a:lnTo>
                    <a:pt x="6730314" y="317500"/>
                  </a:lnTo>
                  <a:lnTo>
                    <a:pt x="6730314" y="342900"/>
                  </a:lnTo>
                  <a:lnTo>
                    <a:pt x="6730314" y="914400"/>
                  </a:lnTo>
                  <a:lnTo>
                    <a:pt x="6730314" y="939800"/>
                  </a:lnTo>
                  <a:lnTo>
                    <a:pt x="6730314" y="1524000"/>
                  </a:lnTo>
                  <a:lnTo>
                    <a:pt x="6147409" y="1524000"/>
                  </a:lnTo>
                  <a:lnTo>
                    <a:pt x="6147409" y="939800"/>
                  </a:lnTo>
                  <a:lnTo>
                    <a:pt x="6730314" y="939800"/>
                  </a:lnTo>
                  <a:lnTo>
                    <a:pt x="6730314" y="914400"/>
                  </a:lnTo>
                  <a:lnTo>
                    <a:pt x="6147409" y="914400"/>
                  </a:lnTo>
                  <a:lnTo>
                    <a:pt x="6147409" y="342900"/>
                  </a:lnTo>
                  <a:lnTo>
                    <a:pt x="6730314" y="342900"/>
                  </a:lnTo>
                  <a:lnTo>
                    <a:pt x="6730314" y="317500"/>
                  </a:lnTo>
                  <a:lnTo>
                    <a:pt x="6129020" y="317500"/>
                  </a:lnTo>
                  <a:lnTo>
                    <a:pt x="6129020" y="342900"/>
                  </a:lnTo>
                  <a:lnTo>
                    <a:pt x="6129020" y="914400"/>
                  </a:lnTo>
                  <a:lnTo>
                    <a:pt x="6129020" y="939800"/>
                  </a:lnTo>
                  <a:lnTo>
                    <a:pt x="6129020" y="1524000"/>
                  </a:lnTo>
                  <a:lnTo>
                    <a:pt x="5546128" y="1524000"/>
                  </a:lnTo>
                  <a:lnTo>
                    <a:pt x="5546128" y="939800"/>
                  </a:lnTo>
                  <a:lnTo>
                    <a:pt x="6129020" y="939800"/>
                  </a:lnTo>
                  <a:lnTo>
                    <a:pt x="6129020" y="914400"/>
                  </a:lnTo>
                  <a:lnTo>
                    <a:pt x="5546128" y="914400"/>
                  </a:lnTo>
                  <a:lnTo>
                    <a:pt x="5546128" y="342900"/>
                  </a:lnTo>
                  <a:lnTo>
                    <a:pt x="6129020" y="342900"/>
                  </a:lnTo>
                  <a:lnTo>
                    <a:pt x="6129020" y="317500"/>
                  </a:lnTo>
                  <a:lnTo>
                    <a:pt x="5527738" y="317500"/>
                  </a:lnTo>
                  <a:lnTo>
                    <a:pt x="5527738" y="342900"/>
                  </a:lnTo>
                  <a:lnTo>
                    <a:pt x="5527738" y="914400"/>
                  </a:lnTo>
                  <a:lnTo>
                    <a:pt x="5527738" y="939800"/>
                  </a:lnTo>
                  <a:lnTo>
                    <a:pt x="5527738" y="1524000"/>
                  </a:lnTo>
                  <a:lnTo>
                    <a:pt x="4944846" y="1524000"/>
                  </a:lnTo>
                  <a:lnTo>
                    <a:pt x="4944846" y="939800"/>
                  </a:lnTo>
                  <a:lnTo>
                    <a:pt x="5527738" y="939800"/>
                  </a:lnTo>
                  <a:lnTo>
                    <a:pt x="5527738" y="914400"/>
                  </a:lnTo>
                  <a:lnTo>
                    <a:pt x="4944846" y="914400"/>
                  </a:lnTo>
                  <a:lnTo>
                    <a:pt x="4944846" y="342900"/>
                  </a:lnTo>
                  <a:lnTo>
                    <a:pt x="5527738" y="342900"/>
                  </a:lnTo>
                  <a:lnTo>
                    <a:pt x="5527738" y="317500"/>
                  </a:lnTo>
                  <a:lnTo>
                    <a:pt x="4926457" y="317500"/>
                  </a:lnTo>
                  <a:lnTo>
                    <a:pt x="4926457" y="342900"/>
                  </a:lnTo>
                  <a:lnTo>
                    <a:pt x="4926457" y="914400"/>
                  </a:lnTo>
                  <a:lnTo>
                    <a:pt x="4926457" y="939800"/>
                  </a:lnTo>
                  <a:lnTo>
                    <a:pt x="4926457" y="1524000"/>
                  </a:lnTo>
                  <a:lnTo>
                    <a:pt x="4343565" y="1524000"/>
                  </a:lnTo>
                  <a:lnTo>
                    <a:pt x="4343565" y="939800"/>
                  </a:lnTo>
                  <a:lnTo>
                    <a:pt x="4926457" y="939800"/>
                  </a:lnTo>
                  <a:lnTo>
                    <a:pt x="4926457" y="914400"/>
                  </a:lnTo>
                  <a:lnTo>
                    <a:pt x="4343565" y="914400"/>
                  </a:lnTo>
                  <a:lnTo>
                    <a:pt x="4343565" y="342900"/>
                  </a:lnTo>
                  <a:lnTo>
                    <a:pt x="4926457" y="342900"/>
                  </a:lnTo>
                  <a:lnTo>
                    <a:pt x="4926457" y="317500"/>
                  </a:lnTo>
                  <a:lnTo>
                    <a:pt x="4325175" y="317500"/>
                  </a:lnTo>
                  <a:lnTo>
                    <a:pt x="4325175" y="342900"/>
                  </a:lnTo>
                  <a:lnTo>
                    <a:pt x="4325175" y="914400"/>
                  </a:lnTo>
                  <a:lnTo>
                    <a:pt x="4325175" y="939800"/>
                  </a:lnTo>
                  <a:lnTo>
                    <a:pt x="4325175" y="1524000"/>
                  </a:lnTo>
                  <a:lnTo>
                    <a:pt x="3742283" y="1524000"/>
                  </a:lnTo>
                  <a:lnTo>
                    <a:pt x="3742283" y="939800"/>
                  </a:lnTo>
                  <a:lnTo>
                    <a:pt x="4325175" y="939800"/>
                  </a:lnTo>
                  <a:lnTo>
                    <a:pt x="4325175" y="914400"/>
                  </a:lnTo>
                  <a:lnTo>
                    <a:pt x="3742283" y="914400"/>
                  </a:lnTo>
                  <a:lnTo>
                    <a:pt x="3742283" y="342900"/>
                  </a:lnTo>
                  <a:lnTo>
                    <a:pt x="4325175" y="342900"/>
                  </a:lnTo>
                  <a:lnTo>
                    <a:pt x="4325175" y="317500"/>
                  </a:lnTo>
                  <a:lnTo>
                    <a:pt x="3723894" y="317500"/>
                  </a:lnTo>
                  <a:lnTo>
                    <a:pt x="3723894" y="342900"/>
                  </a:lnTo>
                  <a:lnTo>
                    <a:pt x="3723894" y="914400"/>
                  </a:lnTo>
                  <a:lnTo>
                    <a:pt x="3723894" y="939800"/>
                  </a:lnTo>
                  <a:lnTo>
                    <a:pt x="3723894" y="1524000"/>
                  </a:lnTo>
                  <a:lnTo>
                    <a:pt x="3140989" y="1524000"/>
                  </a:lnTo>
                  <a:lnTo>
                    <a:pt x="3140989" y="939800"/>
                  </a:lnTo>
                  <a:lnTo>
                    <a:pt x="3723894" y="939800"/>
                  </a:lnTo>
                  <a:lnTo>
                    <a:pt x="3723894" y="914400"/>
                  </a:lnTo>
                  <a:lnTo>
                    <a:pt x="3140989" y="914400"/>
                  </a:lnTo>
                  <a:lnTo>
                    <a:pt x="3140989" y="342900"/>
                  </a:lnTo>
                  <a:lnTo>
                    <a:pt x="3723894" y="342900"/>
                  </a:lnTo>
                  <a:lnTo>
                    <a:pt x="3723894" y="317500"/>
                  </a:lnTo>
                  <a:lnTo>
                    <a:pt x="3122587" y="317500"/>
                  </a:lnTo>
                  <a:lnTo>
                    <a:pt x="3122587" y="342900"/>
                  </a:lnTo>
                  <a:lnTo>
                    <a:pt x="3122587" y="914400"/>
                  </a:lnTo>
                  <a:lnTo>
                    <a:pt x="3122587" y="939800"/>
                  </a:lnTo>
                  <a:lnTo>
                    <a:pt x="3122587" y="1524000"/>
                  </a:lnTo>
                  <a:lnTo>
                    <a:pt x="2539708" y="1524000"/>
                  </a:lnTo>
                  <a:lnTo>
                    <a:pt x="2539708" y="939800"/>
                  </a:lnTo>
                  <a:lnTo>
                    <a:pt x="3122587" y="939800"/>
                  </a:lnTo>
                  <a:lnTo>
                    <a:pt x="3122587" y="914400"/>
                  </a:lnTo>
                  <a:lnTo>
                    <a:pt x="2539708" y="914400"/>
                  </a:lnTo>
                  <a:lnTo>
                    <a:pt x="2539708" y="342900"/>
                  </a:lnTo>
                  <a:lnTo>
                    <a:pt x="3122587" y="342900"/>
                  </a:lnTo>
                  <a:lnTo>
                    <a:pt x="3122587" y="317500"/>
                  </a:lnTo>
                  <a:lnTo>
                    <a:pt x="2521305" y="317500"/>
                  </a:lnTo>
                  <a:lnTo>
                    <a:pt x="2521305" y="342900"/>
                  </a:lnTo>
                  <a:lnTo>
                    <a:pt x="2521305" y="914400"/>
                  </a:lnTo>
                  <a:lnTo>
                    <a:pt x="2521305" y="939800"/>
                  </a:lnTo>
                  <a:lnTo>
                    <a:pt x="2521305" y="1524000"/>
                  </a:lnTo>
                  <a:lnTo>
                    <a:pt x="1938426" y="1524000"/>
                  </a:lnTo>
                  <a:lnTo>
                    <a:pt x="1938426" y="939800"/>
                  </a:lnTo>
                  <a:lnTo>
                    <a:pt x="2521305" y="939800"/>
                  </a:lnTo>
                  <a:lnTo>
                    <a:pt x="2521305" y="914400"/>
                  </a:lnTo>
                  <a:lnTo>
                    <a:pt x="1938426" y="914400"/>
                  </a:lnTo>
                  <a:lnTo>
                    <a:pt x="1938426" y="342900"/>
                  </a:lnTo>
                  <a:lnTo>
                    <a:pt x="2521305" y="342900"/>
                  </a:lnTo>
                  <a:lnTo>
                    <a:pt x="2521305" y="317500"/>
                  </a:lnTo>
                  <a:lnTo>
                    <a:pt x="1920024" y="317500"/>
                  </a:lnTo>
                  <a:lnTo>
                    <a:pt x="1920024" y="342900"/>
                  </a:lnTo>
                  <a:lnTo>
                    <a:pt x="1920024" y="914400"/>
                  </a:lnTo>
                  <a:lnTo>
                    <a:pt x="1920024" y="939800"/>
                  </a:lnTo>
                  <a:lnTo>
                    <a:pt x="1920024" y="1524000"/>
                  </a:lnTo>
                  <a:lnTo>
                    <a:pt x="1337144" y="1524000"/>
                  </a:lnTo>
                  <a:lnTo>
                    <a:pt x="1337144" y="939800"/>
                  </a:lnTo>
                  <a:lnTo>
                    <a:pt x="1920024" y="939800"/>
                  </a:lnTo>
                  <a:lnTo>
                    <a:pt x="1920024" y="914400"/>
                  </a:lnTo>
                  <a:lnTo>
                    <a:pt x="1337144" y="914400"/>
                  </a:lnTo>
                  <a:lnTo>
                    <a:pt x="1337144" y="342900"/>
                  </a:lnTo>
                  <a:lnTo>
                    <a:pt x="1920024" y="342900"/>
                  </a:lnTo>
                  <a:lnTo>
                    <a:pt x="1920024" y="317500"/>
                  </a:lnTo>
                  <a:lnTo>
                    <a:pt x="1318742" y="317500"/>
                  </a:lnTo>
                  <a:lnTo>
                    <a:pt x="1318742" y="342900"/>
                  </a:lnTo>
                  <a:lnTo>
                    <a:pt x="1318742" y="914400"/>
                  </a:lnTo>
                  <a:lnTo>
                    <a:pt x="1318742" y="939800"/>
                  </a:lnTo>
                  <a:lnTo>
                    <a:pt x="1318742" y="1524000"/>
                  </a:lnTo>
                  <a:lnTo>
                    <a:pt x="735863" y="1524000"/>
                  </a:lnTo>
                  <a:lnTo>
                    <a:pt x="735863" y="939800"/>
                  </a:lnTo>
                  <a:lnTo>
                    <a:pt x="1318742" y="939800"/>
                  </a:lnTo>
                  <a:lnTo>
                    <a:pt x="1318742" y="914400"/>
                  </a:lnTo>
                  <a:lnTo>
                    <a:pt x="735863" y="914400"/>
                  </a:lnTo>
                  <a:lnTo>
                    <a:pt x="735863" y="342900"/>
                  </a:lnTo>
                  <a:lnTo>
                    <a:pt x="1318742" y="342900"/>
                  </a:lnTo>
                  <a:lnTo>
                    <a:pt x="1318742" y="317500"/>
                  </a:lnTo>
                  <a:lnTo>
                    <a:pt x="717461" y="317500"/>
                  </a:lnTo>
                  <a:lnTo>
                    <a:pt x="717461" y="342900"/>
                  </a:lnTo>
                  <a:lnTo>
                    <a:pt x="717461" y="914400"/>
                  </a:lnTo>
                  <a:lnTo>
                    <a:pt x="717461" y="939800"/>
                  </a:lnTo>
                  <a:lnTo>
                    <a:pt x="717461" y="1524000"/>
                  </a:lnTo>
                  <a:lnTo>
                    <a:pt x="134569" y="1524000"/>
                  </a:lnTo>
                  <a:lnTo>
                    <a:pt x="134569" y="939800"/>
                  </a:lnTo>
                  <a:lnTo>
                    <a:pt x="717461" y="939800"/>
                  </a:lnTo>
                  <a:lnTo>
                    <a:pt x="717461" y="914400"/>
                  </a:lnTo>
                  <a:lnTo>
                    <a:pt x="134569" y="914400"/>
                  </a:lnTo>
                  <a:lnTo>
                    <a:pt x="134569" y="342900"/>
                  </a:lnTo>
                  <a:lnTo>
                    <a:pt x="717461" y="342900"/>
                  </a:lnTo>
                  <a:lnTo>
                    <a:pt x="717461" y="317500"/>
                  </a:lnTo>
                  <a:lnTo>
                    <a:pt x="0" y="317500"/>
                  </a:lnTo>
                  <a:lnTo>
                    <a:pt x="0" y="342900"/>
                  </a:lnTo>
                  <a:lnTo>
                    <a:pt x="116281" y="342900"/>
                  </a:lnTo>
                  <a:lnTo>
                    <a:pt x="116281" y="914400"/>
                  </a:lnTo>
                  <a:lnTo>
                    <a:pt x="0" y="914400"/>
                  </a:lnTo>
                  <a:lnTo>
                    <a:pt x="0" y="939800"/>
                  </a:lnTo>
                  <a:lnTo>
                    <a:pt x="116281" y="939800"/>
                  </a:lnTo>
                  <a:lnTo>
                    <a:pt x="116281" y="1524000"/>
                  </a:lnTo>
                  <a:lnTo>
                    <a:pt x="0" y="1524000"/>
                  </a:lnTo>
                  <a:lnTo>
                    <a:pt x="0" y="1536700"/>
                  </a:lnTo>
                  <a:lnTo>
                    <a:pt x="116281" y="1536700"/>
                  </a:lnTo>
                  <a:lnTo>
                    <a:pt x="116281" y="2120900"/>
                  </a:lnTo>
                  <a:lnTo>
                    <a:pt x="134569" y="2120900"/>
                  </a:lnTo>
                  <a:lnTo>
                    <a:pt x="134569" y="1536700"/>
                  </a:lnTo>
                  <a:lnTo>
                    <a:pt x="717461" y="1536700"/>
                  </a:lnTo>
                  <a:lnTo>
                    <a:pt x="717461" y="2120900"/>
                  </a:lnTo>
                  <a:lnTo>
                    <a:pt x="735863" y="2120900"/>
                  </a:lnTo>
                  <a:lnTo>
                    <a:pt x="735863" y="1536700"/>
                  </a:lnTo>
                  <a:lnTo>
                    <a:pt x="1318742" y="1536700"/>
                  </a:lnTo>
                  <a:lnTo>
                    <a:pt x="1318742" y="2120900"/>
                  </a:lnTo>
                  <a:lnTo>
                    <a:pt x="1337144" y="2120900"/>
                  </a:lnTo>
                  <a:lnTo>
                    <a:pt x="1337144" y="1536700"/>
                  </a:lnTo>
                  <a:lnTo>
                    <a:pt x="1920024" y="1536700"/>
                  </a:lnTo>
                  <a:lnTo>
                    <a:pt x="1920024" y="2120900"/>
                  </a:lnTo>
                  <a:lnTo>
                    <a:pt x="1938426" y="2120900"/>
                  </a:lnTo>
                  <a:lnTo>
                    <a:pt x="1938426" y="1536700"/>
                  </a:lnTo>
                  <a:lnTo>
                    <a:pt x="2521305" y="1536700"/>
                  </a:lnTo>
                  <a:lnTo>
                    <a:pt x="2521305" y="2120900"/>
                  </a:lnTo>
                  <a:lnTo>
                    <a:pt x="2539708" y="2120900"/>
                  </a:lnTo>
                  <a:lnTo>
                    <a:pt x="2539708" y="1536700"/>
                  </a:lnTo>
                  <a:lnTo>
                    <a:pt x="18287988" y="1536700"/>
                  </a:lnTo>
                  <a:lnTo>
                    <a:pt x="18287988" y="1524000"/>
                  </a:lnTo>
                  <a:lnTo>
                    <a:pt x="18173218" y="1524000"/>
                  </a:lnTo>
                  <a:lnTo>
                    <a:pt x="18173218" y="939800"/>
                  </a:lnTo>
                  <a:lnTo>
                    <a:pt x="18287988" y="939800"/>
                  </a:lnTo>
                  <a:lnTo>
                    <a:pt x="18287988" y="914400"/>
                  </a:lnTo>
                  <a:lnTo>
                    <a:pt x="18173218" y="914400"/>
                  </a:lnTo>
                  <a:lnTo>
                    <a:pt x="18173218" y="342900"/>
                  </a:lnTo>
                  <a:lnTo>
                    <a:pt x="18287988" y="342900"/>
                  </a:lnTo>
                  <a:lnTo>
                    <a:pt x="18287988" y="3175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0" y="15367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6096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609600"/>
                  </a:lnTo>
                  <a:lnTo>
                    <a:pt x="18154727" y="6096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6096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609600"/>
                  </a:lnTo>
                  <a:lnTo>
                    <a:pt x="17553445" y="6096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6096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609600"/>
                  </a:lnTo>
                  <a:lnTo>
                    <a:pt x="16952164" y="6096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6096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609600"/>
                  </a:lnTo>
                  <a:lnTo>
                    <a:pt x="16350882" y="6096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6096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609600"/>
                  </a:lnTo>
                  <a:lnTo>
                    <a:pt x="15749575" y="6096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6096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609600"/>
                  </a:lnTo>
                  <a:lnTo>
                    <a:pt x="15148294" y="6096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6096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609600"/>
                  </a:lnTo>
                  <a:lnTo>
                    <a:pt x="14547012" y="6096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6096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609600"/>
                  </a:lnTo>
                  <a:lnTo>
                    <a:pt x="13945730" y="6096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6096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609600"/>
                  </a:lnTo>
                  <a:lnTo>
                    <a:pt x="13344449" y="6096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6096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609600"/>
                  </a:lnTo>
                  <a:lnTo>
                    <a:pt x="12743155" y="6096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6096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609600"/>
                  </a:lnTo>
                  <a:lnTo>
                    <a:pt x="12141873" y="6096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6096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609600"/>
                  </a:lnTo>
                  <a:lnTo>
                    <a:pt x="11540592" y="6096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6096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609600"/>
                  </a:lnTo>
                  <a:lnTo>
                    <a:pt x="10939310" y="6096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6096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609600"/>
                  </a:lnTo>
                  <a:lnTo>
                    <a:pt x="10338016" y="6096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6096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609600"/>
                  </a:lnTo>
                  <a:lnTo>
                    <a:pt x="9736722" y="60960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9135440" y="6096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609600"/>
                  </a:lnTo>
                  <a:lnTo>
                    <a:pt x="9135440" y="60960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8534159" y="6096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609600"/>
                  </a:lnTo>
                  <a:lnTo>
                    <a:pt x="8534159" y="60960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932877" y="6096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609600"/>
                  </a:lnTo>
                  <a:lnTo>
                    <a:pt x="7932877" y="60960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7331596" y="6096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609600"/>
                  </a:lnTo>
                  <a:lnTo>
                    <a:pt x="7331596" y="60960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730314" y="6096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609600"/>
                  </a:lnTo>
                  <a:lnTo>
                    <a:pt x="6730314" y="60960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6129020" y="6096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609600"/>
                  </a:lnTo>
                  <a:lnTo>
                    <a:pt x="6129020" y="609600"/>
                  </a:lnTo>
                  <a:lnTo>
                    <a:pt x="6129020" y="584200"/>
                  </a:lnTo>
                  <a:lnTo>
                    <a:pt x="5546128" y="584200"/>
                  </a:lnTo>
                  <a:lnTo>
                    <a:pt x="5546128" y="0"/>
                  </a:lnTo>
                  <a:lnTo>
                    <a:pt x="5527738" y="0"/>
                  </a:lnTo>
                  <a:lnTo>
                    <a:pt x="5527738" y="584200"/>
                  </a:lnTo>
                  <a:lnTo>
                    <a:pt x="5527738" y="6096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609600"/>
                  </a:lnTo>
                  <a:lnTo>
                    <a:pt x="5527738" y="609600"/>
                  </a:lnTo>
                  <a:lnTo>
                    <a:pt x="5527738" y="584200"/>
                  </a:lnTo>
                  <a:lnTo>
                    <a:pt x="4944846" y="584200"/>
                  </a:lnTo>
                  <a:lnTo>
                    <a:pt x="4944846" y="0"/>
                  </a:lnTo>
                  <a:lnTo>
                    <a:pt x="4926457" y="0"/>
                  </a:lnTo>
                  <a:lnTo>
                    <a:pt x="4926457" y="584200"/>
                  </a:lnTo>
                  <a:lnTo>
                    <a:pt x="4926457" y="6096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609600"/>
                  </a:lnTo>
                  <a:lnTo>
                    <a:pt x="4926457" y="609600"/>
                  </a:lnTo>
                  <a:lnTo>
                    <a:pt x="4926457" y="584200"/>
                  </a:lnTo>
                  <a:lnTo>
                    <a:pt x="4343565" y="584200"/>
                  </a:lnTo>
                  <a:lnTo>
                    <a:pt x="4343565" y="0"/>
                  </a:lnTo>
                  <a:lnTo>
                    <a:pt x="4325175" y="0"/>
                  </a:lnTo>
                  <a:lnTo>
                    <a:pt x="4325175" y="584200"/>
                  </a:lnTo>
                  <a:lnTo>
                    <a:pt x="4325175" y="6096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609600"/>
                  </a:lnTo>
                  <a:lnTo>
                    <a:pt x="4325175" y="609600"/>
                  </a:lnTo>
                  <a:lnTo>
                    <a:pt x="4325175" y="584200"/>
                  </a:lnTo>
                  <a:lnTo>
                    <a:pt x="3742283" y="584200"/>
                  </a:lnTo>
                  <a:lnTo>
                    <a:pt x="3742283" y="0"/>
                  </a:lnTo>
                  <a:lnTo>
                    <a:pt x="3723894" y="0"/>
                  </a:lnTo>
                  <a:lnTo>
                    <a:pt x="3723894" y="584200"/>
                  </a:lnTo>
                  <a:lnTo>
                    <a:pt x="3723894" y="6096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609600"/>
                  </a:lnTo>
                  <a:lnTo>
                    <a:pt x="3723894" y="609600"/>
                  </a:lnTo>
                  <a:lnTo>
                    <a:pt x="3723894" y="584200"/>
                  </a:lnTo>
                  <a:lnTo>
                    <a:pt x="3140989" y="584200"/>
                  </a:lnTo>
                  <a:lnTo>
                    <a:pt x="3140989" y="0"/>
                  </a:lnTo>
                  <a:lnTo>
                    <a:pt x="3122587" y="0"/>
                  </a:lnTo>
                  <a:lnTo>
                    <a:pt x="3122587" y="584200"/>
                  </a:lnTo>
                  <a:lnTo>
                    <a:pt x="3122587" y="6096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609600"/>
                  </a:lnTo>
                  <a:lnTo>
                    <a:pt x="3122587" y="609600"/>
                  </a:lnTo>
                  <a:lnTo>
                    <a:pt x="3122587" y="584200"/>
                  </a:lnTo>
                  <a:lnTo>
                    <a:pt x="2539708" y="584200"/>
                  </a:lnTo>
                  <a:lnTo>
                    <a:pt x="2539708" y="0"/>
                  </a:lnTo>
                  <a:lnTo>
                    <a:pt x="2521305" y="0"/>
                  </a:lnTo>
                  <a:lnTo>
                    <a:pt x="2521305" y="584200"/>
                  </a:lnTo>
                  <a:lnTo>
                    <a:pt x="2521305" y="6096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609600"/>
                  </a:lnTo>
                  <a:lnTo>
                    <a:pt x="2521305" y="6096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6096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609600"/>
                  </a:lnTo>
                  <a:lnTo>
                    <a:pt x="1920024" y="6096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6096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609600"/>
                  </a:lnTo>
                  <a:lnTo>
                    <a:pt x="1318742" y="6096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6096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609600"/>
                  </a:lnTo>
                  <a:lnTo>
                    <a:pt x="717461" y="6096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609600"/>
                  </a:lnTo>
                  <a:lnTo>
                    <a:pt x="116281" y="6096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609600"/>
                  </a:lnTo>
                  <a:lnTo>
                    <a:pt x="18287988" y="6096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0" y="27432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5969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5969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5969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6730314" y="1206500"/>
                  </a:lnTo>
                  <a:lnTo>
                    <a:pt x="6730314" y="1790700"/>
                  </a:lnTo>
                  <a:lnTo>
                    <a:pt x="6748716" y="1790700"/>
                  </a:lnTo>
                  <a:lnTo>
                    <a:pt x="6748716" y="1206500"/>
                  </a:lnTo>
                  <a:lnTo>
                    <a:pt x="7331596" y="1206500"/>
                  </a:lnTo>
                  <a:lnTo>
                    <a:pt x="7331596" y="1790700"/>
                  </a:lnTo>
                  <a:lnTo>
                    <a:pt x="7349998" y="1790700"/>
                  </a:lnTo>
                  <a:lnTo>
                    <a:pt x="7349998" y="1206500"/>
                  </a:lnTo>
                  <a:lnTo>
                    <a:pt x="7932877" y="1206500"/>
                  </a:lnTo>
                  <a:lnTo>
                    <a:pt x="7932877" y="1790700"/>
                  </a:lnTo>
                  <a:lnTo>
                    <a:pt x="7951279" y="1790700"/>
                  </a:lnTo>
                  <a:lnTo>
                    <a:pt x="7951279" y="1206500"/>
                  </a:lnTo>
                  <a:lnTo>
                    <a:pt x="8534159" y="1206500"/>
                  </a:lnTo>
                  <a:lnTo>
                    <a:pt x="8534159" y="1790700"/>
                  </a:lnTo>
                  <a:lnTo>
                    <a:pt x="8552561" y="1790700"/>
                  </a:lnTo>
                  <a:lnTo>
                    <a:pt x="8552561" y="1206500"/>
                  </a:lnTo>
                  <a:lnTo>
                    <a:pt x="9135440" y="1206500"/>
                  </a:lnTo>
                  <a:lnTo>
                    <a:pt x="9135440" y="1790700"/>
                  </a:lnTo>
                  <a:lnTo>
                    <a:pt x="9153842" y="1790700"/>
                  </a:lnTo>
                  <a:lnTo>
                    <a:pt x="9153842" y="1206500"/>
                  </a:lnTo>
                  <a:lnTo>
                    <a:pt x="9736722" y="1206500"/>
                  </a:lnTo>
                  <a:lnTo>
                    <a:pt x="9736722" y="1790700"/>
                  </a:lnTo>
                  <a:lnTo>
                    <a:pt x="9755124" y="1790700"/>
                  </a:lnTo>
                  <a:lnTo>
                    <a:pt x="9755124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0" y="3949712"/>
              <a:ext cx="18288000" cy="1778000"/>
            </a:xfrm>
            <a:custGeom>
              <a:rect b="b" l="l" r="r" t="t"/>
              <a:pathLst>
                <a:path extrusionOk="0" h="17780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5969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5969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5969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193800"/>
                  </a:lnTo>
                  <a:lnTo>
                    <a:pt x="116281" y="1193800"/>
                  </a:lnTo>
                  <a:lnTo>
                    <a:pt x="116281" y="1778000"/>
                  </a:lnTo>
                  <a:lnTo>
                    <a:pt x="134569" y="1778000"/>
                  </a:lnTo>
                  <a:lnTo>
                    <a:pt x="134569" y="1193800"/>
                  </a:lnTo>
                  <a:lnTo>
                    <a:pt x="717461" y="1193800"/>
                  </a:lnTo>
                  <a:lnTo>
                    <a:pt x="717461" y="1778000"/>
                  </a:lnTo>
                  <a:lnTo>
                    <a:pt x="735863" y="1778000"/>
                  </a:lnTo>
                  <a:lnTo>
                    <a:pt x="735863" y="1193800"/>
                  </a:lnTo>
                  <a:lnTo>
                    <a:pt x="1318742" y="1193800"/>
                  </a:lnTo>
                  <a:lnTo>
                    <a:pt x="1318742" y="1778000"/>
                  </a:lnTo>
                  <a:lnTo>
                    <a:pt x="1337144" y="1778000"/>
                  </a:lnTo>
                  <a:lnTo>
                    <a:pt x="1337144" y="1193800"/>
                  </a:lnTo>
                  <a:lnTo>
                    <a:pt x="1920024" y="1193800"/>
                  </a:lnTo>
                  <a:lnTo>
                    <a:pt x="1920024" y="1778000"/>
                  </a:lnTo>
                  <a:lnTo>
                    <a:pt x="1938426" y="1778000"/>
                  </a:lnTo>
                  <a:lnTo>
                    <a:pt x="1938426" y="1193800"/>
                  </a:lnTo>
                  <a:lnTo>
                    <a:pt x="2521305" y="1193800"/>
                  </a:lnTo>
                  <a:lnTo>
                    <a:pt x="2521305" y="1778000"/>
                  </a:lnTo>
                  <a:lnTo>
                    <a:pt x="2539708" y="1778000"/>
                  </a:lnTo>
                  <a:lnTo>
                    <a:pt x="2539708" y="1193800"/>
                  </a:lnTo>
                  <a:lnTo>
                    <a:pt x="3122587" y="1193800"/>
                  </a:lnTo>
                  <a:lnTo>
                    <a:pt x="3122587" y="1778000"/>
                  </a:lnTo>
                  <a:lnTo>
                    <a:pt x="3140989" y="1778000"/>
                  </a:lnTo>
                  <a:lnTo>
                    <a:pt x="3140989" y="1193800"/>
                  </a:lnTo>
                  <a:lnTo>
                    <a:pt x="3723894" y="1193800"/>
                  </a:lnTo>
                  <a:lnTo>
                    <a:pt x="3723894" y="1778000"/>
                  </a:lnTo>
                  <a:lnTo>
                    <a:pt x="3742283" y="1778000"/>
                  </a:lnTo>
                  <a:lnTo>
                    <a:pt x="3742283" y="1193800"/>
                  </a:lnTo>
                  <a:lnTo>
                    <a:pt x="4325175" y="1193800"/>
                  </a:lnTo>
                  <a:lnTo>
                    <a:pt x="4325175" y="1778000"/>
                  </a:lnTo>
                  <a:lnTo>
                    <a:pt x="4343565" y="1778000"/>
                  </a:lnTo>
                  <a:lnTo>
                    <a:pt x="4343565" y="1193800"/>
                  </a:lnTo>
                  <a:lnTo>
                    <a:pt x="4926457" y="1193800"/>
                  </a:lnTo>
                  <a:lnTo>
                    <a:pt x="4926457" y="1778000"/>
                  </a:lnTo>
                  <a:lnTo>
                    <a:pt x="4944846" y="1778000"/>
                  </a:lnTo>
                  <a:lnTo>
                    <a:pt x="4944846" y="1193800"/>
                  </a:lnTo>
                  <a:lnTo>
                    <a:pt x="5527738" y="1193800"/>
                  </a:lnTo>
                  <a:lnTo>
                    <a:pt x="5527738" y="1778000"/>
                  </a:lnTo>
                  <a:lnTo>
                    <a:pt x="5546128" y="1778000"/>
                  </a:lnTo>
                  <a:lnTo>
                    <a:pt x="5546128" y="1193800"/>
                  </a:lnTo>
                  <a:lnTo>
                    <a:pt x="6129020" y="1193800"/>
                  </a:lnTo>
                  <a:lnTo>
                    <a:pt x="6129020" y="1778000"/>
                  </a:lnTo>
                  <a:lnTo>
                    <a:pt x="6147409" y="1778000"/>
                  </a:lnTo>
                  <a:lnTo>
                    <a:pt x="6147409" y="1193800"/>
                  </a:lnTo>
                  <a:lnTo>
                    <a:pt x="6730314" y="1193800"/>
                  </a:lnTo>
                  <a:lnTo>
                    <a:pt x="6730314" y="1778000"/>
                  </a:lnTo>
                  <a:lnTo>
                    <a:pt x="6748716" y="1778000"/>
                  </a:lnTo>
                  <a:lnTo>
                    <a:pt x="6748716" y="1193800"/>
                  </a:lnTo>
                  <a:lnTo>
                    <a:pt x="7331596" y="1193800"/>
                  </a:lnTo>
                  <a:lnTo>
                    <a:pt x="7331596" y="1778000"/>
                  </a:lnTo>
                  <a:lnTo>
                    <a:pt x="7349998" y="1778000"/>
                  </a:lnTo>
                  <a:lnTo>
                    <a:pt x="7349998" y="1193800"/>
                  </a:lnTo>
                  <a:lnTo>
                    <a:pt x="7932877" y="1193800"/>
                  </a:lnTo>
                  <a:lnTo>
                    <a:pt x="7932877" y="1778000"/>
                  </a:lnTo>
                  <a:lnTo>
                    <a:pt x="7951279" y="1778000"/>
                  </a:lnTo>
                  <a:lnTo>
                    <a:pt x="7951279" y="1193800"/>
                  </a:lnTo>
                  <a:lnTo>
                    <a:pt x="8534159" y="1193800"/>
                  </a:lnTo>
                  <a:lnTo>
                    <a:pt x="8534159" y="1778000"/>
                  </a:lnTo>
                  <a:lnTo>
                    <a:pt x="8552561" y="1778000"/>
                  </a:lnTo>
                  <a:lnTo>
                    <a:pt x="8552561" y="1193800"/>
                  </a:lnTo>
                  <a:lnTo>
                    <a:pt x="9135440" y="1193800"/>
                  </a:lnTo>
                  <a:lnTo>
                    <a:pt x="9135440" y="1778000"/>
                  </a:lnTo>
                  <a:lnTo>
                    <a:pt x="9153842" y="1778000"/>
                  </a:lnTo>
                  <a:lnTo>
                    <a:pt x="9153842" y="1193800"/>
                  </a:lnTo>
                  <a:lnTo>
                    <a:pt x="9736722" y="1193800"/>
                  </a:lnTo>
                  <a:lnTo>
                    <a:pt x="9736722" y="1778000"/>
                  </a:lnTo>
                  <a:lnTo>
                    <a:pt x="9755124" y="1778000"/>
                  </a:lnTo>
                  <a:lnTo>
                    <a:pt x="9755124" y="1193800"/>
                  </a:lnTo>
                  <a:lnTo>
                    <a:pt x="10338016" y="1193800"/>
                  </a:lnTo>
                  <a:lnTo>
                    <a:pt x="10338016" y="1778000"/>
                  </a:lnTo>
                  <a:lnTo>
                    <a:pt x="10356418" y="1778000"/>
                  </a:lnTo>
                  <a:lnTo>
                    <a:pt x="10356418" y="1193800"/>
                  </a:lnTo>
                  <a:lnTo>
                    <a:pt x="10939310" y="1193800"/>
                  </a:lnTo>
                  <a:lnTo>
                    <a:pt x="10939310" y="1778000"/>
                  </a:lnTo>
                  <a:lnTo>
                    <a:pt x="10957700" y="1778000"/>
                  </a:lnTo>
                  <a:lnTo>
                    <a:pt x="10957700" y="1193800"/>
                  </a:lnTo>
                  <a:lnTo>
                    <a:pt x="11540592" y="1193800"/>
                  </a:lnTo>
                  <a:lnTo>
                    <a:pt x="11540592" y="1778000"/>
                  </a:lnTo>
                  <a:lnTo>
                    <a:pt x="11558981" y="1778000"/>
                  </a:lnTo>
                  <a:lnTo>
                    <a:pt x="11558981" y="1193800"/>
                  </a:lnTo>
                  <a:lnTo>
                    <a:pt x="12141873" y="1193800"/>
                  </a:lnTo>
                  <a:lnTo>
                    <a:pt x="12141873" y="1778000"/>
                  </a:lnTo>
                  <a:lnTo>
                    <a:pt x="12160263" y="1778000"/>
                  </a:lnTo>
                  <a:lnTo>
                    <a:pt x="12160263" y="1193800"/>
                  </a:lnTo>
                  <a:lnTo>
                    <a:pt x="12743155" y="1193800"/>
                  </a:lnTo>
                  <a:lnTo>
                    <a:pt x="12743155" y="1778000"/>
                  </a:lnTo>
                  <a:lnTo>
                    <a:pt x="12761544" y="1778000"/>
                  </a:lnTo>
                  <a:lnTo>
                    <a:pt x="12761544" y="1193800"/>
                  </a:lnTo>
                  <a:lnTo>
                    <a:pt x="13344449" y="1193800"/>
                  </a:lnTo>
                  <a:lnTo>
                    <a:pt x="13344449" y="1778000"/>
                  </a:lnTo>
                  <a:lnTo>
                    <a:pt x="13362851" y="1778000"/>
                  </a:lnTo>
                  <a:lnTo>
                    <a:pt x="13362851" y="1193800"/>
                  </a:lnTo>
                  <a:lnTo>
                    <a:pt x="18287988" y="11938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5"/>
            <p:cNvSpPr/>
            <p:nvPr/>
          </p:nvSpPr>
          <p:spPr>
            <a:xfrm>
              <a:off x="0" y="51435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609600"/>
                  </a:lnTo>
                  <a:lnTo>
                    <a:pt x="18154727" y="1193800"/>
                  </a:lnTo>
                  <a:lnTo>
                    <a:pt x="17571835" y="1193800"/>
                  </a:lnTo>
                  <a:lnTo>
                    <a:pt x="17571835" y="609600"/>
                  </a:lnTo>
                  <a:lnTo>
                    <a:pt x="18154727" y="6096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609600"/>
                  </a:lnTo>
                  <a:lnTo>
                    <a:pt x="17553445" y="1193800"/>
                  </a:lnTo>
                  <a:lnTo>
                    <a:pt x="16970553" y="1193800"/>
                  </a:lnTo>
                  <a:lnTo>
                    <a:pt x="16970553" y="609600"/>
                  </a:lnTo>
                  <a:lnTo>
                    <a:pt x="17553445" y="6096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609600"/>
                  </a:lnTo>
                  <a:lnTo>
                    <a:pt x="16952164" y="1193800"/>
                  </a:lnTo>
                  <a:lnTo>
                    <a:pt x="16369272" y="1193800"/>
                  </a:lnTo>
                  <a:lnTo>
                    <a:pt x="16369272" y="609600"/>
                  </a:lnTo>
                  <a:lnTo>
                    <a:pt x="16952164" y="6096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609600"/>
                  </a:lnTo>
                  <a:lnTo>
                    <a:pt x="16350882" y="1193800"/>
                  </a:lnTo>
                  <a:lnTo>
                    <a:pt x="15767977" y="1193800"/>
                  </a:lnTo>
                  <a:lnTo>
                    <a:pt x="15767977" y="609600"/>
                  </a:lnTo>
                  <a:lnTo>
                    <a:pt x="16350882" y="6096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609600"/>
                  </a:lnTo>
                  <a:lnTo>
                    <a:pt x="15749575" y="1193800"/>
                  </a:lnTo>
                  <a:lnTo>
                    <a:pt x="15166696" y="1193800"/>
                  </a:lnTo>
                  <a:lnTo>
                    <a:pt x="15166696" y="609600"/>
                  </a:lnTo>
                  <a:lnTo>
                    <a:pt x="15749575" y="6096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609600"/>
                  </a:lnTo>
                  <a:lnTo>
                    <a:pt x="15148294" y="1193800"/>
                  </a:lnTo>
                  <a:lnTo>
                    <a:pt x="14565414" y="1193800"/>
                  </a:lnTo>
                  <a:lnTo>
                    <a:pt x="14565414" y="609600"/>
                  </a:lnTo>
                  <a:lnTo>
                    <a:pt x="15148294" y="6096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609600"/>
                  </a:lnTo>
                  <a:lnTo>
                    <a:pt x="14547012" y="1193800"/>
                  </a:lnTo>
                  <a:lnTo>
                    <a:pt x="13964133" y="1193800"/>
                  </a:lnTo>
                  <a:lnTo>
                    <a:pt x="13964133" y="609600"/>
                  </a:lnTo>
                  <a:lnTo>
                    <a:pt x="14547012" y="6096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609600"/>
                  </a:lnTo>
                  <a:lnTo>
                    <a:pt x="13945730" y="1193800"/>
                  </a:lnTo>
                  <a:lnTo>
                    <a:pt x="13362851" y="1193800"/>
                  </a:lnTo>
                  <a:lnTo>
                    <a:pt x="13362851" y="609600"/>
                  </a:lnTo>
                  <a:lnTo>
                    <a:pt x="13945730" y="6096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609600"/>
                  </a:lnTo>
                  <a:lnTo>
                    <a:pt x="13344449" y="1193800"/>
                  </a:lnTo>
                  <a:lnTo>
                    <a:pt x="12761544" y="1193800"/>
                  </a:lnTo>
                  <a:lnTo>
                    <a:pt x="12761544" y="609600"/>
                  </a:lnTo>
                  <a:lnTo>
                    <a:pt x="13344449" y="609600"/>
                  </a:lnTo>
                  <a:lnTo>
                    <a:pt x="13344449" y="584200"/>
                  </a:lnTo>
                  <a:lnTo>
                    <a:pt x="12743155" y="584200"/>
                  </a:lnTo>
                  <a:lnTo>
                    <a:pt x="12743155" y="609600"/>
                  </a:lnTo>
                  <a:lnTo>
                    <a:pt x="12743155" y="1193800"/>
                  </a:lnTo>
                  <a:lnTo>
                    <a:pt x="12160263" y="1193800"/>
                  </a:lnTo>
                  <a:lnTo>
                    <a:pt x="12160263" y="609600"/>
                  </a:lnTo>
                  <a:lnTo>
                    <a:pt x="12743155" y="609600"/>
                  </a:lnTo>
                  <a:lnTo>
                    <a:pt x="12743155" y="584200"/>
                  </a:lnTo>
                  <a:lnTo>
                    <a:pt x="12141873" y="584200"/>
                  </a:lnTo>
                  <a:lnTo>
                    <a:pt x="12141873" y="609600"/>
                  </a:lnTo>
                  <a:lnTo>
                    <a:pt x="12141873" y="1193800"/>
                  </a:lnTo>
                  <a:lnTo>
                    <a:pt x="11558981" y="1193800"/>
                  </a:lnTo>
                  <a:lnTo>
                    <a:pt x="11558981" y="609600"/>
                  </a:lnTo>
                  <a:lnTo>
                    <a:pt x="12141873" y="609600"/>
                  </a:lnTo>
                  <a:lnTo>
                    <a:pt x="12141873" y="584200"/>
                  </a:lnTo>
                  <a:lnTo>
                    <a:pt x="11540592" y="584200"/>
                  </a:lnTo>
                  <a:lnTo>
                    <a:pt x="11540592" y="609600"/>
                  </a:lnTo>
                  <a:lnTo>
                    <a:pt x="11540592" y="1193800"/>
                  </a:lnTo>
                  <a:lnTo>
                    <a:pt x="10957700" y="1193800"/>
                  </a:lnTo>
                  <a:lnTo>
                    <a:pt x="10957700" y="609600"/>
                  </a:lnTo>
                  <a:lnTo>
                    <a:pt x="11540592" y="609600"/>
                  </a:lnTo>
                  <a:lnTo>
                    <a:pt x="11540592" y="584200"/>
                  </a:lnTo>
                  <a:lnTo>
                    <a:pt x="10939310" y="584200"/>
                  </a:lnTo>
                  <a:lnTo>
                    <a:pt x="10939310" y="609600"/>
                  </a:lnTo>
                  <a:lnTo>
                    <a:pt x="10939310" y="1193800"/>
                  </a:lnTo>
                  <a:lnTo>
                    <a:pt x="10356418" y="1193800"/>
                  </a:lnTo>
                  <a:lnTo>
                    <a:pt x="10356418" y="609600"/>
                  </a:lnTo>
                  <a:lnTo>
                    <a:pt x="10939310" y="609600"/>
                  </a:lnTo>
                  <a:lnTo>
                    <a:pt x="10939310" y="584200"/>
                  </a:lnTo>
                  <a:lnTo>
                    <a:pt x="10338016" y="584200"/>
                  </a:lnTo>
                  <a:lnTo>
                    <a:pt x="10338016" y="609600"/>
                  </a:lnTo>
                  <a:lnTo>
                    <a:pt x="10338016" y="1193800"/>
                  </a:lnTo>
                  <a:lnTo>
                    <a:pt x="9755124" y="1193800"/>
                  </a:lnTo>
                  <a:lnTo>
                    <a:pt x="9755124" y="609600"/>
                  </a:lnTo>
                  <a:lnTo>
                    <a:pt x="10338016" y="609600"/>
                  </a:lnTo>
                  <a:lnTo>
                    <a:pt x="10338016" y="584200"/>
                  </a:lnTo>
                  <a:lnTo>
                    <a:pt x="9736722" y="584200"/>
                  </a:lnTo>
                  <a:lnTo>
                    <a:pt x="9736722" y="609600"/>
                  </a:lnTo>
                  <a:lnTo>
                    <a:pt x="9736722" y="1193800"/>
                  </a:lnTo>
                  <a:lnTo>
                    <a:pt x="9153842" y="1193800"/>
                  </a:lnTo>
                  <a:lnTo>
                    <a:pt x="9153842" y="609600"/>
                  </a:lnTo>
                  <a:lnTo>
                    <a:pt x="9736722" y="609600"/>
                  </a:lnTo>
                  <a:lnTo>
                    <a:pt x="9736722" y="584200"/>
                  </a:lnTo>
                  <a:lnTo>
                    <a:pt x="9135440" y="584200"/>
                  </a:lnTo>
                  <a:lnTo>
                    <a:pt x="9135440" y="609600"/>
                  </a:lnTo>
                  <a:lnTo>
                    <a:pt x="9135440" y="1193800"/>
                  </a:lnTo>
                  <a:lnTo>
                    <a:pt x="8552561" y="1193800"/>
                  </a:lnTo>
                  <a:lnTo>
                    <a:pt x="8552561" y="609600"/>
                  </a:lnTo>
                  <a:lnTo>
                    <a:pt x="9135440" y="609600"/>
                  </a:lnTo>
                  <a:lnTo>
                    <a:pt x="9135440" y="584200"/>
                  </a:lnTo>
                  <a:lnTo>
                    <a:pt x="8534159" y="584200"/>
                  </a:lnTo>
                  <a:lnTo>
                    <a:pt x="8534159" y="609600"/>
                  </a:lnTo>
                  <a:lnTo>
                    <a:pt x="8534159" y="1193800"/>
                  </a:lnTo>
                  <a:lnTo>
                    <a:pt x="7951279" y="1193800"/>
                  </a:lnTo>
                  <a:lnTo>
                    <a:pt x="7951279" y="609600"/>
                  </a:lnTo>
                  <a:lnTo>
                    <a:pt x="8534159" y="609600"/>
                  </a:lnTo>
                  <a:lnTo>
                    <a:pt x="8534159" y="584200"/>
                  </a:lnTo>
                  <a:lnTo>
                    <a:pt x="7932877" y="584200"/>
                  </a:lnTo>
                  <a:lnTo>
                    <a:pt x="7932877" y="609600"/>
                  </a:lnTo>
                  <a:lnTo>
                    <a:pt x="7932877" y="1193800"/>
                  </a:lnTo>
                  <a:lnTo>
                    <a:pt x="7349998" y="1193800"/>
                  </a:lnTo>
                  <a:lnTo>
                    <a:pt x="7349998" y="609600"/>
                  </a:lnTo>
                  <a:lnTo>
                    <a:pt x="7932877" y="609600"/>
                  </a:lnTo>
                  <a:lnTo>
                    <a:pt x="7932877" y="584200"/>
                  </a:lnTo>
                  <a:lnTo>
                    <a:pt x="7331596" y="584200"/>
                  </a:lnTo>
                  <a:lnTo>
                    <a:pt x="7331596" y="609600"/>
                  </a:lnTo>
                  <a:lnTo>
                    <a:pt x="7331596" y="1193800"/>
                  </a:lnTo>
                  <a:lnTo>
                    <a:pt x="6748716" y="1193800"/>
                  </a:lnTo>
                  <a:lnTo>
                    <a:pt x="6748716" y="609600"/>
                  </a:lnTo>
                  <a:lnTo>
                    <a:pt x="7331596" y="609600"/>
                  </a:lnTo>
                  <a:lnTo>
                    <a:pt x="7331596" y="584200"/>
                  </a:lnTo>
                  <a:lnTo>
                    <a:pt x="6730314" y="584200"/>
                  </a:lnTo>
                  <a:lnTo>
                    <a:pt x="6730314" y="609600"/>
                  </a:lnTo>
                  <a:lnTo>
                    <a:pt x="6730314" y="1193800"/>
                  </a:lnTo>
                  <a:lnTo>
                    <a:pt x="6147409" y="1193800"/>
                  </a:lnTo>
                  <a:lnTo>
                    <a:pt x="6147409" y="609600"/>
                  </a:lnTo>
                  <a:lnTo>
                    <a:pt x="6730314" y="609600"/>
                  </a:lnTo>
                  <a:lnTo>
                    <a:pt x="6730314" y="584200"/>
                  </a:lnTo>
                  <a:lnTo>
                    <a:pt x="6129020" y="584200"/>
                  </a:lnTo>
                  <a:lnTo>
                    <a:pt x="6129020" y="609600"/>
                  </a:lnTo>
                  <a:lnTo>
                    <a:pt x="6129020" y="1193800"/>
                  </a:lnTo>
                  <a:lnTo>
                    <a:pt x="5546128" y="1193800"/>
                  </a:lnTo>
                  <a:lnTo>
                    <a:pt x="5546128" y="609600"/>
                  </a:lnTo>
                  <a:lnTo>
                    <a:pt x="6129020" y="6096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609600"/>
                  </a:lnTo>
                  <a:lnTo>
                    <a:pt x="5527738" y="1193800"/>
                  </a:lnTo>
                  <a:lnTo>
                    <a:pt x="4944846" y="1193800"/>
                  </a:lnTo>
                  <a:lnTo>
                    <a:pt x="4944846" y="609600"/>
                  </a:lnTo>
                  <a:lnTo>
                    <a:pt x="5527738" y="6096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609600"/>
                  </a:lnTo>
                  <a:lnTo>
                    <a:pt x="4926457" y="1193800"/>
                  </a:lnTo>
                  <a:lnTo>
                    <a:pt x="4343565" y="1193800"/>
                  </a:lnTo>
                  <a:lnTo>
                    <a:pt x="4343565" y="609600"/>
                  </a:lnTo>
                  <a:lnTo>
                    <a:pt x="4926457" y="6096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609600"/>
                  </a:lnTo>
                  <a:lnTo>
                    <a:pt x="4325175" y="1193800"/>
                  </a:lnTo>
                  <a:lnTo>
                    <a:pt x="3742283" y="1193800"/>
                  </a:lnTo>
                  <a:lnTo>
                    <a:pt x="3742283" y="609600"/>
                  </a:lnTo>
                  <a:lnTo>
                    <a:pt x="4325175" y="6096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609600"/>
                  </a:lnTo>
                  <a:lnTo>
                    <a:pt x="3723894" y="1193800"/>
                  </a:lnTo>
                  <a:lnTo>
                    <a:pt x="3140989" y="1193800"/>
                  </a:lnTo>
                  <a:lnTo>
                    <a:pt x="3140989" y="609600"/>
                  </a:lnTo>
                  <a:lnTo>
                    <a:pt x="3723894" y="6096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609600"/>
                  </a:lnTo>
                  <a:lnTo>
                    <a:pt x="3122587" y="1193800"/>
                  </a:lnTo>
                  <a:lnTo>
                    <a:pt x="2539708" y="1193800"/>
                  </a:lnTo>
                  <a:lnTo>
                    <a:pt x="2539708" y="609600"/>
                  </a:lnTo>
                  <a:lnTo>
                    <a:pt x="3122587" y="6096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609600"/>
                  </a:lnTo>
                  <a:lnTo>
                    <a:pt x="2521305" y="1193800"/>
                  </a:lnTo>
                  <a:lnTo>
                    <a:pt x="1938426" y="1193800"/>
                  </a:lnTo>
                  <a:lnTo>
                    <a:pt x="1938426" y="609600"/>
                  </a:lnTo>
                  <a:lnTo>
                    <a:pt x="2521305" y="6096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609600"/>
                  </a:lnTo>
                  <a:lnTo>
                    <a:pt x="1920024" y="1193800"/>
                  </a:lnTo>
                  <a:lnTo>
                    <a:pt x="1337144" y="1193800"/>
                  </a:lnTo>
                  <a:lnTo>
                    <a:pt x="1337144" y="609600"/>
                  </a:lnTo>
                  <a:lnTo>
                    <a:pt x="1920024" y="6096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609600"/>
                  </a:lnTo>
                  <a:lnTo>
                    <a:pt x="1318742" y="1193800"/>
                  </a:lnTo>
                  <a:lnTo>
                    <a:pt x="735863" y="1193800"/>
                  </a:lnTo>
                  <a:lnTo>
                    <a:pt x="735863" y="609600"/>
                  </a:lnTo>
                  <a:lnTo>
                    <a:pt x="1318742" y="6096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609600"/>
                  </a:lnTo>
                  <a:lnTo>
                    <a:pt x="717461" y="1193800"/>
                  </a:lnTo>
                  <a:lnTo>
                    <a:pt x="134569" y="1193800"/>
                  </a:lnTo>
                  <a:lnTo>
                    <a:pt x="134569" y="609600"/>
                  </a:lnTo>
                  <a:lnTo>
                    <a:pt x="717461" y="6096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609600"/>
                  </a:lnTo>
                  <a:lnTo>
                    <a:pt x="116281" y="609600"/>
                  </a:lnTo>
                  <a:lnTo>
                    <a:pt x="116281" y="1193800"/>
                  </a:lnTo>
                  <a:lnTo>
                    <a:pt x="0" y="11938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6730314" y="1206500"/>
                  </a:lnTo>
                  <a:lnTo>
                    <a:pt x="6730314" y="1790700"/>
                  </a:lnTo>
                  <a:lnTo>
                    <a:pt x="6748716" y="1790700"/>
                  </a:lnTo>
                  <a:lnTo>
                    <a:pt x="6748716" y="1206500"/>
                  </a:lnTo>
                  <a:lnTo>
                    <a:pt x="7331596" y="1206500"/>
                  </a:lnTo>
                  <a:lnTo>
                    <a:pt x="7331596" y="1790700"/>
                  </a:lnTo>
                  <a:lnTo>
                    <a:pt x="7349998" y="1790700"/>
                  </a:lnTo>
                  <a:lnTo>
                    <a:pt x="7349998" y="1206500"/>
                  </a:lnTo>
                  <a:lnTo>
                    <a:pt x="7932877" y="1206500"/>
                  </a:lnTo>
                  <a:lnTo>
                    <a:pt x="7932877" y="1790700"/>
                  </a:lnTo>
                  <a:lnTo>
                    <a:pt x="7951279" y="1790700"/>
                  </a:lnTo>
                  <a:lnTo>
                    <a:pt x="7951279" y="1206500"/>
                  </a:lnTo>
                  <a:lnTo>
                    <a:pt x="8534159" y="1206500"/>
                  </a:lnTo>
                  <a:lnTo>
                    <a:pt x="8534159" y="1790700"/>
                  </a:lnTo>
                  <a:lnTo>
                    <a:pt x="8552561" y="1790700"/>
                  </a:lnTo>
                  <a:lnTo>
                    <a:pt x="8552561" y="1206500"/>
                  </a:lnTo>
                  <a:lnTo>
                    <a:pt x="9135440" y="1206500"/>
                  </a:lnTo>
                  <a:lnTo>
                    <a:pt x="9135440" y="1790700"/>
                  </a:lnTo>
                  <a:lnTo>
                    <a:pt x="9153842" y="1790700"/>
                  </a:lnTo>
                  <a:lnTo>
                    <a:pt x="9153842" y="1206500"/>
                  </a:lnTo>
                  <a:lnTo>
                    <a:pt x="9736722" y="1206500"/>
                  </a:lnTo>
                  <a:lnTo>
                    <a:pt x="9736722" y="1790700"/>
                  </a:lnTo>
                  <a:lnTo>
                    <a:pt x="9755124" y="1790700"/>
                  </a:lnTo>
                  <a:lnTo>
                    <a:pt x="9755124" y="1206500"/>
                  </a:lnTo>
                  <a:lnTo>
                    <a:pt x="10338016" y="1206500"/>
                  </a:lnTo>
                  <a:lnTo>
                    <a:pt x="10338016" y="1790700"/>
                  </a:lnTo>
                  <a:lnTo>
                    <a:pt x="10356418" y="1790700"/>
                  </a:lnTo>
                  <a:lnTo>
                    <a:pt x="10356418" y="1206500"/>
                  </a:lnTo>
                  <a:lnTo>
                    <a:pt x="10939310" y="1206500"/>
                  </a:lnTo>
                  <a:lnTo>
                    <a:pt x="10939310" y="1790700"/>
                  </a:lnTo>
                  <a:lnTo>
                    <a:pt x="10957700" y="1790700"/>
                  </a:lnTo>
                  <a:lnTo>
                    <a:pt x="10957700" y="1206500"/>
                  </a:lnTo>
                  <a:lnTo>
                    <a:pt x="11540592" y="1206500"/>
                  </a:lnTo>
                  <a:lnTo>
                    <a:pt x="11540592" y="1790700"/>
                  </a:lnTo>
                  <a:lnTo>
                    <a:pt x="11558981" y="1790700"/>
                  </a:lnTo>
                  <a:lnTo>
                    <a:pt x="11558981" y="1206500"/>
                  </a:lnTo>
                  <a:lnTo>
                    <a:pt x="12141873" y="1206500"/>
                  </a:lnTo>
                  <a:lnTo>
                    <a:pt x="12141873" y="1790700"/>
                  </a:lnTo>
                  <a:lnTo>
                    <a:pt x="12160263" y="1790700"/>
                  </a:lnTo>
                  <a:lnTo>
                    <a:pt x="12160263" y="1206500"/>
                  </a:lnTo>
                  <a:lnTo>
                    <a:pt x="12743155" y="1206500"/>
                  </a:lnTo>
                  <a:lnTo>
                    <a:pt x="12743155" y="1790700"/>
                  </a:lnTo>
                  <a:lnTo>
                    <a:pt x="12761544" y="1790700"/>
                  </a:lnTo>
                  <a:lnTo>
                    <a:pt x="12761544" y="1206500"/>
                  </a:lnTo>
                  <a:lnTo>
                    <a:pt x="13344449" y="1206500"/>
                  </a:lnTo>
                  <a:lnTo>
                    <a:pt x="13344449" y="1790700"/>
                  </a:lnTo>
                  <a:lnTo>
                    <a:pt x="13362851" y="1790700"/>
                  </a:lnTo>
                  <a:lnTo>
                    <a:pt x="13362851" y="1206500"/>
                  </a:lnTo>
                  <a:lnTo>
                    <a:pt x="13945730" y="1206500"/>
                  </a:lnTo>
                  <a:lnTo>
                    <a:pt x="13945730" y="1790700"/>
                  </a:lnTo>
                  <a:lnTo>
                    <a:pt x="13964133" y="1790700"/>
                  </a:lnTo>
                  <a:lnTo>
                    <a:pt x="13964133" y="1206500"/>
                  </a:lnTo>
                  <a:lnTo>
                    <a:pt x="14547012" y="1206500"/>
                  </a:lnTo>
                  <a:lnTo>
                    <a:pt x="14547012" y="1790700"/>
                  </a:lnTo>
                  <a:lnTo>
                    <a:pt x="14565414" y="1790700"/>
                  </a:lnTo>
                  <a:lnTo>
                    <a:pt x="14565414" y="1206500"/>
                  </a:lnTo>
                  <a:lnTo>
                    <a:pt x="15148294" y="1206500"/>
                  </a:lnTo>
                  <a:lnTo>
                    <a:pt x="15148294" y="1790700"/>
                  </a:lnTo>
                  <a:lnTo>
                    <a:pt x="15166696" y="1790700"/>
                  </a:lnTo>
                  <a:lnTo>
                    <a:pt x="15166696" y="1206500"/>
                  </a:lnTo>
                  <a:lnTo>
                    <a:pt x="15749575" y="1206500"/>
                  </a:lnTo>
                  <a:lnTo>
                    <a:pt x="15749575" y="1790700"/>
                  </a:lnTo>
                  <a:lnTo>
                    <a:pt x="15767977" y="1790700"/>
                  </a:lnTo>
                  <a:lnTo>
                    <a:pt x="15767977" y="1206500"/>
                  </a:lnTo>
                  <a:lnTo>
                    <a:pt x="16350882" y="1206500"/>
                  </a:lnTo>
                  <a:lnTo>
                    <a:pt x="16350882" y="1790700"/>
                  </a:lnTo>
                  <a:lnTo>
                    <a:pt x="16369272" y="1790700"/>
                  </a:lnTo>
                  <a:lnTo>
                    <a:pt x="16369272" y="1206500"/>
                  </a:lnTo>
                  <a:lnTo>
                    <a:pt x="16952164" y="1206500"/>
                  </a:lnTo>
                  <a:lnTo>
                    <a:pt x="16952164" y="1790700"/>
                  </a:lnTo>
                  <a:lnTo>
                    <a:pt x="16970553" y="1790700"/>
                  </a:lnTo>
                  <a:lnTo>
                    <a:pt x="16970553" y="1206500"/>
                  </a:lnTo>
                  <a:lnTo>
                    <a:pt x="18287988" y="1206500"/>
                  </a:lnTo>
                  <a:lnTo>
                    <a:pt x="18287988" y="1193800"/>
                  </a:lnTo>
                  <a:lnTo>
                    <a:pt x="18173218" y="1193800"/>
                  </a:lnTo>
                  <a:lnTo>
                    <a:pt x="18173218" y="609600"/>
                  </a:lnTo>
                  <a:lnTo>
                    <a:pt x="18287988" y="6096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0" y="6350012"/>
              <a:ext cx="18288000" cy="2387600"/>
            </a:xfrm>
            <a:custGeom>
              <a:rect b="b" l="l" r="r" t="t"/>
              <a:pathLst>
                <a:path extrusionOk="0" h="23876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1790700"/>
                  </a:lnTo>
                  <a:lnTo>
                    <a:pt x="17571835" y="1790700"/>
                  </a:lnTo>
                  <a:lnTo>
                    <a:pt x="17571835" y="1206500"/>
                  </a:lnTo>
                  <a:lnTo>
                    <a:pt x="18154727" y="12065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1790700"/>
                  </a:lnTo>
                  <a:lnTo>
                    <a:pt x="16970553" y="1790700"/>
                  </a:lnTo>
                  <a:lnTo>
                    <a:pt x="16970553" y="1206500"/>
                  </a:lnTo>
                  <a:lnTo>
                    <a:pt x="17553445" y="12065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1790700"/>
                  </a:lnTo>
                  <a:lnTo>
                    <a:pt x="16369272" y="1790700"/>
                  </a:lnTo>
                  <a:lnTo>
                    <a:pt x="16369272" y="1206500"/>
                  </a:lnTo>
                  <a:lnTo>
                    <a:pt x="16952164" y="12065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6350882" y="1206500"/>
                  </a:lnTo>
                  <a:lnTo>
                    <a:pt x="16350882" y="1790700"/>
                  </a:lnTo>
                  <a:lnTo>
                    <a:pt x="15767977" y="1790700"/>
                  </a:lnTo>
                  <a:lnTo>
                    <a:pt x="15767977" y="1206500"/>
                  </a:lnTo>
                  <a:lnTo>
                    <a:pt x="16350882" y="12065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749575" y="1206500"/>
                  </a:lnTo>
                  <a:lnTo>
                    <a:pt x="15749575" y="1790700"/>
                  </a:lnTo>
                  <a:lnTo>
                    <a:pt x="15166696" y="1790700"/>
                  </a:lnTo>
                  <a:lnTo>
                    <a:pt x="15166696" y="1206500"/>
                  </a:lnTo>
                  <a:lnTo>
                    <a:pt x="15749575" y="12065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5148294" y="1206500"/>
                  </a:lnTo>
                  <a:lnTo>
                    <a:pt x="15148294" y="1790700"/>
                  </a:lnTo>
                  <a:lnTo>
                    <a:pt x="14565414" y="1790700"/>
                  </a:lnTo>
                  <a:lnTo>
                    <a:pt x="14565414" y="1206500"/>
                  </a:lnTo>
                  <a:lnTo>
                    <a:pt x="15148294" y="12065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4547012" y="1206500"/>
                  </a:lnTo>
                  <a:lnTo>
                    <a:pt x="14547012" y="1790700"/>
                  </a:lnTo>
                  <a:lnTo>
                    <a:pt x="13964133" y="1790700"/>
                  </a:lnTo>
                  <a:lnTo>
                    <a:pt x="13964133" y="1206500"/>
                  </a:lnTo>
                  <a:lnTo>
                    <a:pt x="14547012" y="12065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945730" y="1206500"/>
                  </a:lnTo>
                  <a:lnTo>
                    <a:pt x="13945730" y="1790700"/>
                  </a:lnTo>
                  <a:lnTo>
                    <a:pt x="13362851" y="1790700"/>
                  </a:lnTo>
                  <a:lnTo>
                    <a:pt x="13362851" y="1206500"/>
                  </a:lnTo>
                  <a:lnTo>
                    <a:pt x="13945730" y="12065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3344449" y="1206500"/>
                  </a:lnTo>
                  <a:lnTo>
                    <a:pt x="13344449" y="1790700"/>
                  </a:lnTo>
                  <a:lnTo>
                    <a:pt x="12761544" y="1790700"/>
                  </a:lnTo>
                  <a:lnTo>
                    <a:pt x="12761544" y="1206500"/>
                  </a:lnTo>
                  <a:lnTo>
                    <a:pt x="13344449" y="12065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743155" y="1206500"/>
                  </a:lnTo>
                  <a:lnTo>
                    <a:pt x="12743155" y="1790700"/>
                  </a:lnTo>
                  <a:lnTo>
                    <a:pt x="12160263" y="1790700"/>
                  </a:lnTo>
                  <a:lnTo>
                    <a:pt x="12160263" y="1206500"/>
                  </a:lnTo>
                  <a:lnTo>
                    <a:pt x="12743155" y="12065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2141873" y="1206500"/>
                  </a:lnTo>
                  <a:lnTo>
                    <a:pt x="12141873" y="1790700"/>
                  </a:lnTo>
                  <a:lnTo>
                    <a:pt x="11558981" y="1790700"/>
                  </a:lnTo>
                  <a:lnTo>
                    <a:pt x="11558981" y="1206500"/>
                  </a:lnTo>
                  <a:lnTo>
                    <a:pt x="12141873" y="12065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1540592" y="1206500"/>
                  </a:lnTo>
                  <a:lnTo>
                    <a:pt x="11540592" y="1790700"/>
                  </a:lnTo>
                  <a:lnTo>
                    <a:pt x="10957700" y="1790700"/>
                  </a:lnTo>
                  <a:lnTo>
                    <a:pt x="10957700" y="1206500"/>
                  </a:lnTo>
                  <a:lnTo>
                    <a:pt x="11540592" y="12065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939310" y="1206500"/>
                  </a:lnTo>
                  <a:lnTo>
                    <a:pt x="10939310" y="1790700"/>
                  </a:lnTo>
                  <a:lnTo>
                    <a:pt x="10356418" y="1790700"/>
                  </a:lnTo>
                  <a:lnTo>
                    <a:pt x="10356418" y="1206500"/>
                  </a:lnTo>
                  <a:lnTo>
                    <a:pt x="10939310" y="12065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10338016" y="1206500"/>
                  </a:lnTo>
                  <a:lnTo>
                    <a:pt x="10338016" y="1790700"/>
                  </a:lnTo>
                  <a:lnTo>
                    <a:pt x="9755124" y="1790700"/>
                  </a:lnTo>
                  <a:lnTo>
                    <a:pt x="9755124" y="1206500"/>
                  </a:lnTo>
                  <a:lnTo>
                    <a:pt x="10338016" y="12065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736722" y="1206500"/>
                  </a:lnTo>
                  <a:lnTo>
                    <a:pt x="9736722" y="1790700"/>
                  </a:lnTo>
                  <a:lnTo>
                    <a:pt x="9153842" y="1790700"/>
                  </a:lnTo>
                  <a:lnTo>
                    <a:pt x="9153842" y="1206500"/>
                  </a:lnTo>
                  <a:lnTo>
                    <a:pt x="9736722" y="12065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9135440" y="1206500"/>
                  </a:lnTo>
                  <a:lnTo>
                    <a:pt x="9135440" y="1790700"/>
                  </a:lnTo>
                  <a:lnTo>
                    <a:pt x="8552561" y="1790700"/>
                  </a:lnTo>
                  <a:lnTo>
                    <a:pt x="8552561" y="1206500"/>
                  </a:lnTo>
                  <a:lnTo>
                    <a:pt x="9135440" y="12065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8534159" y="1206500"/>
                  </a:lnTo>
                  <a:lnTo>
                    <a:pt x="8534159" y="1790700"/>
                  </a:lnTo>
                  <a:lnTo>
                    <a:pt x="7951279" y="1790700"/>
                  </a:lnTo>
                  <a:lnTo>
                    <a:pt x="7951279" y="1206500"/>
                  </a:lnTo>
                  <a:lnTo>
                    <a:pt x="8534159" y="12065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932877" y="1206500"/>
                  </a:lnTo>
                  <a:lnTo>
                    <a:pt x="7932877" y="1790700"/>
                  </a:lnTo>
                  <a:lnTo>
                    <a:pt x="7349998" y="1790700"/>
                  </a:lnTo>
                  <a:lnTo>
                    <a:pt x="7349998" y="1206500"/>
                  </a:lnTo>
                  <a:lnTo>
                    <a:pt x="7932877" y="12065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7331596" y="1206500"/>
                  </a:lnTo>
                  <a:lnTo>
                    <a:pt x="7331596" y="1790700"/>
                  </a:lnTo>
                  <a:lnTo>
                    <a:pt x="6748716" y="1790700"/>
                  </a:lnTo>
                  <a:lnTo>
                    <a:pt x="6748716" y="1206500"/>
                  </a:lnTo>
                  <a:lnTo>
                    <a:pt x="7331596" y="12065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730314" y="1206500"/>
                  </a:lnTo>
                  <a:lnTo>
                    <a:pt x="6730314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6730314" y="12065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0" y="1790700"/>
                  </a:lnTo>
                  <a:lnTo>
                    <a:pt x="0" y="1803400"/>
                  </a:lnTo>
                  <a:lnTo>
                    <a:pt x="116281" y="1803400"/>
                  </a:lnTo>
                  <a:lnTo>
                    <a:pt x="116281" y="2387600"/>
                  </a:lnTo>
                  <a:lnTo>
                    <a:pt x="134569" y="2387600"/>
                  </a:lnTo>
                  <a:lnTo>
                    <a:pt x="134569" y="1803400"/>
                  </a:lnTo>
                  <a:lnTo>
                    <a:pt x="717461" y="1803400"/>
                  </a:lnTo>
                  <a:lnTo>
                    <a:pt x="717461" y="2387600"/>
                  </a:lnTo>
                  <a:lnTo>
                    <a:pt x="735863" y="2387600"/>
                  </a:lnTo>
                  <a:lnTo>
                    <a:pt x="735863" y="1803400"/>
                  </a:lnTo>
                  <a:lnTo>
                    <a:pt x="1318742" y="1803400"/>
                  </a:lnTo>
                  <a:lnTo>
                    <a:pt x="1318742" y="2387600"/>
                  </a:lnTo>
                  <a:lnTo>
                    <a:pt x="1337144" y="2387600"/>
                  </a:lnTo>
                  <a:lnTo>
                    <a:pt x="1337144" y="1803400"/>
                  </a:lnTo>
                  <a:lnTo>
                    <a:pt x="18287988" y="1803400"/>
                  </a:lnTo>
                  <a:lnTo>
                    <a:pt x="18287988" y="1790700"/>
                  </a:lnTo>
                  <a:lnTo>
                    <a:pt x="18173218" y="1790700"/>
                  </a:lnTo>
                  <a:lnTo>
                    <a:pt x="18173218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0" y="81534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5969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5969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5969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46128" y="584200"/>
                  </a:lnTo>
                  <a:lnTo>
                    <a:pt x="5546128" y="0"/>
                  </a:lnTo>
                  <a:lnTo>
                    <a:pt x="5527738" y="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44846" y="584200"/>
                  </a:lnTo>
                  <a:lnTo>
                    <a:pt x="4944846" y="0"/>
                  </a:lnTo>
                  <a:lnTo>
                    <a:pt x="4926457" y="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43565" y="584200"/>
                  </a:lnTo>
                  <a:lnTo>
                    <a:pt x="4343565" y="0"/>
                  </a:lnTo>
                  <a:lnTo>
                    <a:pt x="4325175" y="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42283" y="584200"/>
                  </a:lnTo>
                  <a:lnTo>
                    <a:pt x="3742283" y="0"/>
                  </a:lnTo>
                  <a:lnTo>
                    <a:pt x="3723894" y="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40989" y="584200"/>
                  </a:lnTo>
                  <a:lnTo>
                    <a:pt x="3140989" y="0"/>
                  </a:lnTo>
                  <a:lnTo>
                    <a:pt x="3122587" y="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39708" y="584200"/>
                  </a:lnTo>
                  <a:lnTo>
                    <a:pt x="2539708" y="0"/>
                  </a:lnTo>
                  <a:lnTo>
                    <a:pt x="2521305" y="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38426" y="584200"/>
                  </a:lnTo>
                  <a:lnTo>
                    <a:pt x="1938426" y="0"/>
                  </a:lnTo>
                  <a:lnTo>
                    <a:pt x="1920024" y="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37144" y="584200"/>
                  </a:lnTo>
                  <a:lnTo>
                    <a:pt x="1337144" y="0"/>
                  </a:lnTo>
                  <a:lnTo>
                    <a:pt x="1318742" y="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0" y="9359912"/>
              <a:ext cx="18288000" cy="914400"/>
            </a:xfrm>
            <a:custGeom>
              <a:rect b="b" l="l" r="r" t="t"/>
              <a:pathLst>
                <a:path extrusionOk="0" h="9144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5546128" y="584200"/>
                  </a:lnTo>
                  <a:lnTo>
                    <a:pt x="5546128" y="0"/>
                  </a:lnTo>
                  <a:lnTo>
                    <a:pt x="5527738" y="0"/>
                  </a:lnTo>
                  <a:lnTo>
                    <a:pt x="5527738" y="584200"/>
                  </a:lnTo>
                  <a:lnTo>
                    <a:pt x="4944846" y="584200"/>
                  </a:lnTo>
                  <a:lnTo>
                    <a:pt x="4944846" y="0"/>
                  </a:lnTo>
                  <a:lnTo>
                    <a:pt x="4926457" y="0"/>
                  </a:lnTo>
                  <a:lnTo>
                    <a:pt x="4926457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914400"/>
                  </a:lnTo>
                  <a:lnTo>
                    <a:pt x="134569" y="9144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914400"/>
                  </a:lnTo>
                  <a:lnTo>
                    <a:pt x="735863" y="9144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914400"/>
                  </a:lnTo>
                  <a:lnTo>
                    <a:pt x="1337144" y="9144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914400"/>
                  </a:lnTo>
                  <a:lnTo>
                    <a:pt x="1938426" y="9144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914400"/>
                  </a:lnTo>
                  <a:lnTo>
                    <a:pt x="2539708" y="9144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914400"/>
                  </a:lnTo>
                  <a:lnTo>
                    <a:pt x="3140989" y="9144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914400"/>
                  </a:lnTo>
                  <a:lnTo>
                    <a:pt x="3742283" y="9144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914400"/>
                  </a:lnTo>
                  <a:lnTo>
                    <a:pt x="4343565" y="9144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914400"/>
                  </a:lnTo>
                  <a:lnTo>
                    <a:pt x="4944846" y="9144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914400"/>
                  </a:lnTo>
                  <a:lnTo>
                    <a:pt x="5546128" y="9144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914400"/>
                  </a:lnTo>
                  <a:lnTo>
                    <a:pt x="6147409" y="9144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914400"/>
                  </a:lnTo>
                  <a:lnTo>
                    <a:pt x="6748716" y="9144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914400"/>
                  </a:lnTo>
                  <a:lnTo>
                    <a:pt x="7349998" y="9144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914400"/>
                  </a:lnTo>
                  <a:lnTo>
                    <a:pt x="7951279" y="9144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914400"/>
                  </a:lnTo>
                  <a:lnTo>
                    <a:pt x="8552561" y="9144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914400"/>
                  </a:lnTo>
                  <a:lnTo>
                    <a:pt x="9153842" y="9144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914400"/>
                  </a:lnTo>
                  <a:lnTo>
                    <a:pt x="9755124" y="9144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914400"/>
                  </a:lnTo>
                  <a:lnTo>
                    <a:pt x="10356418" y="9144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914400"/>
                  </a:lnTo>
                  <a:lnTo>
                    <a:pt x="10957700" y="9144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914400"/>
                  </a:lnTo>
                  <a:lnTo>
                    <a:pt x="11558981" y="9144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914400"/>
                  </a:lnTo>
                  <a:lnTo>
                    <a:pt x="12160263" y="9144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914400"/>
                  </a:lnTo>
                  <a:lnTo>
                    <a:pt x="12761544" y="9144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914400"/>
                  </a:lnTo>
                  <a:lnTo>
                    <a:pt x="13362851" y="9144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914400"/>
                  </a:lnTo>
                  <a:lnTo>
                    <a:pt x="13964133" y="9144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914400"/>
                  </a:lnTo>
                  <a:lnTo>
                    <a:pt x="14565414" y="9144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914400"/>
                  </a:lnTo>
                  <a:lnTo>
                    <a:pt x="15166696" y="9144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914400"/>
                  </a:lnTo>
                  <a:lnTo>
                    <a:pt x="15767977" y="9144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914400"/>
                  </a:lnTo>
                  <a:lnTo>
                    <a:pt x="16369272" y="9144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914400"/>
                  </a:lnTo>
                  <a:lnTo>
                    <a:pt x="16970553" y="9144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914400"/>
                  </a:lnTo>
                  <a:lnTo>
                    <a:pt x="17571835" y="9144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914400"/>
                  </a:lnTo>
                  <a:lnTo>
                    <a:pt x="18173218" y="9144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5"/>
            <p:cNvSpPr/>
            <p:nvPr/>
          </p:nvSpPr>
          <p:spPr>
            <a:xfrm>
              <a:off x="11667428" y="6240525"/>
              <a:ext cx="3093085" cy="2007235"/>
            </a:xfrm>
            <a:custGeom>
              <a:rect b="b" l="l" r="r" t="t"/>
              <a:pathLst>
                <a:path extrusionOk="0" h="2007234" w="3093084">
                  <a:moveTo>
                    <a:pt x="2995629" y="2006839"/>
                  </a:moveTo>
                  <a:lnTo>
                    <a:pt x="2952773" y="2004050"/>
                  </a:lnTo>
                  <a:lnTo>
                    <a:pt x="2910327" y="1995681"/>
                  </a:lnTo>
                  <a:lnTo>
                    <a:pt x="2868997" y="1981732"/>
                  </a:lnTo>
                  <a:lnTo>
                    <a:pt x="2829364" y="1962204"/>
                  </a:lnTo>
                  <a:lnTo>
                    <a:pt x="107867" y="391052"/>
                  </a:lnTo>
                  <a:lnTo>
                    <a:pt x="71035" y="364217"/>
                  </a:lnTo>
                  <a:lnTo>
                    <a:pt x="41082" y="330834"/>
                  </a:lnTo>
                  <a:lnTo>
                    <a:pt x="18758" y="292185"/>
                  </a:lnTo>
                  <a:lnTo>
                    <a:pt x="4814" y="249549"/>
                  </a:lnTo>
                  <a:lnTo>
                    <a:pt x="0" y="204205"/>
                  </a:lnTo>
                  <a:lnTo>
                    <a:pt x="4814" y="158861"/>
                  </a:lnTo>
                  <a:lnTo>
                    <a:pt x="18758" y="116224"/>
                  </a:lnTo>
                  <a:lnTo>
                    <a:pt x="41082" y="77575"/>
                  </a:lnTo>
                  <a:lnTo>
                    <a:pt x="71035" y="44193"/>
                  </a:lnTo>
                  <a:lnTo>
                    <a:pt x="107867" y="17358"/>
                  </a:lnTo>
                  <a:lnTo>
                    <a:pt x="137872" y="0"/>
                  </a:lnTo>
                  <a:lnTo>
                    <a:pt x="3092710" y="222555"/>
                  </a:lnTo>
                  <a:lnTo>
                    <a:pt x="3078718" y="272487"/>
                  </a:lnTo>
                  <a:lnTo>
                    <a:pt x="3065576" y="322667"/>
                  </a:lnTo>
                  <a:lnTo>
                    <a:pt x="3053205" y="373012"/>
                  </a:lnTo>
                  <a:lnTo>
                    <a:pt x="3041527" y="423440"/>
                  </a:lnTo>
                  <a:lnTo>
                    <a:pt x="3030462" y="473868"/>
                  </a:lnTo>
                  <a:lnTo>
                    <a:pt x="3019931" y="524213"/>
                  </a:lnTo>
                  <a:lnTo>
                    <a:pt x="3010699" y="574749"/>
                  </a:lnTo>
                  <a:lnTo>
                    <a:pt x="3003336" y="626515"/>
                  </a:lnTo>
                  <a:lnTo>
                    <a:pt x="2997792" y="679139"/>
                  </a:lnTo>
                  <a:lnTo>
                    <a:pt x="2994017" y="732246"/>
                  </a:lnTo>
                  <a:lnTo>
                    <a:pt x="2991963" y="785464"/>
                  </a:lnTo>
                  <a:lnTo>
                    <a:pt x="2991580" y="838419"/>
                  </a:lnTo>
                  <a:lnTo>
                    <a:pt x="2992819" y="890738"/>
                  </a:lnTo>
                  <a:lnTo>
                    <a:pt x="2995629" y="942047"/>
                  </a:lnTo>
                  <a:lnTo>
                    <a:pt x="2995629" y="2006839"/>
                  </a:lnTo>
                  <a:close/>
                </a:path>
              </a:pathLst>
            </a:custGeom>
            <a:solidFill>
              <a:srgbClr val="FABDB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5"/>
            <p:cNvSpPr/>
            <p:nvPr/>
          </p:nvSpPr>
          <p:spPr>
            <a:xfrm>
              <a:off x="14659185" y="6463205"/>
              <a:ext cx="2390140" cy="1784350"/>
            </a:xfrm>
            <a:custGeom>
              <a:rect b="b" l="l" r="r" t="t"/>
              <a:pathLst>
                <a:path extrusionOk="0" h="1784350" w="2390140">
                  <a:moveTo>
                    <a:pt x="3996" y="1784284"/>
                  </a:moveTo>
                  <a:lnTo>
                    <a:pt x="3996" y="719491"/>
                  </a:lnTo>
                  <a:lnTo>
                    <a:pt x="1221" y="668177"/>
                  </a:lnTo>
                  <a:lnTo>
                    <a:pt x="0" y="615847"/>
                  </a:lnTo>
                  <a:lnTo>
                    <a:pt x="385" y="562876"/>
                  </a:lnTo>
                  <a:lnTo>
                    <a:pt x="2431" y="509645"/>
                  </a:lnTo>
                  <a:lnTo>
                    <a:pt x="6191" y="456529"/>
                  </a:lnTo>
                  <a:lnTo>
                    <a:pt x="11720" y="403908"/>
                  </a:lnTo>
                  <a:lnTo>
                    <a:pt x="19071" y="352158"/>
                  </a:lnTo>
                  <a:lnTo>
                    <a:pt x="28297" y="301658"/>
                  </a:lnTo>
                  <a:lnTo>
                    <a:pt x="38829" y="251312"/>
                  </a:lnTo>
                  <a:lnTo>
                    <a:pt x="49894" y="200885"/>
                  </a:lnTo>
                  <a:lnTo>
                    <a:pt x="61572" y="150457"/>
                  </a:lnTo>
                  <a:lnTo>
                    <a:pt x="73943" y="100111"/>
                  </a:lnTo>
                  <a:lnTo>
                    <a:pt x="87085" y="49931"/>
                  </a:lnTo>
                  <a:lnTo>
                    <a:pt x="101077" y="0"/>
                  </a:lnTo>
                  <a:lnTo>
                    <a:pt x="2317082" y="166885"/>
                  </a:lnTo>
                  <a:lnTo>
                    <a:pt x="2347532" y="190289"/>
                  </a:lnTo>
                  <a:lnTo>
                    <a:pt x="2370520" y="220307"/>
                  </a:lnTo>
                  <a:lnTo>
                    <a:pt x="2385046" y="255231"/>
                  </a:lnTo>
                  <a:lnTo>
                    <a:pt x="2390110" y="293351"/>
                  </a:lnTo>
                  <a:lnTo>
                    <a:pt x="2390110" y="373694"/>
                  </a:lnTo>
                  <a:lnTo>
                    <a:pt x="2385063" y="411814"/>
                  </a:lnTo>
                  <a:lnTo>
                    <a:pt x="2347584" y="476756"/>
                  </a:lnTo>
                  <a:lnTo>
                    <a:pt x="2317082" y="500160"/>
                  </a:lnTo>
                  <a:lnTo>
                    <a:pt x="170385" y="1739649"/>
                  </a:lnTo>
                  <a:lnTo>
                    <a:pt x="130753" y="1759177"/>
                  </a:lnTo>
                  <a:lnTo>
                    <a:pt x="89423" y="1773126"/>
                  </a:lnTo>
                  <a:lnTo>
                    <a:pt x="46977" y="1781495"/>
                  </a:lnTo>
                  <a:lnTo>
                    <a:pt x="3996" y="1784284"/>
                  </a:ln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5"/>
            <p:cNvSpPr/>
            <p:nvPr/>
          </p:nvSpPr>
          <p:spPr>
            <a:xfrm>
              <a:off x="14244356" y="3769481"/>
              <a:ext cx="2996565" cy="4282440"/>
            </a:xfrm>
            <a:custGeom>
              <a:rect b="b" l="l" r="r" t="t"/>
              <a:pathLst>
                <a:path extrusionOk="0" h="4282440" w="2996565">
                  <a:moveTo>
                    <a:pt x="2804877" y="2725587"/>
                  </a:moveTo>
                  <a:lnTo>
                    <a:pt x="2755696" y="2719171"/>
                  </a:lnTo>
                  <a:lnTo>
                    <a:pt x="2709097" y="2699922"/>
                  </a:lnTo>
                  <a:lnTo>
                    <a:pt x="2704882" y="2697443"/>
                  </a:lnTo>
                  <a:lnTo>
                    <a:pt x="1551438" y="1016934"/>
                  </a:lnTo>
                  <a:lnTo>
                    <a:pt x="1589534" y="979117"/>
                  </a:lnTo>
                  <a:lnTo>
                    <a:pt x="1628074" y="941707"/>
                  </a:lnTo>
                  <a:lnTo>
                    <a:pt x="1666980" y="904673"/>
                  </a:lnTo>
                  <a:lnTo>
                    <a:pt x="1706173" y="867980"/>
                  </a:lnTo>
                  <a:lnTo>
                    <a:pt x="1745576" y="831595"/>
                  </a:lnTo>
                  <a:lnTo>
                    <a:pt x="1864256" y="723955"/>
                  </a:lnTo>
                  <a:lnTo>
                    <a:pt x="1939287" y="657069"/>
                  </a:lnTo>
                  <a:lnTo>
                    <a:pt x="1976991" y="624042"/>
                  </a:lnTo>
                  <a:lnTo>
                    <a:pt x="2014869" y="591357"/>
                  </a:lnTo>
                  <a:lnTo>
                    <a:pt x="2052955" y="559063"/>
                  </a:lnTo>
                  <a:lnTo>
                    <a:pt x="2091286" y="527208"/>
                  </a:lnTo>
                  <a:lnTo>
                    <a:pt x="2129898" y="495843"/>
                  </a:lnTo>
                  <a:lnTo>
                    <a:pt x="2168827" y="465015"/>
                  </a:lnTo>
                  <a:lnTo>
                    <a:pt x="2208108" y="434774"/>
                  </a:lnTo>
                  <a:lnTo>
                    <a:pt x="2247777" y="405167"/>
                  </a:lnTo>
                  <a:lnTo>
                    <a:pt x="2287870" y="376245"/>
                  </a:lnTo>
                  <a:lnTo>
                    <a:pt x="2328424" y="348056"/>
                  </a:lnTo>
                  <a:lnTo>
                    <a:pt x="2369473" y="320649"/>
                  </a:lnTo>
                  <a:lnTo>
                    <a:pt x="2411053" y="294072"/>
                  </a:lnTo>
                  <a:lnTo>
                    <a:pt x="2453201" y="268374"/>
                  </a:lnTo>
                  <a:lnTo>
                    <a:pt x="2495952" y="243605"/>
                  </a:lnTo>
                  <a:lnTo>
                    <a:pt x="2539342" y="219813"/>
                  </a:lnTo>
                  <a:lnTo>
                    <a:pt x="2583406" y="197047"/>
                  </a:lnTo>
                  <a:lnTo>
                    <a:pt x="2628182" y="175355"/>
                  </a:lnTo>
                  <a:lnTo>
                    <a:pt x="2673704" y="154788"/>
                  </a:lnTo>
                  <a:lnTo>
                    <a:pt x="2720008" y="135392"/>
                  </a:lnTo>
                  <a:lnTo>
                    <a:pt x="2954466" y="0"/>
                  </a:lnTo>
                  <a:lnTo>
                    <a:pt x="2972436" y="36324"/>
                  </a:lnTo>
                  <a:lnTo>
                    <a:pt x="2985618" y="74856"/>
                  </a:lnTo>
                  <a:lnTo>
                    <a:pt x="2993731" y="115109"/>
                  </a:lnTo>
                  <a:lnTo>
                    <a:pt x="2996377" y="154788"/>
                  </a:lnTo>
                  <a:lnTo>
                    <a:pt x="2996497" y="2534029"/>
                  </a:lnTo>
                  <a:lnTo>
                    <a:pt x="2989856" y="2584011"/>
                  </a:lnTo>
                  <a:lnTo>
                    <a:pt x="2970801" y="2629808"/>
                  </a:lnTo>
                  <a:lnTo>
                    <a:pt x="2940634" y="2669189"/>
                  </a:lnTo>
                  <a:lnTo>
                    <a:pt x="2900656" y="2699922"/>
                  </a:lnTo>
                  <a:lnTo>
                    <a:pt x="2854056" y="2719171"/>
                  </a:lnTo>
                  <a:lnTo>
                    <a:pt x="2804877" y="2725587"/>
                  </a:lnTo>
                  <a:close/>
                </a:path>
                <a:path extrusionOk="0" h="4282440" w="2996565">
                  <a:moveTo>
                    <a:pt x="2463109" y="2748649"/>
                  </a:moveTo>
                  <a:lnTo>
                    <a:pt x="2015271" y="2490261"/>
                  </a:lnTo>
                  <a:lnTo>
                    <a:pt x="1991837" y="2445130"/>
                  </a:lnTo>
                  <a:lnTo>
                    <a:pt x="1996173" y="2412319"/>
                  </a:lnTo>
                  <a:lnTo>
                    <a:pt x="2009691" y="2376612"/>
                  </a:lnTo>
                  <a:lnTo>
                    <a:pt x="2033159" y="2343115"/>
                  </a:lnTo>
                  <a:lnTo>
                    <a:pt x="2067345" y="2316929"/>
                  </a:lnTo>
                  <a:lnTo>
                    <a:pt x="2097380" y="2310187"/>
                  </a:lnTo>
                  <a:lnTo>
                    <a:pt x="2111282" y="2313250"/>
                  </a:lnTo>
                  <a:lnTo>
                    <a:pt x="2568745" y="2577423"/>
                  </a:lnTo>
                  <a:lnTo>
                    <a:pt x="2463109" y="2748649"/>
                  </a:lnTo>
                  <a:close/>
                </a:path>
                <a:path extrusionOk="0" h="4282440" w="2996565">
                  <a:moveTo>
                    <a:pt x="471271" y="1599669"/>
                  </a:moveTo>
                  <a:lnTo>
                    <a:pt x="23433" y="1341282"/>
                  </a:lnTo>
                  <a:lnTo>
                    <a:pt x="0" y="1296151"/>
                  </a:lnTo>
                  <a:lnTo>
                    <a:pt x="4335" y="1263391"/>
                  </a:lnTo>
                  <a:lnTo>
                    <a:pt x="17853" y="1227679"/>
                  </a:lnTo>
                  <a:lnTo>
                    <a:pt x="41322" y="1194153"/>
                  </a:lnTo>
                  <a:lnTo>
                    <a:pt x="75507" y="1167949"/>
                  </a:lnTo>
                  <a:lnTo>
                    <a:pt x="105450" y="1161207"/>
                  </a:lnTo>
                  <a:lnTo>
                    <a:pt x="119375" y="1164270"/>
                  </a:lnTo>
                  <a:lnTo>
                    <a:pt x="576907" y="1428444"/>
                  </a:lnTo>
                  <a:lnTo>
                    <a:pt x="471271" y="1599669"/>
                  </a:lnTo>
                  <a:close/>
                </a:path>
                <a:path extrusionOk="0" h="4282440" w="2996565">
                  <a:moveTo>
                    <a:pt x="728819" y="4282025"/>
                  </a:moveTo>
                  <a:lnTo>
                    <a:pt x="714888" y="4278142"/>
                  </a:lnTo>
                  <a:lnTo>
                    <a:pt x="704561" y="4268030"/>
                  </a:lnTo>
                  <a:lnTo>
                    <a:pt x="700521" y="4253221"/>
                  </a:lnTo>
                  <a:lnTo>
                    <a:pt x="700521" y="4219125"/>
                  </a:lnTo>
                  <a:lnTo>
                    <a:pt x="725071" y="4176722"/>
                  </a:lnTo>
                  <a:lnTo>
                    <a:pt x="921574" y="4063336"/>
                  </a:lnTo>
                  <a:lnTo>
                    <a:pt x="936190" y="4059461"/>
                  </a:lnTo>
                  <a:lnTo>
                    <a:pt x="950121" y="4063336"/>
                  </a:lnTo>
                  <a:lnTo>
                    <a:pt x="960449" y="4073441"/>
                  </a:lnTo>
                  <a:lnTo>
                    <a:pt x="964488" y="4088196"/>
                  </a:lnTo>
                  <a:lnTo>
                    <a:pt x="964488" y="4123036"/>
                  </a:lnTo>
                  <a:lnTo>
                    <a:pt x="940559" y="4164447"/>
                  </a:lnTo>
                  <a:lnTo>
                    <a:pt x="743669" y="4278142"/>
                  </a:lnTo>
                  <a:lnTo>
                    <a:pt x="728819" y="4282025"/>
                  </a:lnTo>
                  <a:close/>
                </a:path>
                <a:path extrusionOk="0" h="4282440" w="2996565">
                  <a:moveTo>
                    <a:pt x="1094950" y="4070504"/>
                  </a:moveTo>
                  <a:lnTo>
                    <a:pt x="1081019" y="4066622"/>
                  </a:lnTo>
                  <a:lnTo>
                    <a:pt x="1070692" y="4056509"/>
                  </a:lnTo>
                  <a:lnTo>
                    <a:pt x="1066652" y="4041700"/>
                  </a:lnTo>
                  <a:lnTo>
                    <a:pt x="1066652" y="3995825"/>
                  </a:lnTo>
                  <a:lnTo>
                    <a:pt x="1287647" y="3851707"/>
                  </a:lnTo>
                  <a:lnTo>
                    <a:pt x="1302339" y="3847819"/>
                  </a:lnTo>
                  <a:lnTo>
                    <a:pt x="1316299" y="3851707"/>
                  </a:lnTo>
                  <a:lnTo>
                    <a:pt x="1326632" y="3861849"/>
                  </a:lnTo>
                  <a:lnTo>
                    <a:pt x="1330619" y="3876675"/>
                  </a:lnTo>
                  <a:lnTo>
                    <a:pt x="1330619" y="3911515"/>
                  </a:lnTo>
                  <a:lnTo>
                    <a:pt x="1306690" y="3952926"/>
                  </a:lnTo>
                  <a:lnTo>
                    <a:pt x="1109800" y="4066622"/>
                  </a:lnTo>
                  <a:lnTo>
                    <a:pt x="1094950" y="4070504"/>
                  </a:lnTo>
                  <a:close/>
                </a:path>
                <a:path extrusionOk="0" h="4282440" w="2996565">
                  <a:moveTo>
                    <a:pt x="2389709" y="3328532"/>
                  </a:moveTo>
                  <a:lnTo>
                    <a:pt x="2389709" y="3204546"/>
                  </a:lnTo>
                  <a:lnTo>
                    <a:pt x="2436823" y="3177393"/>
                  </a:lnTo>
                  <a:lnTo>
                    <a:pt x="2436823" y="3301379"/>
                  </a:lnTo>
                  <a:lnTo>
                    <a:pt x="2389709" y="3328532"/>
                  </a:lnTo>
                  <a:close/>
                </a:path>
                <a:path extrusionOk="0" h="4282440" w="2996565">
                  <a:moveTo>
                    <a:pt x="2483814" y="3274102"/>
                  </a:moveTo>
                  <a:lnTo>
                    <a:pt x="2483814" y="3150116"/>
                  </a:lnTo>
                  <a:lnTo>
                    <a:pt x="2530929" y="3122963"/>
                  </a:lnTo>
                  <a:lnTo>
                    <a:pt x="2530929" y="3246949"/>
                  </a:lnTo>
                  <a:lnTo>
                    <a:pt x="2483814" y="3274102"/>
                  </a:lnTo>
                  <a:close/>
                </a:path>
                <a:path extrusionOk="0" h="4282440" w="2996565">
                  <a:moveTo>
                    <a:pt x="2578044" y="3219672"/>
                  </a:moveTo>
                  <a:lnTo>
                    <a:pt x="2578044" y="3095686"/>
                  </a:lnTo>
                  <a:lnTo>
                    <a:pt x="2625158" y="3068533"/>
                  </a:lnTo>
                  <a:lnTo>
                    <a:pt x="2625158" y="3192519"/>
                  </a:lnTo>
                  <a:lnTo>
                    <a:pt x="2578044" y="3219672"/>
                  </a:lnTo>
                  <a:close/>
                </a:path>
                <a:path extrusionOk="0" h="4282440" w="2996565">
                  <a:moveTo>
                    <a:pt x="2295479" y="3382838"/>
                  </a:moveTo>
                  <a:lnTo>
                    <a:pt x="2295479" y="3258852"/>
                  </a:lnTo>
                  <a:lnTo>
                    <a:pt x="2342594" y="3231699"/>
                  </a:lnTo>
                  <a:lnTo>
                    <a:pt x="2342594" y="3355685"/>
                  </a:lnTo>
                  <a:lnTo>
                    <a:pt x="2295479" y="3382838"/>
                  </a:lnTo>
                  <a:close/>
                </a:path>
                <a:path extrusionOk="0" h="4282440" w="2996565">
                  <a:moveTo>
                    <a:pt x="2672273" y="3165242"/>
                  </a:moveTo>
                  <a:lnTo>
                    <a:pt x="2672273" y="3041256"/>
                  </a:lnTo>
                  <a:lnTo>
                    <a:pt x="2720008" y="3013731"/>
                  </a:lnTo>
                  <a:lnTo>
                    <a:pt x="2720008" y="3137717"/>
                  </a:lnTo>
                  <a:lnTo>
                    <a:pt x="2672273" y="3165242"/>
                  </a:lnTo>
                  <a:close/>
                </a:path>
              </a:pathLst>
            </a:custGeom>
            <a:solidFill>
              <a:srgbClr val="A066A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5"/>
            <p:cNvSpPr/>
            <p:nvPr/>
          </p:nvSpPr>
          <p:spPr>
            <a:xfrm>
              <a:off x="14688847" y="5187110"/>
              <a:ext cx="2143760" cy="1337310"/>
            </a:xfrm>
            <a:custGeom>
              <a:rect b="b" l="l" r="r" t="t"/>
              <a:pathLst>
                <a:path extrusionOk="0" h="1337309" w="2143759">
                  <a:moveTo>
                    <a:pt x="2041182" y="1337066"/>
                  </a:moveTo>
                  <a:lnTo>
                    <a:pt x="2016309" y="1329672"/>
                  </a:lnTo>
                  <a:lnTo>
                    <a:pt x="1998666" y="1310770"/>
                  </a:lnTo>
                  <a:lnTo>
                    <a:pt x="1991961" y="1283905"/>
                  </a:lnTo>
                  <a:lnTo>
                    <a:pt x="1996297" y="1251094"/>
                  </a:lnTo>
                  <a:lnTo>
                    <a:pt x="2009815" y="1215387"/>
                  </a:lnTo>
                  <a:lnTo>
                    <a:pt x="2033283" y="1181890"/>
                  </a:lnTo>
                  <a:lnTo>
                    <a:pt x="2067468" y="1155704"/>
                  </a:lnTo>
                  <a:lnTo>
                    <a:pt x="2094585" y="1148855"/>
                  </a:lnTo>
                  <a:lnTo>
                    <a:pt x="2119062" y="1155874"/>
                  </a:lnTo>
                  <a:lnTo>
                    <a:pt x="2136775" y="1175423"/>
                  </a:lnTo>
                  <a:lnTo>
                    <a:pt x="2143596" y="1206166"/>
                  </a:lnTo>
                  <a:lnTo>
                    <a:pt x="2137453" y="1243224"/>
                  </a:lnTo>
                  <a:lnTo>
                    <a:pt x="2121046" y="1278155"/>
                  </a:lnTo>
                  <a:lnTo>
                    <a:pt x="2097409" y="1307902"/>
                  </a:lnTo>
                  <a:lnTo>
                    <a:pt x="2069576" y="1329408"/>
                  </a:lnTo>
                  <a:lnTo>
                    <a:pt x="2041182" y="1337066"/>
                  </a:lnTo>
                  <a:close/>
                </a:path>
                <a:path extrusionOk="0" h="1337309" w="2143759">
                  <a:moveTo>
                    <a:pt x="49272" y="188193"/>
                  </a:moveTo>
                  <a:lnTo>
                    <a:pt x="24394" y="180769"/>
                  </a:lnTo>
                  <a:lnTo>
                    <a:pt x="6722" y="161861"/>
                  </a:lnTo>
                  <a:lnTo>
                    <a:pt x="0" y="135050"/>
                  </a:lnTo>
                  <a:lnTo>
                    <a:pt x="4335" y="102290"/>
                  </a:lnTo>
                  <a:lnTo>
                    <a:pt x="17854" y="66578"/>
                  </a:lnTo>
                  <a:lnTo>
                    <a:pt x="41322" y="33051"/>
                  </a:lnTo>
                  <a:lnTo>
                    <a:pt x="75507" y="6848"/>
                  </a:lnTo>
                  <a:lnTo>
                    <a:pt x="102623" y="0"/>
                  </a:lnTo>
                  <a:lnTo>
                    <a:pt x="127101" y="7018"/>
                  </a:lnTo>
                  <a:lnTo>
                    <a:pt x="144813" y="26567"/>
                  </a:lnTo>
                  <a:lnTo>
                    <a:pt x="151634" y="57310"/>
                  </a:lnTo>
                  <a:lnTo>
                    <a:pt x="145474" y="94369"/>
                  </a:lnTo>
                  <a:lnTo>
                    <a:pt x="129038" y="129300"/>
                  </a:lnTo>
                  <a:lnTo>
                    <a:pt x="105395" y="159047"/>
                  </a:lnTo>
                  <a:lnTo>
                    <a:pt x="77615" y="180553"/>
                  </a:lnTo>
                  <a:lnTo>
                    <a:pt x="49272" y="188193"/>
                  </a:ln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7" name="Google Shape;217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648831" y="2029599"/>
              <a:ext cx="5610621" cy="6235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5"/>
          <p:cNvSpPr txBox="1"/>
          <p:nvPr>
            <p:ph type="title"/>
          </p:nvPr>
        </p:nvSpPr>
        <p:spPr>
          <a:xfrm>
            <a:off x="743265" y="1424130"/>
            <a:ext cx="13155294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4375">
            <a:spAutoFit/>
          </a:bodyPr>
          <a:lstStyle/>
          <a:p>
            <a:pPr indent="0" lvl="0" marL="91566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MODELO CONCEPTUAL</a:t>
            </a:r>
            <a:endParaRPr sz="60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9" name="Google Shape;219;p5"/>
          <p:cNvSpPr txBox="1"/>
          <p:nvPr>
            <p:ph idx="1" type="body"/>
          </p:nvPr>
        </p:nvSpPr>
        <p:spPr>
          <a:xfrm>
            <a:off x="1016000" y="3564468"/>
            <a:ext cx="982472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3225">
            <a:spAutoFit/>
          </a:bodyPr>
          <a:lstStyle/>
          <a:p>
            <a:pPr indent="0" lvl="0" marL="12700" marR="5080" rtl="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Tiene  como  objetivo  crear  una  comprensión  de  la  empresa mediante la captura de los conceptos esenciales, basado en las necesidades actuales y reflejando posibles necesidades futuras.</a:t>
            </a:r>
            <a:endParaRPr sz="2500"/>
          </a:p>
          <a:p>
            <a:pPr indent="0" lvl="0" marL="0" rtl="0" algn="l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12700" marR="5080" rtl="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El desarrollo de un modelo conceptual ayuda a su equipo y a las partes  interesadas  a  comprender  los  aspectos  esenciales  y  el panorama general: con qué tipo de datos está trabajando y cómo se relacionan las diferentes </a:t>
            </a: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entidades </a:t>
            </a:r>
            <a:r>
              <a:rPr lang="en-US" sz="2500"/>
              <a:t>de datos.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5"/>
          <p:cNvSpPr txBox="1"/>
          <p:nvPr/>
        </p:nvSpPr>
        <p:spPr>
          <a:xfrm>
            <a:off x="1016000" y="652312"/>
            <a:ext cx="387794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SISTEMAS DE BASES DE DATOS 1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5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116283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286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286" y="0"/>
                </a:lnTo>
                <a:lnTo>
                  <a:pt x="18286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71747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131875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1920034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2521315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3122596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3723896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4325177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4926459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5527740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6129021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673032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733160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7932884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853416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9135447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9736728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10338028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10939310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6"/>
          <p:cNvSpPr/>
          <p:nvPr/>
        </p:nvSpPr>
        <p:spPr>
          <a:xfrm>
            <a:off x="1154059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6"/>
          <p:cNvSpPr/>
          <p:nvPr/>
        </p:nvSpPr>
        <p:spPr>
          <a:xfrm>
            <a:off x="12141873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1274315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1334445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"/>
          <p:cNvSpPr/>
          <p:nvPr/>
        </p:nvSpPr>
        <p:spPr>
          <a:xfrm>
            <a:off x="13945737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6"/>
          <p:cNvSpPr/>
          <p:nvPr/>
        </p:nvSpPr>
        <p:spPr>
          <a:xfrm>
            <a:off x="14547019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6"/>
          <p:cNvSpPr/>
          <p:nvPr/>
        </p:nvSpPr>
        <p:spPr>
          <a:xfrm>
            <a:off x="1514830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6"/>
          <p:cNvSpPr/>
          <p:nvPr/>
        </p:nvSpPr>
        <p:spPr>
          <a:xfrm>
            <a:off x="1574958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1635088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"/>
          <p:cNvSpPr/>
          <p:nvPr/>
        </p:nvSpPr>
        <p:spPr>
          <a:xfrm>
            <a:off x="1695216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6"/>
          <p:cNvSpPr/>
          <p:nvPr/>
        </p:nvSpPr>
        <p:spPr>
          <a:xfrm>
            <a:off x="17553446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6" name="Google Shape;256;p6"/>
          <p:cNvGrpSpPr/>
          <p:nvPr/>
        </p:nvGrpSpPr>
        <p:grpSpPr>
          <a:xfrm>
            <a:off x="0" y="11"/>
            <a:ext cx="18288000" cy="10274301"/>
            <a:chOff x="0" y="11"/>
            <a:chExt cx="18288000" cy="10274301"/>
          </a:xfrm>
        </p:grpSpPr>
        <p:sp>
          <p:nvSpPr>
            <p:cNvPr id="257" name="Google Shape;257;p6"/>
            <p:cNvSpPr/>
            <p:nvPr/>
          </p:nvSpPr>
          <p:spPr>
            <a:xfrm>
              <a:off x="0" y="11"/>
              <a:ext cx="18288000" cy="2120900"/>
            </a:xfrm>
            <a:custGeom>
              <a:rect b="b" l="l" r="r" t="t"/>
              <a:pathLst>
                <a:path extrusionOk="0" h="2120900" w="18288000">
                  <a:moveTo>
                    <a:pt x="18287988" y="317500"/>
                  </a:moveTo>
                  <a:lnTo>
                    <a:pt x="18173218" y="3175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1524000"/>
                  </a:lnTo>
                  <a:lnTo>
                    <a:pt x="17571835" y="1524000"/>
                  </a:lnTo>
                  <a:lnTo>
                    <a:pt x="17571835" y="939800"/>
                  </a:lnTo>
                  <a:lnTo>
                    <a:pt x="18154727" y="939800"/>
                  </a:lnTo>
                  <a:lnTo>
                    <a:pt x="18154727" y="914400"/>
                  </a:lnTo>
                  <a:lnTo>
                    <a:pt x="17571835" y="914400"/>
                  </a:lnTo>
                  <a:lnTo>
                    <a:pt x="17571835" y="342900"/>
                  </a:lnTo>
                  <a:lnTo>
                    <a:pt x="18154727" y="342900"/>
                  </a:lnTo>
                  <a:lnTo>
                    <a:pt x="18154727" y="317500"/>
                  </a:lnTo>
                  <a:lnTo>
                    <a:pt x="17553445" y="317500"/>
                  </a:lnTo>
                  <a:lnTo>
                    <a:pt x="17553445" y="342900"/>
                  </a:lnTo>
                  <a:lnTo>
                    <a:pt x="17553445" y="914400"/>
                  </a:lnTo>
                  <a:lnTo>
                    <a:pt x="17553445" y="939800"/>
                  </a:lnTo>
                  <a:lnTo>
                    <a:pt x="17553445" y="1524000"/>
                  </a:lnTo>
                  <a:lnTo>
                    <a:pt x="16970553" y="1524000"/>
                  </a:lnTo>
                  <a:lnTo>
                    <a:pt x="16970553" y="939800"/>
                  </a:lnTo>
                  <a:lnTo>
                    <a:pt x="17553445" y="939800"/>
                  </a:lnTo>
                  <a:lnTo>
                    <a:pt x="17553445" y="914400"/>
                  </a:lnTo>
                  <a:lnTo>
                    <a:pt x="16970553" y="914400"/>
                  </a:lnTo>
                  <a:lnTo>
                    <a:pt x="16970553" y="342900"/>
                  </a:lnTo>
                  <a:lnTo>
                    <a:pt x="17553445" y="342900"/>
                  </a:lnTo>
                  <a:lnTo>
                    <a:pt x="17553445" y="317500"/>
                  </a:lnTo>
                  <a:lnTo>
                    <a:pt x="16952164" y="317500"/>
                  </a:lnTo>
                  <a:lnTo>
                    <a:pt x="16952164" y="342900"/>
                  </a:lnTo>
                  <a:lnTo>
                    <a:pt x="16952164" y="914400"/>
                  </a:lnTo>
                  <a:lnTo>
                    <a:pt x="16952164" y="939800"/>
                  </a:lnTo>
                  <a:lnTo>
                    <a:pt x="16952164" y="1524000"/>
                  </a:lnTo>
                  <a:lnTo>
                    <a:pt x="16369272" y="1524000"/>
                  </a:lnTo>
                  <a:lnTo>
                    <a:pt x="16369272" y="939800"/>
                  </a:lnTo>
                  <a:lnTo>
                    <a:pt x="16952164" y="939800"/>
                  </a:lnTo>
                  <a:lnTo>
                    <a:pt x="16952164" y="914400"/>
                  </a:lnTo>
                  <a:lnTo>
                    <a:pt x="16369272" y="914400"/>
                  </a:lnTo>
                  <a:lnTo>
                    <a:pt x="16369272" y="342900"/>
                  </a:lnTo>
                  <a:lnTo>
                    <a:pt x="16952164" y="342900"/>
                  </a:lnTo>
                  <a:lnTo>
                    <a:pt x="16952164" y="317500"/>
                  </a:lnTo>
                  <a:lnTo>
                    <a:pt x="16350882" y="317500"/>
                  </a:lnTo>
                  <a:lnTo>
                    <a:pt x="16350882" y="342900"/>
                  </a:lnTo>
                  <a:lnTo>
                    <a:pt x="16350882" y="914400"/>
                  </a:lnTo>
                  <a:lnTo>
                    <a:pt x="16350882" y="939800"/>
                  </a:lnTo>
                  <a:lnTo>
                    <a:pt x="16350882" y="1524000"/>
                  </a:lnTo>
                  <a:lnTo>
                    <a:pt x="15767977" y="1524000"/>
                  </a:lnTo>
                  <a:lnTo>
                    <a:pt x="15767977" y="939800"/>
                  </a:lnTo>
                  <a:lnTo>
                    <a:pt x="16350882" y="939800"/>
                  </a:lnTo>
                  <a:lnTo>
                    <a:pt x="16350882" y="914400"/>
                  </a:lnTo>
                  <a:lnTo>
                    <a:pt x="15767977" y="914400"/>
                  </a:lnTo>
                  <a:lnTo>
                    <a:pt x="15767977" y="342900"/>
                  </a:lnTo>
                  <a:lnTo>
                    <a:pt x="16350882" y="342900"/>
                  </a:lnTo>
                  <a:lnTo>
                    <a:pt x="16350882" y="317500"/>
                  </a:lnTo>
                  <a:lnTo>
                    <a:pt x="15749575" y="317500"/>
                  </a:lnTo>
                  <a:lnTo>
                    <a:pt x="15749575" y="342900"/>
                  </a:lnTo>
                  <a:lnTo>
                    <a:pt x="15749575" y="914400"/>
                  </a:lnTo>
                  <a:lnTo>
                    <a:pt x="15749575" y="939800"/>
                  </a:lnTo>
                  <a:lnTo>
                    <a:pt x="15749575" y="1524000"/>
                  </a:lnTo>
                  <a:lnTo>
                    <a:pt x="15166696" y="1524000"/>
                  </a:lnTo>
                  <a:lnTo>
                    <a:pt x="15166696" y="939800"/>
                  </a:lnTo>
                  <a:lnTo>
                    <a:pt x="15749575" y="939800"/>
                  </a:lnTo>
                  <a:lnTo>
                    <a:pt x="15749575" y="914400"/>
                  </a:lnTo>
                  <a:lnTo>
                    <a:pt x="15166696" y="914400"/>
                  </a:lnTo>
                  <a:lnTo>
                    <a:pt x="15166696" y="342900"/>
                  </a:lnTo>
                  <a:lnTo>
                    <a:pt x="15749575" y="342900"/>
                  </a:lnTo>
                  <a:lnTo>
                    <a:pt x="15749575" y="317500"/>
                  </a:lnTo>
                  <a:lnTo>
                    <a:pt x="15148294" y="317500"/>
                  </a:lnTo>
                  <a:lnTo>
                    <a:pt x="15148294" y="342900"/>
                  </a:lnTo>
                  <a:lnTo>
                    <a:pt x="15148294" y="914400"/>
                  </a:lnTo>
                  <a:lnTo>
                    <a:pt x="15148294" y="939800"/>
                  </a:lnTo>
                  <a:lnTo>
                    <a:pt x="15148294" y="1524000"/>
                  </a:lnTo>
                  <a:lnTo>
                    <a:pt x="14565414" y="1524000"/>
                  </a:lnTo>
                  <a:lnTo>
                    <a:pt x="14565414" y="939800"/>
                  </a:lnTo>
                  <a:lnTo>
                    <a:pt x="15148294" y="939800"/>
                  </a:lnTo>
                  <a:lnTo>
                    <a:pt x="15148294" y="914400"/>
                  </a:lnTo>
                  <a:lnTo>
                    <a:pt x="14565414" y="914400"/>
                  </a:lnTo>
                  <a:lnTo>
                    <a:pt x="14565414" y="342900"/>
                  </a:lnTo>
                  <a:lnTo>
                    <a:pt x="15148294" y="342900"/>
                  </a:lnTo>
                  <a:lnTo>
                    <a:pt x="15148294" y="317500"/>
                  </a:lnTo>
                  <a:lnTo>
                    <a:pt x="14547012" y="317500"/>
                  </a:lnTo>
                  <a:lnTo>
                    <a:pt x="14547012" y="342900"/>
                  </a:lnTo>
                  <a:lnTo>
                    <a:pt x="14547012" y="914400"/>
                  </a:lnTo>
                  <a:lnTo>
                    <a:pt x="14547012" y="939800"/>
                  </a:lnTo>
                  <a:lnTo>
                    <a:pt x="14547012" y="1524000"/>
                  </a:lnTo>
                  <a:lnTo>
                    <a:pt x="13964133" y="1524000"/>
                  </a:lnTo>
                  <a:lnTo>
                    <a:pt x="13964133" y="939800"/>
                  </a:lnTo>
                  <a:lnTo>
                    <a:pt x="14547012" y="939800"/>
                  </a:lnTo>
                  <a:lnTo>
                    <a:pt x="14547012" y="914400"/>
                  </a:lnTo>
                  <a:lnTo>
                    <a:pt x="13964133" y="914400"/>
                  </a:lnTo>
                  <a:lnTo>
                    <a:pt x="13964133" y="342900"/>
                  </a:lnTo>
                  <a:lnTo>
                    <a:pt x="14547012" y="342900"/>
                  </a:lnTo>
                  <a:lnTo>
                    <a:pt x="14547012" y="317500"/>
                  </a:lnTo>
                  <a:lnTo>
                    <a:pt x="13945730" y="317500"/>
                  </a:lnTo>
                  <a:lnTo>
                    <a:pt x="13945730" y="342900"/>
                  </a:lnTo>
                  <a:lnTo>
                    <a:pt x="13945730" y="914400"/>
                  </a:lnTo>
                  <a:lnTo>
                    <a:pt x="13945730" y="939800"/>
                  </a:lnTo>
                  <a:lnTo>
                    <a:pt x="13945730" y="1524000"/>
                  </a:lnTo>
                  <a:lnTo>
                    <a:pt x="13362851" y="1524000"/>
                  </a:lnTo>
                  <a:lnTo>
                    <a:pt x="13362851" y="939800"/>
                  </a:lnTo>
                  <a:lnTo>
                    <a:pt x="13945730" y="939800"/>
                  </a:lnTo>
                  <a:lnTo>
                    <a:pt x="13945730" y="914400"/>
                  </a:lnTo>
                  <a:lnTo>
                    <a:pt x="13362851" y="914400"/>
                  </a:lnTo>
                  <a:lnTo>
                    <a:pt x="13362851" y="342900"/>
                  </a:lnTo>
                  <a:lnTo>
                    <a:pt x="13945730" y="342900"/>
                  </a:lnTo>
                  <a:lnTo>
                    <a:pt x="13945730" y="317500"/>
                  </a:lnTo>
                  <a:lnTo>
                    <a:pt x="13344449" y="317500"/>
                  </a:lnTo>
                  <a:lnTo>
                    <a:pt x="13344449" y="342900"/>
                  </a:lnTo>
                  <a:lnTo>
                    <a:pt x="13344449" y="914400"/>
                  </a:lnTo>
                  <a:lnTo>
                    <a:pt x="13344449" y="939800"/>
                  </a:lnTo>
                  <a:lnTo>
                    <a:pt x="13344449" y="1524000"/>
                  </a:lnTo>
                  <a:lnTo>
                    <a:pt x="12761544" y="1524000"/>
                  </a:lnTo>
                  <a:lnTo>
                    <a:pt x="12761544" y="939800"/>
                  </a:lnTo>
                  <a:lnTo>
                    <a:pt x="13344449" y="939800"/>
                  </a:lnTo>
                  <a:lnTo>
                    <a:pt x="13344449" y="914400"/>
                  </a:lnTo>
                  <a:lnTo>
                    <a:pt x="12761544" y="914400"/>
                  </a:lnTo>
                  <a:lnTo>
                    <a:pt x="12761544" y="342900"/>
                  </a:lnTo>
                  <a:lnTo>
                    <a:pt x="13344449" y="342900"/>
                  </a:lnTo>
                  <a:lnTo>
                    <a:pt x="13344449" y="317500"/>
                  </a:lnTo>
                  <a:lnTo>
                    <a:pt x="12743155" y="317500"/>
                  </a:lnTo>
                  <a:lnTo>
                    <a:pt x="12743155" y="342900"/>
                  </a:lnTo>
                  <a:lnTo>
                    <a:pt x="12743155" y="914400"/>
                  </a:lnTo>
                  <a:lnTo>
                    <a:pt x="12743155" y="939800"/>
                  </a:lnTo>
                  <a:lnTo>
                    <a:pt x="12743155" y="1524000"/>
                  </a:lnTo>
                  <a:lnTo>
                    <a:pt x="12160263" y="1524000"/>
                  </a:lnTo>
                  <a:lnTo>
                    <a:pt x="12160263" y="939800"/>
                  </a:lnTo>
                  <a:lnTo>
                    <a:pt x="12743155" y="939800"/>
                  </a:lnTo>
                  <a:lnTo>
                    <a:pt x="12743155" y="914400"/>
                  </a:lnTo>
                  <a:lnTo>
                    <a:pt x="12160263" y="914400"/>
                  </a:lnTo>
                  <a:lnTo>
                    <a:pt x="12160263" y="342900"/>
                  </a:lnTo>
                  <a:lnTo>
                    <a:pt x="12743155" y="342900"/>
                  </a:lnTo>
                  <a:lnTo>
                    <a:pt x="12743155" y="317500"/>
                  </a:lnTo>
                  <a:lnTo>
                    <a:pt x="12141873" y="317500"/>
                  </a:lnTo>
                  <a:lnTo>
                    <a:pt x="12141873" y="342900"/>
                  </a:lnTo>
                  <a:lnTo>
                    <a:pt x="12141873" y="914400"/>
                  </a:lnTo>
                  <a:lnTo>
                    <a:pt x="12141873" y="939800"/>
                  </a:lnTo>
                  <a:lnTo>
                    <a:pt x="12141873" y="1524000"/>
                  </a:lnTo>
                  <a:lnTo>
                    <a:pt x="11558981" y="1524000"/>
                  </a:lnTo>
                  <a:lnTo>
                    <a:pt x="11558981" y="939800"/>
                  </a:lnTo>
                  <a:lnTo>
                    <a:pt x="12141873" y="939800"/>
                  </a:lnTo>
                  <a:lnTo>
                    <a:pt x="12141873" y="914400"/>
                  </a:lnTo>
                  <a:lnTo>
                    <a:pt x="11558981" y="914400"/>
                  </a:lnTo>
                  <a:lnTo>
                    <a:pt x="11558981" y="342900"/>
                  </a:lnTo>
                  <a:lnTo>
                    <a:pt x="12141873" y="342900"/>
                  </a:lnTo>
                  <a:lnTo>
                    <a:pt x="12141873" y="317500"/>
                  </a:lnTo>
                  <a:lnTo>
                    <a:pt x="11540592" y="317500"/>
                  </a:lnTo>
                  <a:lnTo>
                    <a:pt x="11540592" y="342900"/>
                  </a:lnTo>
                  <a:lnTo>
                    <a:pt x="11540592" y="914400"/>
                  </a:lnTo>
                  <a:lnTo>
                    <a:pt x="11540592" y="939800"/>
                  </a:lnTo>
                  <a:lnTo>
                    <a:pt x="11540592" y="1524000"/>
                  </a:lnTo>
                  <a:lnTo>
                    <a:pt x="10957700" y="1524000"/>
                  </a:lnTo>
                  <a:lnTo>
                    <a:pt x="10957700" y="939800"/>
                  </a:lnTo>
                  <a:lnTo>
                    <a:pt x="11540592" y="939800"/>
                  </a:lnTo>
                  <a:lnTo>
                    <a:pt x="11540592" y="914400"/>
                  </a:lnTo>
                  <a:lnTo>
                    <a:pt x="10957700" y="914400"/>
                  </a:lnTo>
                  <a:lnTo>
                    <a:pt x="10957700" y="342900"/>
                  </a:lnTo>
                  <a:lnTo>
                    <a:pt x="11540592" y="342900"/>
                  </a:lnTo>
                  <a:lnTo>
                    <a:pt x="11540592" y="317500"/>
                  </a:lnTo>
                  <a:lnTo>
                    <a:pt x="10939310" y="317500"/>
                  </a:lnTo>
                  <a:lnTo>
                    <a:pt x="10939310" y="342900"/>
                  </a:lnTo>
                  <a:lnTo>
                    <a:pt x="10939310" y="914400"/>
                  </a:lnTo>
                  <a:lnTo>
                    <a:pt x="10939310" y="939800"/>
                  </a:lnTo>
                  <a:lnTo>
                    <a:pt x="10939310" y="1524000"/>
                  </a:lnTo>
                  <a:lnTo>
                    <a:pt x="10356418" y="1524000"/>
                  </a:lnTo>
                  <a:lnTo>
                    <a:pt x="10356418" y="939800"/>
                  </a:lnTo>
                  <a:lnTo>
                    <a:pt x="10939310" y="939800"/>
                  </a:lnTo>
                  <a:lnTo>
                    <a:pt x="10939310" y="914400"/>
                  </a:lnTo>
                  <a:lnTo>
                    <a:pt x="10356418" y="914400"/>
                  </a:lnTo>
                  <a:lnTo>
                    <a:pt x="10356418" y="342900"/>
                  </a:lnTo>
                  <a:lnTo>
                    <a:pt x="10939310" y="342900"/>
                  </a:lnTo>
                  <a:lnTo>
                    <a:pt x="10939310" y="317500"/>
                  </a:lnTo>
                  <a:lnTo>
                    <a:pt x="10338016" y="317500"/>
                  </a:lnTo>
                  <a:lnTo>
                    <a:pt x="10338016" y="342900"/>
                  </a:lnTo>
                  <a:lnTo>
                    <a:pt x="10338016" y="914400"/>
                  </a:lnTo>
                  <a:lnTo>
                    <a:pt x="10338016" y="939800"/>
                  </a:lnTo>
                  <a:lnTo>
                    <a:pt x="10338016" y="1524000"/>
                  </a:lnTo>
                  <a:lnTo>
                    <a:pt x="9755124" y="1524000"/>
                  </a:lnTo>
                  <a:lnTo>
                    <a:pt x="9755124" y="939800"/>
                  </a:lnTo>
                  <a:lnTo>
                    <a:pt x="10338016" y="939800"/>
                  </a:lnTo>
                  <a:lnTo>
                    <a:pt x="10338016" y="914400"/>
                  </a:lnTo>
                  <a:lnTo>
                    <a:pt x="9755124" y="914400"/>
                  </a:lnTo>
                  <a:lnTo>
                    <a:pt x="9755124" y="342900"/>
                  </a:lnTo>
                  <a:lnTo>
                    <a:pt x="10338016" y="342900"/>
                  </a:lnTo>
                  <a:lnTo>
                    <a:pt x="10338016" y="317500"/>
                  </a:lnTo>
                  <a:lnTo>
                    <a:pt x="9736722" y="317500"/>
                  </a:lnTo>
                  <a:lnTo>
                    <a:pt x="9736722" y="342900"/>
                  </a:lnTo>
                  <a:lnTo>
                    <a:pt x="9736722" y="914400"/>
                  </a:lnTo>
                  <a:lnTo>
                    <a:pt x="9736722" y="939800"/>
                  </a:lnTo>
                  <a:lnTo>
                    <a:pt x="9736722" y="1524000"/>
                  </a:lnTo>
                  <a:lnTo>
                    <a:pt x="9153842" y="1524000"/>
                  </a:lnTo>
                  <a:lnTo>
                    <a:pt x="9153842" y="939800"/>
                  </a:lnTo>
                  <a:lnTo>
                    <a:pt x="9736722" y="939800"/>
                  </a:lnTo>
                  <a:lnTo>
                    <a:pt x="9736722" y="914400"/>
                  </a:lnTo>
                  <a:lnTo>
                    <a:pt x="9153842" y="914400"/>
                  </a:lnTo>
                  <a:lnTo>
                    <a:pt x="9153842" y="342900"/>
                  </a:lnTo>
                  <a:lnTo>
                    <a:pt x="9736722" y="342900"/>
                  </a:lnTo>
                  <a:lnTo>
                    <a:pt x="9736722" y="317500"/>
                  </a:lnTo>
                  <a:lnTo>
                    <a:pt x="9135440" y="317500"/>
                  </a:lnTo>
                  <a:lnTo>
                    <a:pt x="9135440" y="342900"/>
                  </a:lnTo>
                  <a:lnTo>
                    <a:pt x="9135440" y="914400"/>
                  </a:lnTo>
                  <a:lnTo>
                    <a:pt x="9135440" y="939800"/>
                  </a:lnTo>
                  <a:lnTo>
                    <a:pt x="9135440" y="1524000"/>
                  </a:lnTo>
                  <a:lnTo>
                    <a:pt x="8552561" y="1524000"/>
                  </a:lnTo>
                  <a:lnTo>
                    <a:pt x="8552561" y="939800"/>
                  </a:lnTo>
                  <a:lnTo>
                    <a:pt x="9135440" y="939800"/>
                  </a:lnTo>
                  <a:lnTo>
                    <a:pt x="9135440" y="914400"/>
                  </a:lnTo>
                  <a:lnTo>
                    <a:pt x="8552561" y="914400"/>
                  </a:lnTo>
                  <a:lnTo>
                    <a:pt x="8552561" y="342900"/>
                  </a:lnTo>
                  <a:lnTo>
                    <a:pt x="9135440" y="342900"/>
                  </a:lnTo>
                  <a:lnTo>
                    <a:pt x="9135440" y="317500"/>
                  </a:lnTo>
                  <a:lnTo>
                    <a:pt x="8534159" y="317500"/>
                  </a:lnTo>
                  <a:lnTo>
                    <a:pt x="8534159" y="342900"/>
                  </a:lnTo>
                  <a:lnTo>
                    <a:pt x="8534159" y="914400"/>
                  </a:lnTo>
                  <a:lnTo>
                    <a:pt x="8534159" y="939800"/>
                  </a:lnTo>
                  <a:lnTo>
                    <a:pt x="8534159" y="1524000"/>
                  </a:lnTo>
                  <a:lnTo>
                    <a:pt x="7951279" y="1524000"/>
                  </a:lnTo>
                  <a:lnTo>
                    <a:pt x="7951279" y="939800"/>
                  </a:lnTo>
                  <a:lnTo>
                    <a:pt x="8534159" y="939800"/>
                  </a:lnTo>
                  <a:lnTo>
                    <a:pt x="8534159" y="914400"/>
                  </a:lnTo>
                  <a:lnTo>
                    <a:pt x="7951279" y="914400"/>
                  </a:lnTo>
                  <a:lnTo>
                    <a:pt x="7951279" y="342900"/>
                  </a:lnTo>
                  <a:lnTo>
                    <a:pt x="8534159" y="342900"/>
                  </a:lnTo>
                  <a:lnTo>
                    <a:pt x="8534159" y="317500"/>
                  </a:lnTo>
                  <a:lnTo>
                    <a:pt x="7932877" y="317500"/>
                  </a:lnTo>
                  <a:lnTo>
                    <a:pt x="7932877" y="342900"/>
                  </a:lnTo>
                  <a:lnTo>
                    <a:pt x="7932877" y="914400"/>
                  </a:lnTo>
                  <a:lnTo>
                    <a:pt x="7932877" y="939800"/>
                  </a:lnTo>
                  <a:lnTo>
                    <a:pt x="7932877" y="1524000"/>
                  </a:lnTo>
                  <a:lnTo>
                    <a:pt x="7349998" y="1524000"/>
                  </a:lnTo>
                  <a:lnTo>
                    <a:pt x="7349998" y="939800"/>
                  </a:lnTo>
                  <a:lnTo>
                    <a:pt x="7932877" y="939800"/>
                  </a:lnTo>
                  <a:lnTo>
                    <a:pt x="7932877" y="914400"/>
                  </a:lnTo>
                  <a:lnTo>
                    <a:pt x="7349998" y="914400"/>
                  </a:lnTo>
                  <a:lnTo>
                    <a:pt x="7349998" y="342900"/>
                  </a:lnTo>
                  <a:lnTo>
                    <a:pt x="7932877" y="342900"/>
                  </a:lnTo>
                  <a:lnTo>
                    <a:pt x="7932877" y="317500"/>
                  </a:lnTo>
                  <a:lnTo>
                    <a:pt x="7331596" y="317500"/>
                  </a:lnTo>
                  <a:lnTo>
                    <a:pt x="7331596" y="342900"/>
                  </a:lnTo>
                  <a:lnTo>
                    <a:pt x="7331596" y="914400"/>
                  </a:lnTo>
                  <a:lnTo>
                    <a:pt x="7331596" y="939800"/>
                  </a:lnTo>
                  <a:lnTo>
                    <a:pt x="7331596" y="1524000"/>
                  </a:lnTo>
                  <a:lnTo>
                    <a:pt x="6748716" y="1524000"/>
                  </a:lnTo>
                  <a:lnTo>
                    <a:pt x="6748716" y="939800"/>
                  </a:lnTo>
                  <a:lnTo>
                    <a:pt x="7331596" y="939800"/>
                  </a:lnTo>
                  <a:lnTo>
                    <a:pt x="7331596" y="914400"/>
                  </a:lnTo>
                  <a:lnTo>
                    <a:pt x="6748716" y="914400"/>
                  </a:lnTo>
                  <a:lnTo>
                    <a:pt x="6748716" y="342900"/>
                  </a:lnTo>
                  <a:lnTo>
                    <a:pt x="7331596" y="342900"/>
                  </a:lnTo>
                  <a:lnTo>
                    <a:pt x="7331596" y="317500"/>
                  </a:lnTo>
                  <a:lnTo>
                    <a:pt x="6730314" y="317500"/>
                  </a:lnTo>
                  <a:lnTo>
                    <a:pt x="6730314" y="342900"/>
                  </a:lnTo>
                  <a:lnTo>
                    <a:pt x="6730314" y="914400"/>
                  </a:lnTo>
                  <a:lnTo>
                    <a:pt x="6730314" y="939800"/>
                  </a:lnTo>
                  <a:lnTo>
                    <a:pt x="6730314" y="1524000"/>
                  </a:lnTo>
                  <a:lnTo>
                    <a:pt x="6147409" y="1524000"/>
                  </a:lnTo>
                  <a:lnTo>
                    <a:pt x="6147409" y="939800"/>
                  </a:lnTo>
                  <a:lnTo>
                    <a:pt x="6730314" y="939800"/>
                  </a:lnTo>
                  <a:lnTo>
                    <a:pt x="6730314" y="914400"/>
                  </a:lnTo>
                  <a:lnTo>
                    <a:pt x="6147409" y="914400"/>
                  </a:lnTo>
                  <a:lnTo>
                    <a:pt x="6147409" y="342900"/>
                  </a:lnTo>
                  <a:lnTo>
                    <a:pt x="6730314" y="342900"/>
                  </a:lnTo>
                  <a:lnTo>
                    <a:pt x="6730314" y="317500"/>
                  </a:lnTo>
                  <a:lnTo>
                    <a:pt x="6129020" y="317500"/>
                  </a:lnTo>
                  <a:lnTo>
                    <a:pt x="6129020" y="342900"/>
                  </a:lnTo>
                  <a:lnTo>
                    <a:pt x="6129020" y="914400"/>
                  </a:lnTo>
                  <a:lnTo>
                    <a:pt x="6129020" y="939800"/>
                  </a:lnTo>
                  <a:lnTo>
                    <a:pt x="6129020" y="1524000"/>
                  </a:lnTo>
                  <a:lnTo>
                    <a:pt x="5546128" y="1524000"/>
                  </a:lnTo>
                  <a:lnTo>
                    <a:pt x="5546128" y="939800"/>
                  </a:lnTo>
                  <a:lnTo>
                    <a:pt x="6129020" y="939800"/>
                  </a:lnTo>
                  <a:lnTo>
                    <a:pt x="6129020" y="914400"/>
                  </a:lnTo>
                  <a:lnTo>
                    <a:pt x="5546128" y="914400"/>
                  </a:lnTo>
                  <a:lnTo>
                    <a:pt x="5546128" y="342900"/>
                  </a:lnTo>
                  <a:lnTo>
                    <a:pt x="6129020" y="342900"/>
                  </a:lnTo>
                  <a:lnTo>
                    <a:pt x="6129020" y="317500"/>
                  </a:lnTo>
                  <a:lnTo>
                    <a:pt x="5527738" y="317500"/>
                  </a:lnTo>
                  <a:lnTo>
                    <a:pt x="5527738" y="342900"/>
                  </a:lnTo>
                  <a:lnTo>
                    <a:pt x="5527738" y="914400"/>
                  </a:lnTo>
                  <a:lnTo>
                    <a:pt x="5527738" y="939800"/>
                  </a:lnTo>
                  <a:lnTo>
                    <a:pt x="5527738" y="1524000"/>
                  </a:lnTo>
                  <a:lnTo>
                    <a:pt x="4944846" y="1524000"/>
                  </a:lnTo>
                  <a:lnTo>
                    <a:pt x="4944846" y="939800"/>
                  </a:lnTo>
                  <a:lnTo>
                    <a:pt x="5527738" y="939800"/>
                  </a:lnTo>
                  <a:lnTo>
                    <a:pt x="5527738" y="914400"/>
                  </a:lnTo>
                  <a:lnTo>
                    <a:pt x="4944846" y="914400"/>
                  </a:lnTo>
                  <a:lnTo>
                    <a:pt x="4944846" y="342900"/>
                  </a:lnTo>
                  <a:lnTo>
                    <a:pt x="5527738" y="342900"/>
                  </a:lnTo>
                  <a:lnTo>
                    <a:pt x="5527738" y="317500"/>
                  </a:lnTo>
                  <a:lnTo>
                    <a:pt x="4926457" y="317500"/>
                  </a:lnTo>
                  <a:lnTo>
                    <a:pt x="4926457" y="342900"/>
                  </a:lnTo>
                  <a:lnTo>
                    <a:pt x="4926457" y="914400"/>
                  </a:lnTo>
                  <a:lnTo>
                    <a:pt x="4926457" y="939800"/>
                  </a:lnTo>
                  <a:lnTo>
                    <a:pt x="4926457" y="1524000"/>
                  </a:lnTo>
                  <a:lnTo>
                    <a:pt x="4343565" y="1524000"/>
                  </a:lnTo>
                  <a:lnTo>
                    <a:pt x="4343565" y="939800"/>
                  </a:lnTo>
                  <a:lnTo>
                    <a:pt x="4926457" y="939800"/>
                  </a:lnTo>
                  <a:lnTo>
                    <a:pt x="4926457" y="914400"/>
                  </a:lnTo>
                  <a:lnTo>
                    <a:pt x="4343565" y="914400"/>
                  </a:lnTo>
                  <a:lnTo>
                    <a:pt x="4343565" y="342900"/>
                  </a:lnTo>
                  <a:lnTo>
                    <a:pt x="4926457" y="342900"/>
                  </a:lnTo>
                  <a:lnTo>
                    <a:pt x="4926457" y="317500"/>
                  </a:lnTo>
                  <a:lnTo>
                    <a:pt x="4325175" y="317500"/>
                  </a:lnTo>
                  <a:lnTo>
                    <a:pt x="4325175" y="342900"/>
                  </a:lnTo>
                  <a:lnTo>
                    <a:pt x="4325175" y="914400"/>
                  </a:lnTo>
                  <a:lnTo>
                    <a:pt x="4325175" y="939800"/>
                  </a:lnTo>
                  <a:lnTo>
                    <a:pt x="4325175" y="1524000"/>
                  </a:lnTo>
                  <a:lnTo>
                    <a:pt x="3742283" y="1524000"/>
                  </a:lnTo>
                  <a:lnTo>
                    <a:pt x="3742283" y="939800"/>
                  </a:lnTo>
                  <a:lnTo>
                    <a:pt x="4325175" y="939800"/>
                  </a:lnTo>
                  <a:lnTo>
                    <a:pt x="4325175" y="914400"/>
                  </a:lnTo>
                  <a:lnTo>
                    <a:pt x="3742283" y="914400"/>
                  </a:lnTo>
                  <a:lnTo>
                    <a:pt x="3742283" y="342900"/>
                  </a:lnTo>
                  <a:lnTo>
                    <a:pt x="4325175" y="342900"/>
                  </a:lnTo>
                  <a:lnTo>
                    <a:pt x="4325175" y="317500"/>
                  </a:lnTo>
                  <a:lnTo>
                    <a:pt x="3723894" y="317500"/>
                  </a:lnTo>
                  <a:lnTo>
                    <a:pt x="3723894" y="342900"/>
                  </a:lnTo>
                  <a:lnTo>
                    <a:pt x="3723894" y="914400"/>
                  </a:lnTo>
                  <a:lnTo>
                    <a:pt x="3723894" y="939800"/>
                  </a:lnTo>
                  <a:lnTo>
                    <a:pt x="3723894" y="1524000"/>
                  </a:lnTo>
                  <a:lnTo>
                    <a:pt x="3140989" y="1524000"/>
                  </a:lnTo>
                  <a:lnTo>
                    <a:pt x="3140989" y="939800"/>
                  </a:lnTo>
                  <a:lnTo>
                    <a:pt x="3723894" y="939800"/>
                  </a:lnTo>
                  <a:lnTo>
                    <a:pt x="3723894" y="914400"/>
                  </a:lnTo>
                  <a:lnTo>
                    <a:pt x="3140989" y="914400"/>
                  </a:lnTo>
                  <a:lnTo>
                    <a:pt x="3140989" y="342900"/>
                  </a:lnTo>
                  <a:lnTo>
                    <a:pt x="3723894" y="342900"/>
                  </a:lnTo>
                  <a:lnTo>
                    <a:pt x="3723894" y="317500"/>
                  </a:lnTo>
                  <a:lnTo>
                    <a:pt x="3122587" y="317500"/>
                  </a:lnTo>
                  <a:lnTo>
                    <a:pt x="3122587" y="342900"/>
                  </a:lnTo>
                  <a:lnTo>
                    <a:pt x="3122587" y="914400"/>
                  </a:lnTo>
                  <a:lnTo>
                    <a:pt x="3122587" y="939800"/>
                  </a:lnTo>
                  <a:lnTo>
                    <a:pt x="3122587" y="1524000"/>
                  </a:lnTo>
                  <a:lnTo>
                    <a:pt x="2539708" y="1524000"/>
                  </a:lnTo>
                  <a:lnTo>
                    <a:pt x="2539708" y="939800"/>
                  </a:lnTo>
                  <a:lnTo>
                    <a:pt x="3122587" y="939800"/>
                  </a:lnTo>
                  <a:lnTo>
                    <a:pt x="3122587" y="914400"/>
                  </a:lnTo>
                  <a:lnTo>
                    <a:pt x="2539708" y="914400"/>
                  </a:lnTo>
                  <a:lnTo>
                    <a:pt x="2539708" y="342900"/>
                  </a:lnTo>
                  <a:lnTo>
                    <a:pt x="3122587" y="342900"/>
                  </a:lnTo>
                  <a:lnTo>
                    <a:pt x="3122587" y="317500"/>
                  </a:lnTo>
                  <a:lnTo>
                    <a:pt x="2521305" y="317500"/>
                  </a:lnTo>
                  <a:lnTo>
                    <a:pt x="2521305" y="342900"/>
                  </a:lnTo>
                  <a:lnTo>
                    <a:pt x="2521305" y="914400"/>
                  </a:lnTo>
                  <a:lnTo>
                    <a:pt x="2521305" y="939800"/>
                  </a:lnTo>
                  <a:lnTo>
                    <a:pt x="2521305" y="1524000"/>
                  </a:lnTo>
                  <a:lnTo>
                    <a:pt x="1938426" y="1524000"/>
                  </a:lnTo>
                  <a:lnTo>
                    <a:pt x="1938426" y="939800"/>
                  </a:lnTo>
                  <a:lnTo>
                    <a:pt x="2521305" y="939800"/>
                  </a:lnTo>
                  <a:lnTo>
                    <a:pt x="2521305" y="914400"/>
                  </a:lnTo>
                  <a:lnTo>
                    <a:pt x="1938426" y="914400"/>
                  </a:lnTo>
                  <a:lnTo>
                    <a:pt x="1938426" y="342900"/>
                  </a:lnTo>
                  <a:lnTo>
                    <a:pt x="2521305" y="342900"/>
                  </a:lnTo>
                  <a:lnTo>
                    <a:pt x="2521305" y="317500"/>
                  </a:lnTo>
                  <a:lnTo>
                    <a:pt x="1920024" y="317500"/>
                  </a:lnTo>
                  <a:lnTo>
                    <a:pt x="1920024" y="342900"/>
                  </a:lnTo>
                  <a:lnTo>
                    <a:pt x="1920024" y="914400"/>
                  </a:lnTo>
                  <a:lnTo>
                    <a:pt x="1920024" y="939800"/>
                  </a:lnTo>
                  <a:lnTo>
                    <a:pt x="1920024" y="1524000"/>
                  </a:lnTo>
                  <a:lnTo>
                    <a:pt x="1337144" y="1524000"/>
                  </a:lnTo>
                  <a:lnTo>
                    <a:pt x="1337144" y="939800"/>
                  </a:lnTo>
                  <a:lnTo>
                    <a:pt x="1920024" y="939800"/>
                  </a:lnTo>
                  <a:lnTo>
                    <a:pt x="1920024" y="914400"/>
                  </a:lnTo>
                  <a:lnTo>
                    <a:pt x="1337144" y="914400"/>
                  </a:lnTo>
                  <a:lnTo>
                    <a:pt x="1337144" y="342900"/>
                  </a:lnTo>
                  <a:lnTo>
                    <a:pt x="1920024" y="342900"/>
                  </a:lnTo>
                  <a:lnTo>
                    <a:pt x="1920024" y="317500"/>
                  </a:lnTo>
                  <a:lnTo>
                    <a:pt x="1318742" y="317500"/>
                  </a:lnTo>
                  <a:lnTo>
                    <a:pt x="1318742" y="342900"/>
                  </a:lnTo>
                  <a:lnTo>
                    <a:pt x="1318742" y="914400"/>
                  </a:lnTo>
                  <a:lnTo>
                    <a:pt x="1318742" y="939800"/>
                  </a:lnTo>
                  <a:lnTo>
                    <a:pt x="1318742" y="1524000"/>
                  </a:lnTo>
                  <a:lnTo>
                    <a:pt x="735863" y="1524000"/>
                  </a:lnTo>
                  <a:lnTo>
                    <a:pt x="735863" y="939800"/>
                  </a:lnTo>
                  <a:lnTo>
                    <a:pt x="1318742" y="939800"/>
                  </a:lnTo>
                  <a:lnTo>
                    <a:pt x="1318742" y="914400"/>
                  </a:lnTo>
                  <a:lnTo>
                    <a:pt x="735863" y="914400"/>
                  </a:lnTo>
                  <a:lnTo>
                    <a:pt x="735863" y="342900"/>
                  </a:lnTo>
                  <a:lnTo>
                    <a:pt x="1318742" y="342900"/>
                  </a:lnTo>
                  <a:lnTo>
                    <a:pt x="1318742" y="317500"/>
                  </a:lnTo>
                  <a:lnTo>
                    <a:pt x="717461" y="317500"/>
                  </a:lnTo>
                  <a:lnTo>
                    <a:pt x="717461" y="342900"/>
                  </a:lnTo>
                  <a:lnTo>
                    <a:pt x="717461" y="914400"/>
                  </a:lnTo>
                  <a:lnTo>
                    <a:pt x="717461" y="939800"/>
                  </a:lnTo>
                  <a:lnTo>
                    <a:pt x="717461" y="1524000"/>
                  </a:lnTo>
                  <a:lnTo>
                    <a:pt x="134569" y="1524000"/>
                  </a:lnTo>
                  <a:lnTo>
                    <a:pt x="134569" y="939800"/>
                  </a:lnTo>
                  <a:lnTo>
                    <a:pt x="717461" y="939800"/>
                  </a:lnTo>
                  <a:lnTo>
                    <a:pt x="717461" y="914400"/>
                  </a:lnTo>
                  <a:lnTo>
                    <a:pt x="134569" y="914400"/>
                  </a:lnTo>
                  <a:lnTo>
                    <a:pt x="134569" y="342900"/>
                  </a:lnTo>
                  <a:lnTo>
                    <a:pt x="717461" y="342900"/>
                  </a:lnTo>
                  <a:lnTo>
                    <a:pt x="717461" y="317500"/>
                  </a:lnTo>
                  <a:lnTo>
                    <a:pt x="0" y="317500"/>
                  </a:lnTo>
                  <a:lnTo>
                    <a:pt x="0" y="342900"/>
                  </a:lnTo>
                  <a:lnTo>
                    <a:pt x="116281" y="342900"/>
                  </a:lnTo>
                  <a:lnTo>
                    <a:pt x="116281" y="914400"/>
                  </a:lnTo>
                  <a:lnTo>
                    <a:pt x="0" y="914400"/>
                  </a:lnTo>
                  <a:lnTo>
                    <a:pt x="0" y="939800"/>
                  </a:lnTo>
                  <a:lnTo>
                    <a:pt x="116281" y="939800"/>
                  </a:lnTo>
                  <a:lnTo>
                    <a:pt x="116281" y="1524000"/>
                  </a:lnTo>
                  <a:lnTo>
                    <a:pt x="0" y="1524000"/>
                  </a:lnTo>
                  <a:lnTo>
                    <a:pt x="0" y="1536700"/>
                  </a:lnTo>
                  <a:lnTo>
                    <a:pt x="116281" y="1536700"/>
                  </a:lnTo>
                  <a:lnTo>
                    <a:pt x="116281" y="2120900"/>
                  </a:lnTo>
                  <a:lnTo>
                    <a:pt x="134569" y="2120900"/>
                  </a:lnTo>
                  <a:lnTo>
                    <a:pt x="134569" y="1536700"/>
                  </a:lnTo>
                  <a:lnTo>
                    <a:pt x="717461" y="1536700"/>
                  </a:lnTo>
                  <a:lnTo>
                    <a:pt x="717461" y="2120900"/>
                  </a:lnTo>
                  <a:lnTo>
                    <a:pt x="735863" y="2120900"/>
                  </a:lnTo>
                  <a:lnTo>
                    <a:pt x="735863" y="1536700"/>
                  </a:lnTo>
                  <a:lnTo>
                    <a:pt x="1318742" y="1536700"/>
                  </a:lnTo>
                  <a:lnTo>
                    <a:pt x="1318742" y="2120900"/>
                  </a:lnTo>
                  <a:lnTo>
                    <a:pt x="1337144" y="2120900"/>
                  </a:lnTo>
                  <a:lnTo>
                    <a:pt x="1337144" y="1536700"/>
                  </a:lnTo>
                  <a:lnTo>
                    <a:pt x="1920024" y="1536700"/>
                  </a:lnTo>
                  <a:lnTo>
                    <a:pt x="1920024" y="2120900"/>
                  </a:lnTo>
                  <a:lnTo>
                    <a:pt x="1938426" y="2120900"/>
                  </a:lnTo>
                  <a:lnTo>
                    <a:pt x="1938426" y="1536700"/>
                  </a:lnTo>
                  <a:lnTo>
                    <a:pt x="2521305" y="1536700"/>
                  </a:lnTo>
                  <a:lnTo>
                    <a:pt x="2521305" y="2120900"/>
                  </a:lnTo>
                  <a:lnTo>
                    <a:pt x="2539708" y="2120900"/>
                  </a:lnTo>
                  <a:lnTo>
                    <a:pt x="2539708" y="1536700"/>
                  </a:lnTo>
                  <a:lnTo>
                    <a:pt x="18287988" y="1536700"/>
                  </a:lnTo>
                  <a:lnTo>
                    <a:pt x="18287988" y="1524000"/>
                  </a:lnTo>
                  <a:lnTo>
                    <a:pt x="18173218" y="1524000"/>
                  </a:lnTo>
                  <a:lnTo>
                    <a:pt x="18173218" y="939800"/>
                  </a:lnTo>
                  <a:lnTo>
                    <a:pt x="18287988" y="939800"/>
                  </a:lnTo>
                  <a:lnTo>
                    <a:pt x="18287988" y="914400"/>
                  </a:lnTo>
                  <a:lnTo>
                    <a:pt x="18173218" y="914400"/>
                  </a:lnTo>
                  <a:lnTo>
                    <a:pt x="18173218" y="342900"/>
                  </a:lnTo>
                  <a:lnTo>
                    <a:pt x="18287988" y="342900"/>
                  </a:lnTo>
                  <a:lnTo>
                    <a:pt x="18287988" y="3175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6"/>
            <p:cNvSpPr/>
            <p:nvPr/>
          </p:nvSpPr>
          <p:spPr>
            <a:xfrm>
              <a:off x="0" y="15367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6096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609600"/>
                  </a:lnTo>
                  <a:lnTo>
                    <a:pt x="18154727" y="6096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6096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609600"/>
                  </a:lnTo>
                  <a:lnTo>
                    <a:pt x="17553445" y="6096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6096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609600"/>
                  </a:lnTo>
                  <a:lnTo>
                    <a:pt x="16952164" y="6096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6096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609600"/>
                  </a:lnTo>
                  <a:lnTo>
                    <a:pt x="16350882" y="6096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6096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609600"/>
                  </a:lnTo>
                  <a:lnTo>
                    <a:pt x="15749575" y="6096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6096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609600"/>
                  </a:lnTo>
                  <a:lnTo>
                    <a:pt x="15148294" y="6096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6096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609600"/>
                  </a:lnTo>
                  <a:lnTo>
                    <a:pt x="14547012" y="6096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6096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609600"/>
                  </a:lnTo>
                  <a:lnTo>
                    <a:pt x="13945730" y="6096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6096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609600"/>
                  </a:lnTo>
                  <a:lnTo>
                    <a:pt x="13344449" y="6096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6096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609600"/>
                  </a:lnTo>
                  <a:lnTo>
                    <a:pt x="12743155" y="6096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6096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609600"/>
                  </a:lnTo>
                  <a:lnTo>
                    <a:pt x="12141873" y="6096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6096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609600"/>
                  </a:lnTo>
                  <a:lnTo>
                    <a:pt x="11540592" y="6096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6096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609600"/>
                  </a:lnTo>
                  <a:lnTo>
                    <a:pt x="10939310" y="6096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6096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609600"/>
                  </a:lnTo>
                  <a:lnTo>
                    <a:pt x="10338016" y="6096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6096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609600"/>
                  </a:lnTo>
                  <a:lnTo>
                    <a:pt x="9736722" y="60960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9135440" y="6096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609600"/>
                  </a:lnTo>
                  <a:lnTo>
                    <a:pt x="9135440" y="60960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8534159" y="6096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609600"/>
                  </a:lnTo>
                  <a:lnTo>
                    <a:pt x="8534159" y="60960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932877" y="6096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609600"/>
                  </a:lnTo>
                  <a:lnTo>
                    <a:pt x="7932877" y="60960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7331596" y="6096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609600"/>
                  </a:lnTo>
                  <a:lnTo>
                    <a:pt x="7331596" y="60960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730314" y="6096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609600"/>
                  </a:lnTo>
                  <a:lnTo>
                    <a:pt x="6730314" y="60960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6129020" y="6096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609600"/>
                  </a:lnTo>
                  <a:lnTo>
                    <a:pt x="6129020" y="609600"/>
                  </a:lnTo>
                  <a:lnTo>
                    <a:pt x="6129020" y="584200"/>
                  </a:lnTo>
                  <a:lnTo>
                    <a:pt x="5546128" y="584200"/>
                  </a:lnTo>
                  <a:lnTo>
                    <a:pt x="5546128" y="0"/>
                  </a:lnTo>
                  <a:lnTo>
                    <a:pt x="5527738" y="0"/>
                  </a:lnTo>
                  <a:lnTo>
                    <a:pt x="5527738" y="584200"/>
                  </a:lnTo>
                  <a:lnTo>
                    <a:pt x="5527738" y="6096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609600"/>
                  </a:lnTo>
                  <a:lnTo>
                    <a:pt x="5527738" y="609600"/>
                  </a:lnTo>
                  <a:lnTo>
                    <a:pt x="5527738" y="584200"/>
                  </a:lnTo>
                  <a:lnTo>
                    <a:pt x="4944846" y="584200"/>
                  </a:lnTo>
                  <a:lnTo>
                    <a:pt x="4944846" y="0"/>
                  </a:lnTo>
                  <a:lnTo>
                    <a:pt x="4926457" y="0"/>
                  </a:lnTo>
                  <a:lnTo>
                    <a:pt x="4926457" y="584200"/>
                  </a:lnTo>
                  <a:lnTo>
                    <a:pt x="4926457" y="6096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609600"/>
                  </a:lnTo>
                  <a:lnTo>
                    <a:pt x="4926457" y="609600"/>
                  </a:lnTo>
                  <a:lnTo>
                    <a:pt x="4926457" y="584200"/>
                  </a:lnTo>
                  <a:lnTo>
                    <a:pt x="4343565" y="584200"/>
                  </a:lnTo>
                  <a:lnTo>
                    <a:pt x="4343565" y="0"/>
                  </a:lnTo>
                  <a:lnTo>
                    <a:pt x="4325175" y="0"/>
                  </a:lnTo>
                  <a:lnTo>
                    <a:pt x="4325175" y="584200"/>
                  </a:lnTo>
                  <a:lnTo>
                    <a:pt x="4325175" y="6096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609600"/>
                  </a:lnTo>
                  <a:lnTo>
                    <a:pt x="4325175" y="609600"/>
                  </a:lnTo>
                  <a:lnTo>
                    <a:pt x="4325175" y="584200"/>
                  </a:lnTo>
                  <a:lnTo>
                    <a:pt x="3742283" y="584200"/>
                  </a:lnTo>
                  <a:lnTo>
                    <a:pt x="3742283" y="0"/>
                  </a:lnTo>
                  <a:lnTo>
                    <a:pt x="3723894" y="0"/>
                  </a:lnTo>
                  <a:lnTo>
                    <a:pt x="3723894" y="584200"/>
                  </a:lnTo>
                  <a:lnTo>
                    <a:pt x="3723894" y="6096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609600"/>
                  </a:lnTo>
                  <a:lnTo>
                    <a:pt x="3723894" y="609600"/>
                  </a:lnTo>
                  <a:lnTo>
                    <a:pt x="3723894" y="584200"/>
                  </a:lnTo>
                  <a:lnTo>
                    <a:pt x="3140989" y="584200"/>
                  </a:lnTo>
                  <a:lnTo>
                    <a:pt x="3140989" y="0"/>
                  </a:lnTo>
                  <a:lnTo>
                    <a:pt x="3122587" y="0"/>
                  </a:lnTo>
                  <a:lnTo>
                    <a:pt x="3122587" y="584200"/>
                  </a:lnTo>
                  <a:lnTo>
                    <a:pt x="3122587" y="6096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609600"/>
                  </a:lnTo>
                  <a:lnTo>
                    <a:pt x="3122587" y="609600"/>
                  </a:lnTo>
                  <a:lnTo>
                    <a:pt x="3122587" y="584200"/>
                  </a:lnTo>
                  <a:lnTo>
                    <a:pt x="2539708" y="584200"/>
                  </a:lnTo>
                  <a:lnTo>
                    <a:pt x="2539708" y="0"/>
                  </a:lnTo>
                  <a:lnTo>
                    <a:pt x="2521305" y="0"/>
                  </a:lnTo>
                  <a:lnTo>
                    <a:pt x="2521305" y="584200"/>
                  </a:lnTo>
                  <a:lnTo>
                    <a:pt x="2521305" y="6096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609600"/>
                  </a:lnTo>
                  <a:lnTo>
                    <a:pt x="2521305" y="6096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6096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609600"/>
                  </a:lnTo>
                  <a:lnTo>
                    <a:pt x="1920024" y="6096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6096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609600"/>
                  </a:lnTo>
                  <a:lnTo>
                    <a:pt x="1318742" y="6096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6096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609600"/>
                  </a:lnTo>
                  <a:lnTo>
                    <a:pt x="717461" y="6096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609600"/>
                  </a:lnTo>
                  <a:lnTo>
                    <a:pt x="116281" y="6096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609600"/>
                  </a:lnTo>
                  <a:lnTo>
                    <a:pt x="18287988" y="6096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6"/>
            <p:cNvSpPr/>
            <p:nvPr/>
          </p:nvSpPr>
          <p:spPr>
            <a:xfrm>
              <a:off x="0" y="27432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5969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5969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5969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6730314" y="1206500"/>
                  </a:lnTo>
                  <a:lnTo>
                    <a:pt x="6730314" y="1790700"/>
                  </a:lnTo>
                  <a:lnTo>
                    <a:pt x="6748716" y="1790700"/>
                  </a:lnTo>
                  <a:lnTo>
                    <a:pt x="6748716" y="1206500"/>
                  </a:lnTo>
                  <a:lnTo>
                    <a:pt x="7331596" y="1206500"/>
                  </a:lnTo>
                  <a:lnTo>
                    <a:pt x="7331596" y="1790700"/>
                  </a:lnTo>
                  <a:lnTo>
                    <a:pt x="7349998" y="1790700"/>
                  </a:lnTo>
                  <a:lnTo>
                    <a:pt x="7349998" y="1206500"/>
                  </a:lnTo>
                  <a:lnTo>
                    <a:pt x="7932877" y="1206500"/>
                  </a:lnTo>
                  <a:lnTo>
                    <a:pt x="7932877" y="1790700"/>
                  </a:lnTo>
                  <a:lnTo>
                    <a:pt x="7951279" y="1790700"/>
                  </a:lnTo>
                  <a:lnTo>
                    <a:pt x="7951279" y="1206500"/>
                  </a:lnTo>
                  <a:lnTo>
                    <a:pt x="8534159" y="1206500"/>
                  </a:lnTo>
                  <a:lnTo>
                    <a:pt x="8534159" y="1790700"/>
                  </a:lnTo>
                  <a:lnTo>
                    <a:pt x="8552561" y="1790700"/>
                  </a:lnTo>
                  <a:lnTo>
                    <a:pt x="8552561" y="1206500"/>
                  </a:lnTo>
                  <a:lnTo>
                    <a:pt x="9135440" y="1206500"/>
                  </a:lnTo>
                  <a:lnTo>
                    <a:pt x="9135440" y="1790700"/>
                  </a:lnTo>
                  <a:lnTo>
                    <a:pt x="9153842" y="1790700"/>
                  </a:lnTo>
                  <a:lnTo>
                    <a:pt x="9153842" y="1206500"/>
                  </a:lnTo>
                  <a:lnTo>
                    <a:pt x="9736722" y="1206500"/>
                  </a:lnTo>
                  <a:lnTo>
                    <a:pt x="9736722" y="1790700"/>
                  </a:lnTo>
                  <a:lnTo>
                    <a:pt x="9755124" y="1790700"/>
                  </a:lnTo>
                  <a:lnTo>
                    <a:pt x="9755124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6"/>
            <p:cNvSpPr/>
            <p:nvPr/>
          </p:nvSpPr>
          <p:spPr>
            <a:xfrm>
              <a:off x="0" y="3949712"/>
              <a:ext cx="18288000" cy="1778000"/>
            </a:xfrm>
            <a:custGeom>
              <a:rect b="b" l="l" r="r" t="t"/>
              <a:pathLst>
                <a:path extrusionOk="0" h="17780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5969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5969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5969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193800"/>
                  </a:lnTo>
                  <a:lnTo>
                    <a:pt x="116281" y="1193800"/>
                  </a:lnTo>
                  <a:lnTo>
                    <a:pt x="116281" y="1778000"/>
                  </a:lnTo>
                  <a:lnTo>
                    <a:pt x="134569" y="1778000"/>
                  </a:lnTo>
                  <a:lnTo>
                    <a:pt x="134569" y="1193800"/>
                  </a:lnTo>
                  <a:lnTo>
                    <a:pt x="717461" y="1193800"/>
                  </a:lnTo>
                  <a:lnTo>
                    <a:pt x="717461" y="1778000"/>
                  </a:lnTo>
                  <a:lnTo>
                    <a:pt x="735863" y="1778000"/>
                  </a:lnTo>
                  <a:lnTo>
                    <a:pt x="735863" y="1193800"/>
                  </a:lnTo>
                  <a:lnTo>
                    <a:pt x="1318742" y="1193800"/>
                  </a:lnTo>
                  <a:lnTo>
                    <a:pt x="1318742" y="1778000"/>
                  </a:lnTo>
                  <a:lnTo>
                    <a:pt x="1337144" y="1778000"/>
                  </a:lnTo>
                  <a:lnTo>
                    <a:pt x="1337144" y="1193800"/>
                  </a:lnTo>
                  <a:lnTo>
                    <a:pt x="1920024" y="1193800"/>
                  </a:lnTo>
                  <a:lnTo>
                    <a:pt x="1920024" y="1778000"/>
                  </a:lnTo>
                  <a:lnTo>
                    <a:pt x="1938426" y="1778000"/>
                  </a:lnTo>
                  <a:lnTo>
                    <a:pt x="1938426" y="1193800"/>
                  </a:lnTo>
                  <a:lnTo>
                    <a:pt x="2521305" y="1193800"/>
                  </a:lnTo>
                  <a:lnTo>
                    <a:pt x="2521305" y="1778000"/>
                  </a:lnTo>
                  <a:lnTo>
                    <a:pt x="2539708" y="1778000"/>
                  </a:lnTo>
                  <a:lnTo>
                    <a:pt x="2539708" y="1193800"/>
                  </a:lnTo>
                  <a:lnTo>
                    <a:pt x="3122587" y="1193800"/>
                  </a:lnTo>
                  <a:lnTo>
                    <a:pt x="3122587" y="1778000"/>
                  </a:lnTo>
                  <a:lnTo>
                    <a:pt x="3140989" y="1778000"/>
                  </a:lnTo>
                  <a:lnTo>
                    <a:pt x="3140989" y="1193800"/>
                  </a:lnTo>
                  <a:lnTo>
                    <a:pt x="3723894" y="1193800"/>
                  </a:lnTo>
                  <a:lnTo>
                    <a:pt x="3723894" y="1778000"/>
                  </a:lnTo>
                  <a:lnTo>
                    <a:pt x="3742283" y="1778000"/>
                  </a:lnTo>
                  <a:lnTo>
                    <a:pt x="3742283" y="1193800"/>
                  </a:lnTo>
                  <a:lnTo>
                    <a:pt x="4325175" y="1193800"/>
                  </a:lnTo>
                  <a:lnTo>
                    <a:pt x="4325175" y="1778000"/>
                  </a:lnTo>
                  <a:lnTo>
                    <a:pt x="4343565" y="1778000"/>
                  </a:lnTo>
                  <a:lnTo>
                    <a:pt x="4343565" y="1193800"/>
                  </a:lnTo>
                  <a:lnTo>
                    <a:pt x="4926457" y="1193800"/>
                  </a:lnTo>
                  <a:lnTo>
                    <a:pt x="4926457" y="1778000"/>
                  </a:lnTo>
                  <a:lnTo>
                    <a:pt x="4944846" y="1778000"/>
                  </a:lnTo>
                  <a:lnTo>
                    <a:pt x="4944846" y="1193800"/>
                  </a:lnTo>
                  <a:lnTo>
                    <a:pt x="5527738" y="1193800"/>
                  </a:lnTo>
                  <a:lnTo>
                    <a:pt x="5527738" y="1778000"/>
                  </a:lnTo>
                  <a:lnTo>
                    <a:pt x="5546128" y="1778000"/>
                  </a:lnTo>
                  <a:lnTo>
                    <a:pt x="5546128" y="1193800"/>
                  </a:lnTo>
                  <a:lnTo>
                    <a:pt x="6129020" y="1193800"/>
                  </a:lnTo>
                  <a:lnTo>
                    <a:pt x="6129020" y="1778000"/>
                  </a:lnTo>
                  <a:lnTo>
                    <a:pt x="6147409" y="1778000"/>
                  </a:lnTo>
                  <a:lnTo>
                    <a:pt x="6147409" y="1193800"/>
                  </a:lnTo>
                  <a:lnTo>
                    <a:pt x="6730314" y="1193800"/>
                  </a:lnTo>
                  <a:lnTo>
                    <a:pt x="6730314" y="1778000"/>
                  </a:lnTo>
                  <a:lnTo>
                    <a:pt x="6748716" y="1778000"/>
                  </a:lnTo>
                  <a:lnTo>
                    <a:pt x="6748716" y="1193800"/>
                  </a:lnTo>
                  <a:lnTo>
                    <a:pt x="7331596" y="1193800"/>
                  </a:lnTo>
                  <a:lnTo>
                    <a:pt x="7331596" y="1778000"/>
                  </a:lnTo>
                  <a:lnTo>
                    <a:pt x="7349998" y="1778000"/>
                  </a:lnTo>
                  <a:lnTo>
                    <a:pt x="7349998" y="1193800"/>
                  </a:lnTo>
                  <a:lnTo>
                    <a:pt x="7932877" y="1193800"/>
                  </a:lnTo>
                  <a:lnTo>
                    <a:pt x="7932877" y="1778000"/>
                  </a:lnTo>
                  <a:lnTo>
                    <a:pt x="7951279" y="1778000"/>
                  </a:lnTo>
                  <a:lnTo>
                    <a:pt x="7951279" y="1193800"/>
                  </a:lnTo>
                  <a:lnTo>
                    <a:pt x="8534159" y="1193800"/>
                  </a:lnTo>
                  <a:lnTo>
                    <a:pt x="8534159" y="1778000"/>
                  </a:lnTo>
                  <a:lnTo>
                    <a:pt x="8552561" y="1778000"/>
                  </a:lnTo>
                  <a:lnTo>
                    <a:pt x="8552561" y="1193800"/>
                  </a:lnTo>
                  <a:lnTo>
                    <a:pt x="9135440" y="1193800"/>
                  </a:lnTo>
                  <a:lnTo>
                    <a:pt x="9135440" y="1778000"/>
                  </a:lnTo>
                  <a:lnTo>
                    <a:pt x="9153842" y="1778000"/>
                  </a:lnTo>
                  <a:lnTo>
                    <a:pt x="9153842" y="1193800"/>
                  </a:lnTo>
                  <a:lnTo>
                    <a:pt x="9736722" y="1193800"/>
                  </a:lnTo>
                  <a:lnTo>
                    <a:pt x="9736722" y="1778000"/>
                  </a:lnTo>
                  <a:lnTo>
                    <a:pt x="9755124" y="1778000"/>
                  </a:lnTo>
                  <a:lnTo>
                    <a:pt x="9755124" y="1193800"/>
                  </a:lnTo>
                  <a:lnTo>
                    <a:pt x="10338016" y="1193800"/>
                  </a:lnTo>
                  <a:lnTo>
                    <a:pt x="10338016" y="1778000"/>
                  </a:lnTo>
                  <a:lnTo>
                    <a:pt x="10356418" y="1778000"/>
                  </a:lnTo>
                  <a:lnTo>
                    <a:pt x="10356418" y="1193800"/>
                  </a:lnTo>
                  <a:lnTo>
                    <a:pt x="10939310" y="1193800"/>
                  </a:lnTo>
                  <a:lnTo>
                    <a:pt x="10939310" y="1778000"/>
                  </a:lnTo>
                  <a:lnTo>
                    <a:pt x="10957700" y="1778000"/>
                  </a:lnTo>
                  <a:lnTo>
                    <a:pt x="10957700" y="1193800"/>
                  </a:lnTo>
                  <a:lnTo>
                    <a:pt x="11540592" y="1193800"/>
                  </a:lnTo>
                  <a:lnTo>
                    <a:pt x="11540592" y="1778000"/>
                  </a:lnTo>
                  <a:lnTo>
                    <a:pt x="11558981" y="1778000"/>
                  </a:lnTo>
                  <a:lnTo>
                    <a:pt x="11558981" y="1193800"/>
                  </a:lnTo>
                  <a:lnTo>
                    <a:pt x="12141873" y="1193800"/>
                  </a:lnTo>
                  <a:lnTo>
                    <a:pt x="12141873" y="1778000"/>
                  </a:lnTo>
                  <a:lnTo>
                    <a:pt x="12160263" y="1778000"/>
                  </a:lnTo>
                  <a:lnTo>
                    <a:pt x="12160263" y="1193800"/>
                  </a:lnTo>
                  <a:lnTo>
                    <a:pt x="12743155" y="1193800"/>
                  </a:lnTo>
                  <a:lnTo>
                    <a:pt x="12743155" y="1778000"/>
                  </a:lnTo>
                  <a:lnTo>
                    <a:pt x="12761544" y="1778000"/>
                  </a:lnTo>
                  <a:lnTo>
                    <a:pt x="12761544" y="1193800"/>
                  </a:lnTo>
                  <a:lnTo>
                    <a:pt x="13344449" y="1193800"/>
                  </a:lnTo>
                  <a:lnTo>
                    <a:pt x="13344449" y="1778000"/>
                  </a:lnTo>
                  <a:lnTo>
                    <a:pt x="13362851" y="1778000"/>
                  </a:lnTo>
                  <a:lnTo>
                    <a:pt x="13362851" y="1193800"/>
                  </a:lnTo>
                  <a:lnTo>
                    <a:pt x="18287988" y="11938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6"/>
            <p:cNvSpPr/>
            <p:nvPr/>
          </p:nvSpPr>
          <p:spPr>
            <a:xfrm>
              <a:off x="0" y="51435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609600"/>
                  </a:lnTo>
                  <a:lnTo>
                    <a:pt x="18154727" y="1193800"/>
                  </a:lnTo>
                  <a:lnTo>
                    <a:pt x="17571835" y="1193800"/>
                  </a:lnTo>
                  <a:lnTo>
                    <a:pt x="17571835" y="609600"/>
                  </a:lnTo>
                  <a:lnTo>
                    <a:pt x="18154727" y="6096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609600"/>
                  </a:lnTo>
                  <a:lnTo>
                    <a:pt x="17553445" y="1193800"/>
                  </a:lnTo>
                  <a:lnTo>
                    <a:pt x="16970553" y="1193800"/>
                  </a:lnTo>
                  <a:lnTo>
                    <a:pt x="16970553" y="609600"/>
                  </a:lnTo>
                  <a:lnTo>
                    <a:pt x="17553445" y="6096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609600"/>
                  </a:lnTo>
                  <a:lnTo>
                    <a:pt x="16952164" y="1193800"/>
                  </a:lnTo>
                  <a:lnTo>
                    <a:pt x="16369272" y="1193800"/>
                  </a:lnTo>
                  <a:lnTo>
                    <a:pt x="16369272" y="609600"/>
                  </a:lnTo>
                  <a:lnTo>
                    <a:pt x="16952164" y="6096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609600"/>
                  </a:lnTo>
                  <a:lnTo>
                    <a:pt x="16350882" y="1193800"/>
                  </a:lnTo>
                  <a:lnTo>
                    <a:pt x="15767977" y="1193800"/>
                  </a:lnTo>
                  <a:lnTo>
                    <a:pt x="15767977" y="609600"/>
                  </a:lnTo>
                  <a:lnTo>
                    <a:pt x="16350882" y="6096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609600"/>
                  </a:lnTo>
                  <a:lnTo>
                    <a:pt x="15749575" y="1193800"/>
                  </a:lnTo>
                  <a:lnTo>
                    <a:pt x="15166696" y="1193800"/>
                  </a:lnTo>
                  <a:lnTo>
                    <a:pt x="15166696" y="609600"/>
                  </a:lnTo>
                  <a:lnTo>
                    <a:pt x="15749575" y="6096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609600"/>
                  </a:lnTo>
                  <a:lnTo>
                    <a:pt x="15148294" y="1193800"/>
                  </a:lnTo>
                  <a:lnTo>
                    <a:pt x="14565414" y="1193800"/>
                  </a:lnTo>
                  <a:lnTo>
                    <a:pt x="14565414" y="609600"/>
                  </a:lnTo>
                  <a:lnTo>
                    <a:pt x="15148294" y="6096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609600"/>
                  </a:lnTo>
                  <a:lnTo>
                    <a:pt x="14547012" y="1193800"/>
                  </a:lnTo>
                  <a:lnTo>
                    <a:pt x="13964133" y="1193800"/>
                  </a:lnTo>
                  <a:lnTo>
                    <a:pt x="13964133" y="609600"/>
                  </a:lnTo>
                  <a:lnTo>
                    <a:pt x="14547012" y="6096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609600"/>
                  </a:lnTo>
                  <a:lnTo>
                    <a:pt x="13945730" y="1193800"/>
                  </a:lnTo>
                  <a:lnTo>
                    <a:pt x="13362851" y="1193800"/>
                  </a:lnTo>
                  <a:lnTo>
                    <a:pt x="13362851" y="609600"/>
                  </a:lnTo>
                  <a:lnTo>
                    <a:pt x="13945730" y="6096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609600"/>
                  </a:lnTo>
                  <a:lnTo>
                    <a:pt x="13344449" y="1193800"/>
                  </a:lnTo>
                  <a:lnTo>
                    <a:pt x="12761544" y="1193800"/>
                  </a:lnTo>
                  <a:lnTo>
                    <a:pt x="12761544" y="609600"/>
                  </a:lnTo>
                  <a:lnTo>
                    <a:pt x="13344449" y="609600"/>
                  </a:lnTo>
                  <a:lnTo>
                    <a:pt x="13344449" y="584200"/>
                  </a:lnTo>
                  <a:lnTo>
                    <a:pt x="12743155" y="584200"/>
                  </a:lnTo>
                  <a:lnTo>
                    <a:pt x="12743155" y="609600"/>
                  </a:lnTo>
                  <a:lnTo>
                    <a:pt x="12743155" y="1193800"/>
                  </a:lnTo>
                  <a:lnTo>
                    <a:pt x="12160263" y="1193800"/>
                  </a:lnTo>
                  <a:lnTo>
                    <a:pt x="12160263" y="609600"/>
                  </a:lnTo>
                  <a:lnTo>
                    <a:pt x="12743155" y="609600"/>
                  </a:lnTo>
                  <a:lnTo>
                    <a:pt x="12743155" y="584200"/>
                  </a:lnTo>
                  <a:lnTo>
                    <a:pt x="12141873" y="584200"/>
                  </a:lnTo>
                  <a:lnTo>
                    <a:pt x="12141873" y="609600"/>
                  </a:lnTo>
                  <a:lnTo>
                    <a:pt x="12141873" y="1193800"/>
                  </a:lnTo>
                  <a:lnTo>
                    <a:pt x="11558981" y="1193800"/>
                  </a:lnTo>
                  <a:lnTo>
                    <a:pt x="11558981" y="609600"/>
                  </a:lnTo>
                  <a:lnTo>
                    <a:pt x="12141873" y="609600"/>
                  </a:lnTo>
                  <a:lnTo>
                    <a:pt x="12141873" y="584200"/>
                  </a:lnTo>
                  <a:lnTo>
                    <a:pt x="11540592" y="584200"/>
                  </a:lnTo>
                  <a:lnTo>
                    <a:pt x="11540592" y="609600"/>
                  </a:lnTo>
                  <a:lnTo>
                    <a:pt x="11540592" y="1193800"/>
                  </a:lnTo>
                  <a:lnTo>
                    <a:pt x="10957700" y="1193800"/>
                  </a:lnTo>
                  <a:lnTo>
                    <a:pt x="10957700" y="609600"/>
                  </a:lnTo>
                  <a:lnTo>
                    <a:pt x="11540592" y="609600"/>
                  </a:lnTo>
                  <a:lnTo>
                    <a:pt x="11540592" y="584200"/>
                  </a:lnTo>
                  <a:lnTo>
                    <a:pt x="10939310" y="584200"/>
                  </a:lnTo>
                  <a:lnTo>
                    <a:pt x="10939310" y="609600"/>
                  </a:lnTo>
                  <a:lnTo>
                    <a:pt x="10939310" y="1193800"/>
                  </a:lnTo>
                  <a:lnTo>
                    <a:pt x="10356418" y="1193800"/>
                  </a:lnTo>
                  <a:lnTo>
                    <a:pt x="10356418" y="609600"/>
                  </a:lnTo>
                  <a:lnTo>
                    <a:pt x="10939310" y="609600"/>
                  </a:lnTo>
                  <a:lnTo>
                    <a:pt x="10939310" y="584200"/>
                  </a:lnTo>
                  <a:lnTo>
                    <a:pt x="10338016" y="584200"/>
                  </a:lnTo>
                  <a:lnTo>
                    <a:pt x="10338016" y="609600"/>
                  </a:lnTo>
                  <a:lnTo>
                    <a:pt x="10338016" y="1193800"/>
                  </a:lnTo>
                  <a:lnTo>
                    <a:pt x="9755124" y="1193800"/>
                  </a:lnTo>
                  <a:lnTo>
                    <a:pt x="9755124" y="609600"/>
                  </a:lnTo>
                  <a:lnTo>
                    <a:pt x="10338016" y="609600"/>
                  </a:lnTo>
                  <a:lnTo>
                    <a:pt x="10338016" y="584200"/>
                  </a:lnTo>
                  <a:lnTo>
                    <a:pt x="9736722" y="584200"/>
                  </a:lnTo>
                  <a:lnTo>
                    <a:pt x="9736722" y="609600"/>
                  </a:lnTo>
                  <a:lnTo>
                    <a:pt x="9736722" y="1193800"/>
                  </a:lnTo>
                  <a:lnTo>
                    <a:pt x="9153842" y="1193800"/>
                  </a:lnTo>
                  <a:lnTo>
                    <a:pt x="9153842" y="609600"/>
                  </a:lnTo>
                  <a:lnTo>
                    <a:pt x="9736722" y="609600"/>
                  </a:lnTo>
                  <a:lnTo>
                    <a:pt x="9736722" y="584200"/>
                  </a:lnTo>
                  <a:lnTo>
                    <a:pt x="9135440" y="584200"/>
                  </a:lnTo>
                  <a:lnTo>
                    <a:pt x="9135440" y="609600"/>
                  </a:lnTo>
                  <a:lnTo>
                    <a:pt x="9135440" y="1193800"/>
                  </a:lnTo>
                  <a:lnTo>
                    <a:pt x="8552561" y="1193800"/>
                  </a:lnTo>
                  <a:lnTo>
                    <a:pt x="8552561" y="609600"/>
                  </a:lnTo>
                  <a:lnTo>
                    <a:pt x="9135440" y="609600"/>
                  </a:lnTo>
                  <a:lnTo>
                    <a:pt x="9135440" y="584200"/>
                  </a:lnTo>
                  <a:lnTo>
                    <a:pt x="8534159" y="584200"/>
                  </a:lnTo>
                  <a:lnTo>
                    <a:pt x="8534159" y="609600"/>
                  </a:lnTo>
                  <a:lnTo>
                    <a:pt x="8534159" y="1193800"/>
                  </a:lnTo>
                  <a:lnTo>
                    <a:pt x="7951279" y="1193800"/>
                  </a:lnTo>
                  <a:lnTo>
                    <a:pt x="7951279" y="609600"/>
                  </a:lnTo>
                  <a:lnTo>
                    <a:pt x="8534159" y="609600"/>
                  </a:lnTo>
                  <a:lnTo>
                    <a:pt x="8534159" y="584200"/>
                  </a:lnTo>
                  <a:lnTo>
                    <a:pt x="7932877" y="584200"/>
                  </a:lnTo>
                  <a:lnTo>
                    <a:pt x="7932877" y="609600"/>
                  </a:lnTo>
                  <a:lnTo>
                    <a:pt x="7932877" y="1193800"/>
                  </a:lnTo>
                  <a:lnTo>
                    <a:pt x="7349998" y="1193800"/>
                  </a:lnTo>
                  <a:lnTo>
                    <a:pt x="7349998" y="609600"/>
                  </a:lnTo>
                  <a:lnTo>
                    <a:pt x="7932877" y="609600"/>
                  </a:lnTo>
                  <a:lnTo>
                    <a:pt x="7932877" y="584200"/>
                  </a:lnTo>
                  <a:lnTo>
                    <a:pt x="7331596" y="584200"/>
                  </a:lnTo>
                  <a:lnTo>
                    <a:pt x="7331596" y="609600"/>
                  </a:lnTo>
                  <a:lnTo>
                    <a:pt x="7331596" y="1193800"/>
                  </a:lnTo>
                  <a:lnTo>
                    <a:pt x="6748716" y="1193800"/>
                  </a:lnTo>
                  <a:lnTo>
                    <a:pt x="6748716" y="609600"/>
                  </a:lnTo>
                  <a:lnTo>
                    <a:pt x="7331596" y="609600"/>
                  </a:lnTo>
                  <a:lnTo>
                    <a:pt x="7331596" y="584200"/>
                  </a:lnTo>
                  <a:lnTo>
                    <a:pt x="6730314" y="584200"/>
                  </a:lnTo>
                  <a:lnTo>
                    <a:pt x="6730314" y="609600"/>
                  </a:lnTo>
                  <a:lnTo>
                    <a:pt x="6730314" y="1193800"/>
                  </a:lnTo>
                  <a:lnTo>
                    <a:pt x="6147409" y="1193800"/>
                  </a:lnTo>
                  <a:lnTo>
                    <a:pt x="6147409" y="609600"/>
                  </a:lnTo>
                  <a:lnTo>
                    <a:pt x="6730314" y="609600"/>
                  </a:lnTo>
                  <a:lnTo>
                    <a:pt x="6730314" y="584200"/>
                  </a:lnTo>
                  <a:lnTo>
                    <a:pt x="6129020" y="584200"/>
                  </a:lnTo>
                  <a:lnTo>
                    <a:pt x="6129020" y="609600"/>
                  </a:lnTo>
                  <a:lnTo>
                    <a:pt x="6129020" y="1193800"/>
                  </a:lnTo>
                  <a:lnTo>
                    <a:pt x="5546128" y="1193800"/>
                  </a:lnTo>
                  <a:lnTo>
                    <a:pt x="5546128" y="609600"/>
                  </a:lnTo>
                  <a:lnTo>
                    <a:pt x="6129020" y="6096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609600"/>
                  </a:lnTo>
                  <a:lnTo>
                    <a:pt x="5527738" y="1193800"/>
                  </a:lnTo>
                  <a:lnTo>
                    <a:pt x="4944846" y="1193800"/>
                  </a:lnTo>
                  <a:lnTo>
                    <a:pt x="4944846" y="609600"/>
                  </a:lnTo>
                  <a:lnTo>
                    <a:pt x="5527738" y="6096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609600"/>
                  </a:lnTo>
                  <a:lnTo>
                    <a:pt x="4926457" y="1193800"/>
                  </a:lnTo>
                  <a:lnTo>
                    <a:pt x="4343565" y="1193800"/>
                  </a:lnTo>
                  <a:lnTo>
                    <a:pt x="4343565" y="609600"/>
                  </a:lnTo>
                  <a:lnTo>
                    <a:pt x="4926457" y="6096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609600"/>
                  </a:lnTo>
                  <a:lnTo>
                    <a:pt x="4325175" y="1193800"/>
                  </a:lnTo>
                  <a:lnTo>
                    <a:pt x="3742283" y="1193800"/>
                  </a:lnTo>
                  <a:lnTo>
                    <a:pt x="3742283" y="609600"/>
                  </a:lnTo>
                  <a:lnTo>
                    <a:pt x="4325175" y="6096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609600"/>
                  </a:lnTo>
                  <a:lnTo>
                    <a:pt x="3723894" y="1193800"/>
                  </a:lnTo>
                  <a:lnTo>
                    <a:pt x="3140989" y="1193800"/>
                  </a:lnTo>
                  <a:lnTo>
                    <a:pt x="3140989" y="609600"/>
                  </a:lnTo>
                  <a:lnTo>
                    <a:pt x="3723894" y="6096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609600"/>
                  </a:lnTo>
                  <a:lnTo>
                    <a:pt x="3122587" y="1193800"/>
                  </a:lnTo>
                  <a:lnTo>
                    <a:pt x="2539708" y="1193800"/>
                  </a:lnTo>
                  <a:lnTo>
                    <a:pt x="2539708" y="609600"/>
                  </a:lnTo>
                  <a:lnTo>
                    <a:pt x="3122587" y="6096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609600"/>
                  </a:lnTo>
                  <a:lnTo>
                    <a:pt x="2521305" y="1193800"/>
                  </a:lnTo>
                  <a:lnTo>
                    <a:pt x="1938426" y="1193800"/>
                  </a:lnTo>
                  <a:lnTo>
                    <a:pt x="1938426" y="609600"/>
                  </a:lnTo>
                  <a:lnTo>
                    <a:pt x="2521305" y="6096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609600"/>
                  </a:lnTo>
                  <a:lnTo>
                    <a:pt x="1920024" y="1193800"/>
                  </a:lnTo>
                  <a:lnTo>
                    <a:pt x="1337144" y="1193800"/>
                  </a:lnTo>
                  <a:lnTo>
                    <a:pt x="1337144" y="609600"/>
                  </a:lnTo>
                  <a:lnTo>
                    <a:pt x="1920024" y="6096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609600"/>
                  </a:lnTo>
                  <a:lnTo>
                    <a:pt x="1318742" y="1193800"/>
                  </a:lnTo>
                  <a:lnTo>
                    <a:pt x="735863" y="1193800"/>
                  </a:lnTo>
                  <a:lnTo>
                    <a:pt x="735863" y="609600"/>
                  </a:lnTo>
                  <a:lnTo>
                    <a:pt x="1318742" y="6096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609600"/>
                  </a:lnTo>
                  <a:lnTo>
                    <a:pt x="717461" y="1193800"/>
                  </a:lnTo>
                  <a:lnTo>
                    <a:pt x="134569" y="1193800"/>
                  </a:lnTo>
                  <a:lnTo>
                    <a:pt x="134569" y="609600"/>
                  </a:lnTo>
                  <a:lnTo>
                    <a:pt x="717461" y="6096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609600"/>
                  </a:lnTo>
                  <a:lnTo>
                    <a:pt x="116281" y="609600"/>
                  </a:lnTo>
                  <a:lnTo>
                    <a:pt x="116281" y="1193800"/>
                  </a:lnTo>
                  <a:lnTo>
                    <a:pt x="0" y="11938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6730314" y="1206500"/>
                  </a:lnTo>
                  <a:lnTo>
                    <a:pt x="6730314" y="1790700"/>
                  </a:lnTo>
                  <a:lnTo>
                    <a:pt x="6748716" y="1790700"/>
                  </a:lnTo>
                  <a:lnTo>
                    <a:pt x="6748716" y="1206500"/>
                  </a:lnTo>
                  <a:lnTo>
                    <a:pt x="7331596" y="1206500"/>
                  </a:lnTo>
                  <a:lnTo>
                    <a:pt x="7331596" y="1790700"/>
                  </a:lnTo>
                  <a:lnTo>
                    <a:pt x="7349998" y="1790700"/>
                  </a:lnTo>
                  <a:lnTo>
                    <a:pt x="7349998" y="1206500"/>
                  </a:lnTo>
                  <a:lnTo>
                    <a:pt x="7932877" y="1206500"/>
                  </a:lnTo>
                  <a:lnTo>
                    <a:pt x="7932877" y="1790700"/>
                  </a:lnTo>
                  <a:lnTo>
                    <a:pt x="7951279" y="1790700"/>
                  </a:lnTo>
                  <a:lnTo>
                    <a:pt x="7951279" y="1206500"/>
                  </a:lnTo>
                  <a:lnTo>
                    <a:pt x="8534159" y="1206500"/>
                  </a:lnTo>
                  <a:lnTo>
                    <a:pt x="8534159" y="1790700"/>
                  </a:lnTo>
                  <a:lnTo>
                    <a:pt x="8552561" y="1790700"/>
                  </a:lnTo>
                  <a:lnTo>
                    <a:pt x="8552561" y="1206500"/>
                  </a:lnTo>
                  <a:lnTo>
                    <a:pt x="9135440" y="1206500"/>
                  </a:lnTo>
                  <a:lnTo>
                    <a:pt x="9135440" y="1790700"/>
                  </a:lnTo>
                  <a:lnTo>
                    <a:pt x="9153842" y="1790700"/>
                  </a:lnTo>
                  <a:lnTo>
                    <a:pt x="9153842" y="1206500"/>
                  </a:lnTo>
                  <a:lnTo>
                    <a:pt x="9736722" y="1206500"/>
                  </a:lnTo>
                  <a:lnTo>
                    <a:pt x="9736722" y="1790700"/>
                  </a:lnTo>
                  <a:lnTo>
                    <a:pt x="9755124" y="1790700"/>
                  </a:lnTo>
                  <a:lnTo>
                    <a:pt x="9755124" y="1206500"/>
                  </a:lnTo>
                  <a:lnTo>
                    <a:pt x="10338016" y="1206500"/>
                  </a:lnTo>
                  <a:lnTo>
                    <a:pt x="10338016" y="1790700"/>
                  </a:lnTo>
                  <a:lnTo>
                    <a:pt x="10356418" y="1790700"/>
                  </a:lnTo>
                  <a:lnTo>
                    <a:pt x="10356418" y="1206500"/>
                  </a:lnTo>
                  <a:lnTo>
                    <a:pt x="10939310" y="1206500"/>
                  </a:lnTo>
                  <a:lnTo>
                    <a:pt x="10939310" y="1790700"/>
                  </a:lnTo>
                  <a:lnTo>
                    <a:pt x="10957700" y="1790700"/>
                  </a:lnTo>
                  <a:lnTo>
                    <a:pt x="10957700" y="1206500"/>
                  </a:lnTo>
                  <a:lnTo>
                    <a:pt x="11540592" y="1206500"/>
                  </a:lnTo>
                  <a:lnTo>
                    <a:pt x="11540592" y="1790700"/>
                  </a:lnTo>
                  <a:lnTo>
                    <a:pt x="11558981" y="1790700"/>
                  </a:lnTo>
                  <a:lnTo>
                    <a:pt x="11558981" y="1206500"/>
                  </a:lnTo>
                  <a:lnTo>
                    <a:pt x="12141873" y="1206500"/>
                  </a:lnTo>
                  <a:lnTo>
                    <a:pt x="12141873" y="1790700"/>
                  </a:lnTo>
                  <a:lnTo>
                    <a:pt x="12160263" y="1790700"/>
                  </a:lnTo>
                  <a:lnTo>
                    <a:pt x="12160263" y="1206500"/>
                  </a:lnTo>
                  <a:lnTo>
                    <a:pt x="12743155" y="1206500"/>
                  </a:lnTo>
                  <a:lnTo>
                    <a:pt x="12743155" y="1790700"/>
                  </a:lnTo>
                  <a:lnTo>
                    <a:pt x="12761544" y="1790700"/>
                  </a:lnTo>
                  <a:lnTo>
                    <a:pt x="12761544" y="1206500"/>
                  </a:lnTo>
                  <a:lnTo>
                    <a:pt x="13344449" y="1206500"/>
                  </a:lnTo>
                  <a:lnTo>
                    <a:pt x="13344449" y="1790700"/>
                  </a:lnTo>
                  <a:lnTo>
                    <a:pt x="13362851" y="1790700"/>
                  </a:lnTo>
                  <a:lnTo>
                    <a:pt x="13362851" y="1206500"/>
                  </a:lnTo>
                  <a:lnTo>
                    <a:pt x="13945730" y="1206500"/>
                  </a:lnTo>
                  <a:lnTo>
                    <a:pt x="13945730" y="1790700"/>
                  </a:lnTo>
                  <a:lnTo>
                    <a:pt x="13964133" y="1790700"/>
                  </a:lnTo>
                  <a:lnTo>
                    <a:pt x="13964133" y="1206500"/>
                  </a:lnTo>
                  <a:lnTo>
                    <a:pt x="14547012" y="1206500"/>
                  </a:lnTo>
                  <a:lnTo>
                    <a:pt x="14547012" y="1790700"/>
                  </a:lnTo>
                  <a:lnTo>
                    <a:pt x="14565414" y="1790700"/>
                  </a:lnTo>
                  <a:lnTo>
                    <a:pt x="14565414" y="1206500"/>
                  </a:lnTo>
                  <a:lnTo>
                    <a:pt x="15148294" y="1206500"/>
                  </a:lnTo>
                  <a:lnTo>
                    <a:pt x="15148294" y="1790700"/>
                  </a:lnTo>
                  <a:lnTo>
                    <a:pt x="15166696" y="1790700"/>
                  </a:lnTo>
                  <a:lnTo>
                    <a:pt x="15166696" y="1206500"/>
                  </a:lnTo>
                  <a:lnTo>
                    <a:pt x="15749575" y="1206500"/>
                  </a:lnTo>
                  <a:lnTo>
                    <a:pt x="15749575" y="1790700"/>
                  </a:lnTo>
                  <a:lnTo>
                    <a:pt x="15767977" y="1790700"/>
                  </a:lnTo>
                  <a:lnTo>
                    <a:pt x="15767977" y="1206500"/>
                  </a:lnTo>
                  <a:lnTo>
                    <a:pt x="16350882" y="1206500"/>
                  </a:lnTo>
                  <a:lnTo>
                    <a:pt x="16350882" y="1790700"/>
                  </a:lnTo>
                  <a:lnTo>
                    <a:pt x="16369272" y="1790700"/>
                  </a:lnTo>
                  <a:lnTo>
                    <a:pt x="16369272" y="1206500"/>
                  </a:lnTo>
                  <a:lnTo>
                    <a:pt x="16952164" y="1206500"/>
                  </a:lnTo>
                  <a:lnTo>
                    <a:pt x="16952164" y="1790700"/>
                  </a:lnTo>
                  <a:lnTo>
                    <a:pt x="16970553" y="1790700"/>
                  </a:lnTo>
                  <a:lnTo>
                    <a:pt x="16970553" y="1206500"/>
                  </a:lnTo>
                  <a:lnTo>
                    <a:pt x="18287988" y="1206500"/>
                  </a:lnTo>
                  <a:lnTo>
                    <a:pt x="18287988" y="1193800"/>
                  </a:lnTo>
                  <a:lnTo>
                    <a:pt x="18173218" y="1193800"/>
                  </a:lnTo>
                  <a:lnTo>
                    <a:pt x="18173218" y="609600"/>
                  </a:lnTo>
                  <a:lnTo>
                    <a:pt x="18287988" y="6096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6"/>
            <p:cNvSpPr/>
            <p:nvPr/>
          </p:nvSpPr>
          <p:spPr>
            <a:xfrm>
              <a:off x="0" y="6350012"/>
              <a:ext cx="18288000" cy="2387600"/>
            </a:xfrm>
            <a:custGeom>
              <a:rect b="b" l="l" r="r" t="t"/>
              <a:pathLst>
                <a:path extrusionOk="0" h="23876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1790700"/>
                  </a:lnTo>
                  <a:lnTo>
                    <a:pt x="17571835" y="1790700"/>
                  </a:lnTo>
                  <a:lnTo>
                    <a:pt x="17571835" y="1206500"/>
                  </a:lnTo>
                  <a:lnTo>
                    <a:pt x="18154727" y="12065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1790700"/>
                  </a:lnTo>
                  <a:lnTo>
                    <a:pt x="16970553" y="1790700"/>
                  </a:lnTo>
                  <a:lnTo>
                    <a:pt x="16970553" y="1206500"/>
                  </a:lnTo>
                  <a:lnTo>
                    <a:pt x="17553445" y="12065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1790700"/>
                  </a:lnTo>
                  <a:lnTo>
                    <a:pt x="16369272" y="1790700"/>
                  </a:lnTo>
                  <a:lnTo>
                    <a:pt x="16369272" y="1206500"/>
                  </a:lnTo>
                  <a:lnTo>
                    <a:pt x="16952164" y="12065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6350882" y="1206500"/>
                  </a:lnTo>
                  <a:lnTo>
                    <a:pt x="16350882" y="1790700"/>
                  </a:lnTo>
                  <a:lnTo>
                    <a:pt x="15767977" y="1790700"/>
                  </a:lnTo>
                  <a:lnTo>
                    <a:pt x="15767977" y="1206500"/>
                  </a:lnTo>
                  <a:lnTo>
                    <a:pt x="16350882" y="12065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749575" y="1206500"/>
                  </a:lnTo>
                  <a:lnTo>
                    <a:pt x="15749575" y="1790700"/>
                  </a:lnTo>
                  <a:lnTo>
                    <a:pt x="15166696" y="1790700"/>
                  </a:lnTo>
                  <a:lnTo>
                    <a:pt x="15166696" y="1206500"/>
                  </a:lnTo>
                  <a:lnTo>
                    <a:pt x="15749575" y="12065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5148294" y="1206500"/>
                  </a:lnTo>
                  <a:lnTo>
                    <a:pt x="15148294" y="1790700"/>
                  </a:lnTo>
                  <a:lnTo>
                    <a:pt x="14565414" y="1790700"/>
                  </a:lnTo>
                  <a:lnTo>
                    <a:pt x="14565414" y="1206500"/>
                  </a:lnTo>
                  <a:lnTo>
                    <a:pt x="15148294" y="12065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4547012" y="1206500"/>
                  </a:lnTo>
                  <a:lnTo>
                    <a:pt x="14547012" y="1790700"/>
                  </a:lnTo>
                  <a:lnTo>
                    <a:pt x="13964133" y="1790700"/>
                  </a:lnTo>
                  <a:lnTo>
                    <a:pt x="13964133" y="1206500"/>
                  </a:lnTo>
                  <a:lnTo>
                    <a:pt x="14547012" y="12065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945730" y="1206500"/>
                  </a:lnTo>
                  <a:lnTo>
                    <a:pt x="13945730" y="1790700"/>
                  </a:lnTo>
                  <a:lnTo>
                    <a:pt x="13362851" y="1790700"/>
                  </a:lnTo>
                  <a:lnTo>
                    <a:pt x="13362851" y="1206500"/>
                  </a:lnTo>
                  <a:lnTo>
                    <a:pt x="13945730" y="12065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3344449" y="1206500"/>
                  </a:lnTo>
                  <a:lnTo>
                    <a:pt x="13344449" y="1790700"/>
                  </a:lnTo>
                  <a:lnTo>
                    <a:pt x="12761544" y="1790700"/>
                  </a:lnTo>
                  <a:lnTo>
                    <a:pt x="12761544" y="1206500"/>
                  </a:lnTo>
                  <a:lnTo>
                    <a:pt x="13344449" y="12065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743155" y="1206500"/>
                  </a:lnTo>
                  <a:lnTo>
                    <a:pt x="12743155" y="1790700"/>
                  </a:lnTo>
                  <a:lnTo>
                    <a:pt x="12160263" y="1790700"/>
                  </a:lnTo>
                  <a:lnTo>
                    <a:pt x="12160263" y="1206500"/>
                  </a:lnTo>
                  <a:lnTo>
                    <a:pt x="12743155" y="12065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2141873" y="1206500"/>
                  </a:lnTo>
                  <a:lnTo>
                    <a:pt x="12141873" y="1790700"/>
                  </a:lnTo>
                  <a:lnTo>
                    <a:pt x="11558981" y="1790700"/>
                  </a:lnTo>
                  <a:lnTo>
                    <a:pt x="11558981" y="1206500"/>
                  </a:lnTo>
                  <a:lnTo>
                    <a:pt x="12141873" y="12065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1540592" y="1206500"/>
                  </a:lnTo>
                  <a:lnTo>
                    <a:pt x="11540592" y="1790700"/>
                  </a:lnTo>
                  <a:lnTo>
                    <a:pt x="10957700" y="1790700"/>
                  </a:lnTo>
                  <a:lnTo>
                    <a:pt x="10957700" y="1206500"/>
                  </a:lnTo>
                  <a:lnTo>
                    <a:pt x="11540592" y="12065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939310" y="1206500"/>
                  </a:lnTo>
                  <a:lnTo>
                    <a:pt x="10939310" y="1790700"/>
                  </a:lnTo>
                  <a:lnTo>
                    <a:pt x="10356418" y="1790700"/>
                  </a:lnTo>
                  <a:lnTo>
                    <a:pt x="10356418" y="1206500"/>
                  </a:lnTo>
                  <a:lnTo>
                    <a:pt x="10939310" y="12065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10338016" y="1206500"/>
                  </a:lnTo>
                  <a:lnTo>
                    <a:pt x="10338016" y="1790700"/>
                  </a:lnTo>
                  <a:lnTo>
                    <a:pt x="9755124" y="1790700"/>
                  </a:lnTo>
                  <a:lnTo>
                    <a:pt x="9755124" y="1206500"/>
                  </a:lnTo>
                  <a:lnTo>
                    <a:pt x="10338016" y="12065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736722" y="1206500"/>
                  </a:lnTo>
                  <a:lnTo>
                    <a:pt x="9736722" y="1790700"/>
                  </a:lnTo>
                  <a:lnTo>
                    <a:pt x="9153842" y="1790700"/>
                  </a:lnTo>
                  <a:lnTo>
                    <a:pt x="9153842" y="1206500"/>
                  </a:lnTo>
                  <a:lnTo>
                    <a:pt x="9736722" y="12065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9135440" y="1206500"/>
                  </a:lnTo>
                  <a:lnTo>
                    <a:pt x="9135440" y="1790700"/>
                  </a:lnTo>
                  <a:lnTo>
                    <a:pt x="8552561" y="1790700"/>
                  </a:lnTo>
                  <a:lnTo>
                    <a:pt x="8552561" y="1206500"/>
                  </a:lnTo>
                  <a:lnTo>
                    <a:pt x="9135440" y="12065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8534159" y="1206500"/>
                  </a:lnTo>
                  <a:lnTo>
                    <a:pt x="8534159" y="1790700"/>
                  </a:lnTo>
                  <a:lnTo>
                    <a:pt x="7951279" y="1790700"/>
                  </a:lnTo>
                  <a:lnTo>
                    <a:pt x="7951279" y="1206500"/>
                  </a:lnTo>
                  <a:lnTo>
                    <a:pt x="8534159" y="12065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932877" y="1206500"/>
                  </a:lnTo>
                  <a:lnTo>
                    <a:pt x="7932877" y="1790700"/>
                  </a:lnTo>
                  <a:lnTo>
                    <a:pt x="7349998" y="1790700"/>
                  </a:lnTo>
                  <a:lnTo>
                    <a:pt x="7349998" y="1206500"/>
                  </a:lnTo>
                  <a:lnTo>
                    <a:pt x="7932877" y="12065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7331596" y="1206500"/>
                  </a:lnTo>
                  <a:lnTo>
                    <a:pt x="7331596" y="1790700"/>
                  </a:lnTo>
                  <a:lnTo>
                    <a:pt x="6748716" y="1790700"/>
                  </a:lnTo>
                  <a:lnTo>
                    <a:pt x="6748716" y="1206500"/>
                  </a:lnTo>
                  <a:lnTo>
                    <a:pt x="7331596" y="12065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730314" y="1206500"/>
                  </a:lnTo>
                  <a:lnTo>
                    <a:pt x="6730314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6730314" y="12065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0" y="1790700"/>
                  </a:lnTo>
                  <a:lnTo>
                    <a:pt x="0" y="1803400"/>
                  </a:lnTo>
                  <a:lnTo>
                    <a:pt x="116281" y="1803400"/>
                  </a:lnTo>
                  <a:lnTo>
                    <a:pt x="116281" y="2387600"/>
                  </a:lnTo>
                  <a:lnTo>
                    <a:pt x="134569" y="2387600"/>
                  </a:lnTo>
                  <a:lnTo>
                    <a:pt x="134569" y="1803400"/>
                  </a:lnTo>
                  <a:lnTo>
                    <a:pt x="717461" y="1803400"/>
                  </a:lnTo>
                  <a:lnTo>
                    <a:pt x="717461" y="2387600"/>
                  </a:lnTo>
                  <a:lnTo>
                    <a:pt x="735863" y="2387600"/>
                  </a:lnTo>
                  <a:lnTo>
                    <a:pt x="735863" y="1803400"/>
                  </a:lnTo>
                  <a:lnTo>
                    <a:pt x="1318742" y="1803400"/>
                  </a:lnTo>
                  <a:lnTo>
                    <a:pt x="1318742" y="2387600"/>
                  </a:lnTo>
                  <a:lnTo>
                    <a:pt x="1337144" y="2387600"/>
                  </a:lnTo>
                  <a:lnTo>
                    <a:pt x="1337144" y="1803400"/>
                  </a:lnTo>
                  <a:lnTo>
                    <a:pt x="18287988" y="1803400"/>
                  </a:lnTo>
                  <a:lnTo>
                    <a:pt x="18287988" y="1790700"/>
                  </a:lnTo>
                  <a:lnTo>
                    <a:pt x="18173218" y="1790700"/>
                  </a:lnTo>
                  <a:lnTo>
                    <a:pt x="18173218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6"/>
            <p:cNvSpPr/>
            <p:nvPr/>
          </p:nvSpPr>
          <p:spPr>
            <a:xfrm>
              <a:off x="0" y="81534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5969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5969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5969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46128" y="584200"/>
                  </a:lnTo>
                  <a:lnTo>
                    <a:pt x="5546128" y="0"/>
                  </a:lnTo>
                  <a:lnTo>
                    <a:pt x="5527738" y="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44846" y="584200"/>
                  </a:lnTo>
                  <a:lnTo>
                    <a:pt x="4944846" y="0"/>
                  </a:lnTo>
                  <a:lnTo>
                    <a:pt x="4926457" y="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43565" y="584200"/>
                  </a:lnTo>
                  <a:lnTo>
                    <a:pt x="4343565" y="0"/>
                  </a:lnTo>
                  <a:lnTo>
                    <a:pt x="4325175" y="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42283" y="584200"/>
                  </a:lnTo>
                  <a:lnTo>
                    <a:pt x="3742283" y="0"/>
                  </a:lnTo>
                  <a:lnTo>
                    <a:pt x="3723894" y="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40989" y="584200"/>
                  </a:lnTo>
                  <a:lnTo>
                    <a:pt x="3140989" y="0"/>
                  </a:lnTo>
                  <a:lnTo>
                    <a:pt x="3122587" y="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39708" y="584200"/>
                  </a:lnTo>
                  <a:lnTo>
                    <a:pt x="2539708" y="0"/>
                  </a:lnTo>
                  <a:lnTo>
                    <a:pt x="2521305" y="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38426" y="584200"/>
                  </a:lnTo>
                  <a:lnTo>
                    <a:pt x="1938426" y="0"/>
                  </a:lnTo>
                  <a:lnTo>
                    <a:pt x="1920024" y="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37144" y="584200"/>
                  </a:lnTo>
                  <a:lnTo>
                    <a:pt x="1337144" y="0"/>
                  </a:lnTo>
                  <a:lnTo>
                    <a:pt x="1318742" y="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6"/>
            <p:cNvSpPr/>
            <p:nvPr/>
          </p:nvSpPr>
          <p:spPr>
            <a:xfrm>
              <a:off x="0" y="9359912"/>
              <a:ext cx="18288000" cy="914400"/>
            </a:xfrm>
            <a:custGeom>
              <a:rect b="b" l="l" r="r" t="t"/>
              <a:pathLst>
                <a:path extrusionOk="0" h="9144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5546128" y="584200"/>
                  </a:lnTo>
                  <a:lnTo>
                    <a:pt x="5546128" y="0"/>
                  </a:lnTo>
                  <a:lnTo>
                    <a:pt x="5527738" y="0"/>
                  </a:lnTo>
                  <a:lnTo>
                    <a:pt x="5527738" y="584200"/>
                  </a:lnTo>
                  <a:lnTo>
                    <a:pt x="4944846" y="584200"/>
                  </a:lnTo>
                  <a:lnTo>
                    <a:pt x="4944846" y="0"/>
                  </a:lnTo>
                  <a:lnTo>
                    <a:pt x="4926457" y="0"/>
                  </a:lnTo>
                  <a:lnTo>
                    <a:pt x="4926457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914400"/>
                  </a:lnTo>
                  <a:lnTo>
                    <a:pt x="134569" y="9144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914400"/>
                  </a:lnTo>
                  <a:lnTo>
                    <a:pt x="735863" y="9144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914400"/>
                  </a:lnTo>
                  <a:lnTo>
                    <a:pt x="1337144" y="9144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914400"/>
                  </a:lnTo>
                  <a:lnTo>
                    <a:pt x="1938426" y="9144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914400"/>
                  </a:lnTo>
                  <a:lnTo>
                    <a:pt x="2539708" y="9144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914400"/>
                  </a:lnTo>
                  <a:lnTo>
                    <a:pt x="3140989" y="9144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914400"/>
                  </a:lnTo>
                  <a:lnTo>
                    <a:pt x="3742283" y="9144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914400"/>
                  </a:lnTo>
                  <a:lnTo>
                    <a:pt x="4343565" y="9144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914400"/>
                  </a:lnTo>
                  <a:lnTo>
                    <a:pt x="4944846" y="9144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914400"/>
                  </a:lnTo>
                  <a:lnTo>
                    <a:pt x="5546128" y="9144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914400"/>
                  </a:lnTo>
                  <a:lnTo>
                    <a:pt x="6147409" y="9144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914400"/>
                  </a:lnTo>
                  <a:lnTo>
                    <a:pt x="6748716" y="9144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914400"/>
                  </a:lnTo>
                  <a:lnTo>
                    <a:pt x="7349998" y="9144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914400"/>
                  </a:lnTo>
                  <a:lnTo>
                    <a:pt x="7951279" y="9144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914400"/>
                  </a:lnTo>
                  <a:lnTo>
                    <a:pt x="8552561" y="9144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914400"/>
                  </a:lnTo>
                  <a:lnTo>
                    <a:pt x="9153842" y="9144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914400"/>
                  </a:lnTo>
                  <a:lnTo>
                    <a:pt x="9755124" y="9144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914400"/>
                  </a:lnTo>
                  <a:lnTo>
                    <a:pt x="10356418" y="9144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914400"/>
                  </a:lnTo>
                  <a:lnTo>
                    <a:pt x="10957700" y="9144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914400"/>
                  </a:lnTo>
                  <a:lnTo>
                    <a:pt x="11558981" y="9144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914400"/>
                  </a:lnTo>
                  <a:lnTo>
                    <a:pt x="12160263" y="9144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914400"/>
                  </a:lnTo>
                  <a:lnTo>
                    <a:pt x="12761544" y="9144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914400"/>
                  </a:lnTo>
                  <a:lnTo>
                    <a:pt x="13362851" y="9144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914400"/>
                  </a:lnTo>
                  <a:lnTo>
                    <a:pt x="13964133" y="9144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914400"/>
                  </a:lnTo>
                  <a:lnTo>
                    <a:pt x="14565414" y="9144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914400"/>
                  </a:lnTo>
                  <a:lnTo>
                    <a:pt x="15166696" y="9144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914400"/>
                  </a:lnTo>
                  <a:lnTo>
                    <a:pt x="15767977" y="9144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914400"/>
                  </a:lnTo>
                  <a:lnTo>
                    <a:pt x="16369272" y="9144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914400"/>
                  </a:lnTo>
                  <a:lnTo>
                    <a:pt x="16970553" y="9144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914400"/>
                  </a:lnTo>
                  <a:lnTo>
                    <a:pt x="17571835" y="9144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914400"/>
                  </a:lnTo>
                  <a:lnTo>
                    <a:pt x="18173218" y="9144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6"/>
            <p:cNvSpPr/>
            <p:nvPr/>
          </p:nvSpPr>
          <p:spPr>
            <a:xfrm>
              <a:off x="11484816" y="6278447"/>
              <a:ext cx="3093085" cy="2007235"/>
            </a:xfrm>
            <a:custGeom>
              <a:rect b="b" l="l" r="r" t="t"/>
              <a:pathLst>
                <a:path extrusionOk="0" h="2007234" w="3093084">
                  <a:moveTo>
                    <a:pt x="2995629" y="2006839"/>
                  </a:moveTo>
                  <a:lnTo>
                    <a:pt x="2952773" y="2004050"/>
                  </a:lnTo>
                  <a:lnTo>
                    <a:pt x="2910327" y="1995681"/>
                  </a:lnTo>
                  <a:lnTo>
                    <a:pt x="2868997" y="1981732"/>
                  </a:lnTo>
                  <a:lnTo>
                    <a:pt x="2829364" y="1962204"/>
                  </a:lnTo>
                  <a:lnTo>
                    <a:pt x="107867" y="391052"/>
                  </a:lnTo>
                  <a:lnTo>
                    <a:pt x="71035" y="364217"/>
                  </a:lnTo>
                  <a:lnTo>
                    <a:pt x="41082" y="330834"/>
                  </a:lnTo>
                  <a:lnTo>
                    <a:pt x="18758" y="292185"/>
                  </a:lnTo>
                  <a:lnTo>
                    <a:pt x="4814" y="249549"/>
                  </a:lnTo>
                  <a:lnTo>
                    <a:pt x="0" y="204205"/>
                  </a:lnTo>
                  <a:lnTo>
                    <a:pt x="4814" y="158861"/>
                  </a:lnTo>
                  <a:lnTo>
                    <a:pt x="18758" y="116224"/>
                  </a:lnTo>
                  <a:lnTo>
                    <a:pt x="41082" y="77575"/>
                  </a:lnTo>
                  <a:lnTo>
                    <a:pt x="71035" y="44193"/>
                  </a:lnTo>
                  <a:lnTo>
                    <a:pt x="107867" y="17358"/>
                  </a:lnTo>
                  <a:lnTo>
                    <a:pt x="137872" y="0"/>
                  </a:lnTo>
                  <a:lnTo>
                    <a:pt x="3092710" y="222555"/>
                  </a:lnTo>
                  <a:lnTo>
                    <a:pt x="3078718" y="272487"/>
                  </a:lnTo>
                  <a:lnTo>
                    <a:pt x="3065576" y="322667"/>
                  </a:lnTo>
                  <a:lnTo>
                    <a:pt x="3053205" y="373012"/>
                  </a:lnTo>
                  <a:lnTo>
                    <a:pt x="3041527" y="423440"/>
                  </a:lnTo>
                  <a:lnTo>
                    <a:pt x="3030462" y="473868"/>
                  </a:lnTo>
                  <a:lnTo>
                    <a:pt x="3019931" y="524213"/>
                  </a:lnTo>
                  <a:lnTo>
                    <a:pt x="3010699" y="574749"/>
                  </a:lnTo>
                  <a:lnTo>
                    <a:pt x="3003336" y="626515"/>
                  </a:lnTo>
                  <a:lnTo>
                    <a:pt x="2997792" y="679139"/>
                  </a:lnTo>
                  <a:lnTo>
                    <a:pt x="2994017" y="732246"/>
                  </a:lnTo>
                  <a:lnTo>
                    <a:pt x="2991963" y="785464"/>
                  </a:lnTo>
                  <a:lnTo>
                    <a:pt x="2991580" y="838419"/>
                  </a:lnTo>
                  <a:lnTo>
                    <a:pt x="2992819" y="890738"/>
                  </a:lnTo>
                  <a:lnTo>
                    <a:pt x="2995629" y="942047"/>
                  </a:lnTo>
                  <a:lnTo>
                    <a:pt x="2995629" y="2006839"/>
                  </a:lnTo>
                  <a:close/>
                </a:path>
              </a:pathLst>
            </a:custGeom>
            <a:solidFill>
              <a:srgbClr val="FABDB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6"/>
            <p:cNvSpPr/>
            <p:nvPr/>
          </p:nvSpPr>
          <p:spPr>
            <a:xfrm>
              <a:off x="14476573" y="6501126"/>
              <a:ext cx="2390140" cy="1784350"/>
            </a:xfrm>
            <a:custGeom>
              <a:rect b="b" l="l" r="r" t="t"/>
              <a:pathLst>
                <a:path extrusionOk="0" h="1784350" w="2390140">
                  <a:moveTo>
                    <a:pt x="3996" y="1784284"/>
                  </a:moveTo>
                  <a:lnTo>
                    <a:pt x="3996" y="719491"/>
                  </a:lnTo>
                  <a:lnTo>
                    <a:pt x="1221" y="668177"/>
                  </a:lnTo>
                  <a:lnTo>
                    <a:pt x="0" y="615847"/>
                  </a:lnTo>
                  <a:lnTo>
                    <a:pt x="385" y="562876"/>
                  </a:lnTo>
                  <a:lnTo>
                    <a:pt x="2431" y="509645"/>
                  </a:lnTo>
                  <a:lnTo>
                    <a:pt x="6191" y="456529"/>
                  </a:lnTo>
                  <a:lnTo>
                    <a:pt x="11720" y="403908"/>
                  </a:lnTo>
                  <a:lnTo>
                    <a:pt x="19071" y="352158"/>
                  </a:lnTo>
                  <a:lnTo>
                    <a:pt x="28297" y="301658"/>
                  </a:lnTo>
                  <a:lnTo>
                    <a:pt x="38829" y="251312"/>
                  </a:lnTo>
                  <a:lnTo>
                    <a:pt x="49894" y="200885"/>
                  </a:lnTo>
                  <a:lnTo>
                    <a:pt x="61572" y="150457"/>
                  </a:lnTo>
                  <a:lnTo>
                    <a:pt x="73943" y="100111"/>
                  </a:lnTo>
                  <a:lnTo>
                    <a:pt x="87085" y="49931"/>
                  </a:lnTo>
                  <a:lnTo>
                    <a:pt x="101077" y="0"/>
                  </a:lnTo>
                  <a:lnTo>
                    <a:pt x="2317082" y="166885"/>
                  </a:lnTo>
                  <a:lnTo>
                    <a:pt x="2347532" y="190289"/>
                  </a:lnTo>
                  <a:lnTo>
                    <a:pt x="2370520" y="220307"/>
                  </a:lnTo>
                  <a:lnTo>
                    <a:pt x="2385046" y="255231"/>
                  </a:lnTo>
                  <a:lnTo>
                    <a:pt x="2390110" y="293351"/>
                  </a:lnTo>
                  <a:lnTo>
                    <a:pt x="2390110" y="373694"/>
                  </a:lnTo>
                  <a:lnTo>
                    <a:pt x="2385063" y="411814"/>
                  </a:lnTo>
                  <a:lnTo>
                    <a:pt x="2347584" y="476756"/>
                  </a:lnTo>
                  <a:lnTo>
                    <a:pt x="2317082" y="500160"/>
                  </a:lnTo>
                  <a:lnTo>
                    <a:pt x="170385" y="1739649"/>
                  </a:lnTo>
                  <a:lnTo>
                    <a:pt x="130753" y="1759177"/>
                  </a:lnTo>
                  <a:lnTo>
                    <a:pt x="89423" y="1773126"/>
                  </a:lnTo>
                  <a:lnTo>
                    <a:pt x="46977" y="1781495"/>
                  </a:lnTo>
                  <a:lnTo>
                    <a:pt x="3996" y="1784284"/>
                  </a:ln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6"/>
            <p:cNvSpPr/>
            <p:nvPr/>
          </p:nvSpPr>
          <p:spPr>
            <a:xfrm>
              <a:off x="14061744" y="3807403"/>
              <a:ext cx="2996565" cy="4282440"/>
            </a:xfrm>
            <a:custGeom>
              <a:rect b="b" l="l" r="r" t="t"/>
              <a:pathLst>
                <a:path extrusionOk="0" h="4282440" w="2996565">
                  <a:moveTo>
                    <a:pt x="2804877" y="2725587"/>
                  </a:moveTo>
                  <a:lnTo>
                    <a:pt x="2755696" y="2719171"/>
                  </a:lnTo>
                  <a:lnTo>
                    <a:pt x="2709097" y="2699922"/>
                  </a:lnTo>
                  <a:lnTo>
                    <a:pt x="2704882" y="2697443"/>
                  </a:lnTo>
                  <a:lnTo>
                    <a:pt x="1551438" y="1016934"/>
                  </a:lnTo>
                  <a:lnTo>
                    <a:pt x="1589534" y="979117"/>
                  </a:lnTo>
                  <a:lnTo>
                    <a:pt x="1628074" y="941707"/>
                  </a:lnTo>
                  <a:lnTo>
                    <a:pt x="1666980" y="904673"/>
                  </a:lnTo>
                  <a:lnTo>
                    <a:pt x="1706173" y="867980"/>
                  </a:lnTo>
                  <a:lnTo>
                    <a:pt x="1745576" y="831595"/>
                  </a:lnTo>
                  <a:lnTo>
                    <a:pt x="1864256" y="723955"/>
                  </a:lnTo>
                  <a:lnTo>
                    <a:pt x="1939287" y="657069"/>
                  </a:lnTo>
                  <a:lnTo>
                    <a:pt x="1976991" y="624042"/>
                  </a:lnTo>
                  <a:lnTo>
                    <a:pt x="2014869" y="591357"/>
                  </a:lnTo>
                  <a:lnTo>
                    <a:pt x="2052955" y="559063"/>
                  </a:lnTo>
                  <a:lnTo>
                    <a:pt x="2091286" y="527208"/>
                  </a:lnTo>
                  <a:lnTo>
                    <a:pt x="2129898" y="495843"/>
                  </a:lnTo>
                  <a:lnTo>
                    <a:pt x="2168827" y="465015"/>
                  </a:lnTo>
                  <a:lnTo>
                    <a:pt x="2208108" y="434774"/>
                  </a:lnTo>
                  <a:lnTo>
                    <a:pt x="2247777" y="405167"/>
                  </a:lnTo>
                  <a:lnTo>
                    <a:pt x="2287870" y="376245"/>
                  </a:lnTo>
                  <a:lnTo>
                    <a:pt x="2328424" y="348056"/>
                  </a:lnTo>
                  <a:lnTo>
                    <a:pt x="2369473" y="320649"/>
                  </a:lnTo>
                  <a:lnTo>
                    <a:pt x="2411053" y="294072"/>
                  </a:lnTo>
                  <a:lnTo>
                    <a:pt x="2453201" y="268374"/>
                  </a:lnTo>
                  <a:lnTo>
                    <a:pt x="2495952" y="243605"/>
                  </a:lnTo>
                  <a:lnTo>
                    <a:pt x="2539342" y="219813"/>
                  </a:lnTo>
                  <a:lnTo>
                    <a:pt x="2583406" y="197047"/>
                  </a:lnTo>
                  <a:lnTo>
                    <a:pt x="2628182" y="175355"/>
                  </a:lnTo>
                  <a:lnTo>
                    <a:pt x="2673704" y="154788"/>
                  </a:lnTo>
                  <a:lnTo>
                    <a:pt x="2720008" y="135392"/>
                  </a:lnTo>
                  <a:lnTo>
                    <a:pt x="2954466" y="0"/>
                  </a:lnTo>
                  <a:lnTo>
                    <a:pt x="2972436" y="36324"/>
                  </a:lnTo>
                  <a:lnTo>
                    <a:pt x="2985618" y="74856"/>
                  </a:lnTo>
                  <a:lnTo>
                    <a:pt x="2993731" y="115109"/>
                  </a:lnTo>
                  <a:lnTo>
                    <a:pt x="2996377" y="154788"/>
                  </a:lnTo>
                  <a:lnTo>
                    <a:pt x="2996497" y="2534029"/>
                  </a:lnTo>
                  <a:lnTo>
                    <a:pt x="2989856" y="2584011"/>
                  </a:lnTo>
                  <a:lnTo>
                    <a:pt x="2970801" y="2629808"/>
                  </a:lnTo>
                  <a:lnTo>
                    <a:pt x="2940634" y="2669189"/>
                  </a:lnTo>
                  <a:lnTo>
                    <a:pt x="2900656" y="2699922"/>
                  </a:lnTo>
                  <a:lnTo>
                    <a:pt x="2854056" y="2719171"/>
                  </a:lnTo>
                  <a:lnTo>
                    <a:pt x="2804877" y="2725587"/>
                  </a:lnTo>
                  <a:close/>
                </a:path>
                <a:path extrusionOk="0" h="4282440" w="2996565">
                  <a:moveTo>
                    <a:pt x="2463109" y="2748649"/>
                  </a:moveTo>
                  <a:lnTo>
                    <a:pt x="2015271" y="2490261"/>
                  </a:lnTo>
                  <a:lnTo>
                    <a:pt x="1991837" y="2445130"/>
                  </a:lnTo>
                  <a:lnTo>
                    <a:pt x="1996173" y="2412319"/>
                  </a:lnTo>
                  <a:lnTo>
                    <a:pt x="2009691" y="2376612"/>
                  </a:lnTo>
                  <a:lnTo>
                    <a:pt x="2033159" y="2343115"/>
                  </a:lnTo>
                  <a:lnTo>
                    <a:pt x="2067345" y="2316929"/>
                  </a:lnTo>
                  <a:lnTo>
                    <a:pt x="2097380" y="2310187"/>
                  </a:lnTo>
                  <a:lnTo>
                    <a:pt x="2111282" y="2313250"/>
                  </a:lnTo>
                  <a:lnTo>
                    <a:pt x="2568745" y="2577423"/>
                  </a:lnTo>
                  <a:lnTo>
                    <a:pt x="2463109" y="2748649"/>
                  </a:lnTo>
                  <a:close/>
                </a:path>
                <a:path extrusionOk="0" h="4282440" w="2996565">
                  <a:moveTo>
                    <a:pt x="471271" y="1599669"/>
                  </a:moveTo>
                  <a:lnTo>
                    <a:pt x="23433" y="1341282"/>
                  </a:lnTo>
                  <a:lnTo>
                    <a:pt x="0" y="1296151"/>
                  </a:lnTo>
                  <a:lnTo>
                    <a:pt x="4335" y="1263391"/>
                  </a:lnTo>
                  <a:lnTo>
                    <a:pt x="17853" y="1227679"/>
                  </a:lnTo>
                  <a:lnTo>
                    <a:pt x="41322" y="1194153"/>
                  </a:lnTo>
                  <a:lnTo>
                    <a:pt x="75507" y="1167949"/>
                  </a:lnTo>
                  <a:lnTo>
                    <a:pt x="105450" y="1161207"/>
                  </a:lnTo>
                  <a:lnTo>
                    <a:pt x="119375" y="1164270"/>
                  </a:lnTo>
                  <a:lnTo>
                    <a:pt x="576907" y="1428444"/>
                  </a:lnTo>
                  <a:lnTo>
                    <a:pt x="471271" y="1599669"/>
                  </a:lnTo>
                  <a:close/>
                </a:path>
                <a:path extrusionOk="0" h="4282440" w="2996565">
                  <a:moveTo>
                    <a:pt x="728819" y="4282025"/>
                  </a:moveTo>
                  <a:lnTo>
                    <a:pt x="714888" y="4278142"/>
                  </a:lnTo>
                  <a:lnTo>
                    <a:pt x="704561" y="4268030"/>
                  </a:lnTo>
                  <a:lnTo>
                    <a:pt x="700521" y="4253221"/>
                  </a:lnTo>
                  <a:lnTo>
                    <a:pt x="700521" y="4219125"/>
                  </a:lnTo>
                  <a:lnTo>
                    <a:pt x="725071" y="4176722"/>
                  </a:lnTo>
                  <a:lnTo>
                    <a:pt x="921574" y="4063336"/>
                  </a:lnTo>
                  <a:lnTo>
                    <a:pt x="936190" y="4059461"/>
                  </a:lnTo>
                  <a:lnTo>
                    <a:pt x="950121" y="4063336"/>
                  </a:lnTo>
                  <a:lnTo>
                    <a:pt x="960449" y="4073441"/>
                  </a:lnTo>
                  <a:lnTo>
                    <a:pt x="964488" y="4088196"/>
                  </a:lnTo>
                  <a:lnTo>
                    <a:pt x="964488" y="4123036"/>
                  </a:lnTo>
                  <a:lnTo>
                    <a:pt x="940559" y="4164447"/>
                  </a:lnTo>
                  <a:lnTo>
                    <a:pt x="743669" y="4278142"/>
                  </a:lnTo>
                  <a:lnTo>
                    <a:pt x="728819" y="4282025"/>
                  </a:lnTo>
                  <a:close/>
                </a:path>
                <a:path extrusionOk="0" h="4282440" w="2996565">
                  <a:moveTo>
                    <a:pt x="1094950" y="4070504"/>
                  </a:moveTo>
                  <a:lnTo>
                    <a:pt x="1081019" y="4066622"/>
                  </a:lnTo>
                  <a:lnTo>
                    <a:pt x="1070692" y="4056509"/>
                  </a:lnTo>
                  <a:lnTo>
                    <a:pt x="1066652" y="4041700"/>
                  </a:lnTo>
                  <a:lnTo>
                    <a:pt x="1066652" y="3995825"/>
                  </a:lnTo>
                  <a:lnTo>
                    <a:pt x="1287647" y="3851707"/>
                  </a:lnTo>
                  <a:lnTo>
                    <a:pt x="1302339" y="3847819"/>
                  </a:lnTo>
                  <a:lnTo>
                    <a:pt x="1316299" y="3851707"/>
                  </a:lnTo>
                  <a:lnTo>
                    <a:pt x="1326632" y="3861849"/>
                  </a:lnTo>
                  <a:lnTo>
                    <a:pt x="1330619" y="3876675"/>
                  </a:lnTo>
                  <a:lnTo>
                    <a:pt x="1330619" y="3911515"/>
                  </a:lnTo>
                  <a:lnTo>
                    <a:pt x="1306690" y="3952926"/>
                  </a:lnTo>
                  <a:lnTo>
                    <a:pt x="1109800" y="4066622"/>
                  </a:lnTo>
                  <a:lnTo>
                    <a:pt x="1094950" y="4070504"/>
                  </a:lnTo>
                  <a:close/>
                </a:path>
                <a:path extrusionOk="0" h="4282440" w="2996565">
                  <a:moveTo>
                    <a:pt x="2389709" y="3328532"/>
                  </a:moveTo>
                  <a:lnTo>
                    <a:pt x="2389709" y="3204546"/>
                  </a:lnTo>
                  <a:lnTo>
                    <a:pt x="2436823" y="3177393"/>
                  </a:lnTo>
                  <a:lnTo>
                    <a:pt x="2436823" y="3301379"/>
                  </a:lnTo>
                  <a:lnTo>
                    <a:pt x="2389709" y="3328532"/>
                  </a:lnTo>
                  <a:close/>
                </a:path>
                <a:path extrusionOk="0" h="4282440" w="2996565">
                  <a:moveTo>
                    <a:pt x="2483814" y="3274102"/>
                  </a:moveTo>
                  <a:lnTo>
                    <a:pt x="2483814" y="3150116"/>
                  </a:lnTo>
                  <a:lnTo>
                    <a:pt x="2530929" y="3122963"/>
                  </a:lnTo>
                  <a:lnTo>
                    <a:pt x="2530929" y="3246949"/>
                  </a:lnTo>
                  <a:lnTo>
                    <a:pt x="2483814" y="3274102"/>
                  </a:lnTo>
                  <a:close/>
                </a:path>
                <a:path extrusionOk="0" h="4282440" w="2996565">
                  <a:moveTo>
                    <a:pt x="2578044" y="3219672"/>
                  </a:moveTo>
                  <a:lnTo>
                    <a:pt x="2578044" y="3095686"/>
                  </a:lnTo>
                  <a:lnTo>
                    <a:pt x="2625158" y="3068533"/>
                  </a:lnTo>
                  <a:lnTo>
                    <a:pt x="2625158" y="3192519"/>
                  </a:lnTo>
                  <a:lnTo>
                    <a:pt x="2578044" y="3219672"/>
                  </a:lnTo>
                  <a:close/>
                </a:path>
                <a:path extrusionOk="0" h="4282440" w="2996565">
                  <a:moveTo>
                    <a:pt x="2295479" y="3382838"/>
                  </a:moveTo>
                  <a:lnTo>
                    <a:pt x="2295479" y="3258852"/>
                  </a:lnTo>
                  <a:lnTo>
                    <a:pt x="2342594" y="3231699"/>
                  </a:lnTo>
                  <a:lnTo>
                    <a:pt x="2342594" y="3355685"/>
                  </a:lnTo>
                  <a:lnTo>
                    <a:pt x="2295479" y="3382838"/>
                  </a:lnTo>
                  <a:close/>
                </a:path>
                <a:path extrusionOk="0" h="4282440" w="2996565">
                  <a:moveTo>
                    <a:pt x="2672273" y="3165242"/>
                  </a:moveTo>
                  <a:lnTo>
                    <a:pt x="2672273" y="3041256"/>
                  </a:lnTo>
                  <a:lnTo>
                    <a:pt x="2720008" y="3013731"/>
                  </a:lnTo>
                  <a:lnTo>
                    <a:pt x="2720008" y="3137717"/>
                  </a:lnTo>
                  <a:lnTo>
                    <a:pt x="2672273" y="3165242"/>
                  </a:lnTo>
                  <a:close/>
                </a:path>
              </a:pathLst>
            </a:custGeom>
            <a:solidFill>
              <a:srgbClr val="A066A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6"/>
            <p:cNvSpPr/>
            <p:nvPr/>
          </p:nvSpPr>
          <p:spPr>
            <a:xfrm>
              <a:off x="14506235" y="5225032"/>
              <a:ext cx="2143760" cy="1337310"/>
            </a:xfrm>
            <a:custGeom>
              <a:rect b="b" l="l" r="r" t="t"/>
              <a:pathLst>
                <a:path extrusionOk="0" h="1337309" w="2143759">
                  <a:moveTo>
                    <a:pt x="2041182" y="1337066"/>
                  </a:moveTo>
                  <a:lnTo>
                    <a:pt x="2016309" y="1329672"/>
                  </a:lnTo>
                  <a:lnTo>
                    <a:pt x="1998666" y="1310770"/>
                  </a:lnTo>
                  <a:lnTo>
                    <a:pt x="1991961" y="1283905"/>
                  </a:lnTo>
                  <a:lnTo>
                    <a:pt x="1996297" y="1251094"/>
                  </a:lnTo>
                  <a:lnTo>
                    <a:pt x="2009815" y="1215387"/>
                  </a:lnTo>
                  <a:lnTo>
                    <a:pt x="2033283" y="1181890"/>
                  </a:lnTo>
                  <a:lnTo>
                    <a:pt x="2067468" y="1155704"/>
                  </a:lnTo>
                  <a:lnTo>
                    <a:pt x="2094585" y="1148855"/>
                  </a:lnTo>
                  <a:lnTo>
                    <a:pt x="2119062" y="1155874"/>
                  </a:lnTo>
                  <a:lnTo>
                    <a:pt x="2136775" y="1175423"/>
                  </a:lnTo>
                  <a:lnTo>
                    <a:pt x="2143596" y="1206166"/>
                  </a:lnTo>
                  <a:lnTo>
                    <a:pt x="2137453" y="1243224"/>
                  </a:lnTo>
                  <a:lnTo>
                    <a:pt x="2121046" y="1278155"/>
                  </a:lnTo>
                  <a:lnTo>
                    <a:pt x="2097409" y="1307902"/>
                  </a:lnTo>
                  <a:lnTo>
                    <a:pt x="2069576" y="1329408"/>
                  </a:lnTo>
                  <a:lnTo>
                    <a:pt x="2041182" y="1337066"/>
                  </a:lnTo>
                  <a:close/>
                </a:path>
                <a:path extrusionOk="0" h="1337309" w="2143759">
                  <a:moveTo>
                    <a:pt x="49272" y="188193"/>
                  </a:moveTo>
                  <a:lnTo>
                    <a:pt x="24394" y="180769"/>
                  </a:lnTo>
                  <a:lnTo>
                    <a:pt x="6722" y="161861"/>
                  </a:lnTo>
                  <a:lnTo>
                    <a:pt x="0" y="135050"/>
                  </a:lnTo>
                  <a:lnTo>
                    <a:pt x="4335" y="102290"/>
                  </a:lnTo>
                  <a:lnTo>
                    <a:pt x="17854" y="66578"/>
                  </a:lnTo>
                  <a:lnTo>
                    <a:pt x="41322" y="33051"/>
                  </a:lnTo>
                  <a:lnTo>
                    <a:pt x="75507" y="6848"/>
                  </a:lnTo>
                  <a:lnTo>
                    <a:pt x="102623" y="0"/>
                  </a:lnTo>
                  <a:lnTo>
                    <a:pt x="127101" y="7018"/>
                  </a:lnTo>
                  <a:lnTo>
                    <a:pt x="144813" y="26567"/>
                  </a:lnTo>
                  <a:lnTo>
                    <a:pt x="151634" y="57310"/>
                  </a:lnTo>
                  <a:lnTo>
                    <a:pt x="145474" y="94369"/>
                  </a:lnTo>
                  <a:lnTo>
                    <a:pt x="129038" y="129300"/>
                  </a:lnTo>
                  <a:lnTo>
                    <a:pt x="105395" y="159047"/>
                  </a:lnTo>
                  <a:lnTo>
                    <a:pt x="77615" y="180553"/>
                  </a:lnTo>
                  <a:lnTo>
                    <a:pt x="49272" y="188193"/>
                  </a:ln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9" name="Google Shape;26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66217" y="2067521"/>
              <a:ext cx="5610621" cy="6235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0" name="Google Shape;270;p6"/>
          <p:cNvSpPr txBox="1"/>
          <p:nvPr>
            <p:ph type="title"/>
          </p:nvPr>
        </p:nvSpPr>
        <p:spPr>
          <a:xfrm>
            <a:off x="1569571" y="1821213"/>
            <a:ext cx="122310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MODELO CONCEPTUAL</a:t>
            </a:r>
            <a:endParaRPr sz="60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71" name="Google Shape;271;p6"/>
          <p:cNvGrpSpPr/>
          <p:nvPr/>
        </p:nvGrpSpPr>
        <p:grpSpPr>
          <a:xfrm>
            <a:off x="1323974" y="4299182"/>
            <a:ext cx="114300" cy="3448048"/>
            <a:chOff x="1323974" y="4299182"/>
            <a:chExt cx="114300" cy="3448048"/>
          </a:xfrm>
        </p:grpSpPr>
        <p:pic>
          <p:nvPicPr>
            <p:cNvPr id="272" name="Google Shape;272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23974" y="4299182"/>
              <a:ext cx="114300" cy="1142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23974" y="5251682"/>
              <a:ext cx="114300" cy="1142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" name="Google Shape;27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23974" y="7156681"/>
              <a:ext cx="114300" cy="1142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23974" y="7632931"/>
              <a:ext cx="114300" cy="1142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6" name="Google Shape;276;p6"/>
          <p:cNvSpPr txBox="1"/>
          <p:nvPr>
            <p:ph idx="1" type="body"/>
          </p:nvPr>
        </p:nvSpPr>
        <p:spPr>
          <a:xfrm>
            <a:off x="1016000" y="3564468"/>
            <a:ext cx="982472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7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Identifica:</a:t>
            </a:r>
            <a:endParaRPr/>
          </a:p>
          <a:p>
            <a:pPr indent="0" lvl="0" marL="594995" marR="5080" rtl="0" algn="l">
              <a:lnSpc>
                <a:spcPct val="11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Entidades	importantes	(objetos	que	se	transforman	en tablas)</a:t>
            </a:r>
            <a:endParaRPr/>
          </a:p>
          <a:p>
            <a:pPr indent="0" lvl="0" marL="594995" rtl="0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None/>
            </a:pPr>
            <a:r>
              <a:rPr lang="en-US"/>
              <a:t>Relaciones entre entidades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739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específica:</a:t>
            </a:r>
            <a:endParaRPr/>
          </a:p>
          <a:p>
            <a:pPr indent="0" lvl="0" marL="594995" marR="5080" rtl="0" algn="l">
              <a:lnSpc>
                <a:spcPct val="11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Atributos (columnas/campos de una tabla) Identificadores	únicos	(atributos	que	se	convierten	en llave primaria)</a:t>
            </a:r>
            <a:endParaRPr/>
          </a:p>
        </p:txBody>
      </p:sp>
      <p:sp>
        <p:nvSpPr>
          <p:cNvPr id="277" name="Google Shape;277;p6"/>
          <p:cNvSpPr txBox="1"/>
          <p:nvPr/>
        </p:nvSpPr>
        <p:spPr>
          <a:xfrm>
            <a:off x="1016000" y="652312"/>
            <a:ext cx="387794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SISTEMAS DE BASES DE DATOS 1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5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116283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286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286" y="0"/>
                </a:lnTo>
                <a:lnTo>
                  <a:pt x="18286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71747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131875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1920034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7"/>
          <p:cNvSpPr/>
          <p:nvPr/>
        </p:nvSpPr>
        <p:spPr>
          <a:xfrm>
            <a:off x="2521315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3122596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3723896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4325177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4926459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5527740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7"/>
          <p:cNvSpPr/>
          <p:nvPr/>
        </p:nvSpPr>
        <p:spPr>
          <a:xfrm>
            <a:off x="6129021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7"/>
          <p:cNvSpPr/>
          <p:nvPr/>
        </p:nvSpPr>
        <p:spPr>
          <a:xfrm>
            <a:off x="673032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7"/>
          <p:cNvSpPr/>
          <p:nvPr/>
        </p:nvSpPr>
        <p:spPr>
          <a:xfrm>
            <a:off x="733160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7932884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"/>
          <p:cNvSpPr/>
          <p:nvPr/>
        </p:nvSpPr>
        <p:spPr>
          <a:xfrm>
            <a:off x="853416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9135447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7"/>
          <p:cNvSpPr/>
          <p:nvPr/>
        </p:nvSpPr>
        <p:spPr>
          <a:xfrm>
            <a:off x="9736728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7"/>
          <p:cNvSpPr/>
          <p:nvPr/>
        </p:nvSpPr>
        <p:spPr>
          <a:xfrm>
            <a:off x="10338028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7"/>
          <p:cNvSpPr/>
          <p:nvPr/>
        </p:nvSpPr>
        <p:spPr>
          <a:xfrm>
            <a:off x="10939310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7"/>
          <p:cNvSpPr/>
          <p:nvPr/>
        </p:nvSpPr>
        <p:spPr>
          <a:xfrm>
            <a:off x="1154059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"/>
          <p:cNvSpPr/>
          <p:nvPr/>
        </p:nvSpPr>
        <p:spPr>
          <a:xfrm>
            <a:off x="12141873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7"/>
          <p:cNvSpPr/>
          <p:nvPr/>
        </p:nvSpPr>
        <p:spPr>
          <a:xfrm>
            <a:off x="1274315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7"/>
          <p:cNvSpPr/>
          <p:nvPr/>
        </p:nvSpPr>
        <p:spPr>
          <a:xfrm>
            <a:off x="1334445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7"/>
          <p:cNvSpPr/>
          <p:nvPr/>
        </p:nvSpPr>
        <p:spPr>
          <a:xfrm>
            <a:off x="13945737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7"/>
          <p:cNvSpPr/>
          <p:nvPr/>
        </p:nvSpPr>
        <p:spPr>
          <a:xfrm>
            <a:off x="14547019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7"/>
          <p:cNvSpPr/>
          <p:nvPr/>
        </p:nvSpPr>
        <p:spPr>
          <a:xfrm>
            <a:off x="1514830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7"/>
          <p:cNvSpPr/>
          <p:nvPr/>
        </p:nvSpPr>
        <p:spPr>
          <a:xfrm>
            <a:off x="1574958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7"/>
          <p:cNvSpPr/>
          <p:nvPr/>
        </p:nvSpPr>
        <p:spPr>
          <a:xfrm>
            <a:off x="1635088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7"/>
          <p:cNvSpPr/>
          <p:nvPr/>
        </p:nvSpPr>
        <p:spPr>
          <a:xfrm>
            <a:off x="1695216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7"/>
          <p:cNvSpPr/>
          <p:nvPr/>
        </p:nvSpPr>
        <p:spPr>
          <a:xfrm>
            <a:off x="17553446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3" name="Google Shape;313;p7"/>
          <p:cNvGrpSpPr/>
          <p:nvPr/>
        </p:nvGrpSpPr>
        <p:grpSpPr>
          <a:xfrm>
            <a:off x="0" y="11"/>
            <a:ext cx="18288000" cy="10274301"/>
            <a:chOff x="0" y="11"/>
            <a:chExt cx="18288000" cy="10274301"/>
          </a:xfrm>
        </p:grpSpPr>
        <p:sp>
          <p:nvSpPr>
            <p:cNvPr id="314" name="Google Shape;314;p7"/>
            <p:cNvSpPr/>
            <p:nvPr/>
          </p:nvSpPr>
          <p:spPr>
            <a:xfrm>
              <a:off x="0" y="11"/>
              <a:ext cx="18288000" cy="2120900"/>
            </a:xfrm>
            <a:custGeom>
              <a:rect b="b" l="l" r="r" t="t"/>
              <a:pathLst>
                <a:path extrusionOk="0" h="2120900" w="18288000">
                  <a:moveTo>
                    <a:pt x="18287988" y="317500"/>
                  </a:moveTo>
                  <a:lnTo>
                    <a:pt x="18173218" y="3175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1524000"/>
                  </a:lnTo>
                  <a:lnTo>
                    <a:pt x="17571835" y="1524000"/>
                  </a:lnTo>
                  <a:lnTo>
                    <a:pt x="17571835" y="939800"/>
                  </a:lnTo>
                  <a:lnTo>
                    <a:pt x="18154727" y="939800"/>
                  </a:lnTo>
                  <a:lnTo>
                    <a:pt x="18154727" y="914400"/>
                  </a:lnTo>
                  <a:lnTo>
                    <a:pt x="17571835" y="914400"/>
                  </a:lnTo>
                  <a:lnTo>
                    <a:pt x="17571835" y="342900"/>
                  </a:lnTo>
                  <a:lnTo>
                    <a:pt x="18154727" y="342900"/>
                  </a:lnTo>
                  <a:lnTo>
                    <a:pt x="18154727" y="317500"/>
                  </a:lnTo>
                  <a:lnTo>
                    <a:pt x="17553445" y="317500"/>
                  </a:lnTo>
                  <a:lnTo>
                    <a:pt x="17553445" y="342900"/>
                  </a:lnTo>
                  <a:lnTo>
                    <a:pt x="17553445" y="914400"/>
                  </a:lnTo>
                  <a:lnTo>
                    <a:pt x="17553445" y="939800"/>
                  </a:lnTo>
                  <a:lnTo>
                    <a:pt x="17553445" y="1524000"/>
                  </a:lnTo>
                  <a:lnTo>
                    <a:pt x="16970553" y="1524000"/>
                  </a:lnTo>
                  <a:lnTo>
                    <a:pt x="16970553" y="939800"/>
                  </a:lnTo>
                  <a:lnTo>
                    <a:pt x="17553445" y="939800"/>
                  </a:lnTo>
                  <a:lnTo>
                    <a:pt x="17553445" y="914400"/>
                  </a:lnTo>
                  <a:lnTo>
                    <a:pt x="16970553" y="914400"/>
                  </a:lnTo>
                  <a:lnTo>
                    <a:pt x="16970553" y="342900"/>
                  </a:lnTo>
                  <a:lnTo>
                    <a:pt x="17553445" y="342900"/>
                  </a:lnTo>
                  <a:lnTo>
                    <a:pt x="17553445" y="317500"/>
                  </a:lnTo>
                  <a:lnTo>
                    <a:pt x="16952164" y="317500"/>
                  </a:lnTo>
                  <a:lnTo>
                    <a:pt x="16952164" y="342900"/>
                  </a:lnTo>
                  <a:lnTo>
                    <a:pt x="16952164" y="914400"/>
                  </a:lnTo>
                  <a:lnTo>
                    <a:pt x="16952164" y="939800"/>
                  </a:lnTo>
                  <a:lnTo>
                    <a:pt x="16952164" y="1524000"/>
                  </a:lnTo>
                  <a:lnTo>
                    <a:pt x="16369272" y="1524000"/>
                  </a:lnTo>
                  <a:lnTo>
                    <a:pt x="16369272" y="939800"/>
                  </a:lnTo>
                  <a:lnTo>
                    <a:pt x="16952164" y="939800"/>
                  </a:lnTo>
                  <a:lnTo>
                    <a:pt x="16952164" y="914400"/>
                  </a:lnTo>
                  <a:lnTo>
                    <a:pt x="16369272" y="914400"/>
                  </a:lnTo>
                  <a:lnTo>
                    <a:pt x="16369272" y="342900"/>
                  </a:lnTo>
                  <a:lnTo>
                    <a:pt x="16952164" y="342900"/>
                  </a:lnTo>
                  <a:lnTo>
                    <a:pt x="16952164" y="317500"/>
                  </a:lnTo>
                  <a:lnTo>
                    <a:pt x="16350882" y="317500"/>
                  </a:lnTo>
                  <a:lnTo>
                    <a:pt x="16350882" y="342900"/>
                  </a:lnTo>
                  <a:lnTo>
                    <a:pt x="16350882" y="914400"/>
                  </a:lnTo>
                  <a:lnTo>
                    <a:pt x="16350882" y="939800"/>
                  </a:lnTo>
                  <a:lnTo>
                    <a:pt x="16350882" y="1524000"/>
                  </a:lnTo>
                  <a:lnTo>
                    <a:pt x="15767977" y="1524000"/>
                  </a:lnTo>
                  <a:lnTo>
                    <a:pt x="15767977" y="939800"/>
                  </a:lnTo>
                  <a:lnTo>
                    <a:pt x="16350882" y="939800"/>
                  </a:lnTo>
                  <a:lnTo>
                    <a:pt x="16350882" y="914400"/>
                  </a:lnTo>
                  <a:lnTo>
                    <a:pt x="15767977" y="914400"/>
                  </a:lnTo>
                  <a:lnTo>
                    <a:pt x="15767977" y="342900"/>
                  </a:lnTo>
                  <a:lnTo>
                    <a:pt x="16350882" y="342900"/>
                  </a:lnTo>
                  <a:lnTo>
                    <a:pt x="16350882" y="317500"/>
                  </a:lnTo>
                  <a:lnTo>
                    <a:pt x="15749575" y="317500"/>
                  </a:lnTo>
                  <a:lnTo>
                    <a:pt x="15749575" y="342900"/>
                  </a:lnTo>
                  <a:lnTo>
                    <a:pt x="15749575" y="914400"/>
                  </a:lnTo>
                  <a:lnTo>
                    <a:pt x="15749575" y="939800"/>
                  </a:lnTo>
                  <a:lnTo>
                    <a:pt x="15749575" y="1524000"/>
                  </a:lnTo>
                  <a:lnTo>
                    <a:pt x="15166696" y="1524000"/>
                  </a:lnTo>
                  <a:lnTo>
                    <a:pt x="15166696" y="939800"/>
                  </a:lnTo>
                  <a:lnTo>
                    <a:pt x="15749575" y="939800"/>
                  </a:lnTo>
                  <a:lnTo>
                    <a:pt x="15749575" y="914400"/>
                  </a:lnTo>
                  <a:lnTo>
                    <a:pt x="15166696" y="914400"/>
                  </a:lnTo>
                  <a:lnTo>
                    <a:pt x="15166696" y="342900"/>
                  </a:lnTo>
                  <a:lnTo>
                    <a:pt x="15749575" y="342900"/>
                  </a:lnTo>
                  <a:lnTo>
                    <a:pt x="15749575" y="317500"/>
                  </a:lnTo>
                  <a:lnTo>
                    <a:pt x="15148294" y="317500"/>
                  </a:lnTo>
                  <a:lnTo>
                    <a:pt x="15148294" y="342900"/>
                  </a:lnTo>
                  <a:lnTo>
                    <a:pt x="15148294" y="914400"/>
                  </a:lnTo>
                  <a:lnTo>
                    <a:pt x="15148294" y="939800"/>
                  </a:lnTo>
                  <a:lnTo>
                    <a:pt x="15148294" y="1524000"/>
                  </a:lnTo>
                  <a:lnTo>
                    <a:pt x="14565414" y="1524000"/>
                  </a:lnTo>
                  <a:lnTo>
                    <a:pt x="14565414" y="939800"/>
                  </a:lnTo>
                  <a:lnTo>
                    <a:pt x="15148294" y="939800"/>
                  </a:lnTo>
                  <a:lnTo>
                    <a:pt x="15148294" y="914400"/>
                  </a:lnTo>
                  <a:lnTo>
                    <a:pt x="14565414" y="914400"/>
                  </a:lnTo>
                  <a:lnTo>
                    <a:pt x="14565414" y="342900"/>
                  </a:lnTo>
                  <a:lnTo>
                    <a:pt x="15148294" y="342900"/>
                  </a:lnTo>
                  <a:lnTo>
                    <a:pt x="15148294" y="317500"/>
                  </a:lnTo>
                  <a:lnTo>
                    <a:pt x="14547012" y="317500"/>
                  </a:lnTo>
                  <a:lnTo>
                    <a:pt x="14547012" y="342900"/>
                  </a:lnTo>
                  <a:lnTo>
                    <a:pt x="14547012" y="914400"/>
                  </a:lnTo>
                  <a:lnTo>
                    <a:pt x="14547012" y="939800"/>
                  </a:lnTo>
                  <a:lnTo>
                    <a:pt x="14547012" y="1524000"/>
                  </a:lnTo>
                  <a:lnTo>
                    <a:pt x="13964133" y="1524000"/>
                  </a:lnTo>
                  <a:lnTo>
                    <a:pt x="13964133" y="939800"/>
                  </a:lnTo>
                  <a:lnTo>
                    <a:pt x="14547012" y="939800"/>
                  </a:lnTo>
                  <a:lnTo>
                    <a:pt x="14547012" y="914400"/>
                  </a:lnTo>
                  <a:lnTo>
                    <a:pt x="13964133" y="914400"/>
                  </a:lnTo>
                  <a:lnTo>
                    <a:pt x="13964133" y="342900"/>
                  </a:lnTo>
                  <a:lnTo>
                    <a:pt x="14547012" y="342900"/>
                  </a:lnTo>
                  <a:lnTo>
                    <a:pt x="14547012" y="317500"/>
                  </a:lnTo>
                  <a:lnTo>
                    <a:pt x="13945730" y="317500"/>
                  </a:lnTo>
                  <a:lnTo>
                    <a:pt x="13945730" y="342900"/>
                  </a:lnTo>
                  <a:lnTo>
                    <a:pt x="13945730" y="914400"/>
                  </a:lnTo>
                  <a:lnTo>
                    <a:pt x="13945730" y="939800"/>
                  </a:lnTo>
                  <a:lnTo>
                    <a:pt x="13945730" y="1524000"/>
                  </a:lnTo>
                  <a:lnTo>
                    <a:pt x="13362851" y="1524000"/>
                  </a:lnTo>
                  <a:lnTo>
                    <a:pt x="13362851" y="939800"/>
                  </a:lnTo>
                  <a:lnTo>
                    <a:pt x="13945730" y="939800"/>
                  </a:lnTo>
                  <a:lnTo>
                    <a:pt x="13945730" y="914400"/>
                  </a:lnTo>
                  <a:lnTo>
                    <a:pt x="13362851" y="914400"/>
                  </a:lnTo>
                  <a:lnTo>
                    <a:pt x="13362851" y="342900"/>
                  </a:lnTo>
                  <a:lnTo>
                    <a:pt x="13945730" y="342900"/>
                  </a:lnTo>
                  <a:lnTo>
                    <a:pt x="13945730" y="317500"/>
                  </a:lnTo>
                  <a:lnTo>
                    <a:pt x="13344449" y="317500"/>
                  </a:lnTo>
                  <a:lnTo>
                    <a:pt x="13344449" y="342900"/>
                  </a:lnTo>
                  <a:lnTo>
                    <a:pt x="13344449" y="914400"/>
                  </a:lnTo>
                  <a:lnTo>
                    <a:pt x="13344449" y="939800"/>
                  </a:lnTo>
                  <a:lnTo>
                    <a:pt x="13344449" y="1524000"/>
                  </a:lnTo>
                  <a:lnTo>
                    <a:pt x="12761544" y="1524000"/>
                  </a:lnTo>
                  <a:lnTo>
                    <a:pt x="12761544" y="939800"/>
                  </a:lnTo>
                  <a:lnTo>
                    <a:pt x="13344449" y="939800"/>
                  </a:lnTo>
                  <a:lnTo>
                    <a:pt x="13344449" y="914400"/>
                  </a:lnTo>
                  <a:lnTo>
                    <a:pt x="12761544" y="914400"/>
                  </a:lnTo>
                  <a:lnTo>
                    <a:pt x="12761544" y="342900"/>
                  </a:lnTo>
                  <a:lnTo>
                    <a:pt x="13344449" y="342900"/>
                  </a:lnTo>
                  <a:lnTo>
                    <a:pt x="13344449" y="317500"/>
                  </a:lnTo>
                  <a:lnTo>
                    <a:pt x="12743155" y="317500"/>
                  </a:lnTo>
                  <a:lnTo>
                    <a:pt x="12743155" y="342900"/>
                  </a:lnTo>
                  <a:lnTo>
                    <a:pt x="12743155" y="914400"/>
                  </a:lnTo>
                  <a:lnTo>
                    <a:pt x="12743155" y="939800"/>
                  </a:lnTo>
                  <a:lnTo>
                    <a:pt x="12743155" y="1524000"/>
                  </a:lnTo>
                  <a:lnTo>
                    <a:pt x="12160263" y="1524000"/>
                  </a:lnTo>
                  <a:lnTo>
                    <a:pt x="12160263" y="939800"/>
                  </a:lnTo>
                  <a:lnTo>
                    <a:pt x="12743155" y="939800"/>
                  </a:lnTo>
                  <a:lnTo>
                    <a:pt x="12743155" y="914400"/>
                  </a:lnTo>
                  <a:lnTo>
                    <a:pt x="12160263" y="914400"/>
                  </a:lnTo>
                  <a:lnTo>
                    <a:pt x="12160263" y="342900"/>
                  </a:lnTo>
                  <a:lnTo>
                    <a:pt x="12743155" y="342900"/>
                  </a:lnTo>
                  <a:lnTo>
                    <a:pt x="12743155" y="317500"/>
                  </a:lnTo>
                  <a:lnTo>
                    <a:pt x="12141873" y="317500"/>
                  </a:lnTo>
                  <a:lnTo>
                    <a:pt x="12141873" y="342900"/>
                  </a:lnTo>
                  <a:lnTo>
                    <a:pt x="12141873" y="914400"/>
                  </a:lnTo>
                  <a:lnTo>
                    <a:pt x="12141873" y="939800"/>
                  </a:lnTo>
                  <a:lnTo>
                    <a:pt x="12141873" y="1524000"/>
                  </a:lnTo>
                  <a:lnTo>
                    <a:pt x="11558981" y="1524000"/>
                  </a:lnTo>
                  <a:lnTo>
                    <a:pt x="11558981" y="939800"/>
                  </a:lnTo>
                  <a:lnTo>
                    <a:pt x="12141873" y="939800"/>
                  </a:lnTo>
                  <a:lnTo>
                    <a:pt x="12141873" y="914400"/>
                  </a:lnTo>
                  <a:lnTo>
                    <a:pt x="11558981" y="914400"/>
                  </a:lnTo>
                  <a:lnTo>
                    <a:pt x="11558981" y="342900"/>
                  </a:lnTo>
                  <a:lnTo>
                    <a:pt x="12141873" y="342900"/>
                  </a:lnTo>
                  <a:lnTo>
                    <a:pt x="12141873" y="317500"/>
                  </a:lnTo>
                  <a:lnTo>
                    <a:pt x="11540592" y="317500"/>
                  </a:lnTo>
                  <a:lnTo>
                    <a:pt x="11540592" y="342900"/>
                  </a:lnTo>
                  <a:lnTo>
                    <a:pt x="11540592" y="914400"/>
                  </a:lnTo>
                  <a:lnTo>
                    <a:pt x="11540592" y="939800"/>
                  </a:lnTo>
                  <a:lnTo>
                    <a:pt x="11540592" y="1524000"/>
                  </a:lnTo>
                  <a:lnTo>
                    <a:pt x="10957700" y="1524000"/>
                  </a:lnTo>
                  <a:lnTo>
                    <a:pt x="10957700" y="939800"/>
                  </a:lnTo>
                  <a:lnTo>
                    <a:pt x="11540592" y="939800"/>
                  </a:lnTo>
                  <a:lnTo>
                    <a:pt x="11540592" y="914400"/>
                  </a:lnTo>
                  <a:lnTo>
                    <a:pt x="10957700" y="914400"/>
                  </a:lnTo>
                  <a:lnTo>
                    <a:pt x="10957700" y="342900"/>
                  </a:lnTo>
                  <a:lnTo>
                    <a:pt x="11540592" y="342900"/>
                  </a:lnTo>
                  <a:lnTo>
                    <a:pt x="11540592" y="317500"/>
                  </a:lnTo>
                  <a:lnTo>
                    <a:pt x="10939310" y="317500"/>
                  </a:lnTo>
                  <a:lnTo>
                    <a:pt x="10939310" y="342900"/>
                  </a:lnTo>
                  <a:lnTo>
                    <a:pt x="10939310" y="914400"/>
                  </a:lnTo>
                  <a:lnTo>
                    <a:pt x="10939310" y="939800"/>
                  </a:lnTo>
                  <a:lnTo>
                    <a:pt x="10939310" y="1524000"/>
                  </a:lnTo>
                  <a:lnTo>
                    <a:pt x="10356418" y="1524000"/>
                  </a:lnTo>
                  <a:lnTo>
                    <a:pt x="10356418" y="939800"/>
                  </a:lnTo>
                  <a:lnTo>
                    <a:pt x="10939310" y="939800"/>
                  </a:lnTo>
                  <a:lnTo>
                    <a:pt x="10939310" y="914400"/>
                  </a:lnTo>
                  <a:lnTo>
                    <a:pt x="10356418" y="914400"/>
                  </a:lnTo>
                  <a:lnTo>
                    <a:pt x="10356418" y="342900"/>
                  </a:lnTo>
                  <a:lnTo>
                    <a:pt x="10939310" y="342900"/>
                  </a:lnTo>
                  <a:lnTo>
                    <a:pt x="10939310" y="317500"/>
                  </a:lnTo>
                  <a:lnTo>
                    <a:pt x="10338016" y="317500"/>
                  </a:lnTo>
                  <a:lnTo>
                    <a:pt x="10338016" y="342900"/>
                  </a:lnTo>
                  <a:lnTo>
                    <a:pt x="10338016" y="914400"/>
                  </a:lnTo>
                  <a:lnTo>
                    <a:pt x="10338016" y="939800"/>
                  </a:lnTo>
                  <a:lnTo>
                    <a:pt x="10338016" y="1524000"/>
                  </a:lnTo>
                  <a:lnTo>
                    <a:pt x="9755124" y="1524000"/>
                  </a:lnTo>
                  <a:lnTo>
                    <a:pt x="9755124" y="939800"/>
                  </a:lnTo>
                  <a:lnTo>
                    <a:pt x="10338016" y="939800"/>
                  </a:lnTo>
                  <a:lnTo>
                    <a:pt x="10338016" y="914400"/>
                  </a:lnTo>
                  <a:lnTo>
                    <a:pt x="9755124" y="914400"/>
                  </a:lnTo>
                  <a:lnTo>
                    <a:pt x="9755124" y="342900"/>
                  </a:lnTo>
                  <a:lnTo>
                    <a:pt x="10338016" y="342900"/>
                  </a:lnTo>
                  <a:lnTo>
                    <a:pt x="10338016" y="317500"/>
                  </a:lnTo>
                  <a:lnTo>
                    <a:pt x="9736722" y="317500"/>
                  </a:lnTo>
                  <a:lnTo>
                    <a:pt x="9736722" y="342900"/>
                  </a:lnTo>
                  <a:lnTo>
                    <a:pt x="9736722" y="914400"/>
                  </a:lnTo>
                  <a:lnTo>
                    <a:pt x="9736722" y="939800"/>
                  </a:lnTo>
                  <a:lnTo>
                    <a:pt x="9736722" y="1524000"/>
                  </a:lnTo>
                  <a:lnTo>
                    <a:pt x="9153842" y="1524000"/>
                  </a:lnTo>
                  <a:lnTo>
                    <a:pt x="9153842" y="939800"/>
                  </a:lnTo>
                  <a:lnTo>
                    <a:pt x="9736722" y="939800"/>
                  </a:lnTo>
                  <a:lnTo>
                    <a:pt x="9736722" y="914400"/>
                  </a:lnTo>
                  <a:lnTo>
                    <a:pt x="9153842" y="914400"/>
                  </a:lnTo>
                  <a:lnTo>
                    <a:pt x="9153842" y="342900"/>
                  </a:lnTo>
                  <a:lnTo>
                    <a:pt x="9736722" y="342900"/>
                  </a:lnTo>
                  <a:lnTo>
                    <a:pt x="9736722" y="317500"/>
                  </a:lnTo>
                  <a:lnTo>
                    <a:pt x="9135440" y="317500"/>
                  </a:lnTo>
                  <a:lnTo>
                    <a:pt x="9135440" y="342900"/>
                  </a:lnTo>
                  <a:lnTo>
                    <a:pt x="9135440" y="914400"/>
                  </a:lnTo>
                  <a:lnTo>
                    <a:pt x="9135440" y="939800"/>
                  </a:lnTo>
                  <a:lnTo>
                    <a:pt x="9135440" y="1524000"/>
                  </a:lnTo>
                  <a:lnTo>
                    <a:pt x="8552561" y="1524000"/>
                  </a:lnTo>
                  <a:lnTo>
                    <a:pt x="8552561" y="939800"/>
                  </a:lnTo>
                  <a:lnTo>
                    <a:pt x="9135440" y="939800"/>
                  </a:lnTo>
                  <a:lnTo>
                    <a:pt x="9135440" y="914400"/>
                  </a:lnTo>
                  <a:lnTo>
                    <a:pt x="8552561" y="914400"/>
                  </a:lnTo>
                  <a:lnTo>
                    <a:pt x="8552561" y="342900"/>
                  </a:lnTo>
                  <a:lnTo>
                    <a:pt x="9135440" y="342900"/>
                  </a:lnTo>
                  <a:lnTo>
                    <a:pt x="9135440" y="317500"/>
                  </a:lnTo>
                  <a:lnTo>
                    <a:pt x="8534159" y="317500"/>
                  </a:lnTo>
                  <a:lnTo>
                    <a:pt x="8534159" y="342900"/>
                  </a:lnTo>
                  <a:lnTo>
                    <a:pt x="8534159" y="914400"/>
                  </a:lnTo>
                  <a:lnTo>
                    <a:pt x="8534159" y="939800"/>
                  </a:lnTo>
                  <a:lnTo>
                    <a:pt x="8534159" y="1524000"/>
                  </a:lnTo>
                  <a:lnTo>
                    <a:pt x="7951279" y="1524000"/>
                  </a:lnTo>
                  <a:lnTo>
                    <a:pt x="7951279" y="939800"/>
                  </a:lnTo>
                  <a:lnTo>
                    <a:pt x="8534159" y="939800"/>
                  </a:lnTo>
                  <a:lnTo>
                    <a:pt x="8534159" y="914400"/>
                  </a:lnTo>
                  <a:lnTo>
                    <a:pt x="7951279" y="914400"/>
                  </a:lnTo>
                  <a:lnTo>
                    <a:pt x="7951279" y="342900"/>
                  </a:lnTo>
                  <a:lnTo>
                    <a:pt x="8534159" y="342900"/>
                  </a:lnTo>
                  <a:lnTo>
                    <a:pt x="8534159" y="317500"/>
                  </a:lnTo>
                  <a:lnTo>
                    <a:pt x="7932877" y="317500"/>
                  </a:lnTo>
                  <a:lnTo>
                    <a:pt x="7932877" y="342900"/>
                  </a:lnTo>
                  <a:lnTo>
                    <a:pt x="7932877" y="914400"/>
                  </a:lnTo>
                  <a:lnTo>
                    <a:pt x="7932877" y="939800"/>
                  </a:lnTo>
                  <a:lnTo>
                    <a:pt x="7932877" y="1524000"/>
                  </a:lnTo>
                  <a:lnTo>
                    <a:pt x="7349998" y="1524000"/>
                  </a:lnTo>
                  <a:lnTo>
                    <a:pt x="7349998" y="939800"/>
                  </a:lnTo>
                  <a:lnTo>
                    <a:pt x="7932877" y="939800"/>
                  </a:lnTo>
                  <a:lnTo>
                    <a:pt x="7932877" y="914400"/>
                  </a:lnTo>
                  <a:lnTo>
                    <a:pt x="7349998" y="914400"/>
                  </a:lnTo>
                  <a:lnTo>
                    <a:pt x="7349998" y="342900"/>
                  </a:lnTo>
                  <a:lnTo>
                    <a:pt x="7932877" y="342900"/>
                  </a:lnTo>
                  <a:lnTo>
                    <a:pt x="7932877" y="317500"/>
                  </a:lnTo>
                  <a:lnTo>
                    <a:pt x="7331596" y="317500"/>
                  </a:lnTo>
                  <a:lnTo>
                    <a:pt x="7331596" y="342900"/>
                  </a:lnTo>
                  <a:lnTo>
                    <a:pt x="7331596" y="914400"/>
                  </a:lnTo>
                  <a:lnTo>
                    <a:pt x="7331596" y="939800"/>
                  </a:lnTo>
                  <a:lnTo>
                    <a:pt x="7331596" y="1524000"/>
                  </a:lnTo>
                  <a:lnTo>
                    <a:pt x="6748716" y="1524000"/>
                  </a:lnTo>
                  <a:lnTo>
                    <a:pt x="6748716" y="939800"/>
                  </a:lnTo>
                  <a:lnTo>
                    <a:pt x="7331596" y="939800"/>
                  </a:lnTo>
                  <a:lnTo>
                    <a:pt x="7331596" y="914400"/>
                  </a:lnTo>
                  <a:lnTo>
                    <a:pt x="6748716" y="914400"/>
                  </a:lnTo>
                  <a:lnTo>
                    <a:pt x="6748716" y="342900"/>
                  </a:lnTo>
                  <a:lnTo>
                    <a:pt x="7331596" y="342900"/>
                  </a:lnTo>
                  <a:lnTo>
                    <a:pt x="7331596" y="317500"/>
                  </a:lnTo>
                  <a:lnTo>
                    <a:pt x="6730314" y="317500"/>
                  </a:lnTo>
                  <a:lnTo>
                    <a:pt x="6730314" y="342900"/>
                  </a:lnTo>
                  <a:lnTo>
                    <a:pt x="6730314" y="914400"/>
                  </a:lnTo>
                  <a:lnTo>
                    <a:pt x="6730314" y="939800"/>
                  </a:lnTo>
                  <a:lnTo>
                    <a:pt x="6730314" y="1524000"/>
                  </a:lnTo>
                  <a:lnTo>
                    <a:pt x="6147409" y="1524000"/>
                  </a:lnTo>
                  <a:lnTo>
                    <a:pt x="6147409" y="939800"/>
                  </a:lnTo>
                  <a:lnTo>
                    <a:pt x="6730314" y="939800"/>
                  </a:lnTo>
                  <a:lnTo>
                    <a:pt x="6730314" y="914400"/>
                  </a:lnTo>
                  <a:lnTo>
                    <a:pt x="6147409" y="914400"/>
                  </a:lnTo>
                  <a:lnTo>
                    <a:pt x="6147409" y="342900"/>
                  </a:lnTo>
                  <a:lnTo>
                    <a:pt x="6730314" y="342900"/>
                  </a:lnTo>
                  <a:lnTo>
                    <a:pt x="6730314" y="317500"/>
                  </a:lnTo>
                  <a:lnTo>
                    <a:pt x="6129020" y="317500"/>
                  </a:lnTo>
                  <a:lnTo>
                    <a:pt x="6129020" y="342900"/>
                  </a:lnTo>
                  <a:lnTo>
                    <a:pt x="6129020" y="914400"/>
                  </a:lnTo>
                  <a:lnTo>
                    <a:pt x="6129020" y="939800"/>
                  </a:lnTo>
                  <a:lnTo>
                    <a:pt x="6129020" y="1524000"/>
                  </a:lnTo>
                  <a:lnTo>
                    <a:pt x="5546128" y="1524000"/>
                  </a:lnTo>
                  <a:lnTo>
                    <a:pt x="5546128" y="939800"/>
                  </a:lnTo>
                  <a:lnTo>
                    <a:pt x="6129020" y="939800"/>
                  </a:lnTo>
                  <a:lnTo>
                    <a:pt x="6129020" y="914400"/>
                  </a:lnTo>
                  <a:lnTo>
                    <a:pt x="5546128" y="914400"/>
                  </a:lnTo>
                  <a:lnTo>
                    <a:pt x="5546128" y="342900"/>
                  </a:lnTo>
                  <a:lnTo>
                    <a:pt x="6129020" y="342900"/>
                  </a:lnTo>
                  <a:lnTo>
                    <a:pt x="6129020" y="317500"/>
                  </a:lnTo>
                  <a:lnTo>
                    <a:pt x="5527738" y="317500"/>
                  </a:lnTo>
                  <a:lnTo>
                    <a:pt x="5527738" y="342900"/>
                  </a:lnTo>
                  <a:lnTo>
                    <a:pt x="5527738" y="914400"/>
                  </a:lnTo>
                  <a:lnTo>
                    <a:pt x="5527738" y="939800"/>
                  </a:lnTo>
                  <a:lnTo>
                    <a:pt x="5527738" y="1524000"/>
                  </a:lnTo>
                  <a:lnTo>
                    <a:pt x="4944846" y="1524000"/>
                  </a:lnTo>
                  <a:lnTo>
                    <a:pt x="4944846" y="939800"/>
                  </a:lnTo>
                  <a:lnTo>
                    <a:pt x="5527738" y="939800"/>
                  </a:lnTo>
                  <a:lnTo>
                    <a:pt x="5527738" y="914400"/>
                  </a:lnTo>
                  <a:lnTo>
                    <a:pt x="4944846" y="914400"/>
                  </a:lnTo>
                  <a:lnTo>
                    <a:pt x="4944846" y="342900"/>
                  </a:lnTo>
                  <a:lnTo>
                    <a:pt x="5527738" y="342900"/>
                  </a:lnTo>
                  <a:lnTo>
                    <a:pt x="5527738" y="317500"/>
                  </a:lnTo>
                  <a:lnTo>
                    <a:pt x="4926457" y="317500"/>
                  </a:lnTo>
                  <a:lnTo>
                    <a:pt x="4926457" y="342900"/>
                  </a:lnTo>
                  <a:lnTo>
                    <a:pt x="4926457" y="914400"/>
                  </a:lnTo>
                  <a:lnTo>
                    <a:pt x="4926457" y="939800"/>
                  </a:lnTo>
                  <a:lnTo>
                    <a:pt x="4926457" y="1524000"/>
                  </a:lnTo>
                  <a:lnTo>
                    <a:pt x="4343565" y="1524000"/>
                  </a:lnTo>
                  <a:lnTo>
                    <a:pt x="4343565" y="939800"/>
                  </a:lnTo>
                  <a:lnTo>
                    <a:pt x="4926457" y="939800"/>
                  </a:lnTo>
                  <a:lnTo>
                    <a:pt x="4926457" y="914400"/>
                  </a:lnTo>
                  <a:lnTo>
                    <a:pt x="4343565" y="914400"/>
                  </a:lnTo>
                  <a:lnTo>
                    <a:pt x="4343565" y="342900"/>
                  </a:lnTo>
                  <a:lnTo>
                    <a:pt x="4926457" y="342900"/>
                  </a:lnTo>
                  <a:lnTo>
                    <a:pt x="4926457" y="317500"/>
                  </a:lnTo>
                  <a:lnTo>
                    <a:pt x="4325175" y="317500"/>
                  </a:lnTo>
                  <a:lnTo>
                    <a:pt x="4325175" y="342900"/>
                  </a:lnTo>
                  <a:lnTo>
                    <a:pt x="4325175" y="914400"/>
                  </a:lnTo>
                  <a:lnTo>
                    <a:pt x="4325175" y="939800"/>
                  </a:lnTo>
                  <a:lnTo>
                    <a:pt x="4325175" y="1524000"/>
                  </a:lnTo>
                  <a:lnTo>
                    <a:pt x="3742283" y="1524000"/>
                  </a:lnTo>
                  <a:lnTo>
                    <a:pt x="3742283" y="939800"/>
                  </a:lnTo>
                  <a:lnTo>
                    <a:pt x="4325175" y="939800"/>
                  </a:lnTo>
                  <a:lnTo>
                    <a:pt x="4325175" y="914400"/>
                  </a:lnTo>
                  <a:lnTo>
                    <a:pt x="3742283" y="914400"/>
                  </a:lnTo>
                  <a:lnTo>
                    <a:pt x="3742283" y="342900"/>
                  </a:lnTo>
                  <a:lnTo>
                    <a:pt x="4325175" y="342900"/>
                  </a:lnTo>
                  <a:lnTo>
                    <a:pt x="4325175" y="317500"/>
                  </a:lnTo>
                  <a:lnTo>
                    <a:pt x="3723894" y="317500"/>
                  </a:lnTo>
                  <a:lnTo>
                    <a:pt x="3723894" y="342900"/>
                  </a:lnTo>
                  <a:lnTo>
                    <a:pt x="3723894" y="914400"/>
                  </a:lnTo>
                  <a:lnTo>
                    <a:pt x="3723894" y="939800"/>
                  </a:lnTo>
                  <a:lnTo>
                    <a:pt x="3723894" y="1524000"/>
                  </a:lnTo>
                  <a:lnTo>
                    <a:pt x="3140989" y="1524000"/>
                  </a:lnTo>
                  <a:lnTo>
                    <a:pt x="3140989" y="939800"/>
                  </a:lnTo>
                  <a:lnTo>
                    <a:pt x="3723894" y="939800"/>
                  </a:lnTo>
                  <a:lnTo>
                    <a:pt x="3723894" y="914400"/>
                  </a:lnTo>
                  <a:lnTo>
                    <a:pt x="3140989" y="914400"/>
                  </a:lnTo>
                  <a:lnTo>
                    <a:pt x="3140989" y="342900"/>
                  </a:lnTo>
                  <a:lnTo>
                    <a:pt x="3723894" y="342900"/>
                  </a:lnTo>
                  <a:lnTo>
                    <a:pt x="3723894" y="317500"/>
                  </a:lnTo>
                  <a:lnTo>
                    <a:pt x="3122587" y="317500"/>
                  </a:lnTo>
                  <a:lnTo>
                    <a:pt x="3122587" y="342900"/>
                  </a:lnTo>
                  <a:lnTo>
                    <a:pt x="3122587" y="914400"/>
                  </a:lnTo>
                  <a:lnTo>
                    <a:pt x="3122587" y="939800"/>
                  </a:lnTo>
                  <a:lnTo>
                    <a:pt x="3122587" y="1524000"/>
                  </a:lnTo>
                  <a:lnTo>
                    <a:pt x="2539708" y="1524000"/>
                  </a:lnTo>
                  <a:lnTo>
                    <a:pt x="2539708" y="939800"/>
                  </a:lnTo>
                  <a:lnTo>
                    <a:pt x="3122587" y="939800"/>
                  </a:lnTo>
                  <a:lnTo>
                    <a:pt x="3122587" y="914400"/>
                  </a:lnTo>
                  <a:lnTo>
                    <a:pt x="2539708" y="914400"/>
                  </a:lnTo>
                  <a:lnTo>
                    <a:pt x="2539708" y="342900"/>
                  </a:lnTo>
                  <a:lnTo>
                    <a:pt x="3122587" y="342900"/>
                  </a:lnTo>
                  <a:lnTo>
                    <a:pt x="3122587" y="317500"/>
                  </a:lnTo>
                  <a:lnTo>
                    <a:pt x="2521305" y="317500"/>
                  </a:lnTo>
                  <a:lnTo>
                    <a:pt x="2521305" y="342900"/>
                  </a:lnTo>
                  <a:lnTo>
                    <a:pt x="2521305" y="914400"/>
                  </a:lnTo>
                  <a:lnTo>
                    <a:pt x="2521305" y="939800"/>
                  </a:lnTo>
                  <a:lnTo>
                    <a:pt x="2521305" y="1524000"/>
                  </a:lnTo>
                  <a:lnTo>
                    <a:pt x="1938426" y="1524000"/>
                  </a:lnTo>
                  <a:lnTo>
                    <a:pt x="1938426" y="939800"/>
                  </a:lnTo>
                  <a:lnTo>
                    <a:pt x="2521305" y="939800"/>
                  </a:lnTo>
                  <a:lnTo>
                    <a:pt x="2521305" y="914400"/>
                  </a:lnTo>
                  <a:lnTo>
                    <a:pt x="1938426" y="914400"/>
                  </a:lnTo>
                  <a:lnTo>
                    <a:pt x="1938426" y="342900"/>
                  </a:lnTo>
                  <a:lnTo>
                    <a:pt x="2521305" y="342900"/>
                  </a:lnTo>
                  <a:lnTo>
                    <a:pt x="2521305" y="317500"/>
                  </a:lnTo>
                  <a:lnTo>
                    <a:pt x="1920024" y="317500"/>
                  </a:lnTo>
                  <a:lnTo>
                    <a:pt x="1920024" y="342900"/>
                  </a:lnTo>
                  <a:lnTo>
                    <a:pt x="1920024" y="914400"/>
                  </a:lnTo>
                  <a:lnTo>
                    <a:pt x="1920024" y="939800"/>
                  </a:lnTo>
                  <a:lnTo>
                    <a:pt x="1920024" y="1524000"/>
                  </a:lnTo>
                  <a:lnTo>
                    <a:pt x="1337144" y="1524000"/>
                  </a:lnTo>
                  <a:lnTo>
                    <a:pt x="1337144" y="939800"/>
                  </a:lnTo>
                  <a:lnTo>
                    <a:pt x="1920024" y="939800"/>
                  </a:lnTo>
                  <a:lnTo>
                    <a:pt x="1920024" y="914400"/>
                  </a:lnTo>
                  <a:lnTo>
                    <a:pt x="1337144" y="914400"/>
                  </a:lnTo>
                  <a:lnTo>
                    <a:pt x="1337144" y="342900"/>
                  </a:lnTo>
                  <a:lnTo>
                    <a:pt x="1920024" y="342900"/>
                  </a:lnTo>
                  <a:lnTo>
                    <a:pt x="1920024" y="317500"/>
                  </a:lnTo>
                  <a:lnTo>
                    <a:pt x="1318742" y="317500"/>
                  </a:lnTo>
                  <a:lnTo>
                    <a:pt x="1318742" y="342900"/>
                  </a:lnTo>
                  <a:lnTo>
                    <a:pt x="1318742" y="914400"/>
                  </a:lnTo>
                  <a:lnTo>
                    <a:pt x="1318742" y="939800"/>
                  </a:lnTo>
                  <a:lnTo>
                    <a:pt x="1318742" y="1524000"/>
                  </a:lnTo>
                  <a:lnTo>
                    <a:pt x="735863" y="1524000"/>
                  </a:lnTo>
                  <a:lnTo>
                    <a:pt x="735863" y="939800"/>
                  </a:lnTo>
                  <a:lnTo>
                    <a:pt x="1318742" y="939800"/>
                  </a:lnTo>
                  <a:lnTo>
                    <a:pt x="1318742" y="914400"/>
                  </a:lnTo>
                  <a:lnTo>
                    <a:pt x="735863" y="914400"/>
                  </a:lnTo>
                  <a:lnTo>
                    <a:pt x="735863" y="342900"/>
                  </a:lnTo>
                  <a:lnTo>
                    <a:pt x="1318742" y="342900"/>
                  </a:lnTo>
                  <a:lnTo>
                    <a:pt x="1318742" y="317500"/>
                  </a:lnTo>
                  <a:lnTo>
                    <a:pt x="717461" y="317500"/>
                  </a:lnTo>
                  <a:lnTo>
                    <a:pt x="717461" y="342900"/>
                  </a:lnTo>
                  <a:lnTo>
                    <a:pt x="717461" y="914400"/>
                  </a:lnTo>
                  <a:lnTo>
                    <a:pt x="717461" y="939800"/>
                  </a:lnTo>
                  <a:lnTo>
                    <a:pt x="717461" y="1524000"/>
                  </a:lnTo>
                  <a:lnTo>
                    <a:pt x="134569" y="1524000"/>
                  </a:lnTo>
                  <a:lnTo>
                    <a:pt x="134569" y="939800"/>
                  </a:lnTo>
                  <a:lnTo>
                    <a:pt x="717461" y="939800"/>
                  </a:lnTo>
                  <a:lnTo>
                    <a:pt x="717461" y="914400"/>
                  </a:lnTo>
                  <a:lnTo>
                    <a:pt x="134569" y="914400"/>
                  </a:lnTo>
                  <a:lnTo>
                    <a:pt x="134569" y="342900"/>
                  </a:lnTo>
                  <a:lnTo>
                    <a:pt x="717461" y="342900"/>
                  </a:lnTo>
                  <a:lnTo>
                    <a:pt x="717461" y="317500"/>
                  </a:lnTo>
                  <a:lnTo>
                    <a:pt x="0" y="317500"/>
                  </a:lnTo>
                  <a:lnTo>
                    <a:pt x="0" y="342900"/>
                  </a:lnTo>
                  <a:lnTo>
                    <a:pt x="116281" y="342900"/>
                  </a:lnTo>
                  <a:lnTo>
                    <a:pt x="116281" y="914400"/>
                  </a:lnTo>
                  <a:lnTo>
                    <a:pt x="0" y="914400"/>
                  </a:lnTo>
                  <a:lnTo>
                    <a:pt x="0" y="939800"/>
                  </a:lnTo>
                  <a:lnTo>
                    <a:pt x="116281" y="939800"/>
                  </a:lnTo>
                  <a:lnTo>
                    <a:pt x="116281" y="1524000"/>
                  </a:lnTo>
                  <a:lnTo>
                    <a:pt x="0" y="1524000"/>
                  </a:lnTo>
                  <a:lnTo>
                    <a:pt x="0" y="1536700"/>
                  </a:lnTo>
                  <a:lnTo>
                    <a:pt x="116281" y="1536700"/>
                  </a:lnTo>
                  <a:lnTo>
                    <a:pt x="116281" y="2120900"/>
                  </a:lnTo>
                  <a:lnTo>
                    <a:pt x="134569" y="2120900"/>
                  </a:lnTo>
                  <a:lnTo>
                    <a:pt x="134569" y="1536700"/>
                  </a:lnTo>
                  <a:lnTo>
                    <a:pt x="717461" y="1536700"/>
                  </a:lnTo>
                  <a:lnTo>
                    <a:pt x="717461" y="2120900"/>
                  </a:lnTo>
                  <a:lnTo>
                    <a:pt x="735863" y="2120900"/>
                  </a:lnTo>
                  <a:lnTo>
                    <a:pt x="735863" y="1536700"/>
                  </a:lnTo>
                  <a:lnTo>
                    <a:pt x="1318742" y="1536700"/>
                  </a:lnTo>
                  <a:lnTo>
                    <a:pt x="1318742" y="2120900"/>
                  </a:lnTo>
                  <a:lnTo>
                    <a:pt x="1337144" y="2120900"/>
                  </a:lnTo>
                  <a:lnTo>
                    <a:pt x="1337144" y="1536700"/>
                  </a:lnTo>
                  <a:lnTo>
                    <a:pt x="1920024" y="1536700"/>
                  </a:lnTo>
                  <a:lnTo>
                    <a:pt x="1920024" y="2120900"/>
                  </a:lnTo>
                  <a:lnTo>
                    <a:pt x="1938426" y="2120900"/>
                  </a:lnTo>
                  <a:lnTo>
                    <a:pt x="1938426" y="1536700"/>
                  </a:lnTo>
                  <a:lnTo>
                    <a:pt x="2521305" y="1536700"/>
                  </a:lnTo>
                  <a:lnTo>
                    <a:pt x="2521305" y="2120900"/>
                  </a:lnTo>
                  <a:lnTo>
                    <a:pt x="2539708" y="2120900"/>
                  </a:lnTo>
                  <a:lnTo>
                    <a:pt x="2539708" y="1536700"/>
                  </a:lnTo>
                  <a:lnTo>
                    <a:pt x="18287988" y="1536700"/>
                  </a:lnTo>
                  <a:lnTo>
                    <a:pt x="18287988" y="1524000"/>
                  </a:lnTo>
                  <a:lnTo>
                    <a:pt x="18173218" y="1524000"/>
                  </a:lnTo>
                  <a:lnTo>
                    <a:pt x="18173218" y="939800"/>
                  </a:lnTo>
                  <a:lnTo>
                    <a:pt x="18287988" y="939800"/>
                  </a:lnTo>
                  <a:lnTo>
                    <a:pt x="18287988" y="914400"/>
                  </a:lnTo>
                  <a:lnTo>
                    <a:pt x="18173218" y="914400"/>
                  </a:lnTo>
                  <a:lnTo>
                    <a:pt x="18173218" y="342900"/>
                  </a:lnTo>
                  <a:lnTo>
                    <a:pt x="18287988" y="342900"/>
                  </a:lnTo>
                  <a:lnTo>
                    <a:pt x="18287988" y="3175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0" y="15367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6096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609600"/>
                  </a:lnTo>
                  <a:lnTo>
                    <a:pt x="18154727" y="6096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6096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609600"/>
                  </a:lnTo>
                  <a:lnTo>
                    <a:pt x="17553445" y="6096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6096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609600"/>
                  </a:lnTo>
                  <a:lnTo>
                    <a:pt x="16952164" y="6096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6096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609600"/>
                  </a:lnTo>
                  <a:lnTo>
                    <a:pt x="16350882" y="6096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6096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609600"/>
                  </a:lnTo>
                  <a:lnTo>
                    <a:pt x="15749575" y="6096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6096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609600"/>
                  </a:lnTo>
                  <a:lnTo>
                    <a:pt x="15148294" y="6096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6096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609600"/>
                  </a:lnTo>
                  <a:lnTo>
                    <a:pt x="14547012" y="6096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6096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609600"/>
                  </a:lnTo>
                  <a:lnTo>
                    <a:pt x="13945730" y="6096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6096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609600"/>
                  </a:lnTo>
                  <a:lnTo>
                    <a:pt x="13344449" y="6096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6096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609600"/>
                  </a:lnTo>
                  <a:lnTo>
                    <a:pt x="12743155" y="6096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6096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609600"/>
                  </a:lnTo>
                  <a:lnTo>
                    <a:pt x="12141873" y="6096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6096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609600"/>
                  </a:lnTo>
                  <a:lnTo>
                    <a:pt x="11540592" y="6096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6096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609600"/>
                  </a:lnTo>
                  <a:lnTo>
                    <a:pt x="10939310" y="6096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6096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609600"/>
                  </a:lnTo>
                  <a:lnTo>
                    <a:pt x="10338016" y="6096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6096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609600"/>
                  </a:lnTo>
                  <a:lnTo>
                    <a:pt x="9736722" y="60960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9135440" y="6096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609600"/>
                  </a:lnTo>
                  <a:lnTo>
                    <a:pt x="9135440" y="60960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8534159" y="6096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609600"/>
                  </a:lnTo>
                  <a:lnTo>
                    <a:pt x="8534159" y="60960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932877" y="6096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609600"/>
                  </a:lnTo>
                  <a:lnTo>
                    <a:pt x="7932877" y="60960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7331596" y="6096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609600"/>
                  </a:lnTo>
                  <a:lnTo>
                    <a:pt x="7331596" y="60960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730314" y="6096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609600"/>
                  </a:lnTo>
                  <a:lnTo>
                    <a:pt x="6730314" y="60960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6129020" y="6096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609600"/>
                  </a:lnTo>
                  <a:lnTo>
                    <a:pt x="6129020" y="609600"/>
                  </a:lnTo>
                  <a:lnTo>
                    <a:pt x="6129020" y="584200"/>
                  </a:lnTo>
                  <a:lnTo>
                    <a:pt x="5546128" y="584200"/>
                  </a:lnTo>
                  <a:lnTo>
                    <a:pt x="5546128" y="0"/>
                  </a:lnTo>
                  <a:lnTo>
                    <a:pt x="5527738" y="0"/>
                  </a:lnTo>
                  <a:lnTo>
                    <a:pt x="5527738" y="584200"/>
                  </a:lnTo>
                  <a:lnTo>
                    <a:pt x="5527738" y="6096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609600"/>
                  </a:lnTo>
                  <a:lnTo>
                    <a:pt x="5527738" y="609600"/>
                  </a:lnTo>
                  <a:lnTo>
                    <a:pt x="5527738" y="584200"/>
                  </a:lnTo>
                  <a:lnTo>
                    <a:pt x="4944846" y="584200"/>
                  </a:lnTo>
                  <a:lnTo>
                    <a:pt x="4944846" y="0"/>
                  </a:lnTo>
                  <a:lnTo>
                    <a:pt x="4926457" y="0"/>
                  </a:lnTo>
                  <a:lnTo>
                    <a:pt x="4926457" y="584200"/>
                  </a:lnTo>
                  <a:lnTo>
                    <a:pt x="4926457" y="6096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609600"/>
                  </a:lnTo>
                  <a:lnTo>
                    <a:pt x="4926457" y="609600"/>
                  </a:lnTo>
                  <a:lnTo>
                    <a:pt x="4926457" y="584200"/>
                  </a:lnTo>
                  <a:lnTo>
                    <a:pt x="4343565" y="584200"/>
                  </a:lnTo>
                  <a:lnTo>
                    <a:pt x="4343565" y="0"/>
                  </a:lnTo>
                  <a:lnTo>
                    <a:pt x="4325175" y="0"/>
                  </a:lnTo>
                  <a:lnTo>
                    <a:pt x="4325175" y="584200"/>
                  </a:lnTo>
                  <a:lnTo>
                    <a:pt x="4325175" y="6096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609600"/>
                  </a:lnTo>
                  <a:lnTo>
                    <a:pt x="4325175" y="609600"/>
                  </a:lnTo>
                  <a:lnTo>
                    <a:pt x="4325175" y="584200"/>
                  </a:lnTo>
                  <a:lnTo>
                    <a:pt x="3742283" y="584200"/>
                  </a:lnTo>
                  <a:lnTo>
                    <a:pt x="3742283" y="0"/>
                  </a:lnTo>
                  <a:lnTo>
                    <a:pt x="3723894" y="0"/>
                  </a:lnTo>
                  <a:lnTo>
                    <a:pt x="3723894" y="584200"/>
                  </a:lnTo>
                  <a:lnTo>
                    <a:pt x="3723894" y="6096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609600"/>
                  </a:lnTo>
                  <a:lnTo>
                    <a:pt x="3723894" y="609600"/>
                  </a:lnTo>
                  <a:lnTo>
                    <a:pt x="3723894" y="584200"/>
                  </a:lnTo>
                  <a:lnTo>
                    <a:pt x="3140989" y="584200"/>
                  </a:lnTo>
                  <a:lnTo>
                    <a:pt x="3140989" y="0"/>
                  </a:lnTo>
                  <a:lnTo>
                    <a:pt x="3122587" y="0"/>
                  </a:lnTo>
                  <a:lnTo>
                    <a:pt x="3122587" y="584200"/>
                  </a:lnTo>
                  <a:lnTo>
                    <a:pt x="3122587" y="6096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609600"/>
                  </a:lnTo>
                  <a:lnTo>
                    <a:pt x="3122587" y="609600"/>
                  </a:lnTo>
                  <a:lnTo>
                    <a:pt x="3122587" y="584200"/>
                  </a:lnTo>
                  <a:lnTo>
                    <a:pt x="2539708" y="584200"/>
                  </a:lnTo>
                  <a:lnTo>
                    <a:pt x="2539708" y="0"/>
                  </a:lnTo>
                  <a:lnTo>
                    <a:pt x="2521305" y="0"/>
                  </a:lnTo>
                  <a:lnTo>
                    <a:pt x="2521305" y="584200"/>
                  </a:lnTo>
                  <a:lnTo>
                    <a:pt x="2521305" y="6096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609600"/>
                  </a:lnTo>
                  <a:lnTo>
                    <a:pt x="2521305" y="6096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6096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609600"/>
                  </a:lnTo>
                  <a:lnTo>
                    <a:pt x="1920024" y="6096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6096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609600"/>
                  </a:lnTo>
                  <a:lnTo>
                    <a:pt x="1318742" y="6096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6096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609600"/>
                  </a:lnTo>
                  <a:lnTo>
                    <a:pt x="717461" y="6096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609600"/>
                  </a:lnTo>
                  <a:lnTo>
                    <a:pt x="116281" y="6096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609600"/>
                  </a:lnTo>
                  <a:lnTo>
                    <a:pt x="18287988" y="6096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7"/>
            <p:cNvSpPr/>
            <p:nvPr/>
          </p:nvSpPr>
          <p:spPr>
            <a:xfrm>
              <a:off x="0" y="27432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5969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5969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5969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6730314" y="1206500"/>
                  </a:lnTo>
                  <a:lnTo>
                    <a:pt x="6730314" y="1790700"/>
                  </a:lnTo>
                  <a:lnTo>
                    <a:pt x="6748716" y="1790700"/>
                  </a:lnTo>
                  <a:lnTo>
                    <a:pt x="6748716" y="1206500"/>
                  </a:lnTo>
                  <a:lnTo>
                    <a:pt x="7331596" y="1206500"/>
                  </a:lnTo>
                  <a:lnTo>
                    <a:pt x="7331596" y="1790700"/>
                  </a:lnTo>
                  <a:lnTo>
                    <a:pt x="7349998" y="1790700"/>
                  </a:lnTo>
                  <a:lnTo>
                    <a:pt x="7349998" y="1206500"/>
                  </a:lnTo>
                  <a:lnTo>
                    <a:pt x="7932877" y="1206500"/>
                  </a:lnTo>
                  <a:lnTo>
                    <a:pt x="7932877" y="1790700"/>
                  </a:lnTo>
                  <a:lnTo>
                    <a:pt x="7951279" y="1790700"/>
                  </a:lnTo>
                  <a:lnTo>
                    <a:pt x="7951279" y="1206500"/>
                  </a:lnTo>
                  <a:lnTo>
                    <a:pt x="8534159" y="1206500"/>
                  </a:lnTo>
                  <a:lnTo>
                    <a:pt x="8534159" y="1790700"/>
                  </a:lnTo>
                  <a:lnTo>
                    <a:pt x="8552561" y="1790700"/>
                  </a:lnTo>
                  <a:lnTo>
                    <a:pt x="8552561" y="1206500"/>
                  </a:lnTo>
                  <a:lnTo>
                    <a:pt x="9135440" y="1206500"/>
                  </a:lnTo>
                  <a:lnTo>
                    <a:pt x="9135440" y="1790700"/>
                  </a:lnTo>
                  <a:lnTo>
                    <a:pt x="9153842" y="1790700"/>
                  </a:lnTo>
                  <a:lnTo>
                    <a:pt x="9153842" y="1206500"/>
                  </a:lnTo>
                  <a:lnTo>
                    <a:pt x="9736722" y="1206500"/>
                  </a:lnTo>
                  <a:lnTo>
                    <a:pt x="9736722" y="1790700"/>
                  </a:lnTo>
                  <a:lnTo>
                    <a:pt x="9755124" y="1790700"/>
                  </a:lnTo>
                  <a:lnTo>
                    <a:pt x="9755124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7"/>
            <p:cNvSpPr/>
            <p:nvPr/>
          </p:nvSpPr>
          <p:spPr>
            <a:xfrm>
              <a:off x="0" y="3949712"/>
              <a:ext cx="18288000" cy="1778000"/>
            </a:xfrm>
            <a:custGeom>
              <a:rect b="b" l="l" r="r" t="t"/>
              <a:pathLst>
                <a:path extrusionOk="0" h="17780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5969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5969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5969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193800"/>
                  </a:lnTo>
                  <a:lnTo>
                    <a:pt x="116281" y="1193800"/>
                  </a:lnTo>
                  <a:lnTo>
                    <a:pt x="116281" y="1778000"/>
                  </a:lnTo>
                  <a:lnTo>
                    <a:pt x="134569" y="1778000"/>
                  </a:lnTo>
                  <a:lnTo>
                    <a:pt x="134569" y="1193800"/>
                  </a:lnTo>
                  <a:lnTo>
                    <a:pt x="717461" y="1193800"/>
                  </a:lnTo>
                  <a:lnTo>
                    <a:pt x="717461" y="1778000"/>
                  </a:lnTo>
                  <a:lnTo>
                    <a:pt x="735863" y="1778000"/>
                  </a:lnTo>
                  <a:lnTo>
                    <a:pt x="735863" y="1193800"/>
                  </a:lnTo>
                  <a:lnTo>
                    <a:pt x="1318742" y="1193800"/>
                  </a:lnTo>
                  <a:lnTo>
                    <a:pt x="1318742" y="1778000"/>
                  </a:lnTo>
                  <a:lnTo>
                    <a:pt x="1337144" y="1778000"/>
                  </a:lnTo>
                  <a:lnTo>
                    <a:pt x="1337144" y="1193800"/>
                  </a:lnTo>
                  <a:lnTo>
                    <a:pt x="1920024" y="1193800"/>
                  </a:lnTo>
                  <a:lnTo>
                    <a:pt x="1920024" y="1778000"/>
                  </a:lnTo>
                  <a:lnTo>
                    <a:pt x="1938426" y="1778000"/>
                  </a:lnTo>
                  <a:lnTo>
                    <a:pt x="1938426" y="1193800"/>
                  </a:lnTo>
                  <a:lnTo>
                    <a:pt x="2521305" y="1193800"/>
                  </a:lnTo>
                  <a:lnTo>
                    <a:pt x="2521305" y="1778000"/>
                  </a:lnTo>
                  <a:lnTo>
                    <a:pt x="2539708" y="1778000"/>
                  </a:lnTo>
                  <a:lnTo>
                    <a:pt x="2539708" y="1193800"/>
                  </a:lnTo>
                  <a:lnTo>
                    <a:pt x="3122587" y="1193800"/>
                  </a:lnTo>
                  <a:lnTo>
                    <a:pt x="3122587" y="1778000"/>
                  </a:lnTo>
                  <a:lnTo>
                    <a:pt x="3140989" y="1778000"/>
                  </a:lnTo>
                  <a:lnTo>
                    <a:pt x="3140989" y="1193800"/>
                  </a:lnTo>
                  <a:lnTo>
                    <a:pt x="3723894" y="1193800"/>
                  </a:lnTo>
                  <a:lnTo>
                    <a:pt x="3723894" y="1778000"/>
                  </a:lnTo>
                  <a:lnTo>
                    <a:pt x="3742283" y="1778000"/>
                  </a:lnTo>
                  <a:lnTo>
                    <a:pt x="3742283" y="1193800"/>
                  </a:lnTo>
                  <a:lnTo>
                    <a:pt x="4325175" y="1193800"/>
                  </a:lnTo>
                  <a:lnTo>
                    <a:pt x="4325175" y="1778000"/>
                  </a:lnTo>
                  <a:lnTo>
                    <a:pt x="4343565" y="1778000"/>
                  </a:lnTo>
                  <a:lnTo>
                    <a:pt x="4343565" y="1193800"/>
                  </a:lnTo>
                  <a:lnTo>
                    <a:pt x="4926457" y="1193800"/>
                  </a:lnTo>
                  <a:lnTo>
                    <a:pt x="4926457" y="1778000"/>
                  </a:lnTo>
                  <a:lnTo>
                    <a:pt x="4944846" y="1778000"/>
                  </a:lnTo>
                  <a:lnTo>
                    <a:pt x="4944846" y="1193800"/>
                  </a:lnTo>
                  <a:lnTo>
                    <a:pt x="5527738" y="1193800"/>
                  </a:lnTo>
                  <a:lnTo>
                    <a:pt x="5527738" y="1778000"/>
                  </a:lnTo>
                  <a:lnTo>
                    <a:pt x="5546128" y="1778000"/>
                  </a:lnTo>
                  <a:lnTo>
                    <a:pt x="5546128" y="1193800"/>
                  </a:lnTo>
                  <a:lnTo>
                    <a:pt x="6129020" y="1193800"/>
                  </a:lnTo>
                  <a:lnTo>
                    <a:pt x="6129020" y="1778000"/>
                  </a:lnTo>
                  <a:lnTo>
                    <a:pt x="6147409" y="1778000"/>
                  </a:lnTo>
                  <a:lnTo>
                    <a:pt x="6147409" y="1193800"/>
                  </a:lnTo>
                  <a:lnTo>
                    <a:pt x="6730314" y="1193800"/>
                  </a:lnTo>
                  <a:lnTo>
                    <a:pt x="6730314" y="1778000"/>
                  </a:lnTo>
                  <a:lnTo>
                    <a:pt x="6748716" y="1778000"/>
                  </a:lnTo>
                  <a:lnTo>
                    <a:pt x="6748716" y="1193800"/>
                  </a:lnTo>
                  <a:lnTo>
                    <a:pt x="7331596" y="1193800"/>
                  </a:lnTo>
                  <a:lnTo>
                    <a:pt x="7331596" y="1778000"/>
                  </a:lnTo>
                  <a:lnTo>
                    <a:pt x="7349998" y="1778000"/>
                  </a:lnTo>
                  <a:lnTo>
                    <a:pt x="7349998" y="1193800"/>
                  </a:lnTo>
                  <a:lnTo>
                    <a:pt x="7932877" y="1193800"/>
                  </a:lnTo>
                  <a:lnTo>
                    <a:pt x="7932877" y="1778000"/>
                  </a:lnTo>
                  <a:lnTo>
                    <a:pt x="7951279" y="1778000"/>
                  </a:lnTo>
                  <a:lnTo>
                    <a:pt x="7951279" y="1193800"/>
                  </a:lnTo>
                  <a:lnTo>
                    <a:pt x="8534159" y="1193800"/>
                  </a:lnTo>
                  <a:lnTo>
                    <a:pt x="8534159" y="1778000"/>
                  </a:lnTo>
                  <a:lnTo>
                    <a:pt x="8552561" y="1778000"/>
                  </a:lnTo>
                  <a:lnTo>
                    <a:pt x="8552561" y="1193800"/>
                  </a:lnTo>
                  <a:lnTo>
                    <a:pt x="9135440" y="1193800"/>
                  </a:lnTo>
                  <a:lnTo>
                    <a:pt x="9135440" y="1778000"/>
                  </a:lnTo>
                  <a:lnTo>
                    <a:pt x="9153842" y="1778000"/>
                  </a:lnTo>
                  <a:lnTo>
                    <a:pt x="9153842" y="1193800"/>
                  </a:lnTo>
                  <a:lnTo>
                    <a:pt x="9736722" y="1193800"/>
                  </a:lnTo>
                  <a:lnTo>
                    <a:pt x="9736722" y="1778000"/>
                  </a:lnTo>
                  <a:lnTo>
                    <a:pt x="9755124" y="1778000"/>
                  </a:lnTo>
                  <a:lnTo>
                    <a:pt x="9755124" y="1193800"/>
                  </a:lnTo>
                  <a:lnTo>
                    <a:pt x="10338016" y="1193800"/>
                  </a:lnTo>
                  <a:lnTo>
                    <a:pt x="10338016" y="1778000"/>
                  </a:lnTo>
                  <a:lnTo>
                    <a:pt x="10356418" y="1778000"/>
                  </a:lnTo>
                  <a:lnTo>
                    <a:pt x="10356418" y="1193800"/>
                  </a:lnTo>
                  <a:lnTo>
                    <a:pt x="10939310" y="1193800"/>
                  </a:lnTo>
                  <a:lnTo>
                    <a:pt x="10939310" y="1778000"/>
                  </a:lnTo>
                  <a:lnTo>
                    <a:pt x="10957700" y="1778000"/>
                  </a:lnTo>
                  <a:lnTo>
                    <a:pt x="10957700" y="1193800"/>
                  </a:lnTo>
                  <a:lnTo>
                    <a:pt x="11540592" y="1193800"/>
                  </a:lnTo>
                  <a:lnTo>
                    <a:pt x="11540592" y="1778000"/>
                  </a:lnTo>
                  <a:lnTo>
                    <a:pt x="11558981" y="1778000"/>
                  </a:lnTo>
                  <a:lnTo>
                    <a:pt x="11558981" y="1193800"/>
                  </a:lnTo>
                  <a:lnTo>
                    <a:pt x="12141873" y="1193800"/>
                  </a:lnTo>
                  <a:lnTo>
                    <a:pt x="12141873" y="1778000"/>
                  </a:lnTo>
                  <a:lnTo>
                    <a:pt x="12160263" y="1778000"/>
                  </a:lnTo>
                  <a:lnTo>
                    <a:pt x="12160263" y="1193800"/>
                  </a:lnTo>
                  <a:lnTo>
                    <a:pt x="12743155" y="1193800"/>
                  </a:lnTo>
                  <a:lnTo>
                    <a:pt x="12743155" y="1778000"/>
                  </a:lnTo>
                  <a:lnTo>
                    <a:pt x="12761544" y="1778000"/>
                  </a:lnTo>
                  <a:lnTo>
                    <a:pt x="12761544" y="1193800"/>
                  </a:lnTo>
                  <a:lnTo>
                    <a:pt x="13344449" y="1193800"/>
                  </a:lnTo>
                  <a:lnTo>
                    <a:pt x="13344449" y="1778000"/>
                  </a:lnTo>
                  <a:lnTo>
                    <a:pt x="13362851" y="1778000"/>
                  </a:lnTo>
                  <a:lnTo>
                    <a:pt x="13362851" y="1193800"/>
                  </a:lnTo>
                  <a:lnTo>
                    <a:pt x="18287988" y="11938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0" y="51435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609600"/>
                  </a:lnTo>
                  <a:lnTo>
                    <a:pt x="18154727" y="1193800"/>
                  </a:lnTo>
                  <a:lnTo>
                    <a:pt x="17571835" y="1193800"/>
                  </a:lnTo>
                  <a:lnTo>
                    <a:pt x="17571835" y="609600"/>
                  </a:lnTo>
                  <a:lnTo>
                    <a:pt x="18154727" y="6096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609600"/>
                  </a:lnTo>
                  <a:lnTo>
                    <a:pt x="17553445" y="1193800"/>
                  </a:lnTo>
                  <a:lnTo>
                    <a:pt x="16970553" y="1193800"/>
                  </a:lnTo>
                  <a:lnTo>
                    <a:pt x="16970553" y="609600"/>
                  </a:lnTo>
                  <a:lnTo>
                    <a:pt x="17553445" y="6096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609600"/>
                  </a:lnTo>
                  <a:lnTo>
                    <a:pt x="16952164" y="1193800"/>
                  </a:lnTo>
                  <a:lnTo>
                    <a:pt x="16369272" y="1193800"/>
                  </a:lnTo>
                  <a:lnTo>
                    <a:pt x="16369272" y="609600"/>
                  </a:lnTo>
                  <a:lnTo>
                    <a:pt x="16952164" y="6096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609600"/>
                  </a:lnTo>
                  <a:lnTo>
                    <a:pt x="16350882" y="1193800"/>
                  </a:lnTo>
                  <a:lnTo>
                    <a:pt x="15767977" y="1193800"/>
                  </a:lnTo>
                  <a:lnTo>
                    <a:pt x="15767977" y="609600"/>
                  </a:lnTo>
                  <a:lnTo>
                    <a:pt x="16350882" y="6096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609600"/>
                  </a:lnTo>
                  <a:lnTo>
                    <a:pt x="15749575" y="1193800"/>
                  </a:lnTo>
                  <a:lnTo>
                    <a:pt x="15166696" y="1193800"/>
                  </a:lnTo>
                  <a:lnTo>
                    <a:pt x="15166696" y="609600"/>
                  </a:lnTo>
                  <a:lnTo>
                    <a:pt x="15749575" y="6096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609600"/>
                  </a:lnTo>
                  <a:lnTo>
                    <a:pt x="15148294" y="1193800"/>
                  </a:lnTo>
                  <a:lnTo>
                    <a:pt x="14565414" y="1193800"/>
                  </a:lnTo>
                  <a:lnTo>
                    <a:pt x="14565414" y="609600"/>
                  </a:lnTo>
                  <a:lnTo>
                    <a:pt x="15148294" y="6096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609600"/>
                  </a:lnTo>
                  <a:lnTo>
                    <a:pt x="14547012" y="1193800"/>
                  </a:lnTo>
                  <a:lnTo>
                    <a:pt x="13964133" y="1193800"/>
                  </a:lnTo>
                  <a:lnTo>
                    <a:pt x="13964133" y="609600"/>
                  </a:lnTo>
                  <a:lnTo>
                    <a:pt x="14547012" y="6096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609600"/>
                  </a:lnTo>
                  <a:lnTo>
                    <a:pt x="13945730" y="1193800"/>
                  </a:lnTo>
                  <a:lnTo>
                    <a:pt x="13362851" y="1193800"/>
                  </a:lnTo>
                  <a:lnTo>
                    <a:pt x="13362851" y="609600"/>
                  </a:lnTo>
                  <a:lnTo>
                    <a:pt x="13945730" y="6096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609600"/>
                  </a:lnTo>
                  <a:lnTo>
                    <a:pt x="13344449" y="1193800"/>
                  </a:lnTo>
                  <a:lnTo>
                    <a:pt x="12761544" y="1193800"/>
                  </a:lnTo>
                  <a:lnTo>
                    <a:pt x="12761544" y="609600"/>
                  </a:lnTo>
                  <a:lnTo>
                    <a:pt x="13344449" y="609600"/>
                  </a:lnTo>
                  <a:lnTo>
                    <a:pt x="13344449" y="584200"/>
                  </a:lnTo>
                  <a:lnTo>
                    <a:pt x="12743155" y="584200"/>
                  </a:lnTo>
                  <a:lnTo>
                    <a:pt x="12743155" y="609600"/>
                  </a:lnTo>
                  <a:lnTo>
                    <a:pt x="12743155" y="1193800"/>
                  </a:lnTo>
                  <a:lnTo>
                    <a:pt x="12160263" y="1193800"/>
                  </a:lnTo>
                  <a:lnTo>
                    <a:pt x="12160263" y="609600"/>
                  </a:lnTo>
                  <a:lnTo>
                    <a:pt x="12743155" y="609600"/>
                  </a:lnTo>
                  <a:lnTo>
                    <a:pt x="12743155" y="584200"/>
                  </a:lnTo>
                  <a:lnTo>
                    <a:pt x="12141873" y="584200"/>
                  </a:lnTo>
                  <a:lnTo>
                    <a:pt x="12141873" y="609600"/>
                  </a:lnTo>
                  <a:lnTo>
                    <a:pt x="12141873" y="1193800"/>
                  </a:lnTo>
                  <a:lnTo>
                    <a:pt x="11558981" y="1193800"/>
                  </a:lnTo>
                  <a:lnTo>
                    <a:pt x="11558981" y="609600"/>
                  </a:lnTo>
                  <a:lnTo>
                    <a:pt x="12141873" y="609600"/>
                  </a:lnTo>
                  <a:lnTo>
                    <a:pt x="12141873" y="584200"/>
                  </a:lnTo>
                  <a:lnTo>
                    <a:pt x="11540592" y="584200"/>
                  </a:lnTo>
                  <a:lnTo>
                    <a:pt x="11540592" y="609600"/>
                  </a:lnTo>
                  <a:lnTo>
                    <a:pt x="11540592" y="1193800"/>
                  </a:lnTo>
                  <a:lnTo>
                    <a:pt x="10957700" y="1193800"/>
                  </a:lnTo>
                  <a:lnTo>
                    <a:pt x="10957700" y="609600"/>
                  </a:lnTo>
                  <a:lnTo>
                    <a:pt x="11540592" y="609600"/>
                  </a:lnTo>
                  <a:lnTo>
                    <a:pt x="11540592" y="584200"/>
                  </a:lnTo>
                  <a:lnTo>
                    <a:pt x="10939310" y="584200"/>
                  </a:lnTo>
                  <a:lnTo>
                    <a:pt x="10939310" y="609600"/>
                  </a:lnTo>
                  <a:lnTo>
                    <a:pt x="10939310" y="1193800"/>
                  </a:lnTo>
                  <a:lnTo>
                    <a:pt x="10356418" y="1193800"/>
                  </a:lnTo>
                  <a:lnTo>
                    <a:pt x="10356418" y="609600"/>
                  </a:lnTo>
                  <a:lnTo>
                    <a:pt x="10939310" y="609600"/>
                  </a:lnTo>
                  <a:lnTo>
                    <a:pt x="10939310" y="584200"/>
                  </a:lnTo>
                  <a:lnTo>
                    <a:pt x="10338016" y="584200"/>
                  </a:lnTo>
                  <a:lnTo>
                    <a:pt x="10338016" y="609600"/>
                  </a:lnTo>
                  <a:lnTo>
                    <a:pt x="10338016" y="1193800"/>
                  </a:lnTo>
                  <a:lnTo>
                    <a:pt x="9755124" y="1193800"/>
                  </a:lnTo>
                  <a:lnTo>
                    <a:pt x="9755124" y="609600"/>
                  </a:lnTo>
                  <a:lnTo>
                    <a:pt x="10338016" y="609600"/>
                  </a:lnTo>
                  <a:lnTo>
                    <a:pt x="10338016" y="584200"/>
                  </a:lnTo>
                  <a:lnTo>
                    <a:pt x="9736722" y="584200"/>
                  </a:lnTo>
                  <a:lnTo>
                    <a:pt x="9736722" y="609600"/>
                  </a:lnTo>
                  <a:lnTo>
                    <a:pt x="9736722" y="1193800"/>
                  </a:lnTo>
                  <a:lnTo>
                    <a:pt x="9153842" y="1193800"/>
                  </a:lnTo>
                  <a:lnTo>
                    <a:pt x="9153842" y="609600"/>
                  </a:lnTo>
                  <a:lnTo>
                    <a:pt x="9736722" y="609600"/>
                  </a:lnTo>
                  <a:lnTo>
                    <a:pt x="9736722" y="584200"/>
                  </a:lnTo>
                  <a:lnTo>
                    <a:pt x="9135440" y="584200"/>
                  </a:lnTo>
                  <a:lnTo>
                    <a:pt x="9135440" y="609600"/>
                  </a:lnTo>
                  <a:lnTo>
                    <a:pt x="9135440" y="1193800"/>
                  </a:lnTo>
                  <a:lnTo>
                    <a:pt x="8552561" y="1193800"/>
                  </a:lnTo>
                  <a:lnTo>
                    <a:pt x="8552561" y="609600"/>
                  </a:lnTo>
                  <a:lnTo>
                    <a:pt x="9135440" y="609600"/>
                  </a:lnTo>
                  <a:lnTo>
                    <a:pt x="9135440" y="584200"/>
                  </a:lnTo>
                  <a:lnTo>
                    <a:pt x="8534159" y="584200"/>
                  </a:lnTo>
                  <a:lnTo>
                    <a:pt x="8534159" y="609600"/>
                  </a:lnTo>
                  <a:lnTo>
                    <a:pt x="8534159" y="1193800"/>
                  </a:lnTo>
                  <a:lnTo>
                    <a:pt x="7951279" y="1193800"/>
                  </a:lnTo>
                  <a:lnTo>
                    <a:pt x="7951279" y="609600"/>
                  </a:lnTo>
                  <a:lnTo>
                    <a:pt x="8534159" y="609600"/>
                  </a:lnTo>
                  <a:lnTo>
                    <a:pt x="8534159" y="584200"/>
                  </a:lnTo>
                  <a:lnTo>
                    <a:pt x="7932877" y="584200"/>
                  </a:lnTo>
                  <a:lnTo>
                    <a:pt x="7932877" y="609600"/>
                  </a:lnTo>
                  <a:lnTo>
                    <a:pt x="7932877" y="1193800"/>
                  </a:lnTo>
                  <a:lnTo>
                    <a:pt x="7349998" y="1193800"/>
                  </a:lnTo>
                  <a:lnTo>
                    <a:pt x="7349998" y="609600"/>
                  </a:lnTo>
                  <a:lnTo>
                    <a:pt x="7932877" y="609600"/>
                  </a:lnTo>
                  <a:lnTo>
                    <a:pt x="7932877" y="584200"/>
                  </a:lnTo>
                  <a:lnTo>
                    <a:pt x="7331596" y="584200"/>
                  </a:lnTo>
                  <a:lnTo>
                    <a:pt x="7331596" y="609600"/>
                  </a:lnTo>
                  <a:lnTo>
                    <a:pt x="7331596" y="1193800"/>
                  </a:lnTo>
                  <a:lnTo>
                    <a:pt x="6748716" y="1193800"/>
                  </a:lnTo>
                  <a:lnTo>
                    <a:pt x="6748716" y="609600"/>
                  </a:lnTo>
                  <a:lnTo>
                    <a:pt x="7331596" y="609600"/>
                  </a:lnTo>
                  <a:lnTo>
                    <a:pt x="7331596" y="584200"/>
                  </a:lnTo>
                  <a:lnTo>
                    <a:pt x="6730314" y="584200"/>
                  </a:lnTo>
                  <a:lnTo>
                    <a:pt x="6730314" y="609600"/>
                  </a:lnTo>
                  <a:lnTo>
                    <a:pt x="6730314" y="1193800"/>
                  </a:lnTo>
                  <a:lnTo>
                    <a:pt x="6147409" y="1193800"/>
                  </a:lnTo>
                  <a:lnTo>
                    <a:pt x="6147409" y="609600"/>
                  </a:lnTo>
                  <a:lnTo>
                    <a:pt x="6730314" y="609600"/>
                  </a:lnTo>
                  <a:lnTo>
                    <a:pt x="6730314" y="584200"/>
                  </a:lnTo>
                  <a:lnTo>
                    <a:pt x="6129020" y="584200"/>
                  </a:lnTo>
                  <a:lnTo>
                    <a:pt x="6129020" y="609600"/>
                  </a:lnTo>
                  <a:lnTo>
                    <a:pt x="6129020" y="1193800"/>
                  </a:lnTo>
                  <a:lnTo>
                    <a:pt x="5546128" y="1193800"/>
                  </a:lnTo>
                  <a:lnTo>
                    <a:pt x="5546128" y="609600"/>
                  </a:lnTo>
                  <a:lnTo>
                    <a:pt x="6129020" y="6096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609600"/>
                  </a:lnTo>
                  <a:lnTo>
                    <a:pt x="5527738" y="1193800"/>
                  </a:lnTo>
                  <a:lnTo>
                    <a:pt x="4944846" y="1193800"/>
                  </a:lnTo>
                  <a:lnTo>
                    <a:pt x="4944846" y="609600"/>
                  </a:lnTo>
                  <a:lnTo>
                    <a:pt x="5527738" y="6096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609600"/>
                  </a:lnTo>
                  <a:lnTo>
                    <a:pt x="4926457" y="1193800"/>
                  </a:lnTo>
                  <a:lnTo>
                    <a:pt x="4343565" y="1193800"/>
                  </a:lnTo>
                  <a:lnTo>
                    <a:pt x="4343565" y="609600"/>
                  </a:lnTo>
                  <a:lnTo>
                    <a:pt x="4926457" y="6096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609600"/>
                  </a:lnTo>
                  <a:lnTo>
                    <a:pt x="4325175" y="1193800"/>
                  </a:lnTo>
                  <a:lnTo>
                    <a:pt x="3742283" y="1193800"/>
                  </a:lnTo>
                  <a:lnTo>
                    <a:pt x="3742283" y="609600"/>
                  </a:lnTo>
                  <a:lnTo>
                    <a:pt x="4325175" y="6096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609600"/>
                  </a:lnTo>
                  <a:lnTo>
                    <a:pt x="3723894" y="1193800"/>
                  </a:lnTo>
                  <a:lnTo>
                    <a:pt x="3140989" y="1193800"/>
                  </a:lnTo>
                  <a:lnTo>
                    <a:pt x="3140989" y="609600"/>
                  </a:lnTo>
                  <a:lnTo>
                    <a:pt x="3723894" y="6096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609600"/>
                  </a:lnTo>
                  <a:lnTo>
                    <a:pt x="3122587" y="1193800"/>
                  </a:lnTo>
                  <a:lnTo>
                    <a:pt x="2539708" y="1193800"/>
                  </a:lnTo>
                  <a:lnTo>
                    <a:pt x="2539708" y="609600"/>
                  </a:lnTo>
                  <a:lnTo>
                    <a:pt x="3122587" y="6096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609600"/>
                  </a:lnTo>
                  <a:lnTo>
                    <a:pt x="2521305" y="1193800"/>
                  </a:lnTo>
                  <a:lnTo>
                    <a:pt x="1938426" y="1193800"/>
                  </a:lnTo>
                  <a:lnTo>
                    <a:pt x="1938426" y="609600"/>
                  </a:lnTo>
                  <a:lnTo>
                    <a:pt x="2521305" y="6096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609600"/>
                  </a:lnTo>
                  <a:lnTo>
                    <a:pt x="1920024" y="1193800"/>
                  </a:lnTo>
                  <a:lnTo>
                    <a:pt x="1337144" y="1193800"/>
                  </a:lnTo>
                  <a:lnTo>
                    <a:pt x="1337144" y="609600"/>
                  </a:lnTo>
                  <a:lnTo>
                    <a:pt x="1920024" y="6096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609600"/>
                  </a:lnTo>
                  <a:lnTo>
                    <a:pt x="1318742" y="1193800"/>
                  </a:lnTo>
                  <a:lnTo>
                    <a:pt x="735863" y="1193800"/>
                  </a:lnTo>
                  <a:lnTo>
                    <a:pt x="735863" y="609600"/>
                  </a:lnTo>
                  <a:lnTo>
                    <a:pt x="1318742" y="6096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609600"/>
                  </a:lnTo>
                  <a:lnTo>
                    <a:pt x="717461" y="1193800"/>
                  </a:lnTo>
                  <a:lnTo>
                    <a:pt x="134569" y="1193800"/>
                  </a:lnTo>
                  <a:lnTo>
                    <a:pt x="134569" y="609600"/>
                  </a:lnTo>
                  <a:lnTo>
                    <a:pt x="717461" y="6096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609600"/>
                  </a:lnTo>
                  <a:lnTo>
                    <a:pt x="116281" y="609600"/>
                  </a:lnTo>
                  <a:lnTo>
                    <a:pt x="116281" y="1193800"/>
                  </a:lnTo>
                  <a:lnTo>
                    <a:pt x="0" y="11938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6730314" y="1206500"/>
                  </a:lnTo>
                  <a:lnTo>
                    <a:pt x="6730314" y="1790700"/>
                  </a:lnTo>
                  <a:lnTo>
                    <a:pt x="6748716" y="1790700"/>
                  </a:lnTo>
                  <a:lnTo>
                    <a:pt x="6748716" y="1206500"/>
                  </a:lnTo>
                  <a:lnTo>
                    <a:pt x="7331596" y="1206500"/>
                  </a:lnTo>
                  <a:lnTo>
                    <a:pt x="7331596" y="1790700"/>
                  </a:lnTo>
                  <a:lnTo>
                    <a:pt x="7349998" y="1790700"/>
                  </a:lnTo>
                  <a:lnTo>
                    <a:pt x="7349998" y="1206500"/>
                  </a:lnTo>
                  <a:lnTo>
                    <a:pt x="7932877" y="1206500"/>
                  </a:lnTo>
                  <a:lnTo>
                    <a:pt x="7932877" y="1790700"/>
                  </a:lnTo>
                  <a:lnTo>
                    <a:pt x="7951279" y="1790700"/>
                  </a:lnTo>
                  <a:lnTo>
                    <a:pt x="7951279" y="1206500"/>
                  </a:lnTo>
                  <a:lnTo>
                    <a:pt x="8534159" y="1206500"/>
                  </a:lnTo>
                  <a:lnTo>
                    <a:pt x="8534159" y="1790700"/>
                  </a:lnTo>
                  <a:lnTo>
                    <a:pt x="8552561" y="1790700"/>
                  </a:lnTo>
                  <a:lnTo>
                    <a:pt x="8552561" y="1206500"/>
                  </a:lnTo>
                  <a:lnTo>
                    <a:pt x="9135440" y="1206500"/>
                  </a:lnTo>
                  <a:lnTo>
                    <a:pt x="9135440" y="1790700"/>
                  </a:lnTo>
                  <a:lnTo>
                    <a:pt x="9153842" y="1790700"/>
                  </a:lnTo>
                  <a:lnTo>
                    <a:pt x="9153842" y="1206500"/>
                  </a:lnTo>
                  <a:lnTo>
                    <a:pt x="9736722" y="1206500"/>
                  </a:lnTo>
                  <a:lnTo>
                    <a:pt x="9736722" y="1790700"/>
                  </a:lnTo>
                  <a:lnTo>
                    <a:pt x="9755124" y="1790700"/>
                  </a:lnTo>
                  <a:lnTo>
                    <a:pt x="9755124" y="1206500"/>
                  </a:lnTo>
                  <a:lnTo>
                    <a:pt x="10338016" y="1206500"/>
                  </a:lnTo>
                  <a:lnTo>
                    <a:pt x="10338016" y="1790700"/>
                  </a:lnTo>
                  <a:lnTo>
                    <a:pt x="10356418" y="1790700"/>
                  </a:lnTo>
                  <a:lnTo>
                    <a:pt x="10356418" y="1206500"/>
                  </a:lnTo>
                  <a:lnTo>
                    <a:pt x="10939310" y="1206500"/>
                  </a:lnTo>
                  <a:lnTo>
                    <a:pt x="10939310" y="1790700"/>
                  </a:lnTo>
                  <a:lnTo>
                    <a:pt x="10957700" y="1790700"/>
                  </a:lnTo>
                  <a:lnTo>
                    <a:pt x="10957700" y="1206500"/>
                  </a:lnTo>
                  <a:lnTo>
                    <a:pt x="11540592" y="1206500"/>
                  </a:lnTo>
                  <a:lnTo>
                    <a:pt x="11540592" y="1790700"/>
                  </a:lnTo>
                  <a:lnTo>
                    <a:pt x="11558981" y="1790700"/>
                  </a:lnTo>
                  <a:lnTo>
                    <a:pt x="11558981" y="1206500"/>
                  </a:lnTo>
                  <a:lnTo>
                    <a:pt x="12141873" y="1206500"/>
                  </a:lnTo>
                  <a:lnTo>
                    <a:pt x="12141873" y="1790700"/>
                  </a:lnTo>
                  <a:lnTo>
                    <a:pt x="12160263" y="1790700"/>
                  </a:lnTo>
                  <a:lnTo>
                    <a:pt x="12160263" y="1206500"/>
                  </a:lnTo>
                  <a:lnTo>
                    <a:pt x="12743155" y="1206500"/>
                  </a:lnTo>
                  <a:lnTo>
                    <a:pt x="12743155" y="1790700"/>
                  </a:lnTo>
                  <a:lnTo>
                    <a:pt x="12761544" y="1790700"/>
                  </a:lnTo>
                  <a:lnTo>
                    <a:pt x="12761544" y="1206500"/>
                  </a:lnTo>
                  <a:lnTo>
                    <a:pt x="13344449" y="1206500"/>
                  </a:lnTo>
                  <a:lnTo>
                    <a:pt x="13344449" y="1790700"/>
                  </a:lnTo>
                  <a:lnTo>
                    <a:pt x="13362851" y="1790700"/>
                  </a:lnTo>
                  <a:lnTo>
                    <a:pt x="13362851" y="1206500"/>
                  </a:lnTo>
                  <a:lnTo>
                    <a:pt x="13945730" y="1206500"/>
                  </a:lnTo>
                  <a:lnTo>
                    <a:pt x="13945730" y="1790700"/>
                  </a:lnTo>
                  <a:lnTo>
                    <a:pt x="13964133" y="1790700"/>
                  </a:lnTo>
                  <a:lnTo>
                    <a:pt x="13964133" y="1206500"/>
                  </a:lnTo>
                  <a:lnTo>
                    <a:pt x="14547012" y="1206500"/>
                  </a:lnTo>
                  <a:lnTo>
                    <a:pt x="14547012" y="1790700"/>
                  </a:lnTo>
                  <a:lnTo>
                    <a:pt x="14565414" y="1790700"/>
                  </a:lnTo>
                  <a:lnTo>
                    <a:pt x="14565414" y="1206500"/>
                  </a:lnTo>
                  <a:lnTo>
                    <a:pt x="15148294" y="1206500"/>
                  </a:lnTo>
                  <a:lnTo>
                    <a:pt x="15148294" y="1790700"/>
                  </a:lnTo>
                  <a:lnTo>
                    <a:pt x="15166696" y="1790700"/>
                  </a:lnTo>
                  <a:lnTo>
                    <a:pt x="15166696" y="1206500"/>
                  </a:lnTo>
                  <a:lnTo>
                    <a:pt x="15749575" y="1206500"/>
                  </a:lnTo>
                  <a:lnTo>
                    <a:pt x="15749575" y="1790700"/>
                  </a:lnTo>
                  <a:lnTo>
                    <a:pt x="15767977" y="1790700"/>
                  </a:lnTo>
                  <a:lnTo>
                    <a:pt x="15767977" y="1206500"/>
                  </a:lnTo>
                  <a:lnTo>
                    <a:pt x="16350882" y="1206500"/>
                  </a:lnTo>
                  <a:lnTo>
                    <a:pt x="16350882" y="1790700"/>
                  </a:lnTo>
                  <a:lnTo>
                    <a:pt x="16369272" y="1790700"/>
                  </a:lnTo>
                  <a:lnTo>
                    <a:pt x="16369272" y="1206500"/>
                  </a:lnTo>
                  <a:lnTo>
                    <a:pt x="16952164" y="1206500"/>
                  </a:lnTo>
                  <a:lnTo>
                    <a:pt x="16952164" y="1790700"/>
                  </a:lnTo>
                  <a:lnTo>
                    <a:pt x="16970553" y="1790700"/>
                  </a:lnTo>
                  <a:lnTo>
                    <a:pt x="16970553" y="1206500"/>
                  </a:lnTo>
                  <a:lnTo>
                    <a:pt x="18287988" y="1206500"/>
                  </a:lnTo>
                  <a:lnTo>
                    <a:pt x="18287988" y="1193800"/>
                  </a:lnTo>
                  <a:lnTo>
                    <a:pt x="18173218" y="1193800"/>
                  </a:lnTo>
                  <a:lnTo>
                    <a:pt x="18173218" y="609600"/>
                  </a:lnTo>
                  <a:lnTo>
                    <a:pt x="18287988" y="6096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0" y="6350012"/>
              <a:ext cx="18288000" cy="2387600"/>
            </a:xfrm>
            <a:custGeom>
              <a:rect b="b" l="l" r="r" t="t"/>
              <a:pathLst>
                <a:path extrusionOk="0" h="23876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1790700"/>
                  </a:lnTo>
                  <a:lnTo>
                    <a:pt x="17571835" y="1790700"/>
                  </a:lnTo>
                  <a:lnTo>
                    <a:pt x="17571835" y="1206500"/>
                  </a:lnTo>
                  <a:lnTo>
                    <a:pt x="18154727" y="12065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1790700"/>
                  </a:lnTo>
                  <a:lnTo>
                    <a:pt x="16970553" y="1790700"/>
                  </a:lnTo>
                  <a:lnTo>
                    <a:pt x="16970553" y="1206500"/>
                  </a:lnTo>
                  <a:lnTo>
                    <a:pt x="17553445" y="12065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1790700"/>
                  </a:lnTo>
                  <a:lnTo>
                    <a:pt x="16369272" y="1790700"/>
                  </a:lnTo>
                  <a:lnTo>
                    <a:pt x="16369272" y="1206500"/>
                  </a:lnTo>
                  <a:lnTo>
                    <a:pt x="16952164" y="12065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6350882" y="1206500"/>
                  </a:lnTo>
                  <a:lnTo>
                    <a:pt x="16350882" y="1790700"/>
                  </a:lnTo>
                  <a:lnTo>
                    <a:pt x="15767977" y="1790700"/>
                  </a:lnTo>
                  <a:lnTo>
                    <a:pt x="15767977" y="1206500"/>
                  </a:lnTo>
                  <a:lnTo>
                    <a:pt x="16350882" y="12065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749575" y="1206500"/>
                  </a:lnTo>
                  <a:lnTo>
                    <a:pt x="15749575" y="1790700"/>
                  </a:lnTo>
                  <a:lnTo>
                    <a:pt x="15166696" y="1790700"/>
                  </a:lnTo>
                  <a:lnTo>
                    <a:pt x="15166696" y="1206500"/>
                  </a:lnTo>
                  <a:lnTo>
                    <a:pt x="15749575" y="12065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5148294" y="1206500"/>
                  </a:lnTo>
                  <a:lnTo>
                    <a:pt x="15148294" y="1790700"/>
                  </a:lnTo>
                  <a:lnTo>
                    <a:pt x="14565414" y="1790700"/>
                  </a:lnTo>
                  <a:lnTo>
                    <a:pt x="14565414" y="1206500"/>
                  </a:lnTo>
                  <a:lnTo>
                    <a:pt x="15148294" y="12065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4547012" y="1206500"/>
                  </a:lnTo>
                  <a:lnTo>
                    <a:pt x="14547012" y="1790700"/>
                  </a:lnTo>
                  <a:lnTo>
                    <a:pt x="13964133" y="1790700"/>
                  </a:lnTo>
                  <a:lnTo>
                    <a:pt x="13964133" y="1206500"/>
                  </a:lnTo>
                  <a:lnTo>
                    <a:pt x="14547012" y="12065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945730" y="1206500"/>
                  </a:lnTo>
                  <a:lnTo>
                    <a:pt x="13945730" y="1790700"/>
                  </a:lnTo>
                  <a:lnTo>
                    <a:pt x="13362851" y="1790700"/>
                  </a:lnTo>
                  <a:lnTo>
                    <a:pt x="13362851" y="1206500"/>
                  </a:lnTo>
                  <a:lnTo>
                    <a:pt x="13945730" y="12065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3344449" y="1206500"/>
                  </a:lnTo>
                  <a:lnTo>
                    <a:pt x="13344449" y="1790700"/>
                  </a:lnTo>
                  <a:lnTo>
                    <a:pt x="12761544" y="1790700"/>
                  </a:lnTo>
                  <a:lnTo>
                    <a:pt x="12761544" y="1206500"/>
                  </a:lnTo>
                  <a:lnTo>
                    <a:pt x="13344449" y="12065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743155" y="1206500"/>
                  </a:lnTo>
                  <a:lnTo>
                    <a:pt x="12743155" y="1790700"/>
                  </a:lnTo>
                  <a:lnTo>
                    <a:pt x="12160263" y="1790700"/>
                  </a:lnTo>
                  <a:lnTo>
                    <a:pt x="12160263" y="1206500"/>
                  </a:lnTo>
                  <a:lnTo>
                    <a:pt x="12743155" y="12065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2141873" y="1206500"/>
                  </a:lnTo>
                  <a:lnTo>
                    <a:pt x="12141873" y="1790700"/>
                  </a:lnTo>
                  <a:lnTo>
                    <a:pt x="11558981" y="1790700"/>
                  </a:lnTo>
                  <a:lnTo>
                    <a:pt x="11558981" y="1206500"/>
                  </a:lnTo>
                  <a:lnTo>
                    <a:pt x="12141873" y="12065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1540592" y="1206500"/>
                  </a:lnTo>
                  <a:lnTo>
                    <a:pt x="11540592" y="1790700"/>
                  </a:lnTo>
                  <a:lnTo>
                    <a:pt x="10957700" y="1790700"/>
                  </a:lnTo>
                  <a:lnTo>
                    <a:pt x="10957700" y="1206500"/>
                  </a:lnTo>
                  <a:lnTo>
                    <a:pt x="11540592" y="12065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939310" y="1206500"/>
                  </a:lnTo>
                  <a:lnTo>
                    <a:pt x="10939310" y="1790700"/>
                  </a:lnTo>
                  <a:lnTo>
                    <a:pt x="10356418" y="1790700"/>
                  </a:lnTo>
                  <a:lnTo>
                    <a:pt x="10356418" y="1206500"/>
                  </a:lnTo>
                  <a:lnTo>
                    <a:pt x="10939310" y="12065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10338016" y="1206500"/>
                  </a:lnTo>
                  <a:lnTo>
                    <a:pt x="10338016" y="1790700"/>
                  </a:lnTo>
                  <a:lnTo>
                    <a:pt x="9755124" y="1790700"/>
                  </a:lnTo>
                  <a:lnTo>
                    <a:pt x="9755124" y="1206500"/>
                  </a:lnTo>
                  <a:lnTo>
                    <a:pt x="10338016" y="12065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736722" y="1206500"/>
                  </a:lnTo>
                  <a:lnTo>
                    <a:pt x="9736722" y="1790700"/>
                  </a:lnTo>
                  <a:lnTo>
                    <a:pt x="9153842" y="1790700"/>
                  </a:lnTo>
                  <a:lnTo>
                    <a:pt x="9153842" y="1206500"/>
                  </a:lnTo>
                  <a:lnTo>
                    <a:pt x="9736722" y="12065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9135440" y="1206500"/>
                  </a:lnTo>
                  <a:lnTo>
                    <a:pt x="9135440" y="1790700"/>
                  </a:lnTo>
                  <a:lnTo>
                    <a:pt x="8552561" y="1790700"/>
                  </a:lnTo>
                  <a:lnTo>
                    <a:pt x="8552561" y="1206500"/>
                  </a:lnTo>
                  <a:lnTo>
                    <a:pt x="9135440" y="12065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8534159" y="1206500"/>
                  </a:lnTo>
                  <a:lnTo>
                    <a:pt x="8534159" y="1790700"/>
                  </a:lnTo>
                  <a:lnTo>
                    <a:pt x="7951279" y="1790700"/>
                  </a:lnTo>
                  <a:lnTo>
                    <a:pt x="7951279" y="1206500"/>
                  </a:lnTo>
                  <a:lnTo>
                    <a:pt x="8534159" y="12065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932877" y="1206500"/>
                  </a:lnTo>
                  <a:lnTo>
                    <a:pt x="7932877" y="1790700"/>
                  </a:lnTo>
                  <a:lnTo>
                    <a:pt x="7349998" y="1790700"/>
                  </a:lnTo>
                  <a:lnTo>
                    <a:pt x="7349998" y="1206500"/>
                  </a:lnTo>
                  <a:lnTo>
                    <a:pt x="7932877" y="12065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7331596" y="1206500"/>
                  </a:lnTo>
                  <a:lnTo>
                    <a:pt x="7331596" y="1790700"/>
                  </a:lnTo>
                  <a:lnTo>
                    <a:pt x="6748716" y="1790700"/>
                  </a:lnTo>
                  <a:lnTo>
                    <a:pt x="6748716" y="1206500"/>
                  </a:lnTo>
                  <a:lnTo>
                    <a:pt x="7331596" y="12065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730314" y="1206500"/>
                  </a:lnTo>
                  <a:lnTo>
                    <a:pt x="6730314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6730314" y="12065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0" y="1790700"/>
                  </a:lnTo>
                  <a:lnTo>
                    <a:pt x="0" y="1803400"/>
                  </a:lnTo>
                  <a:lnTo>
                    <a:pt x="116281" y="1803400"/>
                  </a:lnTo>
                  <a:lnTo>
                    <a:pt x="116281" y="2387600"/>
                  </a:lnTo>
                  <a:lnTo>
                    <a:pt x="134569" y="2387600"/>
                  </a:lnTo>
                  <a:lnTo>
                    <a:pt x="134569" y="1803400"/>
                  </a:lnTo>
                  <a:lnTo>
                    <a:pt x="717461" y="1803400"/>
                  </a:lnTo>
                  <a:lnTo>
                    <a:pt x="717461" y="2387600"/>
                  </a:lnTo>
                  <a:lnTo>
                    <a:pt x="735863" y="2387600"/>
                  </a:lnTo>
                  <a:lnTo>
                    <a:pt x="735863" y="1803400"/>
                  </a:lnTo>
                  <a:lnTo>
                    <a:pt x="1318742" y="1803400"/>
                  </a:lnTo>
                  <a:lnTo>
                    <a:pt x="1318742" y="2387600"/>
                  </a:lnTo>
                  <a:lnTo>
                    <a:pt x="1337144" y="2387600"/>
                  </a:lnTo>
                  <a:lnTo>
                    <a:pt x="1337144" y="1803400"/>
                  </a:lnTo>
                  <a:lnTo>
                    <a:pt x="18287988" y="1803400"/>
                  </a:lnTo>
                  <a:lnTo>
                    <a:pt x="18287988" y="1790700"/>
                  </a:lnTo>
                  <a:lnTo>
                    <a:pt x="18173218" y="1790700"/>
                  </a:lnTo>
                  <a:lnTo>
                    <a:pt x="18173218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0" y="81534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5969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5969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5969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46128" y="584200"/>
                  </a:lnTo>
                  <a:lnTo>
                    <a:pt x="5546128" y="0"/>
                  </a:lnTo>
                  <a:lnTo>
                    <a:pt x="5527738" y="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44846" y="584200"/>
                  </a:lnTo>
                  <a:lnTo>
                    <a:pt x="4944846" y="0"/>
                  </a:lnTo>
                  <a:lnTo>
                    <a:pt x="4926457" y="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43565" y="584200"/>
                  </a:lnTo>
                  <a:lnTo>
                    <a:pt x="4343565" y="0"/>
                  </a:lnTo>
                  <a:lnTo>
                    <a:pt x="4325175" y="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42283" y="584200"/>
                  </a:lnTo>
                  <a:lnTo>
                    <a:pt x="3742283" y="0"/>
                  </a:lnTo>
                  <a:lnTo>
                    <a:pt x="3723894" y="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40989" y="584200"/>
                  </a:lnTo>
                  <a:lnTo>
                    <a:pt x="3140989" y="0"/>
                  </a:lnTo>
                  <a:lnTo>
                    <a:pt x="3122587" y="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39708" y="584200"/>
                  </a:lnTo>
                  <a:lnTo>
                    <a:pt x="2539708" y="0"/>
                  </a:lnTo>
                  <a:lnTo>
                    <a:pt x="2521305" y="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38426" y="584200"/>
                  </a:lnTo>
                  <a:lnTo>
                    <a:pt x="1938426" y="0"/>
                  </a:lnTo>
                  <a:lnTo>
                    <a:pt x="1920024" y="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37144" y="584200"/>
                  </a:lnTo>
                  <a:lnTo>
                    <a:pt x="1337144" y="0"/>
                  </a:lnTo>
                  <a:lnTo>
                    <a:pt x="1318742" y="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7"/>
            <p:cNvSpPr/>
            <p:nvPr/>
          </p:nvSpPr>
          <p:spPr>
            <a:xfrm>
              <a:off x="0" y="9359912"/>
              <a:ext cx="18288000" cy="914400"/>
            </a:xfrm>
            <a:custGeom>
              <a:rect b="b" l="l" r="r" t="t"/>
              <a:pathLst>
                <a:path extrusionOk="0" h="9144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5546128" y="584200"/>
                  </a:lnTo>
                  <a:lnTo>
                    <a:pt x="5546128" y="0"/>
                  </a:lnTo>
                  <a:lnTo>
                    <a:pt x="5527738" y="0"/>
                  </a:lnTo>
                  <a:lnTo>
                    <a:pt x="5527738" y="584200"/>
                  </a:lnTo>
                  <a:lnTo>
                    <a:pt x="4944846" y="584200"/>
                  </a:lnTo>
                  <a:lnTo>
                    <a:pt x="4944846" y="0"/>
                  </a:lnTo>
                  <a:lnTo>
                    <a:pt x="4926457" y="0"/>
                  </a:lnTo>
                  <a:lnTo>
                    <a:pt x="4926457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914400"/>
                  </a:lnTo>
                  <a:lnTo>
                    <a:pt x="134569" y="9144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914400"/>
                  </a:lnTo>
                  <a:lnTo>
                    <a:pt x="735863" y="9144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914400"/>
                  </a:lnTo>
                  <a:lnTo>
                    <a:pt x="1337144" y="9144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914400"/>
                  </a:lnTo>
                  <a:lnTo>
                    <a:pt x="1938426" y="9144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914400"/>
                  </a:lnTo>
                  <a:lnTo>
                    <a:pt x="2539708" y="9144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914400"/>
                  </a:lnTo>
                  <a:lnTo>
                    <a:pt x="3140989" y="9144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914400"/>
                  </a:lnTo>
                  <a:lnTo>
                    <a:pt x="3742283" y="9144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914400"/>
                  </a:lnTo>
                  <a:lnTo>
                    <a:pt x="4343565" y="9144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914400"/>
                  </a:lnTo>
                  <a:lnTo>
                    <a:pt x="4944846" y="9144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914400"/>
                  </a:lnTo>
                  <a:lnTo>
                    <a:pt x="5546128" y="9144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914400"/>
                  </a:lnTo>
                  <a:lnTo>
                    <a:pt x="6147409" y="9144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914400"/>
                  </a:lnTo>
                  <a:lnTo>
                    <a:pt x="6748716" y="9144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914400"/>
                  </a:lnTo>
                  <a:lnTo>
                    <a:pt x="7349998" y="9144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914400"/>
                  </a:lnTo>
                  <a:lnTo>
                    <a:pt x="7951279" y="9144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914400"/>
                  </a:lnTo>
                  <a:lnTo>
                    <a:pt x="8552561" y="9144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914400"/>
                  </a:lnTo>
                  <a:lnTo>
                    <a:pt x="9153842" y="9144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914400"/>
                  </a:lnTo>
                  <a:lnTo>
                    <a:pt x="9755124" y="9144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914400"/>
                  </a:lnTo>
                  <a:lnTo>
                    <a:pt x="10356418" y="9144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914400"/>
                  </a:lnTo>
                  <a:lnTo>
                    <a:pt x="10957700" y="9144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914400"/>
                  </a:lnTo>
                  <a:lnTo>
                    <a:pt x="11558981" y="9144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914400"/>
                  </a:lnTo>
                  <a:lnTo>
                    <a:pt x="12160263" y="9144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914400"/>
                  </a:lnTo>
                  <a:lnTo>
                    <a:pt x="12761544" y="9144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914400"/>
                  </a:lnTo>
                  <a:lnTo>
                    <a:pt x="13362851" y="9144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914400"/>
                  </a:lnTo>
                  <a:lnTo>
                    <a:pt x="13964133" y="9144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914400"/>
                  </a:lnTo>
                  <a:lnTo>
                    <a:pt x="14565414" y="9144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914400"/>
                  </a:lnTo>
                  <a:lnTo>
                    <a:pt x="15166696" y="9144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914400"/>
                  </a:lnTo>
                  <a:lnTo>
                    <a:pt x="15767977" y="9144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914400"/>
                  </a:lnTo>
                  <a:lnTo>
                    <a:pt x="16369272" y="9144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914400"/>
                  </a:lnTo>
                  <a:lnTo>
                    <a:pt x="16970553" y="9144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914400"/>
                  </a:lnTo>
                  <a:lnTo>
                    <a:pt x="17571835" y="9144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914400"/>
                  </a:lnTo>
                  <a:lnTo>
                    <a:pt x="18173218" y="9144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7"/>
            <p:cNvSpPr/>
            <p:nvPr/>
          </p:nvSpPr>
          <p:spPr>
            <a:xfrm>
              <a:off x="11484816" y="6278447"/>
              <a:ext cx="3093085" cy="2007235"/>
            </a:xfrm>
            <a:custGeom>
              <a:rect b="b" l="l" r="r" t="t"/>
              <a:pathLst>
                <a:path extrusionOk="0" h="2007234" w="3093084">
                  <a:moveTo>
                    <a:pt x="2995629" y="2006839"/>
                  </a:moveTo>
                  <a:lnTo>
                    <a:pt x="2952773" y="2004050"/>
                  </a:lnTo>
                  <a:lnTo>
                    <a:pt x="2910327" y="1995681"/>
                  </a:lnTo>
                  <a:lnTo>
                    <a:pt x="2868997" y="1981732"/>
                  </a:lnTo>
                  <a:lnTo>
                    <a:pt x="2829364" y="1962204"/>
                  </a:lnTo>
                  <a:lnTo>
                    <a:pt x="107867" y="391052"/>
                  </a:lnTo>
                  <a:lnTo>
                    <a:pt x="71035" y="364217"/>
                  </a:lnTo>
                  <a:lnTo>
                    <a:pt x="41082" y="330834"/>
                  </a:lnTo>
                  <a:lnTo>
                    <a:pt x="18758" y="292185"/>
                  </a:lnTo>
                  <a:lnTo>
                    <a:pt x="4814" y="249549"/>
                  </a:lnTo>
                  <a:lnTo>
                    <a:pt x="0" y="204205"/>
                  </a:lnTo>
                  <a:lnTo>
                    <a:pt x="4814" y="158861"/>
                  </a:lnTo>
                  <a:lnTo>
                    <a:pt x="18758" y="116224"/>
                  </a:lnTo>
                  <a:lnTo>
                    <a:pt x="41082" y="77575"/>
                  </a:lnTo>
                  <a:lnTo>
                    <a:pt x="71035" y="44193"/>
                  </a:lnTo>
                  <a:lnTo>
                    <a:pt x="107867" y="17358"/>
                  </a:lnTo>
                  <a:lnTo>
                    <a:pt x="137872" y="0"/>
                  </a:lnTo>
                  <a:lnTo>
                    <a:pt x="3092710" y="222555"/>
                  </a:lnTo>
                  <a:lnTo>
                    <a:pt x="3078718" y="272487"/>
                  </a:lnTo>
                  <a:lnTo>
                    <a:pt x="3065576" y="322667"/>
                  </a:lnTo>
                  <a:lnTo>
                    <a:pt x="3053205" y="373012"/>
                  </a:lnTo>
                  <a:lnTo>
                    <a:pt x="3041527" y="423440"/>
                  </a:lnTo>
                  <a:lnTo>
                    <a:pt x="3030462" y="473868"/>
                  </a:lnTo>
                  <a:lnTo>
                    <a:pt x="3019931" y="524213"/>
                  </a:lnTo>
                  <a:lnTo>
                    <a:pt x="3010699" y="574749"/>
                  </a:lnTo>
                  <a:lnTo>
                    <a:pt x="3003336" y="626515"/>
                  </a:lnTo>
                  <a:lnTo>
                    <a:pt x="2997792" y="679139"/>
                  </a:lnTo>
                  <a:lnTo>
                    <a:pt x="2994017" y="732246"/>
                  </a:lnTo>
                  <a:lnTo>
                    <a:pt x="2991963" y="785464"/>
                  </a:lnTo>
                  <a:lnTo>
                    <a:pt x="2991580" y="838419"/>
                  </a:lnTo>
                  <a:lnTo>
                    <a:pt x="2992819" y="890738"/>
                  </a:lnTo>
                  <a:lnTo>
                    <a:pt x="2995629" y="942047"/>
                  </a:lnTo>
                  <a:lnTo>
                    <a:pt x="2995629" y="2006839"/>
                  </a:lnTo>
                  <a:close/>
                </a:path>
              </a:pathLst>
            </a:custGeom>
            <a:solidFill>
              <a:srgbClr val="FABDB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7"/>
            <p:cNvSpPr/>
            <p:nvPr/>
          </p:nvSpPr>
          <p:spPr>
            <a:xfrm>
              <a:off x="14476573" y="6501126"/>
              <a:ext cx="2390140" cy="1784350"/>
            </a:xfrm>
            <a:custGeom>
              <a:rect b="b" l="l" r="r" t="t"/>
              <a:pathLst>
                <a:path extrusionOk="0" h="1784350" w="2390140">
                  <a:moveTo>
                    <a:pt x="3996" y="1784284"/>
                  </a:moveTo>
                  <a:lnTo>
                    <a:pt x="3996" y="719491"/>
                  </a:lnTo>
                  <a:lnTo>
                    <a:pt x="1221" y="668177"/>
                  </a:lnTo>
                  <a:lnTo>
                    <a:pt x="0" y="615847"/>
                  </a:lnTo>
                  <a:lnTo>
                    <a:pt x="385" y="562876"/>
                  </a:lnTo>
                  <a:lnTo>
                    <a:pt x="2431" y="509645"/>
                  </a:lnTo>
                  <a:lnTo>
                    <a:pt x="6191" y="456529"/>
                  </a:lnTo>
                  <a:lnTo>
                    <a:pt x="11720" y="403908"/>
                  </a:lnTo>
                  <a:lnTo>
                    <a:pt x="19071" y="352158"/>
                  </a:lnTo>
                  <a:lnTo>
                    <a:pt x="28297" y="301658"/>
                  </a:lnTo>
                  <a:lnTo>
                    <a:pt x="38829" y="251312"/>
                  </a:lnTo>
                  <a:lnTo>
                    <a:pt x="49894" y="200885"/>
                  </a:lnTo>
                  <a:lnTo>
                    <a:pt x="61572" y="150457"/>
                  </a:lnTo>
                  <a:lnTo>
                    <a:pt x="73943" y="100111"/>
                  </a:lnTo>
                  <a:lnTo>
                    <a:pt x="87085" y="49931"/>
                  </a:lnTo>
                  <a:lnTo>
                    <a:pt x="101077" y="0"/>
                  </a:lnTo>
                  <a:lnTo>
                    <a:pt x="2317082" y="166885"/>
                  </a:lnTo>
                  <a:lnTo>
                    <a:pt x="2347532" y="190289"/>
                  </a:lnTo>
                  <a:lnTo>
                    <a:pt x="2370520" y="220307"/>
                  </a:lnTo>
                  <a:lnTo>
                    <a:pt x="2385046" y="255231"/>
                  </a:lnTo>
                  <a:lnTo>
                    <a:pt x="2390110" y="293351"/>
                  </a:lnTo>
                  <a:lnTo>
                    <a:pt x="2390110" y="373694"/>
                  </a:lnTo>
                  <a:lnTo>
                    <a:pt x="2385063" y="411814"/>
                  </a:lnTo>
                  <a:lnTo>
                    <a:pt x="2347584" y="476756"/>
                  </a:lnTo>
                  <a:lnTo>
                    <a:pt x="2317082" y="500160"/>
                  </a:lnTo>
                  <a:lnTo>
                    <a:pt x="170385" y="1739649"/>
                  </a:lnTo>
                  <a:lnTo>
                    <a:pt x="130753" y="1759177"/>
                  </a:lnTo>
                  <a:lnTo>
                    <a:pt x="89423" y="1773126"/>
                  </a:lnTo>
                  <a:lnTo>
                    <a:pt x="46977" y="1781495"/>
                  </a:lnTo>
                  <a:lnTo>
                    <a:pt x="3996" y="1784284"/>
                  </a:ln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14061744" y="3807403"/>
              <a:ext cx="2996565" cy="4282440"/>
            </a:xfrm>
            <a:custGeom>
              <a:rect b="b" l="l" r="r" t="t"/>
              <a:pathLst>
                <a:path extrusionOk="0" h="4282440" w="2996565">
                  <a:moveTo>
                    <a:pt x="2804877" y="2725587"/>
                  </a:moveTo>
                  <a:lnTo>
                    <a:pt x="2755696" y="2719171"/>
                  </a:lnTo>
                  <a:lnTo>
                    <a:pt x="2709097" y="2699922"/>
                  </a:lnTo>
                  <a:lnTo>
                    <a:pt x="2704882" y="2697443"/>
                  </a:lnTo>
                  <a:lnTo>
                    <a:pt x="1551438" y="1016934"/>
                  </a:lnTo>
                  <a:lnTo>
                    <a:pt x="1589534" y="979117"/>
                  </a:lnTo>
                  <a:lnTo>
                    <a:pt x="1628074" y="941707"/>
                  </a:lnTo>
                  <a:lnTo>
                    <a:pt x="1666980" y="904673"/>
                  </a:lnTo>
                  <a:lnTo>
                    <a:pt x="1706173" y="867980"/>
                  </a:lnTo>
                  <a:lnTo>
                    <a:pt x="1745576" y="831595"/>
                  </a:lnTo>
                  <a:lnTo>
                    <a:pt x="1864256" y="723955"/>
                  </a:lnTo>
                  <a:lnTo>
                    <a:pt x="1939287" y="657069"/>
                  </a:lnTo>
                  <a:lnTo>
                    <a:pt x="1976991" y="624042"/>
                  </a:lnTo>
                  <a:lnTo>
                    <a:pt x="2014869" y="591357"/>
                  </a:lnTo>
                  <a:lnTo>
                    <a:pt x="2052955" y="559063"/>
                  </a:lnTo>
                  <a:lnTo>
                    <a:pt x="2091286" y="527208"/>
                  </a:lnTo>
                  <a:lnTo>
                    <a:pt x="2129898" y="495843"/>
                  </a:lnTo>
                  <a:lnTo>
                    <a:pt x="2168827" y="465015"/>
                  </a:lnTo>
                  <a:lnTo>
                    <a:pt x="2208108" y="434774"/>
                  </a:lnTo>
                  <a:lnTo>
                    <a:pt x="2247777" y="405167"/>
                  </a:lnTo>
                  <a:lnTo>
                    <a:pt x="2287870" y="376245"/>
                  </a:lnTo>
                  <a:lnTo>
                    <a:pt x="2328424" y="348056"/>
                  </a:lnTo>
                  <a:lnTo>
                    <a:pt x="2369473" y="320649"/>
                  </a:lnTo>
                  <a:lnTo>
                    <a:pt x="2411053" y="294072"/>
                  </a:lnTo>
                  <a:lnTo>
                    <a:pt x="2453201" y="268374"/>
                  </a:lnTo>
                  <a:lnTo>
                    <a:pt x="2495952" y="243605"/>
                  </a:lnTo>
                  <a:lnTo>
                    <a:pt x="2539342" y="219813"/>
                  </a:lnTo>
                  <a:lnTo>
                    <a:pt x="2583406" y="197047"/>
                  </a:lnTo>
                  <a:lnTo>
                    <a:pt x="2628182" y="175355"/>
                  </a:lnTo>
                  <a:lnTo>
                    <a:pt x="2673704" y="154788"/>
                  </a:lnTo>
                  <a:lnTo>
                    <a:pt x="2720008" y="135392"/>
                  </a:lnTo>
                  <a:lnTo>
                    <a:pt x="2954466" y="0"/>
                  </a:lnTo>
                  <a:lnTo>
                    <a:pt x="2972436" y="36324"/>
                  </a:lnTo>
                  <a:lnTo>
                    <a:pt x="2985618" y="74856"/>
                  </a:lnTo>
                  <a:lnTo>
                    <a:pt x="2993731" y="115109"/>
                  </a:lnTo>
                  <a:lnTo>
                    <a:pt x="2996377" y="154788"/>
                  </a:lnTo>
                  <a:lnTo>
                    <a:pt x="2996497" y="2534029"/>
                  </a:lnTo>
                  <a:lnTo>
                    <a:pt x="2989856" y="2584011"/>
                  </a:lnTo>
                  <a:lnTo>
                    <a:pt x="2970801" y="2629808"/>
                  </a:lnTo>
                  <a:lnTo>
                    <a:pt x="2940634" y="2669189"/>
                  </a:lnTo>
                  <a:lnTo>
                    <a:pt x="2900656" y="2699922"/>
                  </a:lnTo>
                  <a:lnTo>
                    <a:pt x="2854056" y="2719171"/>
                  </a:lnTo>
                  <a:lnTo>
                    <a:pt x="2804877" y="2725587"/>
                  </a:lnTo>
                  <a:close/>
                </a:path>
                <a:path extrusionOk="0" h="4282440" w="2996565">
                  <a:moveTo>
                    <a:pt x="2463109" y="2748649"/>
                  </a:moveTo>
                  <a:lnTo>
                    <a:pt x="2015271" y="2490261"/>
                  </a:lnTo>
                  <a:lnTo>
                    <a:pt x="1991837" y="2445130"/>
                  </a:lnTo>
                  <a:lnTo>
                    <a:pt x="1996173" y="2412319"/>
                  </a:lnTo>
                  <a:lnTo>
                    <a:pt x="2009691" y="2376612"/>
                  </a:lnTo>
                  <a:lnTo>
                    <a:pt x="2033159" y="2343115"/>
                  </a:lnTo>
                  <a:lnTo>
                    <a:pt x="2067345" y="2316929"/>
                  </a:lnTo>
                  <a:lnTo>
                    <a:pt x="2097380" y="2310187"/>
                  </a:lnTo>
                  <a:lnTo>
                    <a:pt x="2111282" y="2313250"/>
                  </a:lnTo>
                  <a:lnTo>
                    <a:pt x="2568745" y="2577423"/>
                  </a:lnTo>
                  <a:lnTo>
                    <a:pt x="2463109" y="2748649"/>
                  </a:lnTo>
                  <a:close/>
                </a:path>
                <a:path extrusionOk="0" h="4282440" w="2996565">
                  <a:moveTo>
                    <a:pt x="471271" y="1599669"/>
                  </a:moveTo>
                  <a:lnTo>
                    <a:pt x="23433" y="1341282"/>
                  </a:lnTo>
                  <a:lnTo>
                    <a:pt x="0" y="1296151"/>
                  </a:lnTo>
                  <a:lnTo>
                    <a:pt x="4335" y="1263391"/>
                  </a:lnTo>
                  <a:lnTo>
                    <a:pt x="17853" y="1227679"/>
                  </a:lnTo>
                  <a:lnTo>
                    <a:pt x="41322" y="1194153"/>
                  </a:lnTo>
                  <a:lnTo>
                    <a:pt x="75507" y="1167949"/>
                  </a:lnTo>
                  <a:lnTo>
                    <a:pt x="105450" y="1161207"/>
                  </a:lnTo>
                  <a:lnTo>
                    <a:pt x="119375" y="1164270"/>
                  </a:lnTo>
                  <a:lnTo>
                    <a:pt x="576907" y="1428444"/>
                  </a:lnTo>
                  <a:lnTo>
                    <a:pt x="471271" y="1599669"/>
                  </a:lnTo>
                  <a:close/>
                </a:path>
                <a:path extrusionOk="0" h="4282440" w="2996565">
                  <a:moveTo>
                    <a:pt x="728819" y="4282025"/>
                  </a:moveTo>
                  <a:lnTo>
                    <a:pt x="714888" y="4278142"/>
                  </a:lnTo>
                  <a:lnTo>
                    <a:pt x="704561" y="4268030"/>
                  </a:lnTo>
                  <a:lnTo>
                    <a:pt x="700521" y="4253221"/>
                  </a:lnTo>
                  <a:lnTo>
                    <a:pt x="700521" y="4219125"/>
                  </a:lnTo>
                  <a:lnTo>
                    <a:pt x="725071" y="4176722"/>
                  </a:lnTo>
                  <a:lnTo>
                    <a:pt x="921574" y="4063336"/>
                  </a:lnTo>
                  <a:lnTo>
                    <a:pt x="936190" y="4059461"/>
                  </a:lnTo>
                  <a:lnTo>
                    <a:pt x="950121" y="4063336"/>
                  </a:lnTo>
                  <a:lnTo>
                    <a:pt x="960449" y="4073441"/>
                  </a:lnTo>
                  <a:lnTo>
                    <a:pt x="964488" y="4088196"/>
                  </a:lnTo>
                  <a:lnTo>
                    <a:pt x="964488" y="4123036"/>
                  </a:lnTo>
                  <a:lnTo>
                    <a:pt x="940559" y="4164447"/>
                  </a:lnTo>
                  <a:lnTo>
                    <a:pt x="743669" y="4278142"/>
                  </a:lnTo>
                  <a:lnTo>
                    <a:pt x="728819" y="4282025"/>
                  </a:lnTo>
                  <a:close/>
                </a:path>
                <a:path extrusionOk="0" h="4282440" w="2996565">
                  <a:moveTo>
                    <a:pt x="1094950" y="4070504"/>
                  </a:moveTo>
                  <a:lnTo>
                    <a:pt x="1081019" y="4066622"/>
                  </a:lnTo>
                  <a:lnTo>
                    <a:pt x="1070692" y="4056509"/>
                  </a:lnTo>
                  <a:lnTo>
                    <a:pt x="1066652" y="4041700"/>
                  </a:lnTo>
                  <a:lnTo>
                    <a:pt x="1066652" y="3995825"/>
                  </a:lnTo>
                  <a:lnTo>
                    <a:pt x="1287647" y="3851707"/>
                  </a:lnTo>
                  <a:lnTo>
                    <a:pt x="1302339" y="3847819"/>
                  </a:lnTo>
                  <a:lnTo>
                    <a:pt x="1316299" y="3851707"/>
                  </a:lnTo>
                  <a:lnTo>
                    <a:pt x="1326632" y="3861849"/>
                  </a:lnTo>
                  <a:lnTo>
                    <a:pt x="1330619" y="3876675"/>
                  </a:lnTo>
                  <a:lnTo>
                    <a:pt x="1330619" y="3911515"/>
                  </a:lnTo>
                  <a:lnTo>
                    <a:pt x="1306690" y="3952926"/>
                  </a:lnTo>
                  <a:lnTo>
                    <a:pt x="1109800" y="4066622"/>
                  </a:lnTo>
                  <a:lnTo>
                    <a:pt x="1094950" y="4070504"/>
                  </a:lnTo>
                  <a:close/>
                </a:path>
                <a:path extrusionOk="0" h="4282440" w="2996565">
                  <a:moveTo>
                    <a:pt x="2389709" y="3328532"/>
                  </a:moveTo>
                  <a:lnTo>
                    <a:pt x="2389709" y="3204546"/>
                  </a:lnTo>
                  <a:lnTo>
                    <a:pt x="2436823" y="3177393"/>
                  </a:lnTo>
                  <a:lnTo>
                    <a:pt x="2436823" y="3301379"/>
                  </a:lnTo>
                  <a:lnTo>
                    <a:pt x="2389709" y="3328532"/>
                  </a:lnTo>
                  <a:close/>
                </a:path>
                <a:path extrusionOk="0" h="4282440" w="2996565">
                  <a:moveTo>
                    <a:pt x="2483814" y="3274102"/>
                  </a:moveTo>
                  <a:lnTo>
                    <a:pt x="2483814" y="3150116"/>
                  </a:lnTo>
                  <a:lnTo>
                    <a:pt x="2530929" y="3122963"/>
                  </a:lnTo>
                  <a:lnTo>
                    <a:pt x="2530929" y="3246949"/>
                  </a:lnTo>
                  <a:lnTo>
                    <a:pt x="2483814" y="3274102"/>
                  </a:lnTo>
                  <a:close/>
                </a:path>
                <a:path extrusionOk="0" h="4282440" w="2996565">
                  <a:moveTo>
                    <a:pt x="2578044" y="3219672"/>
                  </a:moveTo>
                  <a:lnTo>
                    <a:pt x="2578044" y="3095686"/>
                  </a:lnTo>
                  <a:lnTo>
                    <a:pt x="2625158" y="3068533"/>
                  </a:lnTo>
                  <a:lnTo>
                    <a:pt x="2625158" y="3192519"/>
                  </a:lnTo>
                  <a:lnTo>
                    <a:pt x="2578044" y="3219672"/>
                  </a:lnTo>
                  <a:close/>
                </a:path>
                <a:path extrusionOk="0" h="4282440" w="2996565">
                  <a:moveTo>
                    <a:pt x="2295479" y="3382838"/>
                  </a:moveTo>
                  <a:lnTo>
                    <a:pt x="2295479" y="3258852"/>
                  </a:lnTo>
                  <a:lnTo>
                    <a:pt x="2342594" y="3231699"/>
                  </a:lnTo>
                  <a:lnTo>
                    <a:pt x="2342594" y="3355685"/>
                  </a:lnTo>
                  <a:lnTo>
                    <a:pt x="2295479" y="3382838"/>
                  </a:lnTo>
                  <a:close/>
                </a:path>
                <a:path extrusionOk="0" h="4282440" w="2996565">
                  <a:moveTo>
                    <a:pt x="2672273" y="3165242"/>
                  </a:moveTo>
                  <a:lnTo>
                    <a:pt x="2672273" y="3041256"/>
                  </a:lnTo>
                  <a:lnTo>
                    <a:pt x="2720008" y="3013731"/>
                  </a:lnTo>
                  <a:lnTo>
                    <a:pt x="2720008" y="3137717"/>
                  </a:lnTo>
                  <a:lnTo>
                    <a:pt x="2672273" y="3165242"/>
                  </a:lnTo>
                  <a:close/>
                </a:path>
              </a:pathLst>
            </a:custGeom>
            <a:solidFill>
              <a:srgbClr val="A066A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14506235" y="5225032"/>
              <a:ext cx="2143760" cy="1337310"/>
            </a:xfrm>
            <a:custGeom>
              <a:rect b="b" l="l" r="r" t="t"/>
              <a:pathLst>
                <a:path extrusionOk="0" h="1337309" w="2143759">
                  <a:moveTo>
                    <a:pt x="2041182" y="1337066"/>
                  </a:moveTo>
                  <a:lnTo>
                    <a:pt x="2016309" y="1329672"/>
                  </a:lnTo>
                  <a:lnTo>
                    <a:pt x="1998666" y="1310770"/>
                  </a:lnTo>
                  <a:lnTo>
                    <a:pt x="1991961" y="1283905"/>
                  </a:lnTo>
                  <a:lnTo>
                    <a:pt x="1996297" y="1251094"/>
                  </a:lnTo>
                  <a:lnTo>
                    <a:pt x="2009815" y="1215387"/>
                  </a:lnTo>
                  <a:lnTo>
                    <a:pt x="2033283" y="1181890"/>
                  </a:lnTo>
                  <a:lnTo>
                    <a:pt x="2067468" y="1155704"/>
                  </a:lnTo>
                  <a:lnTo>
                    <a:pt x="2094585" y="1148855"/>
                  </a:lnTo>
                  <a:lnTo>
                    <a:pt x="2119062" y="1155874"/>
                  </a:lnTo>
                  <a:lnTo>
                    <a:pt x="2136775" y="1175423"/>
                  </a:lnTo>
                  <a:lnTo>
                    <a:pt x="2143596" y="1206166"/>
                  </a:lnTo>
                  <a:lnTo>
                    <a:pt x="2137453" y="1243224"/>
                  </a:lnTo>
                  <a:lnTo>
                    <a:pt x="2121046" y="1278155"/>
                  </a:lnTo>
                  <a:lnTo>
                    <a:pt x="2097409" y="1307902"/>
                  </a:lnTo>
                  <a:lnTo>
                    <a:pt x="2069576" y="1329408"/>
                  </a:lnTo>
                  <a:lnTo>
                    <a:pt x="2041182" y="1337066"/>
                  </a:lnTo>
                  <a:close/>
                </a:path>
                <a:path extrusionOk="0" h="1337309" w="2143759">
                  <a:moveTo>
                    <a:pt x="49272" y="188193"/>
                  </a:moveTo>
                  <a:lnTo>
                    <a:pt x="24394" y="180769"/>
                  </a:lnTo>
                  <a:lnTo>
                    <a:pt x="6722" y="161861"/>
                  </a:lnTo>
                  <a:lnTo>
                    <a:pt x="0" y="135050"/>
                  </a:lnTo>
                  <a:lnTo>
                    <a:pt x="4335" y="102290"/>
                  </a:lnTo>
                  <a:lnTo>
                    <a:pt x="17854" y="66578"/>
                  </a:lnTo>
                  <a:lnTo>
                    <a:pt x="41322" y="33051"/>
                  </a:lnTo>
                  <a:lnTo>
                    <a:pt x="75507" y="6848"/>
                  </a:lnTo>
                  <a:lnTo>
                    <a:pt x="102623" y="0"/>
                  </a:lnTo>
                  <a:lnTo>
                    <a:pt x="127101" y="7018"/>
                  </a:lnTo>
                  <a:lnTo>
                    <a:pt x="144813" y="26567"/>
                  </a:lnTo>
                  <a:lnTo>
                    <a:pt x="151634" y="57310"/>
                  </a:lnTo>
                  <a:lnTo>
                    <a:pt x="145474" y="94369"/>
                  </a:lnTo>
                  <a:lnTo>
                    <a:pt x="129038" y="129300"/>
                  </a:lnTo>
                  <a:lnTo>
                    <a:pt x="105395" y="159047"/>
                  </a:lnTo>
                  <a:lnTo>
                    <a:pt x="77615" y="180553"/>
                  </a:lnTo>
                  <a:lnTo>
                    <a:pt x="49272" y="188193"/>
                  </a:ln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26" name="Google Shape;326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66217" y="2067521"/>
              <a:ext cx="5610621" cy="6235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7" name="Google Shape;327;p7"/>
          <p:cNvSpPr txBox="1"/>
          <p:nvPr>
            <p:ph type="title"/>
          </p:nvPr>
        </p:nvSpPr>
        <p:spPr>
          <a:xfrm>
            <a:off x="743265" y="1424130"/>
            <a:ext cx="13155294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4375">
            <a:spAutoFit/>
          </a:bodyPr>
          <a:lstStyle/>
          <a:p>
            <a:pPr indent="0" lvl="0" marL="4648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MODELO CONCEPTUAL</a:t>
            </a:r>
            <a:endParaRPr sz="60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328" name="Google Shape;328;p7"/>
          <p:cNvGrpSpPr/>
          <p:nvPr/>
        </p:nvGrpSpPr>
        <p:grpSpPr>
          <a:xfrm>
            <a:off x="1498575" y="3927711"/>
            <a:ext cx="112273" cy="2919107"/>
            <a:chOff x="1498575" y="3927711"/>
            <a:chExt cx="112273" cy="2919107"/>
          </a:xfrm>
        </p:grpSpPr>
        <p:pic>
          <p:nvPicPr>
            <p:cNvPr id="329" name="Google Shape;329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98575" y="3927711"/>
              <a:ext cx="112273" cy="1122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" name="Google Shape;330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498575" y="4863322"/>
              <a:ext cx="112273" cy="1122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" name="Google Shape;331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498575" y="5331128"/>
              <a:ext cx="112273" cy="1122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2" name="Google Shape;332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98575" y="5798934"/>
              <a:ext cx="112273" cy="1122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" name="Google Shape;333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498575" y="6734545"/>
              <a:ext cx="112273" cy="11227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4" name="Google Shape;334;p7"/>
          <p:cNvSpPr txBox="1"/>
          <p:nvPr/>
        </p:nvSpPr>
        <p:spPr>
          <a:xfrm>
            <a:off x="1742562" y="3750854"/>
            <a:ext cx="9415800" cy="37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  <a:t>Describe	exactamente	la	información	 que necesita	un negocio</a:t>
            </a:r>
            <a:endParaRPr sz="2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None/>
            </a:pPr>
            <a:r>
              <a:rPr lang="en-US" sz="265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  <a:t>Facilita discusiones</a:t>
            </a:r>
            <a:endParaRPr sz="2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65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  <a:t>Previene errores o malentendidos</a:t>
            </a:r>
            <a:endParaRPr sz="2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940435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  <a:t>Forma una idea básica para el modelo físico Documenta el proceso de negocio (reglas de negocio)</a:t>
            </a:r>
            <a:endParaRPr sz="26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15799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65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  <a:t>Tiene	en	cuenta	las 	regulaciones	y	leyes	que	rigen	esta industria</a:t>
            </a:r>
            <a:endParaRPr sz="265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5" name="Google Shape;335;p7"/>
          <p:cNvSpPr txBox="1"/>
          <p:nvPr/>
        </p:nvSpPr>
        <p:spPr>
          <a:xfrm>
            <a:off x="1016000" y="652312"/>
            <a:ext cx="387794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SISTEMAS DE BASES DE DATOS 1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5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8"/>
          <p:cNvSpPr/>
          <p:nvPr/>
        </p:nvSpPr>
        <p:spPr>
          <a:xfrm>
            <a:off x="116283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286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286" y="0"/>
                </a:lnTo>
                <a:lnTo>
                  <a:pt x="18286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8"/>
          <p:cNvSpPr/>
          <p:nvPr/>
        </p:nvSpPr>
        <p:spPr>
          <a:xfrm>
            <a:off x="71747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8"/>
          <p:cNvSpPr/>
          <p:nvPr/>
        </p:nvSpPr>
        <p:spPr>
          <a:xfrm>
            <a:off x="131875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8"/>
          <p:cNvSpPr/>
          <p:nvPr/>
        </p:nvSpPr>
        <p:spPr>
          <a:xfrm>
            <a:off x="1920034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8"/>
          <p:cNvSpPr/>
          <p:nvPr/>
        </p:nvSpPr>
        <p:spPr>
          <a:xfrm>
            <a:off x="2521315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8"/>
          <p:cNvSpPr/>
          <p:nvPr/>
        </p:nvSpPr>
        <p:spPr>
          <a:xfrm>
            <a:off x="3122596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8"/>
          <p:cNvSpPr/>
          <p:nvPr/>
        </p:nvSpPr>
        <p:spPr>
          <a:xfrm>
            <a:off x="3723896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"/>
          <p:cNvSpPr/>
          <p:nvPr/>
        </p:nvSpPr>
        <p:spPr>
          <a:xfrm>
            <a:off x="4325177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8"/>
          <p:cNvSpPr/>
          <p:nvPr/>
        </p:nvSpPr>
        <p:spPr>
          <a:xfrm>
            <a:off x="4926459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8"/>
          <p:cNvSpPr/>
          <p:nvPr/>
        </p:nvSpPr>
        <p:spPr>
          <a:xfrm>
            <a:off x="5527740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8"/>
          <p:cNvSpPr/>
          <p:nvPr/>
        </p:nvSpPr>
        <p:spPr>
          <a:xfrm>
            <a:off x="6129021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8"/>
          <p:cNvSpPr/>
          <p:nvPr/>
        </p:nvSpPr>
        <p:spPr>
          <a:xfrm>
            <a:off x="673032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8"/>
          <p:cNvSpPr/>
          <p:nvPr/>
        </p:nvSpPr>
        <p:spPr>
          <a:xfrm>
            <a:off x="733160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8"/>
          <p:cNvSpPr/>
          <p:nvPr/>
        </p:nvSpPr>
        <p:spPr>
          <a:xfrm>
            <a:off x="7932884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8"/>
          <p:cNvSpPr/>
          <p:nvPr/>
        </p:nvSpPr>
        <p:spPr>
          <a:xfrm>
            <a:off x="853416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8"/>
          <p:cNvSpPr/>
          <p:nvPr/>
        </p:nvSpPr>
        <p:spPr>
          <a:xfrm>
            <a:off x="9135447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8"/>
          <p:cNvSpPr/>
          <p:nvPr/>
        </p:nvSpPr>
        <p:spPr>
          <a:xfrm>
            <a:off x="9736728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8"/>
          <p:cNvSpPr/>
          <p:nvPr/>
        </p:nvSpPr>
        <p:spPr>
          <a:xfrm>
            <a:off x="10338028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8"/>
          <p:cNvSpPr/>
          <p:nvPr/>
        </p:nvSpPr>
        <p:spPr>
          <a:xfrm>
            <a:off x="10939310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8"/>
          <p:cNvSpPr/>
          <p:nvPr/>
        </p:nvSpPr>
        <p:spPr>
          <a:xfrm>
            <a:off x="1154059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8"/>
          <p:cNvSpPr/>
          <p:nvPr/>
        </p:nvSpPr>
        <p:spPr>
          <a:xfrm>
            <a:off x="12141873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8"/>
          <p:cNvSpPr/>
          <p:nvPr/>
        </p:nvSpPr>
        <p:spPr>
          <a:xfrm>
            <a:off x="1274315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8"/>
          <p:cNvSpPr/>
          <p:nvPr/>
        </p:nvSpPr>
        <p:spPr>
          <a:xfrm>
            <a:off x="1334445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8"/>
          <p:cNvSpPr/>
          <p:nvPr/>
        </p:nvSpPr>
        <p:spPr>
          <a:xfrm>
            <a:off x="13945737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8"/>
          <p:cNvSpPr/>
          <p:nvPr/>
        </p:nvSpPr>
        <p:spPr>
          <a:xfrm>
            <a:off x="14547019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8"/>
          <p:cNvSpPr/>
          <p:nvPr/>
        </p:nvSpPr>
        <p:spPr>
          <a:xfrm>
            <a:off x="1514830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8"/>
          <p:cNvSpPr/>
          <p:nvPr/>
        </p:nvSpPr>
        <p:spPr>
          <a:xfrm>
            <a:off x="1574958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8"/>
          <p:cNvSpPr/>
          <p:nvPr/>
        </p:nvSpPr>
        <p:spPr>
          <a:xfrm>
            <a:off x="1635088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8"/>
          <p:cNvSpPr/>
          <p:nvPr/>
        </p:nvSpPr>
        <p:spPr>
          <a:xfrm>
            <a:off x="1695216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8"/>
          <p:cNvSpPr/>
          <p:nvPr/>
        </p:nvSpPr>
        <p:spPr>
          <a:xfrm>
            <a:off x="17553446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1" name="Google Shape;371;p8"/>
          <p:cNvGrpSpPr/>
          <p:nvPr/>
        </p:nvGrpSpPr>
        <p:grpSpPr>
          <a:xfrm>
            <a:off x="0" y="11"/>
            <a:ext cx="18288000" cy="10274301"/>
            <a:chOff x="0" y="11"/>
            <a:chExt cx="18288000" cy="10274301"/>
          </a:xfrm>
        </p:grpSpPr>
        <p:sp>
          <p:nvSpPr>
            <p:cNvPr id="372" name="Google Shape;372;p8"/>
            <p:cNvSpPr/>
            <p:nvPr/>
          </p:nvSpPr>
          <p:spPr>
            <a:xfrm>
              <a:off x="0" y="11"/>
              <a:ext cx="18288000" cy="2120900"/>
            </a:xfrm>
            <a:custGeom>
              <a:rect b="b" l="l" r="r" t="t"/>
              <a:pathLst>
                <a:path extrusionOk="0" h="2120900" w="18288000">
                  <a:moveTo>
                    <a:pt x="18287988" y="317500"/>
                  </a:moveTo>
                  <a:lnTo>
                    <a:pt x="18173218" y="3175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1524000"/>
                  </a:lnTo>
                  <a:lnTo>
                    <a:pt x="17571835" y="1524000"/>
                  </a:lnTo>
                  <a:lnTo>
                    <a:pt x="17571835" y="939800"/>
                  </a:lnTo>
                  <a:lnTo>
                    <a:pt x="18154727" y="939800"/>
                  </a:lnTo>
                  <a:lnTo>
                    <a:pt x="18154727" y="914400"/>
                  </a:lnTo>
                  <a:lnTo>
                    <a:pt x="17571835" y="914400"/>
                  </a:lnTo>
                  <a:lnTo>
                    <a:pt x="17571835" y="342900"/>
                  </a:lnTo>
                  <a:lnTo>
                    <a:pt x="18154727" y="342900"/>
                  </a:lnTo>
                  <a:lnTo>
                    <a:pt x="18154727" y="317500"/>
                  </a:lnTo>
                  <a:lnTo>
                    <a:pt x="17553445" y="317500"/>
                  </a:lnTo>
                  <a:lnTo>
                    <a:pt x="17553445" y="342900"/>
                  </a:lnTo>
                  <a:lnTo>
                    <a:pt x="17553445" y="914400"/>
                  </a:lnTo>
                  <a:lnTo>
                    <a:pt x="17553445" y="939800"/>
                  </a:lnTo>
                  <a:lnTo>
                    <a:pt x="17553445" y="1524000"/>
                  </a:lnTo>
                  <a:lnTo>
                    <a:pt x="16970553" y="1524000"/>
                  </a:lnTo>
                  <a:lnTo>
                    <a:pt x="16970553" y="939800"/>
                  </a:lnTo>
                  <a:lnTo>
                    <a:pt x="17553445" y="939800"/>
                  </a:lnTo>
                  <a:lnTo>
                    <a:pt x="17553445" y="914400"/>
                  </a:lnTo>
                  <a:lnTo>
                    <a:pt x="16970553" y="914400"/>
                  </a:lnTo>
                  <a:lnTo>
                    <a:pt x="16970553" y="342900"/>
                  </a:lnTo>
                  <a:lnTo>
                    <a:pt x="17553445" y="342900"/>
                  </a:lnTo>
                  <a:lnTo>
                    <a:pt x="17553445" y="317500"/>
                  </a:lnTo>
                  <a:lnTo>
                    <a:pt x="16952164" y="317500"/>
                  </a:lnTo>
                  <a:lnTo>
                    <a:pt x="16952164" y="342900"/>
                  </a:lnTo>
                  <a:lnTo>
                    <a:pt x="16952164" y="914400"/>
                  </a:lnTo>
                  <a:lnTo>
                    <a:pt x="16952164" y="939800"/>
                  </a:lnTo>
                  <a:lnTo>
                    <a:pt x="16952164" y="1524000"/>
                  </a:lnTo>
                  <a:lnTo>
                    <a:pt x="16369272" y="1524000"/>
                  </a:lnTo>
                  <a:lnTo>
                    <a:pt x="16369272" y="939800"/>
                  </a:lnTo>
                  <a:lnTo>
                    <a:pt x="16952164" y="939800"/>
                  </a:lnTo>
                  <a:lnTo>
                    <a:pt x="16952164" y="914400"/>
                  </a:lnTo>
                  <a:lnTo>
                    <a:pt x="16369272" y="914400"/>
                  </a:lnTo>
                  <a:lnTo>
                    <a:pt x="16369272" y="342900"/>
                  </a:lnTo>
                  <a:lnTo>
                    <a:pt x="16952164" y="342900"/>
                  </a:lnTo>
                  <a:lnTo>
                    <a:pt x="16952164" y="317500"/>
                  </a:lnTo>
                  <a:lnTo>
                    <a:pt x="16350882" y="317500"/>
                  </a:lnTo>
                  <a:lnTo>
                    <a:pt x="16350882" y="342900"/>
                  </a:lnTo>
                  <a:lnTo>
                    <a:pt x="16350882" y="914400"/>
                  </a:lnTo>
                  <a:lnTo>
                    <a:pt x="16350882" y="939800"/>
                  </a:lnTo>
                  <a:lnTo>
                    <a:pt x="16350882" y="1524000"/>
                  </a:lnTo>
                  <a:lnTo>
                    <a:pt x="15767977" y="1524000"/>
                  </a:lnTo>
                  <a:lnTo>
                    <a:pt x="15767977" y="939800"/>
                  </a:lnTo>
                  <a:lnTo>
                    <a:pt x="16350882" y="939800"/>
                  </a:lnTo>
                  <a:lnTo>
                    <a:pt x="16350882" y="914400"/>
                  </a:lnTo>
                  <a:lnTo>
                    <a:pt x="15767977" y="914400"/>
                  </a:lnTo>
                  <a:lnTo>
                    <a:pt x="15767977" y="342900"/>
                  </a:lnTo>
                  <a:lnTo>
                    <a:pt x="16350882" y="342900"/>
                  </a:lnTo>
                  <a:lnTo>
                    <a:pt x="16350882" y="317500"/>
                  </a:lnTo>
                  <a:lnTo>
                    <a:pt x="15749575" y="317500"/>
                  </a:lnTo>
                  <a:lnTo>
                    <a:pt x="15749575" y="342900"/>
                  </a:lnTo>
                  <a:lnTo>
                    <a:pt x="15749575" y="914400"/>
                  </a:lnTo>
                  <a:lnTo>
                    <a:pt x="15749575" y="939800"/>
                  </a:lnTo>
                  <a:lnTo>
                    <a:pt x="15749575" y="1524000"/>
                  </a:lnTo>
                  <a:lnTo>
                    <a:pt x="15166696" y="1524000"/>
                  </a:lnTo>
                  <a:lnTo>
                    <a:pt x="15166696" y="939800"/>
                  </a:lnTo>
                  <a:lnTo>
                    <a:pt x="15749575" y="939800"/>
                  </a:lnTo>
                  <a:lnTo>
                    <a:pt x="15749575" y="914400"/>
                  </a:lnTo>
                  <a:lnTo>
                    <a:pt x="15166696" y="914400"/>
                  </a:lnTo>
                  <a:lnTo>
                    <a:pt x="15166696" y="342900"/>
                  </a:lnTo>
                  <a:lnTo>
                    <a:pt x="15749575" y="342900"/>
                  </a:lnTo>
                  <a:lnTo>
                    <a:pt x="15749575" y="317500"/>
                  </a:lnTo>
                  <a:lnTo>
                    <a:pt x="15148294" y="317500"/>
                  </a:lnTo>
                  <a:lnTo>
                    <a:pt x="15148294" y="342900"/>
                  </a:lnTo>
                  <a:lnTo>
                    <a:pt x="15148294" y="914400"/>
                  </a:lnTo>
                  <a:lnTo>
                    <a:pt x="15148294" y="939800"/>
                  </a:lnTo>
                  <a:lnTo>
                    <a:pt x="15148294" y="1524000"/>
                  </a:lnTo>
                  <a:lnTo>
                    <a:pt x="14565414" y="1524000"/>
                  </a:lnTo>
                  <a:lnTo>
                    <a:pt x="14565414" y="939800"/>
                  </a:lnTo>
                  <a:lnTo>
                    <a:pt x="15148294" y="939800"/>
                  </a:lnTo>
                  <a:lnTo>
                    <a:pt x="15148294" y="914400"/>
                  </a:lnTo>
                  <a:lnTo>
                    <a:pt x="14565414" y="914400"/>
                  </a:lnTo>
                  <a:lnTo>
                    <a:pt x="14565414" y="342900"/>
                  </a:lnTo>
                  <a:lnTo>
                    <a:pt x="15148294" y="342900"/>
                  </a:lnTo>
                  <a:lnTo>
                    <a:pt x="15148294" y="317500"/>
                  </a:lnTo>
                  <a:lnTo>
                    <a:pt x="14547012" y="317500"/>
                  </a:lnTo>
                  <a:lnTo>
                    <a:pt x="14547012" y="342900"/>
                  </a:lnTo>
                  <a:lnTo>
                    <a:pt x="14547012" y="914400"/>
                  </a:lnTo>
                  <a:lnTo>
                    <a:pt x="14547012" y="939800"/>
                  </a:lnTo>
                  <a:lnTo>
                    <a:pt x="14547012" y="1524000"/>
                  </a:lnTo>
                  <a:lnTo>
                    <a:pt x="13964133" y="1524000"/>
                  </a:lnTo>
                  <a:lnTo>
                    <a:pt x="13964133" y="939800"/>
                  </a:lnTo>
                  <a:lnTo>
                    <a:pt x="14547012" y="939800"/>
                  </a:lnTo>
                  <a:lnTo>
                    <a:pt x="14547012" y="914400"/>
                  </a:lnTo>
                  <a:lnTo>
                    <a:pt x="13964133" y="914400"/>
                  </a:lnTo>
                  <a:lnTo>
                    <a:pt x="13964133" y="342900"/>
                  </a:lnTo>
                  <a:lnTo>
                    <a:pt x="14547012" y="342900"/>
                  </a:lnTo>
                  <a:lnTo>
                    <a:pt x="14547012" y="317500"/>
                  </a:lnTo>
                  <a:lnTo>
                    <a:pt x="13945730" y="317500"/>
                  </a:lnTo>
                  <a:lnTo>
                    <a:pt x="13945730" y="342900"/>
                  </a:lnTo>
                  <a:lnTo>
                    <a:pt x="13945730" y="914400"/>
                  </a:lnTo>
                  <a:lnTo>
                    <a:pt x="13945730" y="939800"/>
                  </a:lnTo>
                  <a:lnTo>
                    <a:pt x="13945730" y="1524000"/>
                  </a:lnTo>
                  <a:lnTo>
                    <a:pt x="13362851" y="1524000"/>
                  </a:lnTo>
                  <a:lnTo>
                    <a:pt x="13362851" y="939800"/>
                  </a:lnTo>
                  <a:lnTo>
                    <a:pt x="13945730" y="939800"/>
                  </a:lnTo>
                  <a:lnTo>
                    <a:pt x="13945730" y="914400"/>
                  </a:lnTo>
                  <a:lnTo>
                    <a:pt x="13362851" y="914400"/>
                  </a:lnTo>
                  <a:lnTo>
                    <a:pt x="13362851" y="342900"/>
                  </a:lnTo>
                  <a:lnTo>
                    <a:pt x="13945730" y="342900"/>
                  </a:lnTo>
                  <a:lnTo>
                    <a:pt x="13945730" y="317500"/>
                  </a:lnTo>
                  <a:lnTo>
                    <a:pt x="13344449" y="317500"/>
                  </a:lnTo>
                  <a:lnTo>
                    <a:pt x="13344449" y="342900"/>
                  </a:lnTo>
                  <a:lnTo>
                    <a:pt x="13344449" y="914400"/>
                  </a:lnTo>
                  <a:lnTo>
                    <a:pt x="13344449" y="939800"/>
                  </a:lnTo>
                  <a:lnTo>
                    <a:pt x="13344449" y="1524000"/>
                  </a:lnTo>
                  <a:lnTo>
                    <a:pt x="12761544" y="1524000"/>
                  </a:lnTo>
                  <a:lnTo>
                    <a:pt x="12761544" y="939800"/>
                  </a:lnTo>
                  <a:lnTo>
                    <a:pt x="13344449" y="939800"/>
                  </a:lnTo>
                  <a:lnTo>
                    <a:pt x="13344449" y="914400"/>
                  </a:lnTo>
                  <a:lnTo>
                    <a:pt x="12761544" y="914400"/>
                  </a:lnTo>
                  <a:lnTo>
                    <a:pt x="12761544" y="342900"/>
                  </a:lnTo>
                  <a:lnTo>
                    <a:pt x="13344449" y="342900"/>
                  </a:lnTo>
                  <a:lnTo>
                    <a:pt x="13344449" y="317500"/>
                  </a:lnTo>
                  <a:lnTo>
                    <a:pt x="12743155" y="317500"/>
                  </a:lnTo>
                  <a:lnTo>
                    <a:pt x="12743155" y="342900"/>
                  </a:lnTo>
                  <a:lnTo>
                    <a:pt x="12743155" y="914400"/>
                  </a:lnTo>
                  <a:lnTo>
                    <a:pt x="12743155" y="939800"/>
                  </a:lnTo>
                  <a:lnTo>
                    <a:pt x="12743155" y="1524000"/>
                  </a:lnTo>
                  <a:lnTo>
                    <a:pt x="12160263" y="1524000"/>
                  </a:lnTo>
                  <a:lnTo>
                    <a:pt x="12160263" y="939800"/>
                  </a:lnTo>
                  <a:lnTo>
                    <a:pt x="12743155" y="939800"/>
                  </a:lnTo>
                  <a:lnTo>
                    <a:pt x="12743155" y="914400"/>
                  </a:lnTo>
                  <a:lnTo>
                    <a:pt x="12160263" y="914400"/>
                  </a:lnTo>
                  <a:lnTo>
                    <a:pt x="12160263" y="342900"/>
                  </a:lnTo>
                  <a:lnTo>
                    <a:pt x="12743155" y="342900"/>
                  </a:lnTo>
                  <a:lnTo>
                    <a:pt x="12743155" y="317500"/>
                  </a:lnTo>
                  <a:lnTo>
                    <a:pt x="12141873" y="317500"/>
                  </a:lnTo>
                  <a:lnTo>
                    <a:pt x="12141873" y="342900"/>
                  </a:lnTo>
                  <a:lnTo>
                    <a:pt x="12141873" y="914400"/>
                  </a:lnTo>
                  <a:lnTo>
                    <a:pt x="12141873" y="939800"/>
                  </a:lnTo>
                  <a:lnTo>
                    <a:pt x="12141873" y="1524000"/>
                  </a:lnTo>
                  <a:lnTo>
                    <a:pt x="11558981" y="1524000"/>
                  </a:lnTo>
                  <a:lnTo>
                    <a:pt x="11558981" y="939800"/>
                  </a:lnTo>
                  <a:lnTo>
                    <a:pt x="12141873" y="939800"/>
                  </a:lnTo>
                  <a:lnTo>
                    <a:pt x="12141873" y="914400"/>
                  </a:lnTo>
                  <a:lnTo>
                    <a:pt x="11558981" y="914400"/>
                  </a:lnTo>
                  <a:lnTo>
                    <a:pt x="11558981" y="342900"/>
                  </a:lnTo>
                  <a:lnTo>
                    <a:pt x="12141873" y="342900"/>
                  </a:lnTo>
                  <a:lnTo>
                    <a:pt x="12141873" y="317500"/>
                  </a:lnTo>
                  <a:lnTo>
                    <a:pt x="11540592" y="317500"/>
                  </a:lnTo>
                  <a:lnTo>
                    <a:pt x="11540592" y="342900"/>
                  </a:lnTo>
                  <a:lnTo>
                    <a:pt x="11540592" y="914400"/>
                  </a:lnTo>
                  <a:lnTo>
                    <a:pt x="11540592" y="939800"/>
                  </a:lnTo>
                  <a:lnTo>
                    <a:pt x="11540592" y="1524000"/>
                  </a:lnTo>
                  <a:lnTo>
                    <a:pt x="10957700" y="1524000"/>
                  </a:lnTo>
                  <a:lnTo>
                    <a:pt x="10957700" y="939800"/>
                  </a:lnTo>
                  <a:lnTo>
                    <a:pt x="11540592" y="939800"/>
                  </a:lnTo>
                  <a:lnTo>
                    <a:pt x="11540592" y="914400"/>
                  </a:lnTo>
                  <a:lnTo>
                    <a:pt x="10957700" y="914400"/>
                  </a:lnTo>
                  <a:lnTo>
                    <a:pt x="10957700" y="342900"/>
                  </a:lnTo>
                  <a:lnTo>
                    <a:pt x="11540592" y="342900"/>
                  </a:lnTo>
                  <a:lnTo>
                    <a:pt x="11540592" y="317500"/>
                  </a:lnTo>
                  <a:lnTo>
                    <a:pt x="10939310" y="317500"/>
                  </a:lnTo>
                  <a:lnTo>
                    <a:pt x="10939310" y="342900"/>
                  </a:lnTo>
                  <a:lnTo>
                    <a:pt x="10939310" y="914400"/>
                  </a:lnTo>
                  <a:lnTo>
                    <a:pt x="10939310" y="939800"/>
                  </a:lnTo>
                  <a:lnTo>
                    <a:pt x="10939310" y="1524000"/>
                  </a:lnTo>
                  <a:lnTo>
                    <a:pt x="10356418" y="1524000"/>
                  </a:lnTo>
                  <a:lnTo>
                    <a:pt x="10356418" y="939800"/>
                  </a:lnTo>
                  <a:lnTo>
                    <a:pt x="10939310" y="939800"/>
                  </a:lnTo>
                  <a:lnTo>
                    <a:pt x="10939310" y="914400"/>
                  </a:lnTo>
                  <a:lnTo>
                    <a:pt x="10356418" y="914400"/>
                  </a:lnTo>
                  <a:lnTo>
                    <a:pt x="10356418" y="342900"/>
                  </a:lnTo>
                  <a:lnTo>
                    <a:pt x="10939310" y="342900"/>
                  </a:lnTo>
                  <a:lnTo>
                    <a:pt x="10939310" y="317500"/>
                  </a:lnTo>
                  <a:lnTo>
                    <a:pt x="10338016" y="317500"/>
                  </a:lnTo>
                  <a:lnTo>
                    <a:pt x="10338016" y="342900"/>
                  </a:lnTo>
                  <a:lnTo>
                    <a:pt x="10338016" y="914400"/>
                  </a:lnTo>
                  <a:lnTo>
                    <a:pt x="10338016" y="939800"/>
                  </a:lnTo>
                  <a:lnTo>
                    <a:pt x="10338016" y="1524000"/>
                  </a:lnTo>
                  <a:lnTo>
                    <a:pt x="9755124" y="1524000"/>
                  </a:lnTo>
                  <a:lnTo>
                    <a:pt x="9755124" y="939800"/>
                  </a:lnTo>
                  <a:lnTo>
                    <a:pt x="10338016" y="939800"/>
                  </a:lnTo>
                  <a:lnTo>
                    <a:pt x="10338016" y="914400"/>
                  </a:lnTo>
                  <a:lnTo>
                    <a:pt x="9755124" y="914400"/>
                  </a:lnTo>
                  <a:lnTo>
                    <a:pt x="9755124" y="342900"/>
                  </a:lnTo>
                  <a:lnTo>
                    <a:pt x="10338016" y="342900"/>
                  </a:lnTo>
                  <a:lnTo>
                    <a:pt x="10338016" y="317500"/>
                  </a:lnTo>
                  <a:lnTo>
                    <a:pt x="9736722" y="317500"/>
                  </a:lnTo>
                  <a:lnTo>
                    <a:pt x="9736722" y="342900"/>
                  </a:lnTo>
                  <a:lnTo>
                    <a:pt x="9736722" y="914400"/>
                  </a:lnTo>
                  <a:lnTo>
                    <a:pt x="9736722" y="939800"/>
                  </a:lnTo>
                  <a:lnTo>
                    <a:pt x="9736722" y="1524000"/>
                  </a:lnTo>
                  <a:lnTo>
                    <a:pt x="9153842" y="1524000"/>
                  </a:lnTo>
                  <a:lnTo>
                    <a:pt x="9153842" y="939800"/>
                  </a:lnTo>
                  <a:lnTo>
                    <a:pt x="9736722" y="939800"/>
                  </a:lnTo>
                  <a:lnTo>
                    <a:pt x="9736722" y="914400"/>
                  </a:lnTo>
                  <a:lnTo>
                    <a:pt x="9153842" y="914400"/>
                  </a:lnTo>
                  <a:lnTo>
                    <a:pt x="9153842" y="342900"/>
                  </a:lnTo>
                  <a:lnTo>
                    <a:pt x="9736722" y="342900"/>
                  </a:lnTo>
                  <a:lnTo>
                    <a:pt x="9736722" y="317500"/>
                  </a:lnTo>
                  <a:lnTo>
                    <a:pt x="9135440" y="317500"/>
                  </a:lnTo>
                  <a:lnTo>
                    <a:pt x="9135440" y="342900"/>
                  </a:lnTo>
                  <a:lnTo>
                    <a:pt x="9135440" y="914400"/>
                  </a:lnTo>
                  <a:lnTo>
                    <a:pt x="9135440" y="939800"/>
                  </a:lnTo>
                  <a:lnTo>
                    <a:pt x="9135440" y="1524000"/>
                  </a:lnTo>
                  <a:lnTo>
                    <a:pt x="8552561" y="1524000"/>
                  </a:lnTo>
                  <a:lnTo>
                    <a:pt x="8552561" y="939800"/>
                  </a:lnTo>
                  <a:lnTo>
                    <a:pt x="9135440" y="939800"/>
                  </a:lnTo>
                  <a:lnTo>
                    <a:pt x="9135440" y="914400"/>
                  </a:lnTo>
                  <a:lnTo>
                    <a:pt x="8552561" y="914400"/>
                  </a:lnTo>
                  <a:lnTo>
                    <a:pt x="8552561" y="342900"/>
                  </a:lnTo>
                  <a:lnTo>
                    <a:pt x="9135440" y="342900"/>
                  </a:lnTo>
                  <a:lnTo>
                    <a:pt x="9135440" y="317500"/>
                  </a:lnTo>
                  <a:lnTo>
                    <a:pt x="8534159" y="317500"/>
                  </a:lnTo>
                  <a:lnTo>
                    <a:pt x="8534159" y="342900"/>
                  </a:lnTo>
                  <a:lnTo>
                    <a:pt x="8534159" y="914400"/>
                  </a:lnTo>
                  <a:lnTo>
                    <a:pt x="8534159" y="939800"/>
                  </a:lnTo>
                  <a:lnTo>
                    <a:pt x="8534159" y="1524000"/>
                  </a:lnTo>
                  <a:lnTo>
                    <a:pt x="7951279" y="1524000"/>
                  </a:lnTo>
                  <a:lnTo>
                    <a:pt x="7951279" y="939800"/>
                  </a:lnTo>
                  <a:lnTo>
                    <a:pt x="8534159" y="939800"/>
                  </a:lnTo>
                  <a:lnTo>
                    <a:pt x="8534159" y="914400"/>
                  </a:lnTo>
                  <a:lnTo>
                    <a:pt x="7951279" y="914400"/>
                  </a:lnTo>
                  <a:lnTo>
                    <a:pt x="7951279" y="342900"/>
                  </a:lnTo>
                  <a:lnTo>
                    <a:pt x="8534159" y="342900"/>
                  </a:lnTo>
                  <a:lnTo>
                    <a:pt x="8534159" y="317500"/>
                  </a:lnTo>
                  <a:lnTo>
                    <a:pt x="7932877" y="317500"/>
                  </a:lnTo>
                  <a:lnTo>
                    <a:pt x="7932877" y="342900"/>
                  </a:lnTo>
                  <a:lnTo>
                    <a:pt x="7932877" y="914400"/>
                  </a:lnTo>
                  <a:lnTo>
                    <a:pt x="7932877" y="939800"/>
                  </a:lnTo>
                  <a:lnTo>
                    <a:pt x="7932877" y="1524000"/>
                  </a:lnTo>
                  <a:lnTo>
                    <a:pt x="7349998" y="1524000"/>
                  </a:lnTo>
                  <a:lnTo>
                    <a:pt x="7349998" y="939800"/>
                  </a:lnTo>
                  <a:lnTo>
                    <a:pt x="7932877" y="939800"/>
                  </a:lnTo>
                  <a:lnTo>
                    <a:pt x="7932877" y="914400"/>
                  </a:lnTo>
                  <a:lnTo>
                    <a:pt x="7349998" y="914400"/>
                  </a:lnTo>
                  <a:lnTo>
                    <a:pt x="7349998" y="342900"/>
                  </a:lnTo>
                  <a:lnTo>
                    <a:pt x="7932877" y="342900"/>
                  </a:lnTo>
                  <a:lnTo>
                    <a:pt x="7932877" y="317500"/>
                  </a:lnTo>
                  <a:lnTo>
                    <a:pt x="7331596" y="317500"/>
                  </a:lnTo>
                  <a:lnTo>
                    <a:pt x="7331596" y="342900"/>
                  </a:lnTo>
                  <a:lnTo>
                    <a:pt x="7331596" y="914400"/>
                  </a:lnTo>
                  <a:lnTo>
                    <a:pt x="7331596" y="939800"/>
                  </a:lnTo>
                  <a:lnTo>
                    <a:pt x="7331596" y="1524000"/>
                  </a:lnTo>
                  <a:lnTo>
                    <a:pt x="6748716" y="1524000"/>
                  </a:lnTo>
                  <a:lnTo>
                    <a:pt x="6748716" y="939800"/>
                  </a:lnTo>
                  <a:lnTo>
                    <a:pt x="7331596" y="939800"/>
                  </a:lnTo>
                  <a:lnTo>
                    <a:pt x="7331596" y="914400"/>
                  </a:lnTo>
                  <a:lnTo>
                    <a:pt x="6748716" y="914400"/>
                  </a:lnTo>
                  <a:lnTo>
                    <a:pt x="6748716" y="342900"/>
                  </a:lnTo>
                  <a:lnTo>
                    <a:pt x="7331596" y="342900"/>
                  </a:lnTo>
                  <a:lnTo>
                    <a:pt x="7331596" y="317500"/>
                  </a:lnTo>
                  <a:lnTo>
                    <a:pt x="6730314" y="317500"/>
                  </a:lnTo>
                  <a:lnTo>
                    <a:pt x="6730314" y="342900"/>
                  </a:lnTo>
                  <a:lnTo>
                    <a:pt x="6730314" y="914400"/>
                  </a:lnTo>
                  <a:lnTo>
                    <a:pt x="6730314" y="939800"/>
                  </a:lnTo>
                  <a:lnTo>
                    <a:pt x="6730314" y="1524000"/>
                  </a:lnTo>
                  <a:lnTo>
                    <a:pt x="6147409" y="1524000"/>
                  </a:lnTo>
                  <a:lnTo>
                    <a:pt x="6147409" y="939800"/>
                  </a:lnTo>
                  <a:lnTo>
                    <a:pt x="6730314" y="939800"/>
                  </a:lnTo>
                  <a:lnTo>
                    <a:pt x="6730314" y="914400"/>
                  </a:lnTo>
                  <a:lnTo>
                    <a:pt x="6147409" y="914400"/>
                  </a:lnTo>
                  <a:lnTo>
                    <a:pt x="6147409" y="342900"/>
                  </a:lnTo>
                  <a:lnTo>
                    <a:pt x="6730314" y="342900"/>
                  </a:lnTo>
                  <a:lnTo>
                    <a:pt x="6730314" y="317500"/>
                  </a:lnTo>
                  <a:lnTo>
                    <a:pt x="6129020" y="317500"/>
                  </a:lnTo>
                  <a:lnTo>
                    <a:pt x="6129020" y="342900"/>
                  </a:lnTo>
                  <a:lnTo>
                    <a:pt x="6129020" y="914400"/>
                  </a:lnTo>
                  <a:lnTo>
                    <a:pt x="6129020" y="939800"/>
                  </a:lnTo>
                  <a:lnTo>
                    <a:pt x="6129020" y="1524000"/>
                  </a:lnTo>
                  <a:lnTo>
                    <a:pt x="5546128" y="1524000"/>
                  </a:lnTo>
                  <a:lnTo>
                    <a:pt x="5546128" y="939800"/>
                  </a:lnTo>
                  <a:lnTo>
                    <a:pt x="6129020" y="939800"/>
                  </a:lnTo>
                  <a:lnTo>
                    <a:pt x="6129020" y="914400"/>
                  </a:lnTo>
                  <a:lnTo>
                    <a:pt x="5546128" y="914400"/>
                  </a:lnTo>
                  <a:lnTo>
                    <a:pt x="5546128" y="342900"/>
                  </a:lnTo>
                  <a:lnTo>
                    <a:pt x="6129020" y="342900"/>
                  </a:lnTo>
                  <a:lnTo>
                    <a:pt x="6129020" y="317500"/>
                  </a:lnTo>
                  <a:lnTo>
                    <a:pt x="5527738" y="317500"/>
                  </a:lnTo>
                  <a:lnTo>
                    <a:pt x="5527738" y="342900"/>
                  </a:lnTo>
                  <a:lnTo>
                    <a:pt x="5527738" y="914400"/>
                  </a:lnTo>
                  <a:lnTo>
                    <a:pt x="5527738" y="939800"/>
                  </a:lnTo>
                  <a:lnTo>
                    <a:pt x="5527738" y="1524000"/>
                  </a:lnTo>
                  <a:lnTo>
                    <a:pt x="4944846" y="1524000"/>
                  </a:lnTo>
                  <a:lnTo>
                    <a:pt x="4944846" y="939800"/>
                  </a:lnTo>
                  <a:lnTo>
                    <a:pt x="5527738" y="939800"/>
                  </a:lnTo>
                  <a:lnTo>
                    <a:pt x="5527738" y="914400"/>
                  </a:lnTo>
                  <a:lnTo>
                    <a:pt x="4944846" y="914400"/>
                  </a:lnTo>
                  <a:lnTo>
                    <a:pt x="4944846" y="342900"/>
                  </a:lnTo>
                  <a:lnTo>
                    <a:pt x="5527738" y="342900"/>
                  </a:lnTo>
                  <a:lnTo>
                    <a:pt x="5527738" y="317500"/>
                  </a:lnTo>
                  <a:lnTo>
                    <a:pt x="4926457" y="317500"/>
                  </a:lnTo>
                  <a:lnTo>
                    <a:pt x="4926457" y="342900"/>
                  </a:lnTo>
                  <a:lnTo>
                    <a:pt x="4926457" y="914400"/>
                  </a:lnTo>
                  <a:lnTo>
                    <a:pt x="4926457" y="939800"/>
                  </a:lnTo>
                  <a:lnTo>
                    <a:pt x="4926457" y="1524000"/>
                  </a:lnTo>
                  <a:lnTo>
                    <a:pt x="4343565" y="1524000"/>
                  </a:lnTo>
                  <a:lnTo>
                    <a:pt x="4343565" y="939800"/>
                  </a:lnTo>
                  <a:lnTo>
                    <a:pt x="4926457" y="939800"/>
                  </a:lnTo>
                  <a:lnTo>
                    <a:pt x="4926457" y="914400"/>
                  </a:lnTo>
                  <a:lnTo>
                    <a:pt x="4343565" y="914400"/>
                  </a:lnTo>
                  <a:lnTo>
                    <a:pt x="4343565" y="342900"/>
                  </a:lnTo>
                  <a:lnTo>
                    <a:pt x="4926457" y="342900"/>
                  </a:lnTo>
                  <a:lnTo>
                    <a:pt x="4926457" y="317500"/>
                  </a:lnTo>
                  <a:lnTo>
                    <a:pt x="4325175" y="317500"/>
                  </a:lnTo>
                  <a:lnTo>
                    <a:pt x="4325175" y="342900"/>
                  </a:lnTo>
                  <a:lnTo>
                    <a:pt x="4325175" y="914400"/>
                  </a:lnTo>
                  <a:lnTo>
                    <a:pt x="4325175" y="939800"/>
                  </a:lnTo>
                  <a:lnTo>
                    <a:pt x="4325175" y="1524000"/>
                  </a:lnTo>
                  <a:lnTo>
                    <a:pt x="3742283" y="1524000"/>
                  </a:lnTo>
                  <a:lnTo>
                    <a:pt x="3742283" y="939800"/>
                  </a:lnTo>
                  <a:lnTo>
                    <a:pt x="4325175" y="939800"/>
                  </a:lnTo>
                  <a:lnTo>
                    <a:pt x="4325175" y="914400"/>
                  </a:lnTo>
                  <a:lnTo>
                    <a:pt x="3742283" y="914400"/>
                  </a:lnTo>
                  <a:lnTo>
                    <a:pt x="3742283" y="342900"/>
                  </a:lnTo>
                  <a:lnTo>
                    <a:pt x="4325175" y="342900"/>
                  </a:lnTo>
                  <a:lnTo>
                    <a:pt x="4325175" y="317500"/>
                  </a:lnTo>
                  <a:lnTo>
                    <a:pt x="3723894" y="317500"/>
                  </a:lnTo>
                  <a:lnTo>
                    <a:pt x="3723894" y="342900"/>
                  </a:lnTo>
                  <a:lnTo>
                    <a:pt x="3723894" y="914400"/>
                  </a:lnTo>
                  <a:lnTo>
                    <a:pt x="3723894" y="939800"/>
                  </a:lnTo>
                  <a:lnTo>
                    <a:pt x="3723894" y="1524000"/>
                  </a:lnTo>
                  <a:lnTo>
                    <a:pt x="3140989" y="1524000"/>
                  </a:lnTo>
                  <a:lnTo>
                    <a:pt x="3140989" y="939800"/>
                  </a:lnTo>
                  <a:lnTo>
                    <a:pt x="3723894" y="939800"/>
                  </a:lnTo>
                  <a:lnTo>
                    <a:pt x="3723894" y="914400"/>
                  </a:lnTo>
                  <a:lnTo>
                    <a:pt x="3140989" y="914400"/>
                  </a:lnTo>
                  <a:lnTo>
                    <a:pt x="3140989" y="342900"/>
                  </a:lnTo>
                  <a:lnTo>
                    <a:pt x="3723894" y="342900"/>
                  </a:lnTo>
                  <a:lnTo>
                    <a:pt x="3723894" y="317500"/>
                  </a:lnTo>
                  <a:lnTo>
                    <a:pt x="3122587" y="317500"/>
                  </a:lnTo>
                  <a:lnTo>
                    <a:pt x="3122587" y="342900"/>
                  </a:lnTo>
                  <a:lnTo>
                    <a:pt x="3122587" y="914400"/>
                  </a:lnTo>
                  <a:lnTo>
                    <a:pt x="3122587" y="939800"/>
                  </a:lnTo>
                  <a:lnTo>
                    <a:pt x="3122587" y="1524000"/>
                  </a:lnTo>
                  <a:lnTo>
                    <a:pt x="2539708" y="1524000"/>
                  </a:lnTo>
                  <a:lnTo>
                    <a:pt x="2539708" y="939800"/>
                  </a:lnTo>
                  <a:lnTo>
                    <a:pt x="3122587" y="939800"/>
                  </a:lnTo>
                  <a:lnTo>
                    <a:pt x="3122587" y="914400"/>
                  </a:lnTo>
                  <a:lnTo>
                    <a:pt x="2539708" y="914400"/>
                  </a:lnTo>
                  <a:lnTo>
                    <a:pt x="2539708" y="342900"/>
                  </a:lnTo>
                  <a:lnTo>
                    <a:pt x="3122587" y="342900"/>
                  </a:lnTo>
                  <a:lnTo>
                    <a:pt x="3122587" y="317500"/>
                  </a:lnTo>
                  <a:lnTo>
                    <a:pt x="2521305" y="317500"/>
                  </a:lnTo>
                  <a:lnTo>
                    <a:pt x="2521305" y="342900"/>
                  </a:lnTo>
                  <a:lnTo>
                    <a:pt x="2521305" y="914400"/>
                  </a:lnTo>
                  <a:lnTo>
                    <a:pt x="2521305" y="939800"/>
                  </a:lnTo>
                  <a:lnTo>
                    <a:pt x="2521305" y="1524000"/>
                  </a:lnTo>
                  <a:lnTo>
                    <a:pt x="1938426" y="1524000"/>
                  </a:lnTo>
                  <a:lnTo>
                    <a:pt x="1938426" y="939800"/>
                  </a:lnTo>
                  <a:lnTo>
                    <a:pt x="2521305" y="939800"/>
                  </a:lnTo>
                  <a:lnTo>
                    <a:pt x="2521305" y="914400"/>
                  </a:lnTo>
                  <a:lnTo>
                    <a:pt x="1938426" y="914400"/>
                  </a:lnTo>
                  <a:lnTo>
                    <a:pt x="1938426" y="342900"/>
                  </a:lnTo>
                  <a:lnTo>
                    <a:pt x="2521305" y="342900"/>
                  </a:lnTo>
                  <a:lnTo>
                    <a:pt x="2521305" y="317500"/>
                  </a:lnTo>
                  <a:lnTo>
                    <a:pt x="1920024" y="317500"/>
                  </a:lnTo>
                  <a:lnTo>
                    <a:pt x="1920024" y="342900"/>
                  </a:lnTo>
                  <a:lnTo>
                    <a:pt x="1920024" y="914400"/>
                  </a:lnTo>
                  <a:lnTo>
                    <a:pt x="1920024" y="939800"/>
                  </a:lnTo>
                  <a:lnTo>
                    <a:pt x="1920024" y="1524000"/>
                  </a:lnTo>
                  <a:lnTo>
                    <a:pt x="1337144" y="1524000"/>
                  </a:lnTo>
                  <a:lnTo>
                    <a:pt x="1337144" y="939800"/>
                  </a:lnTo>
                  <a:lnTo>
                    <a:pt x="1920024" y="939800"/>
                  </a:lnTo>
                  <a:lnTo>
                    <a:pt x="1920024" y="914400"/>
                  </a:lnTo>
                  <a:lnTo>
                    <a:pt x="1337144" y="914400"/>
                  </a:lnTo>
                  <a:lnTo>
                    <a:pt x="1337144" y="342900"/>
                  </a:lnTo>
                  <a:lnTo>
                    <a:pt x="1920024" y="342900"/>
                  </a:lnTo>
                  <a:lnTo>
                    <a:pt x="1920024" y="317500"/>
                  </a:lnTo>
                  <a:lnTo>
                    <a:pt x="1318742" y="317500"/>
                  </a:lnTo>
                  <a:lnTo>
                    <a:pt x="1318742" y="342900"/>
                  </a:lnTo>
                  <a:lnTo>
                    <a:pt x="1318742" y="914400"/>
                  </a:lnTo>
                  <a:lnTo>
                    <a:pt x="1318742" y="939800"/>
                  </a:lnTo>
                  <a:lnTo>
                    <a:pt x="1318742" y="1524000"/>
                  </a:lnTo>
                  <a:lnTo>
                    <a:pt x="735863" y="1524000"/>
                  </a:lnTo>
                  <a:lnTo>
                    <a:pt x="735863" y="939800"/>
                  </a:lnTo>
                  <a:lnTo>
                    <a:pt x="1318742" y="939800"/>
                  </a:lnTo>
                  <a:lnTo>
                    <a:pt x="1318742" y="914400"/>
                  </a:lnTo>
                  <a:lnTo>
                    <a:pt x="735863" y="914400"/>
                  </a:lnTo>
                  <a:lnTo>
                    <a:pt x="735863" y="342900"/>
                  </a:lnTo>
                  <a:lnTo>
                    <a:pt x="1318742" y="342900"/>
                  </a:lnTo>
                  <a:lnTo>
                    <a:pt x="1318742" y="317500"/>
                  </a:lnTo>
                  <a:lnTo>
                    <a:pt x="717461" y="317500"/>
                  </a:lnTo>
                  <a:lnTo>
                    <a:pt x="717461" y="342900"/>
                  </a:lnTo>
                  <a:lnTo>
                    <a:pt x="717461" y="914400"/>
                  </a:lnTo>
                  <a:lnTo>
                    <a:pt x="717461" y="939800"/>
                  </a:lnTo>
                  <a:lnTo>
                    <a:pt x="717461" y="1524000"/>
                  </a:lnTo>
                  <a:lnTo>
                    <a:pt x="134569" y="1524000"/>
                  </a:lnTo>
                  <a:lnTo>
                    <a:pt x="134569" y="939800"/>
                  </a:lnTo>
                  <a:lnTo>
                    <a:pt x="717461" y="939800"/>
                  </a:lnTo>
                  <a:lnTo>
                    <a:pt x="717461" y="914400"/>
                  </a:lnTo>
                  <a:lnTo>
                    <a:pt x="134569" y="914400"/>
                  </a:lnTo>
                  <a:lnTo>
                    <a:pt x="134569" y="342900"/>
                  </a:lnTo>
                  <a:lnTo>
                    <a:pt x="717461" y="342900"/>
                  </a:lnTo>
                  <a:lnTo>
                    <a:pt x="717461" y="317500"/>
                  </a:lnTo>
                  <a:lnTo>
                    <a:pt x="0" y="317500"/>
                  </a:lnTo>
                  <a:lnTo>
                    <a:pt x="0" y="342900"/>
                  </a:lnTo>
                  <a:lnTo>
                    <a:pt x="116281" y="342900"/>
                  </a:lnTo>
                  <a:lnTo>
                    <a:pt x="116281" y="914400"/>
                  </a:lnTo>
                  <a:lnTo>
                    <a:pt x="0" y="914400"/>
                  </a:lnTo>
                  <a:lnTo>
                    <a:pt x="0" y="939800"/>
                  </a:lnTo>
                  <a:lnTo>
                    <a:pt x="116281" y="939800"/>
                  </a:lnTo>
                  <a:lnTo>
                    <a:pt x="116281" y="1524000"/>
                  </a:lnTo>
                  <a:lnTo>
                    <a:pt x="0" y="1524000"/>
                  </a:lnTo>
                  <a:lnTo>
                    <a:pt x="0" y="1536700"/>
                  </a:lnTo>
                  <a:lnTo>
                    <a:pt x="116281" y="1536700"/>
                  </a:lnTo>
                  <a:lnTo>
                    <a:pt x="116281" y="2120900"/>
                  </a:lnTo>
                  <a:lnTo>
                    <a:pt x="134569" y="2120900"/>
                  </a:lnTo>
                  <a:lnTo>
                    <a:pt x="134569" y="1536700"/>
                  </a:lnTo>
                  <a:lnTo>
                    <a:pt x="717461" y="1536700"/>
                  </a:lnTo>
                  <a:lnTo>
                    <a:pt x="717461" y="2120900"/>
                  </a:lnTo>
                  <a:lnTo>
                    <a:pt x="735863" y="2120900"/>
                  </a:lnTo>
                  <a:lnTo>
                    <a:pt x="735863" y="1536700"/>
                  </a:lnTo>
                  <a:lnTo>
                    <a:pt x="1318742" y="1536700"/>
                  </a:lnTo>
                  <a:lnTo>
                    <a:pt x="1318742" y="2120900"/>
                  </a:lnTo>
                  <a:lnTo>
                    <a:pt x="1337144" y="2120900"/>
                  </a:lnTo>
                  <a:lnTo>
                    <a:pt x="1337144" y="1536700"/>
                  </a:lnTo>
                  <a:lnTo>
                    <a:pt x="1920024" y="1536700"/>
                  </a:lnTo>
                  <a:lnTo>
                    <a:pt x="1920024" y="2120900"/>
                  </a:lnTo>
                  <a:lnTo>
                    <a:pt x="1938426" y="2120900"/>
                  </a:lnTo>
                  <a:lnTo>
                    <a:pt x="1938426" y="1536700"/>
                  </a:lnTo>
                  <a:lnTo>
                    <a:pt x="2521305" y="1536700"/>
                  </a:lnTo>
                  <a:lnTo>
                    <a:pt x="2521305" y="2120900"/>
                  </a:lnTo>
                  <a:lnTo>
                    <a:pt x="2539708" y="2120900"/>
                  </a:lnTo>
                  <a:lnTo>
                    <a:pt x="2539708" y="1536700"/>
                  </a:lnTo>
                  <a:lnTo>
                    <a:pt x="18287988" y="1536700"/>
                  </a:lnTo>
                  <a:lnTo>
                    <a:pt x="18287988" y="1524000"/>
                  </a:lnTo>
                  <a:lnTo>
                    <a:pt x="18173218" y="1524000"/>
                  </a:lnTo>
                  <a:lnTo>
                    <a:pt x="18173218" y="939800"/>
                  </a:lnTo>
                  <a:lnTo>
                    <a:pt x="18287988" y="939800"/>
                  </a:lnTo>
                  <a:lnTo>
                    <a:pt x="18287988" y="914400"/>
                  </a:lnTo>
                  <a:lnTo>
                    <a:pt x="18173218" y="914400"/>
                  </a:lnTo>
                  <a:lnTo>
                    <a:pt x="18173218" y="342900"/>
                  </a:lnTo>
                  <a:lnTo>
                    <a:pt x="18287988" y="342900"/>
                  </a:lnTo>
                  <a:lnTo>
                    <a:pt x="18287988" y="3175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8"/>
            <p:cNvSpPr/>
            <p:nvPr/>
          </p:nvSpPr>
          <p:spPr>
            <a:xfrm>
              <a:off x="0" y="15367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6096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609600"/>
                  </a:lnTo>
                  <a:lnTo>
                    <a:pt x="18154727" y="6096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6096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609600"/>
                  </a:lnTo>
                  <a:lnTo>
                    <a:pt x="17553445" y="6096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6096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609600"/>
                  </a:lnTo>
                  <a:lnTo>
                    <a:pt x="16952164" y="6096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6096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609600"/>
                  </a:lnTo>
                  <a:lnTo>
                    <a:pt x="16350882" y="6096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6096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609600"/>
                  </a:lnTo>
                  <a:lnTo>
                    <a:pt x="15749575" y="6096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6096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609600"/>
                  </a:lnTo>
                  <a:lnTo>
                    <a:pt x="15148294" y="6096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6096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609600"/>
                  </a:lnTo>
                  <a:lnTo>
                    <a:pt x="14547012" y="6096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6096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609600"/>
                  </a:lnTo>
                  <a:lnTo>
                    <a:pt x="13945730" y="6096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6096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609600"/>
                  </a:lnTo>
                  <a:lnTo>
                    <a:pt x="13344449" y="6096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6096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609600"/>
                  </a:lnTo>
                  <a:lnTo>
                    <a:pt x="12743155" y="6096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6096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609600"/>
                  </a:lnTo>
                  <a:lnTo>
                    <a:pt x="12141873" y="6096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6096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609600"/>
                  </a:lnTo>
                  <a:lnTo>
                    <a:pt x="11540592" y="6096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6096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609600"/>
                  </a:lnTo>
                  <a:lnTo>
                    <a:pt x="10939310" y="6096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6096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609600"/>
                  </a:lnTo>
                  <a:lnTo>
                    <a:pt x="10338016" y="6096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6096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609600"/>
                  </a:lnTo>
                  <a:lnTo>
                    <a:pt x="9736722" y="60960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9135440" y="6096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609600"/>
                  </a:lnTo>
                  <a:lnTo>
                    <a:pt x="9135440" y="60960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8534159" y="6096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609600"/>
                  </a:lnTo>
                  <a:lnTo>
                    <a:pt x="8534159" y="60960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932877" y="6096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609600"/>
                  </a:lnTo>
                  <a:lnTo>
                    <a:pt x="7932877" y="60960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7331596" y="6096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609600"/>
                  </a:lnTo>
                  <a:lnTo>
                    <a:pt x="7331596" y="60960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730314" y="6096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609600"/>
                  </a:lnTo>
                  <a:lnTo>
                    <a:pt x="6730314" y="60960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6129020" y="6096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609600"/>
                  </a:lnTo>
                  <a:lnTo>
                    <a:pt x="6129020" y="609600"/>
                  </a:lnTo>
                  <a:lnTo>
                    <a:pt x="6129020" y="584200"/>
                  </a:lnTo>
                  <a:lnTo>
                    <a:pt x="5546128" y="584200"/>
                  </a:lnTo>
                  <a:lnTo>
                    <a:pt x="5546128" y="0"/>
                  </a:lnTo>
                  <a:lnTo>
                    <a:pt x="5527738" y="0"/>
                  </a:lnTo>
                  <a:lnTo>
                    <a:pt x="5527738" y="584200"/>
                  </a:lnTo>
                  <a:lnTo>
                    <a:pt x="5527738" y="6096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609600"/>
                  </a:lnTo>
                  <a:lnTo>
                    <a:pt x="5527738" y="609600"/>
                  </a:lnTo>
                  <a:lnTo>
                    <a:pt x="5527738" y="584200"/>
                  </a:lnTo>
                  <a:lnTo>
                    <a:pt x="4944846" y="584200"/>
                  </a:lnTo>
                  <a:lnTo>
                    <a:pt x="4944846" y="0"/>
                  </a:lnTo>
                  <a:lnTo>
                    <a:pt x="4926457" y="0"/>
                  </a:lnTo>
                  <a:lnTo>
                    <a:pt x="4926457" y="584200"/>
                  </a:lnTo>
                  <a:lnTo>
                    <a:pt x="4926457" y="6096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609600"/>
                  </a:lnTo>
                  <a:lnTo>
                    <a:pt x="4926457" y="609600"/>
                  </a:lnTo>
                  <a:lnTo>
                    <a:pt x="4926457" y="584200"/>
                  </a:lnTo>
                  <a:lnTo>
                    <a:pt x="4343565" y="584200"/>
                  </a:lnTo>
                  <a:lnTo>
                    <a:pt x="4343565" y="0"/>
                  </a:lnTo>
                  <a:lnTo>
                    <a:pt x="4325175" y="0"/>
                  </a:lnTo>
                  <a:lnTo>
                    <a:pt x="4325175" y="584200"/>
                  </a:lnTo>
                  <a:lnTo>
                    <a:pt x="4325175" y="6096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609600"/>
                  </a:lnTo>
                  <a:lnTo>
                    <a:pt x="4325175" y="609600"/>
                  </a:lnTo>
                  <a:lnTo>
                    <a:pt x="4325175" y="584200"/>
                  </a:lnTo>
                  <a:lnTo>
                    <a:pt x="3742283" y="584200"/>
                  </a:lnTo>
                  <a:lnTo>
                    <a:pt x="3742283" y="0"/>
                  </a:lnTo>
                  <a:lnTo>
                    <a:pt x="3723894" y="0"/>
                  </a:lnTo>
                  <a:lnTo>
                    <a:pt x="3723894" y="584200"/>
                  </a:lnTo>
                  <a:lnTo>
                    <a:pt x="3723894" y="6096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609600"/>
                  </a:lnTo>
                  <a:lnTo>
                    <a:pt x="3723894" y="609600"/>
                  </a:lnTo>
                  <a:lnTo>
                    <a:pt x="3723894" y="584200"/>
                  </a:lnTo>
                  <a:lnTo>
                    <a:pt x="3140989" y="584200"/>
                  </a:lnTo>
                  <a:lnTo>
                    <a:pt x="3140989" y="0"/>
                  </a:lnTo>
                  <a:lnTo>
                    <a:pt x="3122587" y="0"/>
                  </a:lnTo>
                  <a:lnTo>
                    <a:pt x="3122587" y="584200"/>
                  </a:lnTo>
                  <a:lnTo>
                    <a:pt x="3122587" y="6096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609600"/>
                  </a:lnTo>
                  <a:lnTo>
                    <a:pt x="3122587" y="609600"/>
                  </a:lnTo>
                  <a:lnTo>
                    <a:pt x="3122587" y="584200"/>
                  </a:lnTo>
                  <a:lnTo>
                    <a:pt x="2539708" y="584200"/>
                  </a:lnTo>
                  <a:lnTo>
                    <a:pt x="2539708" y="0"/>
                  </a:lnTo>
                  <a:lnTo>
                    <a:pt x="2521305" y="0"/>
                  </a:lnTo>
                  <a:lnTo>
                    <a:pt x="2521305" y="584200"/>
                  </a:lnTo>
                  <a:lnTo>
                    <a:pt x="2521305" y="6096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609600"/>
                  </a:lnTo>
                  <a:lnTo>
                    <a:pt x="2521305" y="6096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6096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609600"/>
                  </a:lnTo>
                  <a:lnTo>
                    <a:pt x="1920024" y="6096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6096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609600"/>
                  </a:lnTo>
                  <a:lnTo>
                    <a:pt x="1318742" y="6096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6096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609600"/>
                  </a:lnTo>
                  <a:lnTo>
                    <a:pt x="717461" y="6096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609600"/>
                  </a:lnTo>
                  <a:lnTo>
                    <a:pt x="116281" y="6096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609600"/>
                  </a:lnTo>
                  <a:lnTo>
                    <a:pt x="18287988" y="6096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8"/>
            <p:cNvSpPr/>
            <p:nvPr/>
          </p:nvSpPr>
          <p:spPr>
            <a:xfrm>
              <a:off x="0" y="27432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5969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5969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5969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6730314" y="1206500"/>
                  </a:lnTo>
                  <a:lnTo>
                    <a:pt x="6730314" y="1790700"/>
                  </a:lnTo>
                  <a:lnTo>
                    <a:pt x="6748716" y="1790700"/>
                  </a:lnTo>
                  <a:lnTo>
                    <a:pt x="6748716" y="1206500"/>
                  </a:lnTo>
                  <a:lnTo>
                    <a:pt x="7331596" y="1206500"/>
                  </a:lnTo>
                  <a:lnTo>
                    <a:pt x="7331596" y="1790700"/>
                  </a:lnTo>
                  <a:lnTo>
                    <a:pt x="7349998" y="1790700"/>
                  </a:lnTo>
                  <a:lnTo>
                    <a:pt x="7349998" y="1206500"/>
                  </a:lnTo>
                  <a:lnTo>
                    <a:pt x="7932877" y="1206500"/>
                  </a:lnTo>
                  <a:lnTo>
                    <a:pt x="7932877" y="1790700"/>
                  </a:lnTo>
                  <a:lnTo>
                    <a:pt x="7951279" y="1790700"/>
                  </a:lnTo>
                  <a:lnTo>
                    <a:pt x="7951279" y="1206500"/>
                  </a:lnTo>
                  <a:lnTo>
                    <a:pt x="8534159" y="1206500"/>
                  </a:lnTo>
                  <a:lnTo>
                    <a:pt x="8534159" y="1790700"/>
                  </a:lnTo>
                  <a:lnTo>
                    <a:pt x="8552561" y="1790700"/>
                  </a:lnTo>
                  <a:lnTo>
                    <a:pt x="8552561" y="1206500"/>
                  </a:lnTo>
                  <a:lnTo>
                    <a:pt x="9135440" y="1206500"/>
                  </a:lnTo>
                  <a:lnTo>
                    <a:pt x="9135440" y="1790700"/>
                  </a:lnTo>
                  <a:lnTo>
                    <a:pt x="9153842" y="1790700"/>
                  </a:lnTo>
                  <a:lnTo>
                    <a:pt x="9153842" y="1206500"/>
                  </a:lnTo>
                  <a:lnTo>
                    <a:pt x="9736722" y="1206500"/>
                  </a:lnTo>
                  <a:lnTo>
                    <a:pt x="9736722" y="1790700"/>
                  </a:lnTo>
                  <a:lnTo>
                    <a:pt x="9755124" y="1790700"/>
                  </a:lnTo>
                  <a:lnTo>
                    <a:pt x="9755124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8"/>
            <p:cNvSpPr/>
            <p:nvPr/>
          </p:nvSpPr>
          <p:spPr>
            <a:xfrm>
              <a:off x="0" y="3949712"/>
              <a:ext cx="18288000" cy="1778000"/>
            </a:xfrm>
            <a:custGeom>
              <a:rect b="b" l="l" r="r" t="t"/>
              <a:pathLst>
                <a:path extrusionOk="0" h="17780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5969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5969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5969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193800"/>
                  </a:lnTo>
                  <a:lnTo>
                    <a:pt x="116281" y="1193800"/>
                  </a:lnTo>
                  <a:lnTo>
                    <a:pt x="116281" y="1778000"/>
                  </a:lnTo>
                  <a:lnTo>
                    <a:pt x="134569" y="1778000"/>
                  </a:lnTo>
                  <a:lnTo>
                    <a:pt x="134569" y="1193800"/>
                  </a:lnTo>
                  <a:lnTo>
                    <a:pt x="717461" y="1193800"/>
                  </a:lnTo>
                  <a:lnTo>
                    <a:pt x="717461" y="1778000"/>
                  </a:lnTo>
                  <a:lnTo>
                    <a:pt x="735863" y="1778000"/>
                  </a:lnTo>
                  <a:lnTo>
                    <a:pt x="735863" y="1193800"/>
                  </a:lnTo>
                  <a:lnTo>
                    <a:pt x="1318742" y="1193800"/>
                  </a:lnTo>
                  <a:lnTo>
                    <a:pt x="1318742" y="1778000"/>
                  </a:lnTo>
                  <a:lnTo>
                    <a:pt x="1337144" y="1778000"/>
                  </a:lnTo>
                  <a:lnTo>
                    <a:pt x="1337144" y="1193800"/>
                  </a:lnTo>
                  <a:lnTo>
                    <a:pt x="1920024" y="1193800"/>
                  </a:lnTo>
                  <a:lnTo>
                    <a:pt x="1920024" y="1778000"/>
                  </a:lnTo>
                  <a:lnTo>
                    <a:pt x="1938426" y="1778000"/>
                  </a:lnTo>
                  <a:lnTo>
                    <a:pt x="1938426" y="1193800"/>
                  </a:lnTo>
                  <a:lnTo>
                    <a:pt x="2521305" y="1193800"/>
                  </a:lnTo>
                  <a:lnTo>
                    <a:pt x="2521305" y="1778000"/>
                  </a:lnTo>
                  <a:lnTo>
                    <a:pt x="2539708" y="1778000"/>
                  </a:lnTo>
                  <a:lnTo>
                    <a:pt x="2539708" y="1193800"/>
                  </a:lnTo>
                  <a:lnTo>
                    <a:pt x="3122587" y="1193800"/>
                  </a:lnTo>
                  <a:lnTo>
                    <a:pt x="3122587" y="1778000"/>
                  </a:lnTo>
                  <a:lnTo>
                    <a:pt x="3140989" y="1778000"/>
                  </a:lnTo>
                  <a:lnTo>
                    <a:pt x="3140989" y="1193800"/>
                  </a:lnTo>
                  <a:lnTo>
                    <a:pt x="3723894" y="1193800"/>
                  </a:lnTo>
                  <a:lnTo>
                    <a:pt x="3723894" y="1778000"/>
                  </a:lnTo>
                  <a:lnTo>
                    <a:pt x="3742283" y="1778000"/>
                  </a:lnTo>
                  <a:lnTo>
                    <a:pt x="3742283" y="1193800"/>
                  </a:lnTo>
                  <a:lnTo>
                    <a:pt x="4325175" y="1193800"/>
                  </a:lnTo>
                  <a:lnTo>
                    <a:pt x="4325175" y="1778000"/>
                  </a:lnTo>
                  <a:lnTo>
                    <a:pt x="4343565" y="1778000"/>
                  </a:lnTo>
                  <a:lnTo>
                    <a:pt x="4343565" y="1193800"/>
                  </a:lnTo>
                  <a:lnTo>
                    <a:pt x="4926457" y="1193800"/>
                  </a:lnTo>
                  <a:lnTo>
                    <a:pt x="4926457" y="1778000"/>
                  </a:lnTo>
                  <a:lnTo>
                    <a:pt x="4944846" y="1778000"/>
                  </a:lnTo>
                  <a:lnTo>
                    <a:pt x="4944846" y="1193800"/>
                  </a:lnTo>
                  <a:lnTo>
                    <a:pt x="5527738" y="1193800"/>
                  </a:lnTo>
                  <a:lnTo>
                    <a:pt x="5527738" y="1778000"/>
                  </a:lnTo>
                  <a:lnTo>
                    <a:pt x="5546128" y="1778000"/>
                  </a:lnTo>
                  <a:lnTo>
                    <a:pt x="5546128" y="1193800"/>
                  </a:lnTo>
                  <a:lnTo>
                    <a:pt x="6129020" y="1193800"/>
                  </a:lnTo>
                  <a:lnTo>
                    <a:pt x="6129020" y="1778000"/>
                  </a:lnTo>
                  <a:lnTo>
                    <a:pt x="6147409" y="1778000"/>
                  </a:lnTo>
                  <a:lnTo>
                    <a:pt x="6147409" y="1193800"/>
                  </a:lnTo>
                  <a:lnTo>
                    <a:pt x="6730314" y="1193800"/>
                  </a:lnTo>
                  <a:lnTo>
                    <a:pt x="6730314" y="1778000"/>
                  </a:lnTo>
                  <a:lnTo>
                    <a:pt x="6748716" y="1778000"/>
                  </a:lnTo>
                  <a:lnTo>
                    <a:pt x="6748716" y="1193800"/>
                  </a:lnTo>
                  <a:lnTo>
                    <a:pt x="7331596" y="1193800"/>
                  </a:lnTo>
                  <a:lnTo>
                    <a:pt x="7331596" y="1778000"/>
                  </a:lnTo>
                  <a:lnTo>
                    <a:pt x="7349998" y="1778000"/>
                  </a:lnTo>
                  <a:lnTo>
                    <a:pt x="7349998" y="1193800"/>
                  </a:lnTo>
                  <a:lnTo>
                    <a:pt x="7932877" y="1193800"/>
                  </a:lnTo>
                  <a:lnTo>
                    <a:pt x="7932877" y="1778000"/>
                  </a:lnTo>
                  <a:lnTo>
                    <a:pt x="7951279" y="1778000"/>
                  </a:lnTo>
                  <a:lnTo>
                    <a:pt x="7951279" y="1193800"/>
                  </a:lnTo>
                  <a:lnTo>
                    <a:pt x="8534159" y="1193800"/>
                  </a:lnTo>
                  <a:lnTo>
                    <a:pt x="8534159" y="1778000"/>
                  </a:lnTo>
                  <a:lnTo>
                    <a:pt x="8552561" y="1778000"/>
                  </a:lnTo>
                  <a:lnTo>
                    <a:pt x="8552561" y="1193800"/>
                  </a:lnTo>
                  <a:lnTo>
                    <a:pt x="9135440" y="1193800"/>
                  </a:lnTo>
                  <a:lnTo>
                    <a:pt x="9135440" y="1778000"/>
                  </a:lnTo>
                  <a:lnTo>
                    <a:pt x="9153842" y="1778000"/>
                  </a:lnTo>
                  <a:lnTo>
                    <a:pt x="9153842" y="1193800"/>
                  </a:lnTo>
                  <a:lnTo>
                    <a:pt x="9736722" y="1193800"/>
                  </a:lnTo>
                  <a:lnTo>
                    <a:pt x="9736722" y="1778000"/>
                  </a:lnTo>
                  <a:lnTo>
                    <a:pt x="9755124" y="1778000"/>
                  </a:lnTo>
                  <a:lnTo>
                    <a:pt x="9755124" y="1193800"/>
                  </a:lnTo>
                  <a:lnTo>
                    <a:pt x="10338016" y="1193800"/>
                  </a:lnTo>
                  <a:lnTo>
                    <a:pt x="10338016" y="1778000"/>
                  </a:lnTo>
                  <a:lnTo>
                    <a:pt x="10356418" y="1778000"/>
                  </a:lnTo>
                  <a:lnTo>
                    <a:pt x="10356418" y="1193800"/>
                  </a:lnTo>
                  <a:lnTo>
                    <a:pt x="10939310" y="1193800"/>
                  </a:lnTo>
                  <a:lnTo>
                    <a:pt x="10939310" y="1778000"/>
                  </a:lnTo>
                  <a:lnTo>
                    <a:pt x="10957700" y="1778000"/>
                  </a:lnTo>
                  <a:lnTo>
                    <a:pt x="10957700" y="1193800"/>
                  </a:lnTo>
                  <a:lnTo>
                    <a:pt x="11540592" y="1193800"/>
                  </a:lnTo>
                  <a:lnTo>
                    <a:pt x="11540592" y="1778000"/>
                  </a:lnTo>
                  <a:lnTo>
                    <a:pt x="11558981" y="1778000"/>
                  </a:lnTo>
                  <a:lnTo>
                    <a:pt x="11558981" y="1193800"/>
                  </a:lnTo>
                  <a:lnTo>
                    <a:pt x="12141873" y="1193800"/>
                  </a:lnTo>
                  <a:lnTo>
                    <a:pt x="12141873" y="1778000"/>
                  </a:lnTo>
                  <a:lnTo>
                    <a:pt x="12160263" y="1778000"/>
                  </a:lnTo>
                  <a:lnTo>
                    <a:pt x="12160263" y="1193800"/>
                  </a:lnTo>
                  <a:lnTo>
                    <a:pt x="12743155" y="1193800"/>
                  </a:lnTo>
                  <a:lnTo>
                    <a:pt x="12743155" y="1778000"/>
                  </a:lnTo>
                  <a:lnTo>
                    <a:pt x="12761544" y="1778000"/>
                  </a:lnTo>
                  <a:lnTo>
                    <a:pt x="12761544" y="1193800"/>
                  </a:lnTo>
                  <a:lnTo>
                    <a:pt x="13344449" y="1193800"/>
                  </a:lnTo>
                  <a:lnTo>
                    <a:pt x="13344449" y="1778000"/>
                  </a:lnTo>
                  <a:lnTo>
                    <a:pt x="13362851" y="1778000"/>
                  </a:lnTo>
                  <a:lnTo>
                    <a:pt x="13362851" y="1193800"/>
                  </a:lnTo>
                  <a:lnTo>
                    <a:pt x="18287988" y="11938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8"/>
            <p:cNvSpPr/>
            <p:nvPr/>
          </p:nvSpPr>
          <p:spPr>
            <a:xfrm>
              <a:off x="0" y="51435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609600"/>
                  </a:lnTo>
                  <a:lnTo>
                    <a:pt x="18154727" y="1193800"/>
                  </a:lnTo>
                  <a:lnTo>
                    <a:pt x="17571835" y="1193800"/>
                  </a:lnTo>
                  <a:lnTo>
                    <a:pt x="17571835" y="609600"/>
                  </a:lnTo>
                  <a:lnTo>
                    <a:pt x="18154727" y="6096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609600"/>
                  </a:lnTo>
                  <a:lnTo>
                    <a:pt x="17553445" y="1193800"/>
                  </a:lnTo>
                  <a:lnTo>
                    <a:pt x="16970553" y="1193800"/>
                  </a:lnTo>
                  <a:lnTo>
                    <a:pt x="16970553" y="609600"/>
                  </a:lnTo>
                  <a:lnTo>
                    <a:pt x="17553445" y="6096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609600"/>
                  </a:lnTo>
                  <a:lnTo>
                    <a:pt x="16952164" y="1193800"/>
                  </a:lnTo>
                  <a:lnTo>
                    <a:pt x="16369272" y="1193800"/>
                  </a:lnTo>
                  <a:lnTo>
                    <a:pt x="16369272" y="609600"/>
                  </a:lnTo>
                  <a:lnTo>
                    <a:pt x="16952164" y="6096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609600"/>
                  </a:lnTo>
                  <a:lnTo>
                    <a:pt x="16350882" y="1193800"/>
                  </a:lnTo>
                  <a:lnTo>
                    <a:pt x="15767977" y="1193800"/>
                  </a:lnTo>
                  <a:lnTo>
                    <a:pt x="15767977" y="609600"/>
                  </a:lnTo>
                  <a:lnTo>
                    <a:pt x="16350882" y="6096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609600"/>
                  </a:lnTo>
                  <a:lnTo>
                    <a:pt x="15749575" y="1193800"/>
                  </a:lnTo>
                  <a:lnTo>
                    <a:pt x="15166696" y="1193800"/>
                  </a:lnTo>
                  <a:lnTo>
                    <a:pt x="15166696" y="609600"/>
                  </a:lnTo>
                  <a:lnTo>
                    <a:pt x="15749575" y="6096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609600"/>
                  </a:lnTo>
                  <a:lnTo>
                    <a:pt x="15148294" y="1193800"/>
                  </a:lnTo>
                  <a:lnTo>
                    <a:pt x="14565414" y="1193800"/>
                  </a:lnTo>
                  <a:lnTo>
                    <a:pt x="14565414" y="609600"/>
                  </a:lnTo>
                  <a:lnTo>
                    <a:pt x="15148294" y="6096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609600"/>
                  </a:lnTo>
                  <a:lnTo>
                    <a:pt x="14547012" y="1193800"/>
                  </a:lnTo>
                  <a:lnTo>
                    <a:pt x="13964133" y="1193800"/>
                  </a:lnTo>
                  <a:lnTo>
                    <a:pt x="13964133" y="609600"/>
                  </a:lnTo>
                  <a:lnTo>
                    <a:pt x="14547012" y="6096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609600"/>
                  </a:lnTo>
                  <a:lnTo>
                    <a:pt x="13945730" y="1193800"/>
                  </a:lnTo>
                  <a:lnTo>
                    <a:pt x="13362851" y="1193800"/>
                  </a:lnTo>
                  <a:lnTo>
                    <a:pt x="13362851" y="609600"/>
                  </a:lnTo>
                  <a:lnTo>
                    <a:pt x="13945730" y="6096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609600"/>
                  </a:lnTo>
                  <a:lnTo>
                    <a:pt x="13344449" y="1193800"/>
                  </a:lnTo>
                  <a:lnTo>
                    <a:pt x="12761544" y="1193800"/>
                  </a:lnTo>
                  <a:lnTo>
                    <a:pt x="12761544" y="609600"/>
                  </a:lnTo>
                  <a:lnTo>
                    <a:pt x="13344449" y="609600"/>
                  </a:lnTo>
                  <a:lnTo>
                    <a:pt x="13344449" y="584200"/>
                  </a:lnTo>
                  <a:lnTo>
                    <a:pt x="12743155" y="584200"/>
                  </a:lnTo>
                  <a:lnTo>
                    <a:pt x="12743155" y="609600"/>
                  </a:lnTo>
                  <a:lnTo>
                    <a:pt x="12743155" y="1193800"/>
                  </a:lnTo>
                  <a:lnTo>
                    <a:pt x="12160263" y="1193800"/>
                  </a:lnTo>
                  <a:lnTo>
                    <a:pt x="12160263" y="609600"/>
                  </a:lnTo>
                  <a:lnTo>
                    <a:pt x="12743155" y="609600"/>
                  </a:lnTo>
                  <a:lnTo>
                    <a:pt x="12743155" y="584200"/>
                  </a:lnTo>
                  <a:lnTo>
                    <a:pt x="12141873" y="584200"/>
                  </a:lnTo>
                  <a:lnTo>
                    <a:pt x="12141873" y="609600"/>
                  </a:lnTo>
                  <a:lnTo>
                    <a:pt x="12141873" y="1193800"/>
                  </a:lnTo>
                  <a:lnTo>
                    <a:pt x="11558981" y="1193800"/>
                  </a:lnTo>
                  <a:lnTo>
                    <a:pt x="11558981" y="609600"/>
                  </a:lnTo>
                  <a:lnTo>
                    <a:pt x="12141873" y="609600"/>
                  </a:lnTo>
                  <a:lnTo>
                    <a:pt x="12141873" y="584200"/>
                  </a:lnTo>
                  <a:lnTo>
                    <a:pt x="11540592" y="584200"/>
                  </a:lnTo>
                  <a:lnTo>
                    <a:pt x="11540592" y="609600"/>
                  </a:lnTo>
                  <a:lnTo>
                    <a:pt x="11540592" y="1193800"/>
                  </a:lnTo>
                  <a:lnTo>
                    <a:pt x="10957700" y="1193800"/>
                  </a:lnTo>
                  <a:lnTo>
                    <a:pt x="10957700" y="609600"/>
                  </a:lnTo>
                  <a:lnTo>
                    <a:pt x="11540592" y="609600"/>
                  </a:lnTo>
                  <a:lnTo>
                    <a:pt x="11540592" y="584200"/>
                  </a:lnTo>
                  <a:lnTo>
                    <a:pt x="10939310" y="584200"/>
                  </a:lnTo>
                  <a:lnTo>
                    <a:pt x="10939310" y="609600"/>
                  </a:lnTo>
                  <a:lnTo>
                    <a:pt x="10939310" y="1193800"/>
                  </a:lnTo>
                  <a:lnTo>
                    <a:pt x="10356418" y="1193800"/>
                  </a:lnTo>
                  <a:lnTo>
                    <a:pt x="10356418" y="609600"/>
                  </a:lnTo>
                  <a:lnTo>
                    <a:pt x="10939310" y="609600"/>
                  </a:lnTo>
                  <a:lnTo>
                    <a:pt x="10939310" y="584200"/>
                  </a:lnTo>
                  <a:lnTo>
                    <a:pt x="10338016" y="584200"/>
                  </a:lnTo>
                  <a:lnTo>
                    <a:pt x="10338016" y="609600"/>
                  </a:lnTo>
                  <a:lnTo>
                    <a:pt x="10338016" y="1193800"/>
                  </a:lnTo>
                  <a:lnTo>
                    <a:pt x="9755124" y="1193800"/>
                  </a:lnTo>
                  <a:lnTo>
                    <a:pt x="9755124" y="609600"/>
                  </a:lnTo>
                  <a:lnTo>
                    <a:pt x="10338016" y="609600"/>
                  </a:lnTo>
                  <a:lnTo>
                    <a:pt x="10338016" y="584200"/>
                  </a:lnTo>
                  <a:lnTo>
                    <a:pt x="9736722" y="584200"/>
                  </a:lnTo>
                  <a:lnTo>
                    <a:pt x="9736722" y="609600"/>
                  </a:lnTo>
                  <a:lnTo>
                    <a:pt x="9736722" y="1193800"/>
                  </a:lnTo>
                  <a:lnTo>
                    <a:pt x="9153842" y="1193800"/>
                  </a:lnTo>
                  <a:lnTo>
                    <a:pt x="9153842" y="609600"/>
                  </a:lnTo>
                  <a:lnTo>
                    <a:pt x="9736722" y="609600"/>
                  </a:lnTo>
                  <a:lnTo>
                    <a:pt x="9736722" y="584200"/>
                  </a:lnTo>
                  <a:lnTo>
                    <a:pt x="9135440" y="584200"/>
                  </a:lnTo>
                  <a:lnTo>
                    <a:pt x="9135440" y="609600"/>
                  </a:lnTo>
                  <a:lnTo>
                    <a:pt x="9135440" y="1193800"/>
                  </a:lnTo>
                  <a:lnTo>
                    <a:pt x="8552561" y="1193800"/>
                  </a:lnTo>
                  <a:lnTo>
                    <a:pt x="8552561" y="609600"/>
                  </a:lnTo>
                  <a:lnTo>
                    <a:pt x="9135440" y="609600"/>
                  </a:lnTo>
                  <a:lnTo>
                    <a:pt x="9135440" y="584200"/>
                  </a:lnTo>
                  <a:lnTo>
                    <a:pt x="8534159" y="584200"/>
                  </a:lnTo>
                  <a:lnTo>
                    <a:pt x="8534159" y="609600"/>
                  </a:lnTo>
                  <a:lnTo>
                    <a:pt x="8534159" y="1193800"/>
                  </a:lnTo>
                  <a:lnTo>
                    <a:pt x="7951279" y="1193800"/>
                  </a:lnTo>
                  <a:lnTo>
                    <a:pt x="7951279" y="609600"/>
                  </a:lnTo>
                  <a:lnTo>
                    <a:pt x="8534159" y="609600"/>
                  </a:lnTo>
                  <a:lnTo>
                    <a:pt x="8534159" y="584200"/>
                  </a:lnTo>
                  <a:lnTo>
                    <a:pt x="7932877" y="584200"/>
                  </a:lnTo>
                  <a:lnTo>
                    <a:pt x="7932877" y="609600"/>
                  </a:lnTo>
                  <a:lnTo>
                    <a:pt x="7932877" y="1193800"/>
                  </a:lnTo>
                  <a:lnTo>
                    <a:pt x="7349998" y="1193800"/>
                  </a:lnTo>
                  <a:lnTo>
                    <a:pt x="7349998" y="609600"/>
                  </a:lnTo>
                  <a:lnTo>
                    <a:pt x="7932877" y="609600"/>
                  </a:lnTo>
                  <a:lnTo>
                    <a:pt x="7932877" y="584200"/>
                  </a:lnTo>
                  <a:lnTo>
                    <a:pt x="7331596" y="584200"/>
                  </a:lnTo>
                  <a:lnTo>
                    <a:pt x="7331596" y="609600"/>
                  </a:lnTo>
                  <a:lnTo>
                    <a:pt x="7331596" y="1193800"/>
                  </a:lnTo>
                  <a:lnTo>
                    <a:pt x="6748716" y="1193800"/>
                  </a:lnTo>
                  <a:lnTo>
                    <a:pt x="6748716" y="609600"/>
                  </a:lnTo>
                  <a:lnTo>
                    <a:pt x="7331596" y="609600"/>
                  </a:lnTo>
                  <a:lnTo>
                    <a:pt x="7331596" y="584200"/>
                  </a:lnTo>
                  <a:lnTo>
                    <a:pt x="6730314" y="584200"/>
                  </a:lnTo>
                  <a:lnTo>
                    <a:pt x="6730314" y="609600"/>
                  </a:lnTo>
                  <a:lnTo>
                    <a:pt x="6730314" y="1193800"/>
                  </a:lnTo>
                  <a:lnTo>
                    <a:pt x="6147409" y="1193800"/>
                  </a:lnTo>
                  <a:lnTo>
                    <a:pt x="6147409" y="609600"/>
                  </a:lnTo>
                  <a:lnTo>
                    <a:pt x="6730314" y="609600"/>
                  </a:lnTo>
                  <a:lnTo>
                    <a:pt x="6730314" y="584200"/>
                  </a:lnTo>
                  <a:lnTo>
                    <a:pt x="6129020" y="584200"/>
                  </a:lnTo>
                  <a:lnTo>
                    <a:pt x="6129020" y="609600"/>
                  </a:lnTo>
                  <a:lnTo>
                    <a:pt x="6129020" y="1193800"/>
                  </a:lnTo>
                  <a:lnTo>
                    <a:pt x="5546128" y="1193800"/>
                  </a:lnTo>
                  <a:lnTo>
                    <a:pt x="5546128" y="609600"/>
                  </a:lnTo>
                  <a:lnTo>
                    <a:pt x="6129020" y="6096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609600"/>
                  </a:lnTo>
                  <a:lnTo>
                    <a:pt x="5527738" y="1193800"/>
                  </a:lnTo>
                  <a:lnTo>
                    <a:pt x="4944846" y="1193800"/>
                  </a:lnTo>
                  <a:lnTo>
                    <a:pt x="4944846" y="609600"/>
                  </a:lnTo>
                  <a:lnTo>
                    <a:pt x="5527738" y="6096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609600"/>
                  </a:lnTo>
                  <a:lnTo>
                    <a:pt x="4926457" y="1193800"/>
                  </a:lnTo>
                  <a:lnTo>
                    <a:pt x="4343565" y="1193800"/>
                  </a:lnTo>
                  <a:lnTo>
                    <a:pt x="4343565" y="609600"/>
                  </a:lnTo>
                  <a:lnTo>
                    <a:pt x="4926457" y="6096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609600"/>
                  </a:lnTo>
                  <a:lnTo>
                    <a:pt x="4325175" y="1193800"/>
                  </a:lnTo>
                  <a:lnTo>
                    <a:pt x="3742283" y="1193800"/>
                  </a:lnTo>
                  <a:lnTo>
                    <a:pt x="3742283" y="609600"/>
                  </a:lnTo>
                  <a:lnTo>
                    <a:pt x="4325175" y="6096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609600"/>
                  </a:lnTo>
                  <a:lnTo>
                    <a:pt x="3723894" y="1193800"/>
                  </a:lnTo>
                  <a:lnTo>
                    <a:pt x="3140989" y="1193800"/>
                  </a:lnTo>
                  <a:lnTo>
                    <a:pt x="3140989" y="609600"/>
                  </a:lnTo>
                  <a:lnTo>
                    <a:pt x="3723894" y="6096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609600"/>
                  </a:lnTo>
                  <a:lnTo>
                    <a:pt x="3122587" y="1193800"/>
                  </a:lnTo>
                  <a:lnTo>
                    <a:pt x="2539708" y="1193800"/>
                  </a:lnTo>
                  <a:lnTo>
                    <a:pt x="2539708" y="609600"/>
                  </a:lnTo>
                  <a:lnTo>
                    <a:pt x="3122587" y="6096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609600"/>
                  </a:lnTo>
                  <a:lnTo>
                    <a:pt x="2521305" y="1193800"/>
                  </a:lnTo>
                  <a:lnTo>
                    <a:pt x="1938426" y="1193800"/>
                  </a:lnTo>
                  <a:lnTo>
                    <a:pt x="1938426" y="609600"/>
                  </a:lnTo>
                  <a:lnTo>
                    <a:pt x="2521305" y="6096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609600"/>
                  </a:lnTo>
                  <a:lnTo>
                    <a:pt x="1920024" y="1193800"/>
                  </a:lnTo>
                  <a:lnTo>
                    <a:pt x="1337144" y="1193800"/>
                  </a:lnTo>
                  <a:lnTo>
                    <a:pt x="1337144" y="609600"/>
                  </a:lnTo>
                  <a:lnTo>
                    <a:pt x="1920024" y="6096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609600"/>
                  </a:lnTo>
                  <a:lnTo>
                    <a:pt x="1318742" y="1193800"/>
                  </a:lnTo>
                  <a:lnTo>
                    <a:pt x="735863" y="1193800"/>
                  </a:lnTo>
                  <a:lnTo>
                    <a:pt x="735863" y="609600"/>
                  </a:lnTo>
                  <a:lnTo>
                    <a:pt x="1318742" y="6096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609600"/>
                  </a:lnTo>
                  <a:lnTo>
                    <a:pt x="717461" y="1193800"/>
                  </a:lnTo>
                  <a:lnTo>
                    <a:pt x="134569" y="1193800"/>
                  </a:lnTo>
                  <a:lnTo>
                    <a:pt x="134569" y="609600"/>
                  </a:lnTo>
                  <a:lnTo>
                    <a:pt x="717461" y="6096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609600"/>
                  </a:lnTo>
                  <a:lnTo>
                    <a:pt x="116281" y="609600"/>
                  </a:lnTo>
                  <a:lnTo>
                    <a:pt x="116281" y="1193800"/>
                  </a:lnTo>
                  <a:lnTo>
                    <a:pt x="0" y="11938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6730314" y="1206500"/>
                  </a:lnTo>
                  <a:lnTo>
                    <a:pt x="6730314" y="1790700"/>
                  </a:lnTo>
                  <a:lnTo>
                    <a:pt x="6748716" y="1790700"/>
                  </a:lnTo>
                  <a:lnTo>
                    <a:pt x="6748716" y="1206500"/>
                  </a:lnTo>
                  <a:lnTo>
                    <a:pt x="7331596" y="1206500"/>
                  </a:lnTo>
                  <a:lnTo>
                    <a:pt x="7331596" y="1790700"/>
                  </a:lnTo>
                  <a:lnTo>
                    <a:pt x="7349998" y="1790700"/>
                  </a:lnTo>
                  <a:lnTo>
                    <a:pt x="7349998" y="1206500"/>
                  </a:lnTo>
                  <a:lnTo>
                    <a:pt x="7932877" y="1206500"/>
                  </a:lnTo>
                  <a:lnTo>
                    <a:pt x="7932877" y="1790700"/>
                  </a:lnTo>
                  <a:lnTo>
                    <a:pt x="7951279" y="1790700"/>
                  </a:lnTo>
                  <a:lnTo>
                    <a:pt x="7951279" y="1206500"/>
                  </a:lnTo>
                  <a:lnTo>
                    <a:pt x="8534159" y="1206500"/>
                  </a:lnTo>
                  <a:lnTo>
                    <a:pt x="8534159" y="1790700"/>
                  </a:lnTo>
                  <a:lnTo>
                    <a:pt x="8552561" y="1790700"/>
                  </a:lnTo>
                  <a:lnTo>
                    <a:pt x="8552561" y="1206500"/>
                  </a:lnTo>
                  <a:lnTo>
                    <a:pt x="9135440" y="1206500"/>
                  </a:lnTo>
                  <a:lnTo>
                    <a:pt x="9135440" y="1790700"/>
                  </a:lnTo>
                  <a:lnTo>
                    <a:pt x="9153842" y="1790700"/>
                  </a:lnTo>
                  <a:lnTo>
                    <a:pt x="9153842" y="1206500"/>
                  </a:lnTo>
                  <a:lnTo>
                    <a:pt x="9736722" y="1206500"/>
                  </a:lnTo>
                  <a:lnTo>
                    <a:pt x="9736722" y="1790700"/>
                  </a:lnTo>
                  <a:lnTo>
                    <a:pt x="9755124" y="1790700"/>
                  </a:lnTo>
                  <a:lnTo>
                    <a:pt x="9755124" y="1206500"/>
                  </a:lnTo>
                  <a:lnTo>
                    <a:pt x="10338016" y="1206500"/>
                  </a:lnTo>
                  <a:lnTo>
                    <a:pt x="10338016" y="1790700"/>
                  </a:lnTo>
                  <a:lnTo>
                    <a:pt x="10356418" y="1790700"/>
                  </a:lnTo>
                  <a:lnTo>
                    <a:pt x="10356418" y="1206500"/>
                  </a:lnTo>
                  <a:lnTo>
                    <a:pt x="10939310" y="1206500"/>
                  </a:lnTo>
                  <a:lnTo>
                    <a:pt x="10939310" y="1790700"/>
                  </a:lnTo>
                  <a:lnTo>
                    <a:pt x="10957700" y="1790700"/>
                  </a:lnTo>
                  <a:lnTo>
                    <a:pt x="10957700" y="1206500"/>
                  </a:lnTo>
                  <a:lnTo>
                    <a:pt x="11540592" y="1206500"/>
                  </a:lnTo>
                  <a:lnTo>
                    <a:pt x="11540592" y="1790700"/>
                  </a:lnTo>
                  <a:lnTo>
                    <a:pt x="11558981" y="1790700"/>
                  </a:lnTo>
                  <a:lnTo>
                    <a:pt x="11558981" y="1206500"/>
                  </a:lnTo>
                  <a:lnTo>
                    <a:pt x="12141873" y="1206500"/>
                  </a:lnTo>
                  <a:lnTo>
                    <a:pt x="12141873" y="1790700"/>
                  </a:lnTo>
                  <a:lnTo>
                    <a:pt x="12160263" y="1790700"/>
                  </a:lnTo>
                  <a:lnTo>
                    <a:pt x="12160263" y="1206500"/>
                  </a:lnTo>
                  <a:lnTo>
                    <a:pt x="12743155" y="1206500"/>
                  </a:lnTo>
                  <a:lnTo>
                    <a:pt x="12743155" y="1790700"/>
                  </a:lnTo>
                  <a:lnTo>
                    <a:pt x="12761544" y="1790700"/>
                  </a:lnTo>
                  <a:lnTo>
                    <a:pt x="12761544" y="1206500"/>
                  </a:lnTo>
                  <a:lnTo>
                    <a:pt x="13344449" y="1206500"/>
                  </a:lnTo>
                  <a:lnTo>
                    <a:pt x="13344449" y="1790700"/>
                  </a:lnTo>
                  <a:lnTo>
                    <a:pt x="13362851" y="1790700"/>
                  </a:lnTo>
                  <a:lnTo>
                    <a:pt x="13362851" y="1206500"/>
                  </a:lnTo>
                  <a:lnTo>
                    <a:pt x="13945730" y="1206500"/>
                  </a:lnTo>
                  <a:lnTo>
                    <a:pt x="13945730" y="1790700"/>
                  </a:lnTo>
                  <a:lnTo>
                    <a:pt x="13964133" y="1790700"/>
                  </a:lnTo>
                  <a:lnTo>
                    <a:pt x="13964133" y="1206500"/>
                  </a:lnTo>
                  <a:lnTo>
                    <a:pt x="14547012" y="1206500"/>
                  </a:lnTo>
                  <a:lnTo>
                    <a:pt x="14547012" y="1790700"/>
                  </a:lnTo>
                  <a:lnTo>
                    <a:pt x="14565414" y="1790700"/>
                  </a:lnTo>
                  <a:lnTo>
                    <a:pt x="14565414" y="1206500"/>
                  </a:lnTo>
                  <a:lnTo>
                    <a:pt x="15148294" y="1206500"/>
                  </a:lnTo>
                  <a:lnTo>
                    <a:pt x="15148294" y="1790700"/>
                  </a:lnTo>
                  <a:lnTo>
                    <a:pt x="15166696" y="1790700"/>
                  </a:lnTo>
                  <a:lnTo>
                    <a:pt x="15166696" y="1206500"/>
                  </a:lnTo>
                  <a:lnTo>
                    <a:pt x="15749575" y="1206500"/>
                  </a:lnTo>
                  <a:lnTo>
                    <a:pt x="15749575" y="1790700"/>
                  </a:lnTo>
                  <a:lnTo>
                    <a:pt x="15767977" y="1790700"/>
                  </a:lnTo>
                  <a:lnTo>
                    <a:pt x="15767977" y="1206500"/>
                  </a:lnTo>
                  <a:lnTo>
                    <a:pt x="16350882" y="1206500"/>
                  </a:lnTo>
                  <a:lnTo>
                    <a:pt x="16350882" y="1790700"/>
                  </a:lnTo>
                  <a:lnTo>
                    <a:pt x="16369272" y="1790700"/>
                  </a:lnTo>
                  <a:lnTo>
                    <a:pt x="16369272" y="1206500"/>
                  </a:lnTo>
                  <a:lnTo>
                    <a:pt x="16952164" y="1206500"/>
                  </a:lnTo>
                  <a:lnTo>
                    <a:pt x="16952164" y="1790700"/>
                  </a:lnTo>
                  <a:lnTo>
                    <a:pt x="16970553" y="1790700"/>
                  </a:lnTo>
                  <a:lnTo>
                    <a:pt x="16970553" y="1206500"/>
                  </a:lnTo>
                  <a:lnTo>
                    <a:pt x="18287988" y="1206500"/>
                  </a:lnTo>
                  <a:lnTo>
                    <a:pt x="18287988" y="1193800"/>
                  </a:lnTo>
                  <a:lnTo>
                    <a:pt x="18173218" y="1193800"/>
                  </a:lnTo>
                  <a:lnTo>
                    <a:pt x="18173218" y="609600"/>
                  </a:lnTo>
                  <a:lnTo>
                    <a:pt x="18287988" y="6096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8"/>
            <p:cNvSpPr/>
            <p:nvPr/>
          </p:nvSpPr>
          <p:spPr>
            <a:xfrm>
              <a:off x="0" y="6350012"/>
              <a:ext cx="18288000" cy="2387600"/>
            </a:xfrm>
            <a:custGeom>
              <a:rect b="b" l="l" r="r" t="t"/>
              <a:pathLst>
                <a:path extrusionOk="0" h="23876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5969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1790700"/>
                  </a:lnTo>
                  <a:lnTo>
                    <a:pt x="16970553" y="1790700"/>
                  </a:lnTo>
                  <a:lnTo>
                    <a:pt x="16970553" y="1206500"/>
                  </a:lnTo>
                  <a:lnTo>
                    <a:pt x="17553445" y="12065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1790700"/>
                  </a:lnTo>
                  <a:lnTo>
                    <a:pt x="16369272" y="1790700"/>
                  </a:lnTo>
                  <a:lnTo>
                    <a:pt x="16369272" y="1206500"/>
                  </a:lnTo>
                  <a:lnTo>
                    <a:pt x="16952164" y="12065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6350882" y="1206500"/>
                  </a:lnTo>
                  <a:lnTo>
                    <a:pt x="16350882" y="1790700"/>
                  </a:lnTo>
                  <a:lnTo>
                    <a:pt x="15767977" y="1790700"/>
                  </a:lnTo>
                  <a:lnTo>
                    <a:pt x="15767977" y="1206500"/>
                  </a:lnTo>
                  <a:lnTo>
                    <a:pt x="16350882" y="12065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749575" y="1206500"/>
                  </a:lnTo>
                  <a:lnTo>
                    <a:pt x="15749575" y="1790700"/>
                  </a:lnTo>
                  <a:lnTo>
                    <a:pt x="15166696" y="1790700"/>
                  </a:lnTo>
                  <a:lnTo>
                    <a:pt x="15166696" y="1206500"/>
                  </a:lnTo>
                  <a:lnTo>
                    <a:pt x="15749575" y="12065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5148294" y="1206500"/>
                  </a:lnTo>
                  <a:lnTo>
                    <a:pt x="15148294" y="1790700"/>
                  </a:lnTo>
                  <a:lnTo>
                    <a:pt x="14565414" y="1790700"/>
                  </a:lnTo>
                  <a:lnTo>
                    <a:pt x="14565414" y="1206500"/>
                  </a:lnTo>
                  <a:lnTo>
                    <a:pt x="15148294" y="12065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4547012" y="1206500"/>
                  </a:lnTo>
                  <a:lnTo>
                    <a:pt x="14547012" y="1790700"/>
                  </a:lnTo>
                  <a:lnTo>
                    <a:pt x="13964133" y="1790700"/>
                  </a:lnTo>
                  <a:lnTo>
                    <a:pt x="13964133" y="1206500"/>
                  </a:lnTo>
                  <a:lnTo>
                    <a:pt x="14547012" y="12065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945730" y="1206500"/>
                  </a:lnTo>
                  <a:lnTo>
                    <a:pt x="13945730" y="1790700"/>
                  </a:lnTo>
                  <a:lnTo>
                    <a:pt x="13362851" y="1790700"/>
                  </a:lnTo>
                  <a:lnTo>
                    <a:pt x="13362851" y="1206500"/>
                  </a:lnTo>
                  <a:lnTo>
                    <a:pt x="13945730" y="12065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3344449" y="1206500"/>
                  </a:lnTo>
                  <a:lnTo>
                    <a:pt x="13344449" y="1790700"/>
                  </a:lnTo>
                  <a:lnTo>
                    <a:pt x="12761544" y="1790700"/>
                  </a:lnTo>
                  <a:lnTo>
                    <a:pt x="12761544" y="1206500"/>
                  </a:lnTo>
                  <a:lnTo>
                    <a:pt x="13344449" y="12065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743155" y="1206500"/>
                  </a:lnTo>
                  <a:lnTo>
                    <a:pt x="12743155" y="1790700"/>
                  </a:lnTo>
                  <a:lnTo>
                    <a:pt x="12160263" y="1790700"/>
                  </a:lnTo>
                  <a:lnTo>
                    <a:pt x="12160263" y="1206500"/>
                  </a:lnTo>
                  <a:lnTo>
                    <a:pt x="12743155" y="12065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2141873" y="1206500"/>
                  </a:lnTo>
                  <a:lnTo>
                    <a:pt x="12141873" y="1790700"/>
                  </a:lnTo>
                  <a:lnTo>
                    <a:pt x="11558981" y="1790700"/>
                  </a:lnTo>
                  <a:lnTo>
                    <a:pt x="11558981" y="1206500"/>
                  </a:lnTo>
                  <a:lnTo>
                    <a:pt x="12141873" y="12065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1540592" y="1206500"/>
                  </a:lnTo>
                  <a:lnTo>
                    <a:pt x="11540592" y="1790700"/>
                  </a:lnTo>
                  <a:lnTo>
                    <a:pt x="10957700" y="1790700"/>
                  </a:lnTo>
                  <a:lnTo>
                    <a:pt x="10957700" y="1206500"/>
                  </a:lnTo>
                  <a:lnTo>
                    <a:pt x="11540592" y="12065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939310" y="1206500"/>
                  </a:lnTo>
                  <a:lnTo>
                    <a:pt x="10939310" y="1790700"/>
                  </a:lnTo>
                  <a:lnTo>
                    <a:pt x="10356418" y="1790700"/>
                  </a:lnTo>
                  <a:lnTo>
                    <a:pt x="10356418" y="1206500"/>
                  </a:lnTo>
                  <a:lnTo>
                    <a:pt x="10939310" y="12065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10338016" y="1206500"/>
                  </a:lnTo>
                  <a:lnTo>
                    <a:pt x="10338016" y="1790700"/>
                  </a:lnTo>
                  <a:lnTo>
                    <a:pt x="9755124" y="1790700"/>
                  </a:lnTo>
                  <a:lnTo>
                    <a:pt x="9755124" y="1206500"/>
                  </a:lnTo>
                  <a:lnTo>
                    <a:pt x="10338016" y="12065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736722" y="1206500"/>
                  </a:lnTo>
                  <a:lnTo>
                    <a:pt x="9736722" y="1790700"/>
                  </a:lnTo>
                  <a:lnTo>
                    <a:pt x="9153842" y="1790700"/>
                  </a:lnTo>
                  <a:lnTo>
                    <a:pt x="9153842" y="1206500"/>
                  </a:lnTo>
                  <a:lnTo>
                    <a:pt x="9736722" y="12065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9135440" y="1206500"/>
                  </a:lnTo>
                  <a:lnTo>
                    <a:pt x="9135440" y="1790700"/>
                  </a:lnTo>
                  <a:lnTo>
                    <a:pt x="8552561" y="1790700"/>
                  </a:lnTo>
                  <a:lnTo>
                    <a:pt x="8552561" y="1206500"/>
                  </a:lnTo>
                  <a:lnTo>
                    <a:pt x="9135440" y="12065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8534159" y="1206500"/>
                  </a:lnTo>
                  <a:lnTo>
                    <a:pt x="8534159" y="1790700"/>
                  </a:lnTo>
                  <a:lnTo>
                    <a:pt x="7951279" y="1790700"/>
                  </a:lnTo>
                  <a:lnTo>
                    <a:pt x="7951279" y="1206500"/>
                  </a:lnTo>
                  <a:lnTo>
                    <a:pt x="8534159" y="12065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932877" y="1206500"/>
                  </a:lnTo>
                  <a:lnTo>
                    <a:pt x="7932877" y="1790700"/>
                  </a:lnTo>
                  <a:lnTo>
                    <a:pt x="7349998" y="1790700"/>
                  </a:lnTo>
                  <a:lnTo>
                    <a:pt x="7349998" y="1206500"/>
                  </a:lnTo>
                  <a:lnTo>
                    <a:pt x="7932877" y="12065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7331596" y="1206500"/>
                  </a:lnTo>
                  <a:lnTo>
                    <a:pt x="7331596" y="1790700"/>
                  </a:lnTo>
                  <a:lnTo>
                    <a:pt x="6748716" y="1790700"/>
                  </a:lnTo>
                  <a:lnTo>
                    <a:pt x="6748716" y="1206500"/>
                  </a:lnTo>
                  <a:lnTo>
                    <a:pt x="7331596" y="12065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730314" y="1206500"/>
                  </a:lnTo>
                  <a:lnTo>
                    <a:pt x="6730314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6730314" y="12065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0" y="1790700"/>
                  </a:lnTo>
                  <a:lnTo>
                    <a:pt x="0" y="1803400"/>
                  </a:lnTo>
                  <a:lnTo>
                    <a:pt x="116281" y="1803400"/>
                  </a:lnTo>
                  <a:lnTo>
                    <a:pt x="116281" y="2387600"/>
                  </a:lnTo>
                  <a:lnTo>
                    <a:pt x="134569" y="2387600"/>
                  </a:lnTo>
                  <a:lnTo>
                    <a:pt x="134569" y="1803400"/>
                  </a:lnTo>
                  <a:lnTo>
                    <a:pt x="717461" y="1803400"/>
                  </a:lnTo>
                  <a:lnTo>
                    <a:pt x="717461" y="2387600"/>
                  </a:lnTo>
                  <a:lnTo>
                    <a:pt x="735863" y="2387600"/>
                  </a:lnTo>
                  <a:lnTo>
                    <a:pt x="735863" y="1803400"/>
                  </a:lnTo>
                  <a:lnTo>
                    <a:pt x="17619879" y="1803400"/>
                  </a:lnTo>
                  <a:lnTo>
                    <a:pt x="17619879" y="1790700"/>
                  </a:lnTo>
                  <a:lnTo>
                    <a:pt x="17571835" y="1790700"/>
                  </a:lnTo>
                  <a:lnTo>
                    <a:pt x="17571835" y="1206500"/>
                  </a:lnTo>
                  <a:lnTo>
                    <a:pt x="18154727" y="1206500"/>
                  </a:lnTo>
                  <a:lnTo>
                    <a:pt x="18154727" y="1790700"/>
                  </a:lnTo>
                  <a:lnTo>
                    <a:pt x="17860455" y="1790700"/>
                  </a:lnTo>
                  <a:lnTo>
                    <a:pt x="17860455" y="1803400"/>
                  </a:lnTo>
                  <a:lnTo>
                    <a:pt x="18287988" y="1803400"/>
                  </a:lnTo>
                  <a:lnTo>
                    <a:pt x="18287988" y="1790700"/>
                  </a:lnTo>
                  <a:lnTo>
                    <a:pt x="18173218" y="1790700"/>
                  </a:lnTo>
                  <a:lnTo>
                    <a:pt x="18173218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0" y="81534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7860455" y="584200"/>
                  </a:lnTo>
                  <a:lnTo>
                    <a:pt x="17860455" y="596900"/>
                  </a:lnTo>
                  <a:lnTo>
                    <a:pt x="18154727" y="5969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7619879" y="596900"/>
                  </a:lnTo>
                  <a:lnTo>
                    <a:pt x="17619879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5969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5969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46128" y="584200"/>
                  </a:lnTo>
                  <a:lnTo>
                    <a:pt x="5546128" y="0"/>
                  </a:lnTo>
                  <a:lnTo>
                    <a:pt x="5527738" y="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44846" y="584200"/>
                  </a:lnTo>
                  <a:lnTo>
                    <a:pt x="4944846" y="0"/>
                  </a:lnTo>
                  <a:lnTo>
                    <a:pt x="4926457" y="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43565" y="584200"/>
                  </a:lnTo>
                  <a:lnTo>
                    <a:pt x="4343565" y="0"/>
                  </a:lnTo>
                  <a:lnTo>
                    <a:pt x="4325175" y="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42283" y="584200"/>
                  </a:lnTo>
                  <a:lnTo>
                    <a:pt x="3742283" y="0"/>
                  </a:lnTo>
                  <a:lnTo>
                    <a:pt x="3723894" y="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40989" y="584200"/>
                  </a:lnTo>
                  <a:lnTo>
                    <a:pt x="3140989" y="0"/>
                  </a:lnTo>
                  <a:lnTo>
                    <a:pt x="3122587" y="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39708" y="584200"/>
                  </a:lnTo>
                  <a:lnTo>
                    <a:pt x="2539708" y="0"/>
                  </a:lnTo>
                  <a:lnTo>
                    <a:pt x="2521305" y="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38426" y="584200"/>
                  </a:lnTo>
                  <a:lnTo>
                    <a:pt x="1938426" y="0"/>
                  </a:lnTo>
                  <a:lnTo>
                    <a:pt x="1920024" y="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37144" y="584200"/>
                  </a:lnTo>
                  <a:lnTo>
                    <a:pt x="1337144" y="0"/>
                  </a:lnTo>
                  <a:lnTo>
                    <a:pt x="1318742" y="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35863" y="584200"/>
                  </a:lnTo>
                  <a:lnTo>
                    <a:pt x="735863" y="0"/>
                  </a:lnTo>
                  <a:lnTo>
                    <a:pt x="717461" y="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8"/>
            <p:cNvSpPr/>
            <p:nvPr/>
          </p:nvSpPr>
          <p:spPr>
            <a:xfrm>
              <a:off x="0" y="9359912"/>
              <a:ext cx="18288000" cy="914400"/>
            </a:xfrm>
            <a:custGeom>
              <a:rect b="b" l="l" r="r" t="t"/>
              <a:pathLst>
                <a:path extrusionOk="0" h="9144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5546128" y="584200"/>
                  </a:lnTo>
                  <a:lnTo>
                    <a:pt x="5546128" y="0"/>
                  </a:lnTo>
                  <a:lnTo>
                    <a:pt x="5527738" y="0"/>
                  </a:lnTo>
                  <a:lnTo>
                    <a:pt x="5527738" y="584200"/>
                  </a:lnTo>
                  <a:lnTo>
                    <a:pt x="4944846" y="584200"/>
                  </a:lnTo>
                  <a:lnTo>
                    <a:pt x="4944846" y="0"/>
                  </a:lnTo>
                  <a:lnTo>
                    <a:pt x="4926457" y="0"/>
                  </a:lnTo>
                  <a:lnTo>
                    <a:pt x="4926457" y="584200"/>
                  </a:lnTo>
                  <a:lnTo>
                    <a:pt x="4343565" y="584200"/>
                  </a:lnTo>
                  <a:lnTo>
                    <a:pt x="4343565" y="0"/>
                  </a:lnTo>
                  <a:lnTo>
                    <a:pt x="4325175" y="0"/>
                  </a:lnTo>
                  <a:lnTo>
                    <a:pt x="4325175" y="584200"/>
                  </a:lnTo>
                  <a:lnTo>
                    <a:pt x="3742283" y="584200"/>
                  </a:lnTo>
                  <a:lnTo>
                    <a:pt x="3742283" y="0"/>
                  </a:lnTo>
                  <a:lnTo>
                    <a:pt x="3723894" y="0"/>
                  </a:lnTo>
                  <a:lnTo>
                    <a:pt x="3723894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914400"/>
                  </a:lnTo>
                  <a:lnTo>
                    <a:pt x="134569" y="9144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914400"/>
                  </a:lnTo>
                  <a:lnTo>
                    <a:pt x="735863" y="9144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914400"/>
                  </a:lnTo>
                  <a:lnTo>
                    <a:pt x="1337144" y="9144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914400"/>
                  </a:lnTo>
                  <a:lnTo>
                    <a:pt x="1938426" y="9144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914400"/>
                  </a:lnTo>
                  <a:lnTo>
                    <a:pt x="2539708" y="9144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914400"/>
                  </a:lnTo>
                  <a:lnTo>
                    <a:pt x="3140989" y="9144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914400"/>
                  </a:lnTo>
                  <a:lnTo>
                    <a:pt x="3742283" y="9144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914400"/>
                  </a:lnTo>
                  <a:lnTo>
                    <a:pt x="4343565" y="9144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914400"/>
                  </a:lnTo>
                  <a:lnTo>
                    <a:pt x="4944846" y="9144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914400"/>
                  </a:lnTo>
                  <a:lnTo>
                    <a:pt x="5546128" y="9144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914400"/>
                  </a:lnTo>
                  <a:lnTo>
                    <a:pt x="6147409" y="9144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914400"/>
                  </a:lnTo>
                  <a:lnTo>
                    <a:pt x="6748716" y="9144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914400"/>
                  </a:lnTo>
                  <a:lnTo>
                    <a:pt x="7349998" y="9144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914400"/>
                  </a:lnTo>
                  <a:lnTo>
                    <a:pt x="7951279" y="9144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914400"/>
                  </a:lnTo>
                  <a:lnTo>
                    <a:pt x="8552561" y="9144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914400"/>
                  </a:lnTo>
                  <a:lnTo>
                    <a:pt x="9153842" y="9144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914400"/>
                  </a:lnTo>
                  <a:lnTo>
                    <a:pt x="9755124" y="9144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914400"/>
                  </a:lnTo>
                  <a:lnTo>
                    <a:pt x="10356418" y="9144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914400"/>
                  </a:lnTo>
                  <a:lnTo>
                    <a:pt x="10957700" y="9144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914400"/>
                  </a:lnTo>
                  <a:lnTo>
                    <a:pt x="11558981" y="9144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914400"/>
                  </a:lnTo>
                  <a:lnTo>
                    <a:pt x="12160263" y="9144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914400"/>
                  </a:lnTo>
                  <a:lnTo>
                    <a:pt x="12761544" y="9144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914400"/>
                  </a:lnTo>
                  <a:lnTo>
                    <a:pt x="13362851" y="9144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914400"/>
                  </a:lnTo>
                  <a:lnTo>
                    <a:pt x="13964133" y="9144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914400"/>
                  </a:lnTo>
                  <a:lnTo>
                    <a:pt x="14565414" y="9144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914400"/>
                  </a:lnTo>
                  <a:lnTo>
                    <a:pt x="15166696" y="9144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914400"/>
                  </a:lnTo>
                  <a:lnTo>
                    <a:pt x="15767977" y="9144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914400"/>
                  </a:lnTo>
                  <a:lnTo>
                    <a:pt x="16369272" y="9144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914400"/>
                  </a:lnTo>
                  <a:lnTo>
                    <a:pt x="16970553" y="9144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914400"/>
                  </a:lnTo>
                  <a:lnTo>
                    <a:pt x="17571835" y="9144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914400"/>
                  </a:lnTo>
                  <a:lnTo>
                    <a:pt x="18173218" y="9144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0" name="Google Shape;380;p8"/>
          <p:cNvSpPr txBox="1"/>
          <p:nvPr>
            <p:ph type="title"/>
          </p:nvPr>
        </p:nvSpPr>
        <p:spPr>
          <a:xfrm>
            <a:off x="6876113" y="317496"/>
            <a:ext cx="7944600" cy="1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MODELO CONCEPTUAL</a:t>
            </a:r>
            <a:endParaRPr sz="60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81" name="Google Shape;38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7190" y="3486150"/>
            <a:ext cx="123825" cy="123824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8"/>
          <p:cNvSpPr txBox="1"/>
          <p:nvPr/>
        </p:nvSpPr>
        <p:spPr>
          <a:xfrm>
            <a:off x="6221590" y="2664644"/>
            <a:ext cx="1105027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76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  <a:t>Una entidad se puede definir como:</a:t>
            </a:r>
            <a:endParaRPr sz="3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666750" marR="5080" rtl="0" algn="l">
              <a:lnSpc>
                <a:spcPct val="14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  <a:t>“Algo”	de	importancia	para	la	empresa	sobre	el	cual	se deben conocer los datos</a:t>
            </a:r>
            <a:endParaRPr sz="3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83" name="Google Shape;383;p8"/>
          <p:cNvGrpSpPr/>
          <p:nvPr/>
        </p:nvGrpSpPr>
        <p:grpSpPr>
          <a:xfrm>
            <a:off x="6577190" y="4552949"/>
            <a:ext cx="123825" cy="2790824"/>
            <a:chOff x="6577190" y="4552949"/>
            <a:chExt cx="123825" cy="2790824"/>
          </a:xfrm>
        </p:grpSpPr>
        <p:pic>
          <p:nvPicPr>
            <p:cNvPr id="384" name="Google Shape;384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77190" y="4552949"/>
              <a:ext cx="123825" cy="123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5" name="Google Shape;385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77190" y="6153149"/>
              <a:ext cx="123825" cy="123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6" name="Google Shape;386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77190" y="6686549"/>
              <a:ext cx="123825" cy="123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7" name="Google Shape;387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77190" y="7219949"/>
              <a:ext cx="123825" cy="123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8" name="Google Shape;388;p8"/>
          <p:cNvSpPr txBox="1"/>
          <p:nvPr/>
        </p:nvSpPr>
        <p:spPr>
          <a:xfrm>
            <a:off x="6876136" y="4336129"/>
            <a:ext cx="8490585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  <a:t>Un nombre para un conjunto de cosas similares</a:t>
            </a:r>
            <a:endParaRPr sz="3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9" name="Google Shape;389;p8"/>
          <p:cNvSpPr txBox="1"/>
          <p:nvPr/>
        </p:nvSpPr>
        <p:spPr>
          <a:xfrm>
            <a:off x="6221590" y="5331643"/>
            <a:ext cx="10188575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654685" lvl="0" marL="666750" marR="3850004" rtl="0" algn="just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  <a:t>Tiene las siguientes características: Normalmente son un sustantivo Las entidades tienen instancias</a:t>
            </a:r>
            <a:endParaRPr sz="3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66675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  <a:t>Una instancia es una única ocurrencia de una entidad</a:t>
            </a:r>
            <a:endParaRPr sz="3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0" name="Google Shape;390;p8"/>
          <p:cNvSpPr txBox="1"/>
          <p:nvPr/>
        </p:nvSpPr>
        <p:spPr>
          <a:xfrm>
            <a:off x="1911802" y="4406900"/>
            <a:ext cx="3634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ENTIDAD</a:t>
            </a:r>
            <a:endParaRPr sz="4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8"/>
          <p:cNvSpPr txBox="1"/>
          <p:nvPr/>
        </p:nvSpPr>
        <p:spPr>
          <a:xfrm>
            <a:off x="1016000" y="652312"/>
            <a:ext cx="387794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SISTEMAS DE BASES DE DATOS 1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2" name="Google Shape;392;p8"/>
          <p:cNvGrpSpPr/>
          <p:nvPr/>
        </p:nvGrpSpPr>
        <p:grpSpPr>
          <a:xfrm>
            <a:off x="15638510" y="6655299"/>
            <a:ext cx="2649855" cy="3632200"/>
            <a:chOff x="15638510" y="6655299"/>
            <a:chExt cx="2649855" cy="3632200"/>
          </a:xfrm>
        </p:grpSpPr>
        <p:sp>
          <p:nvSpPr>
            <p:cNvPr id="393" name="Google Shape;393;p8"/>
            <p:cNvSpPr/>
            <p:nvPr/>
          </p:nvSpPr>
          <p:spPr>
            <a:xfrm>
              <a:off x="17619879" y="7869705"/>
              <a:ext cx="240665" cy="1061085"/>
            </a:xfrm>
            <a:custGeom>
              <a:rect b="b" l="l" r="r" t="t"/>
              <a:pathLst>
                <a:path extrusionOk="0" h="1061084" w="240665">
                  <a:moveTo>
                    <a:pt x="240584" y="1060960"/>
                  </a:moveTo>
                  <a:lnTo>
                    <a:pt x="0" y="1060960"/>
                  </a:lnTo>
                  <a:lnTo>
                    <a:pt x="0" y="0"/>
                  </a:lnTo>
                  <a:lnTo>
                    <a:pt x="240584" y="0"/>
                  </a:lnTo>
                  <a:lnTo>
                    <a:pt x="240584" y="1060960"/>
                  </a:ln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8"/>
            <p:cNvSpPr/>
            <p:nvPr/>
          </p:nvSpPr>
          <p:spPr>
            <a:xfrm>
              <a:off x="15652518" y="9508201"/>
              <a:ext cx="2526030" cy="779145"/>
            </a:xfrm>
            <a:custGeom>
              <a:rect b="b" l="l" r="r" t="t"/>
              <a:pathLst>
                <a:path extrusionOk="0" h="779145" w="2526030">
                  <a:moveTo>
                    <a:pt x="2176074" y="778798"/>
                  </a:moveTo>
                  <a:lnTo>
                    <a:pt x="316048" y="778798"/>
                  </a:lnTo>
                  <a:lnTo>
                    <a:pt x="61579" y="631875"/>
                  </a:lnTo>
                  <a:lnTo>
                    <a:pt x="35894" y="612123"/>
                  </a:lnTo>
                  <a:lnTo>
                    <a:pt x="16511" y="586819"/>
                  </a:lnTo>
                  <a:lnTo>
                    <a:pt x="4267" y="557389"/>
                  </a:lnTo>
                  <a:lnTo>
                    <a:pt x="0" y="525262"/>
                  </a:lnTo>
                  <a:lnTo>
                    <a:pt x="0" y="98151"/>
                  </a:lnTo>
                  <a:lnTo>
                    <a:pt x="3926" y="68563"/>
                  </a:lnTo>
                  <a:lnTo>
                    <a:pt x="15195" y="41460"/>
                  </a:lnTo>
                  <a:lnTo>
                    <a:pt x="33038" y="18165"/>
                  </a:lnTo>
                  <a:lnTo>
                    <a:pt x="56691" y="0"/>
                  </a:lnTo>
                  <a:lnTo>
                    <a:pt x="2525622" y="133501"/>
                  </a:lnTo>
                  <a:lnTo>
                    <a:pt x="2497417" y="173626"/>
                  </a:lnTo>
                  <a:lnTo>
                    <a:pt x="2469892" y="214229"/>
                  </a:lnTo>
                  <a:lnTo>
                    <a:pt x="2443050" y="255291"/>
                  </a:lnTo>
                  <a:lnTo>
                    <a:pt x="2416897" y="296795"/>
                  </a:lnTo>
                  <a:lnTo>
                    <a:pt x="2391438" y="338726"/>
                  </a:lnTo>
                  <a:lnTo>
                    <a:pt x="2366678" y="381065"/>
                  </a:lnTo>
                  <a:lnTo>
                    <a:pt x="2342621" y="423795"/>
                  </a:lnTo>
                  <a:lnTo>
                    <a:pt x="2319273" y="466901"/>
                  </a:lnTo>
                  <a:lnTo>
                    <a:pt x="2296638" y="510363"/>
                  </a:lnTo>
                  <a:lnTo>
                    <a:pt x="2274720" y="554167"/>
                  </a:lnTo>
                  <a:lnTo>
                    <a:pt x="2253526" y="598293"/>
                  </a:lnTo>
                  <a:lnTo>
                    <a:pt x="2233059" y="642726"/>
                  </a:lnTo>
                  <a:lnTo>
                    <a:pt x="2213325" y="687449"/>
                  </a:lnTo>
                  <a:lnTo>
                    <a:pt x="2194329" y="732443"/>
                  </a:lnTo>
                  <a:lnTo>
                    <a:pt x="2176074" y="777693"/>
                  </a:lnTo>
                  <a:lnTo>
                    <a:pt x="2176074" y="778798"/>
                  </a:lnTo>
                  <a:close/>
                </a:path>
              </a:pathLst>
            </a:custGeom>
            <a:solidFill>
              <a:srgbClr val="DDA2A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8"/>
            <p:cNvSpPr/>
            <p:nvPr/>
          </p:nvSpPr>
          <p:spPr>
            <a:xfrm>
              <a:off x="17828593" y="9641703"/>
              <a:ext cx="459740" cy="645795"/>
            </a:xfrm>
            <a:custGeom>
              <a:rect b="b" l="l" r="r" t="t"/>
              <a:pathLst>
                <a:path extrusionOk="0" h="645795" w="459740">
                  <a:moveTo>
                    <a:pt x="459404" y="645296"/>
                  </a:moveTo>
                  <a:lnTo>
                    <a:pt x="0" y="645296"/>
                  </a:lnTo>
                  <a:lnTo>
                    <a:pt x="0" y="644191"/>
                  </a:lnTo>
                  <a:lnTo>
                    <a:pt x="18238" y="598940"/>
                  </a:lnTo>
                  <a:lnTo>
                    <a:pt x="37222" y="553943"/>
                  </a:lnTo>
                  <a:lnTo>
                    <a:pt x="56949" y="509216"/>
                  </a:lnTo>
                  <a:lnTo>
                    <a:pt x="77411" y="464777"/>
                  </a:lnTo>
                  <a:lnTo>
                    <a:pt x="98604" y="420644"/>
                  </a:lnTo>
                  <a:lnTo>
                    <a:pt x="120522" y="376835"/>
                  </a:lnTo>
                  <a:lnTo>
                    <a:pt x="143161" y="333366"/>
                  </a:lnTo>
                  <a:lnTo>
                    <a:pt x="166514" y="290256"/>
                  </a:lnTo>
                  <a:lnTo>
                    <a:pt x="190577" y="247522"/>
                  </a:lnTo>
                  <a:lnTo>
                    <a:pt x="215343" y="205182"/>
                  </a:lnTo>
                  <a:lnTo>
                    <a:pt x="240808" y="163253"/>
                  </a:lnTo>
                  <a:lnTo>
                    <a:pt x="266967" y="121753"/>
                  </a:lnTo>
                  <a:lnTo>
                    <a:pt x="293813" y="80699"/>
                  </a:lnTo>
                  <a:lnTo>
                    <a:pt x="321342" y="40108"/>
                  </a:lnTo>
                  <a:lnTo>
                    <a:pt x="349548" y="0"/>
                  </a:lnTo>
                  <a:lnTo>
                    <a:pt x="459404" y="5940"/>
                  </a:lnTo>
                  <a:lnTo>
                    <a:pt x="459404" y="645296"/>
                  </a:lnTo>
                  <a:close/>
                </a:path>
              </a:pathLst>
            </a:custGeom>
            <a:solidFill>
              <a:srgbClr val="BC81C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8"/>
            <p:cNvSpPr/>
            <p:nvPr/>
          </p:nvSpPr>
          <p:spPr>
            <a:xfrm>
              <a:off x="15690312" y="9421519"/>
              <a:ext cx="2597785" cy="865505"/>
            </a:xfrm>
            <a:custGeom>
              <a:rect b="b" l="l" r="r" t="t"/>
              <a:pathLst>
                <a:path extrusionOk="0" h="865504" w="2597784">
                  <a:moveTo>
                    <a:pt x="2597685" y="865480"/>
                  </a:moveTo>
                  <a:lnTo>
                    <a:pt x="1254500" y="865480"/>
                  </a:lnTo>
                  <a:lnTo>
                    <a:pt x="18897" y="152116"/>
                  </a:lnTo>
                  <a:lnTo>
                    <a:pt x="4724" y="137780"/>
                  </a:lnTo>
                  <a:lnTo>
                    <a:pt x="0" y="119363"/>
                  </a:lnTo>
                  <a:lnTo>
                    <a:pt x="4724" y="100964"/>
                  </a:lnTo>
                  <a:lnTo>
                    <a:pt x="18897" y="86681"/>
                  </a:lnTo>
                  <a:lnTo>
                    <a:pt x="169039" y="0"/>
                  </a:lnTo>
                  <a:lnTo>
                    <a:pt x="2597685" y="143748"/>
                  </a:lnTo>
                  <a:lnTo>
                    <a:pt x="2597685" y="865480"/>
                  </a:lnTo>
                  <a:close/>
                </a:path>
              </a:pathLst>
            </a:custGeom>
            <a:solidFill>
              <a:srgbClr val="FFCFC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8"/>
            <p:cNvSpPr/>
            <p:nvPr/>
          </p:nvSpPr>
          <p:spPr>
            <a:xfrm>
              <a:off x="15859258" y="9300051"/>
              <a:ext cx="2428875" cy="987425"/>
            </a:xfrm>
            <a:custGeom>
              <a:rect b="b" l="l" r="r" t="t"/>
              <a:pathLst>
                <a:path extrusionOk="0" h="987425" w="2428875">
                  <a:moveTo>
                    <a:pt x="1969241" y="986947"/>
                  </a:moveTo>
                  <a:lnTo>
                    <a:pt x="1298068" y="986947"/>
                  </a:lnTo>
                  <a:lnTo>
                    <a:pt x="46161" y="264182"/>
                  </a:lnTo>
                  <a:lnTo>
                    <a:pt x="26891" y="249395"/>
                  </a:lnTo>
                  <a:lnTo>
                    <a:pt x="12362" y="230431"/>
                  </a:lnTo>
                  <a:lnTo>
                    <a:pt x="3193" y="208364"/>
                  </a:lnTo>
                  <a:lnTo>
                    <a:pt x="0" y="184269"/>
                  </a:lnTo>
                  <a:lnTo>
                    <a:pt x="0" y="107553"/>
                  </a:lnTo>
                  <a:lnTo>
                    <a:pt x="4301" y="75147"/>
                  </a:lnTo>
                  <a:lnTo>
                    <a:pt x="16640" y="45456"/>
                  </a:lnTo>
                  <a:lnTo>
                    <a:pt x="36172" y="19925"/>
                  </a:lnTo>
                  <a:lnTo>
                    <a:pt x="62049" y="0"/>
                  </a:lnTo>
                  <a:lnTo>
                    <a:pt x="2428739" y="136015"/>
                  </a:lnTo>
                  <a:lnTo>
                    <a:pt x="2428739" y="197879"/>
                  </a:lnTo>
                  <a:lnTo>
                    <a:pt x="2414678" y="215044"/>
                  </a:lnTo>
                  <a:lnTo>
                    <a:pt x="2383909" y="254000"/>
                  </a:lnTo>
                  <a:lnTo>
                    <a:pt x="2353821" y="293508"/>
                  </a:lnTo>
                  <a:lnTo>
                    <a:pt x="2324420" y="333549"/>
                  </a:lnTo>
                  <a:lnTo>
                    <a:pt x="2295709" y="374105"/>
                  </a:lnTo>
                  <a:lnTo>
                    <a:pt x="2267696" y="415158"/>
                  </a:lnTo>
                  <a:lnTo>
                    <a:pt x="2240384" y="456690"/>
                  </a:lnTo>
                  <a:lnTo>
                    <a:pt x="2213778" y="498682"/>
                  </a:lnTo>
                  <a:lnTo>
                    <a:pt x="2187885" y="541115"/>
                  </a:lnTo>
                  <a:lnTo>
                    <a:pt x="2162709" y="583973"/>
                  </a:lnTo>
                  <a:lnTo>
                    <a:pt x="2138254" y="627236"/>
                  </a:lnTo>
                  <a:lnTo>
                    <a:pt x="2114528" y="670887"/>
                  </a:lnTo>
                  <a:lnTo>
                    <a:pt x="2091534" y="714906"/>
                  </a:lnTo>
                  <a:lnTo>
                    <a:pt x="2069277" y="759276"/>
                  </a:lnTo>
                  <a:lnTo>
                    <a:pt x="2047764" y="803979"/>
                  </a:lnTo>
                  <a:lnTo>
                    <a:pt x="2026998" y="848996"/>
                  </a:lnTo>
                  <a:lnTo>
                    <a:pt x="2006986" y="894308"/>
                  </a:lnTo>
                  <a:lnTo>
                    <a:pt x="1987732" y="939899"/>
                  </a:lnTo>
                  <a:lnTo>
                    <a:pt x="1969241" y="985748"/>
                  </a:lnTo>
                  <a:lnTo>
                    <a:pt x="1969241" y="986947"/>
                  </a:lnTo>
                  <a:close/>
                </a:path>
              </a:pathLst>
            </a:custGeom>
            <a:solidFill>
              <a:srgbClr val="DDA2A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8"/>
            <p:cNvSpPr/>
            <p:nvPr/>
          </p:nvSpPr>
          <p:spPr>
            <a:xfrm>
              <a:off x="17620161" y="7794646"/>
              <a:ext cx="668020" cy="2492375"/>
            </a:xfrm>
            <a:custGeom>
              <a:rect b="b" l="l" r="r" t="t"/>
              <a:pathLst>
                <a:path extrusionOk="0" h="2492375" w="668019">
                  <a:moveTo>
                    <a:pt x="116484" y="150107"/>
                  </a:moveTo>
                  <a:lnTo>
                    <a:pt x="71557" y="143108"/>
                  </a:lnTo>
                  <a:lnTo>
                    <a:pt x="33469" y="128177"/>
                  </a:lnTo>
                  <a:lnTo>
                    <a:pt x="10221" y="107609"/>
                  </a:lnTo>
                  <a:lnTo>
                    <a:pt x="0" y="80183"/>
                  </a:lnTo>
                  <a:lnTo>
                    <a:pt x="6207" y="50359"/>
                  </a:lnTo>
                  <a:lnTo>
                    <a:pt x="32247" y="22598"/>
                  </a:lnTo>
                  <a:lnTo>
                    <a:pt x="73825" y="4684"/>
                  </a:lnTo>
                  <a:lnTo>
                    <a:pt x="120621" y="0"/>
                  </a:lnTo>
                  <a:lnTo>
                    <a:pt x="166782" y="6614"/>
                  </a:lnTo>
                  <a:lnTo>
                    <a:pt x="206457" y="22598"/>
                  </a:lnTo>
                  <a:lnTo>
                    <a:pt x="231239" y="45287"/>
                  </a:lnTo>
                  <a:lnTo>
                    <a:pt x="240349" y="73378"/>
                  </a:lnTo>
                  <a:lnTo>
                    <a:pt x="232185" y="102757"/>
                  </a:lnTo>
                  <a:lnTo>
                    <a:pt x="205140" y="129306"/>
                  </a:lnTo>
                  <a:lnTo>
                    <a:pt x="162822" y="146422"/>
                  </a:lnTo>
                  <a:lnTo>
                    <a:pt x="116484" y="150107"/>
                  </a:lnTo>
                  <a:close/>
                </a:path>
                <a:path extrusionOk="0" h="2492375" w="668019">
                  <a:moveTo>
                    <a:pt x="667836" y="2492353"/>
                  </a:moveTo>
                  <a:lnTo>
                    <a:pt x="208431" y="2492353"/>
                  </a:lnTo>
                  <a:lnTo>
                    <a:pt x="208431" y="2491343"/>
                  </a:lnTo>
                  <a:lnTo>
                    <a:pt x="226922" y="2445493"/>
                  </a:lnTo>
                  <a:lnTo>
                    <a:pt x="246176" y="2399902"/>
                  </a:lnTo>
                  <a:lnTo>
                    <a:pt x="266188" y="2354590"/>
                  </a:lnTo>
                  <a:lnTo>
                    <a:pt x="286954" y="2309573"/>
                  </a:lnTo>
                  <a:lnTo>
                    <a:pt x="308467" y="2264870"/>
                  </a:lnTo>
                  <a:lnTo>
                    <a:pt x="330724" y="2220500"/>
                  </a:lnTo>
                  <a:lnTo>
                    <a:pt x="353718" y="2176481"/>
                  </a:lnTo>
                  <a:lnTo>
                    <a:pt x="377444" y="2132830"/>
                  </a:lnTo>
                  <a:lnTo>
                    <a:pt x="401899" y="2089567"/>
                  </a:lnTo>
                  <a:lnTo>
                    <a:pt x="427075" y="2046710"/>
                  </a:lnTo>
                  <a:lnTo>
                    <a:pt x="452968" y="2004276"/>
                  </a:lnTo>
                  <a:lnTo>
                    <a:pt x="479574" y="1962284"/>
                  </a:lnTo>
                  <a:lnTo>
                    <a:pt x="506886" y="1920752"/>
                  </a:lnTo>
                  <a:lnTo>
                    <a:pt x="534899" y="1879699"/>
                  </a:lnTo>
                  <a:lnTo>
                    <a:pt x="563610" y="1839143"/>
                  </a:lnTo>
                  <a:lnTo>
                    <a:pt x="593011" y="1799102"/>
                  </a:lnTo>
                  <a:lnTo>
                    <a:pt x="623099" y="1759594"/>
                  </a:lnTo>
                  <a:lnTo>
                    <a:pt x="653868" y="1720638"/>
                  </a:lnTo>
                  <a:lnTo>
                    <a:pt x="667836" y="1703588"/>
                  </a:lnTo>
                  <a:lnTo>
                    <a:pt x="667836" y="2492353"/>
                  </a:lnTo>
                  <a:close/>
                </a:path>
              </a:pathLst>
            </a:custGeom>
            <a:solidFill>
              <a:srgbClr val="BC81C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8"/>
            <p:cNvSpPr/>
            <p:nvPr/>
          </p:nvSpPr>
          <p:spPr>
            <a:xfrm>
              <a:off x="15776618" y="6718489"/>
              <a:ext cx="2042795" cy="3568700"/>
            </a:xfrm>
            <a:custGeom>
              <a:rect b="b" l="l" r="r" t="t"/>
              <a:pathLst>
                <a:path extrusionOk="0" h="3568700" w="2042794">
                  <a:moveTo>
                    <a:pt x="1961297" y="1177622"/>
                  </a:moveTo>
                  <a:lnTo>
                    <a:pt x="1906721" y="1163249"/>
                  </a:lnTo>
                  <a:lnTo>
                    <a:pt x="1884533" y="1128369"/>
                  </a:lnTo>
                  <a:lnTo>
                    <a:pt x="1884533" y="0"/>
                  </a:lnTo>
                  <a:lnTo>
                    <a:pt x="2042667" y="0"/>
                  </a:lnTo>
                  <a:lnTo>
                    <a:pt x="2042667" y="1128369"/>
                  </a:lnTo>
                  <a:lnTo>
                    <a:pt x="2019539" y="1164001"/>
                  </a:lnTo>
                  <a:lnTo>
                    <a:pt x="1961297" y="1177622"/>
                  </a:lnTo>
                  <a:close/>
                </a:path>
                <a:path extrusionOk="0" h="3568700" w="2042794">
                  <a:moveTo>
                    <a:pt x="991587" y="3568509"/>
                  </a:moveTo>
                  <a:lnTo>
                    <a:pt x="370699" y="3568509"/>
                  </a:lnTo>
                  <a:lnTo>
                    <a:pt x="81041" y="3401280"/>
                  </a:lnTo>
                  <a:lnTo>
                    <a:pt x="47198" y="3375290"/>
                  </a:lnTo>
                  <a:lnTo>
                    <a:pt x="21694" y="3342003"/>
                  </a:lnTo>
                  <a:lnTo>
                    <a:pt x="5602" y="3303287"/>
                  </a:lnTo>
                  <a:lnTo>
                    <a:pt x="0" y="3261009"/>
                  </a:lnTo>
                  <a:lnTo>
                    <a:pt x="0" y="3229984"/>
                  </a:lnTo>
                  <a:lnTo>
                    <a:pt x="6496" y="3188067"/>
                  </a:lnTo>
                  <a:lnTo>
                    <a:pt x="24411" y="3152272"/>
                  </a:lnTo>
                  <a:lnTo>
                    <a:pt x="51382" y="3123968"/>
                  </a:lnTo>
                  <a:lnTo>
                    <a:pt x="85048" y="3104524"/>
                  </a:lnTo>
                  <a:lnTo>
                    <a:pt x="123048" y="3095307"/>
                  </a:lnTo>
                  <a:lnTo>
                    <a:pt x="163020" y="3097686"/>
                  </a:lnTo>
                  <a:lnTo>
                    <a:pt x="202602" y="3113029"/>
                  </a:lnTo>
                  <a:lnTo>
                    <a:pt x="991587" y="3568509"/>
                  </a:ln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8"/>
            <p:cNvSpPr/>
            <p:nvPr/>
          </p:nvSpPr>
          <p:spPr>
            <a:xfrm>
              <a:off x="15900742" y="8444945"/>
              <a:ext cx="2387600" cy="1842135"/>
            </a:xfrm>
            <a:custGeom>
              <a:rect b="b" l="l" r="r" t="t"/>
              <a:pathLst>
                <a:path extrusionOk="0" h="1842134" w="2387600">
                  <a:moveTo>
                    <a:pt x="2250060" y="1842054"/>
                  </a:moveTo>
                  <a:lnTo>
                    <a:pt x="1605726" y="1842054"/>
                  </a:lnTo>
                  <a:lnTo>
                    <a:pt x="20659" y="926934"/>
                  </a:lnTo>
                  <a:lnTo>
                    <a:pt x="5164" y="911272"/>
                  </a:lnTo>
                  <a:lnTo>
                    <a:pt x="0" y="891114"/>
                  </a:lnTo>
                  <a:lnTo>
                    <a:pt x="5164" y="870957"/>
                  </a:lnTo>
                  <a:lnTo>
                    <a:pt x="20659" y="855295"/>
                  </a:lnTo>
                  <a:lnTo>
                    <a:pt x="1454226" y="27679"/>
                  </a:lnTo>
                  <a:lnTo>
                    <a:pt x="1495790" y="9223"/>
                  </a:lnTo>
                  <a:lnTo>
                    <a:pt x="1539418" y="0"/>
                  </a:lnTo>
                  <a:lnTo>
                    <a:pt x="1583879" y="0"/>
                  </a:lnTo>
                  <a:lnTo>
                    <a:pt x="1627664" y="9223"/>
                  </a:lnTo>
                  <a:lnTo>
                    <a:pt x="1669215" y="27679"/>
                  </a:lnTo>
                  <a:lnTo>
                    <a:pt x="2387255" y="442255"/>
                  </a:lnTo>
                  <a:lnTo>
                    <a:pt x="2387255" y="1762843"/>
                  </a:lnTo>
                  <a:lnTo>
                    <a:pt x="2250060" y="1842054"/>
                  </a:lnTo>
                  <a:close/>
                </a:path>
                <a:path extrusionOk="0" h="1842134" w="2387600">
                  <a:moveTo>
                    <a:pt x="204665" y="1775870"/>
                  </a:moveTo>
                  <a:lnTo>
                    <a:pt x="176066" y="1739319"/>
                  </a:lnTo>
                  <a:lnTo>
                    <a:pt x="177972" y="1730743"/>
                  </a:lnTo>
                  <a:lnTo>
                    <a:pt x="182982" y="1725217"/>
                  </a:lnTo>
                  <a:lnTo>
                    <a:pt x="183163" y="1725217"/>
                  </a:lnTo>
                  <a:lnTo>
                    <a:pt x="189750" y="1723322"/>
                  </a:lnTo>
                  <a:lnTo>
                    <a:pt x="217238" y="1751896"/>
                  </a:lnTo>
                  <a:lnTo>
                    <a:pt x="218467" y="1761036"/>
                  </a:lnTo>
                  <a:lnTo>
                    <a:pt x="216581" y="1768520"/>
                  </a:lnTo>
                  <a:lnTo>
                    <a:pt x="211694" y="1773729"/>
                  </a:lnTo>
                  <a:lnTo>
                    <a:pt x="211865" y="1773729"/>
                  </a:lnTo>
                  <a:lnTo>
                    <a:pt x="204665" y="1775870"/>
                  </a:lnTo>
                  <a:close/>
                </a:path>
              </a:pathLst>
            </a:custGeom>
            <a:solidFill>
              <a:srgbClr val="FFCFC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8"/>
            <p:cNvSpPr/>
            <p:nvPr/>
          </p:nvSpPr>
          <p:spPr>
            <a:xfrm>
              <a:off x="16033656" y="6669108"/>
              <a:ext cx="1786255" cy="3618229"/>
            </a:xfrm>
            <a:custGeom>
              <a:rect b="b" l="l" r="r" t="t"/>
              <a:pathLst>
                <a:path extrusionOk="0" h="3618229" w="1786255">
                  <a:moveTo>
                    <a:pt x="1704259" y="98633"/>
                  </a:moveTo>
                  <a:lnTo>
                    <a:pt x="1674715" y="94043"/>
                  </a:lnTo>
                  <a:lnTo>
                    <a:pt x="1649683" y="84261"/>
                  </a:lnTo>
                  <a:lnTo>
                    <a:pt x="1634347" y="70736"/>
                  </a:lnTo>
                  <a:lnTo>
                    <a:pt x="1627613" y="52707"/>
                  </a:lnTo>
                  <a:lnTo>
                    <a:pt x="1631703" y="33109"/>
                  </a:lnTo>
                  <a:lnTo>
                    <a:pt x="1648837" y="14877"/>
                  </a:lnTo>
                  <a:lnTo>
                    <a:pt x="1676169" y="3084"/>
                  </a:lnTo>
                  <a:lnTo>
                    <a:pt x="1706939" y="0"/>
                  </a:lnTo>
                  <a:lnTo>
                    <a:pt x="1737285" y="4354"/>
                  </a:lnTo>
                  <a:lnTo>
                    <a:pt x="1763348" y="14877"/>
                  </a:lnTo>
                  <a:lnTo>
                    <a:pt x="1779636" y="29763"/>
                  </a:lnTo>
                  <a:lnTo>
                    <a:pt x="1785629" y="48218"/>
                  </a:lnTo>
                  <a:lnTo>
                    <a:pt x="1780271" y="67536"/>
                  </a:lnTo>
                  <a:lnTo>
                    <a:pt x="1762502" y="85013"/>
                  </a:lnTo>
                  <a:lnTo>
                    <a:pt x="1734720" y="96225"/>
                  </a:lnTo>
                  <a:lnTo>
                    <a:pt x="1704259" y="98633"/>
                  </a:lnTo>
                  <a:close/>
                </a:path>
                <a:path extrusionOk="0" h="3618229" w="1786255">
                  <a:moveTo>
                    <a:pt x="72391" y="3409295"/>
                  </a:moveTo>
                  <a:lnTo>
                    <a:pt x="56221" y="3409295"/>
                  </a:lnTo>
                  <a:lnTo>
                    <a:pt x="49640" y="3402713"/>
                  </a:lnTo>
                  <a:lnTo>
                    <a:pt x="49640" y="3306818"/>
                  </a:lnTo>
                  <a:lnTo>
                    <a:pt x="56221" y="3300237"/>
                  </a:lnTo>
                  <a:lnTo>
                    <a:pt x="72391" y="3300237"/>
                  </a:lnTo>
                  <a:lnTo>
                    <a:pt x="78972" y="3306818"/>
                  </a:lnTo>
                  <a:lnTo>
                    <a:pt x="78972" y="3402713"/>
                  </a:lnTo>
                  <a:lnTo>
                    <a:pt x="72391" y="3409295"/>
                  </a:lnTo>
                  <a:close/>
                </a:path>
                <a:path extrusionOk="0" h="3618229" w="1786255">
                  <a:moveTo>
                    <a:pt x="89314" y="3474541"/>
                  </a:moveTo>
                  <a:lnTo>
                    <a:pt x="81229" y="3474541"/>
                  </a:lnTo>
                  <a:lnTo>
                    <a:pt x="74858" y="3474115"/>
                  </a:lnTo>
                  <a:lnTo>
                    <a:pt x="35775" y="3452109"/>
                  </a:lnTo>
                  <a:lnTo>
                    <a:pt x="4932" y="3403423"/>
                  </a:lnTo>
                  <a:lnTo>
                    <a:pt x="0" y="3374039"/>
                  </a:lnTo>
                  <a:lnTo>
                    <a:pt x="1412" y="3361159"/>
                  </a:lnTo>
                  <a:lnTo>
                    <a:pt x="1526" y="3360125"/>
                  </a:lnTo>
                  <a:lnTo>
                    <a:pt x="1568" y="3359736"/>
                  </a:lnTo>
                  <a:lnTo>
                    <a:pt x="23409" y="3328442"/>
                  </a:lnTo>
                  <a:lnTo>
                    <a:pt x="24443" y="3327878"/>
                  </a:lnTo>
                  <a:lnTo>
                    <a:pt x="24914" y="3327596"/>
                  </a:lnTo>
                  <a:lnTo>
                    <a:pt x="31683" y="3323835"/>
                  </a:lnTo>
                  <a:lnTo>
                    <a:pt x="40050" y="3328912"/>
                  </a:lnTo>
                  <a:lnTo>
                    <a:pt x="40050" y="3344236"/>
                  </a:lnTo>
                  <a:lnTo>
                    <a:pt x="37982" y="3351758"/>
                  </a:lnTo>
                  <a:lnTo>
                    <a:pt x="32623" y="3358997"/>
                  </a:lnTo>
                  <a:lnTo>
                    <a:pt x="31965" y="3360125"/>
                  </a:lnTo>
                  <a:lnTo>
                    <a:pt x="31495" y="3361159"/>
                  </a:lnTo>
                  <a:lnTo>
                    <a:pt x="29802" y="3364732"/>
                  </a:lnTo>
                  <a:lnTo>
                    <a:pt x="29080" y="3368422"/>
                  </a:lnTo>
                  <a:lnTo>
                    <a:pt x="41977" y="3414419"/>
                  </a:lnTo>
                  <a:lnTo>
                    <a:pt x="70229" y="3442388"/>
                  </a:lnTo>
                  <a:lnTo>
                    <a:pt x="84049" y="3446619"/>
                  </a:lnTo>
                  <a:lnTo>
                    <a:pt x="123528" y="3446619"/>
                  </a:lnTo>
                  <a:lnTo>
                    <a:pt x="122102" y="3450156"/>
                  </a:lnTo>
                  <a:lnTo>
                    <a:pt x="114492" y="3460376"/>
                  </a:lnTo>
                  <a:lnTo>
                    <a:pt x="104450" y="3468242"/>
                  </a:lnTo>
                  <a:lnTo>
                    <a:pt x="97211" y="3472473"/>
                  </a:lnTo>
                  <a:lnTo>
                    <a:pt x="89314" y="3474541"/>
                  </a:lnTo>
                  <a:close/>
                </a:path>
                <a:path extrusionOk="0" h="3618229" w="1786255">
                  <a:moveTo>
                    <a:pt x="123528" y="3446619"/>
                  </a:moveTo>
                  <a:lnTo>
                    <a:pt x="84049" y="3446619"/>
                  </a:lnTo>
                  <a:lnTo>
                    <a:pt x="95895" y="3439755"/>
                  </a:lnTo>
                  <a:lnTo>
                    <a:pt x="99656" y="3432798"/>
                  </a:lnTo>
                  <a:lnTo>
                    <a:pt x="90111" y="3388137"/>
                  </a:lnTo>
                  <a:lnTo>
                    <a:pt x="89126" y="3386167"/>
                  </a:lnTo>
                  <a:lnTo>
                    <a:pt x="88562" y="3384005"/>
                  </a:lnTo>
                  <a:lnTo>
                    <a:pt x="88562" y="3381748"/>
                  </a:lnTo>
                  <a:lnTo>
                    <a:pt x="91932" y="3372276"/>
                  </a:lnTo>
                  <a:lnTo>
                    <a:pt x="99867" y="3367599"/>
                  </a:lnTo>
                  <a:lnTo>
                    <a:pt x="109107" y="3368422"/>
                  </a:lnTo>
                  <a:lnTo>
                    <a:pt x="127866" y="3413301"/>
                  </a:lnTo>
                  <a:lnTo>
                    <a:pt x="128612" y="3425089"/>
                  </a:lnTo>
                  <a:lnTo>
                    <a:pt x="126926" y="3438191"/>
                  </a:lnTo>
                  <a:lnTo>
                    <a:pt x="123642" y="3446337"/>
                  </a:lnTo>
                  <a:lnTo>
                    <a:pt x="123528" y="3446619"/>
                  </a:lnTo>
                  <a:close/>
                </a:path>
                <a:path extrusionOk="0" h="3618229" w="1786255">
                  <a:moveTo>
                    <a:pt x="316173" y="3503404"/>
                  </a:moveTo>
                  <a:lnTo>
                    <a:pt x="297934" y="3471533"/>
                  </a:lnTo>
                  <a:lnTo>
                    <a:pt x="319510" y="3464139"/>
                  </a:lnTo>
                  <a:lnTo>
                    <a:pt x="347769" y="3464139"/>
                  </a:lnTo>
                  <a:lnTo>
                    <a:pt x="381701" y="3474878"/>
                  </a:lnTo>
                  <a:lnTo>
                    <a:pt x="414680" y="3496482"/>
                  </a:lnTo>
                  <a:lnTo>
                    <a:pt x="340358" y="3496482"/>
                  </a:lnTo>
                  <a:lnTo>
                    <a:pt x="322915" y="3500191"/>
                  </a:lnTo>
                  <a:lnTo>
                    <a:pt x="322622" y="3500191"/>
                  </a:lnTo>
                  <a:lnTo>
                    <a:pt x="316173" y="3503404"/>
                  </a:lnTo>
                  <a:close/>
                </a:path>
                <a:path extrusionOk="0" h="3618229" w="1786255">
                  <a:moveTo>
                    <a:pt x="468571" y="3591308"/>
                  </a:moveTo>
                  <a:lnTo>
                    <a:pt x="440813" y="3552033"/>
                  </a:lnTo>
                  <a:lnTo>
                    <a:pt x="406991" y="3519669"/>
                  </a:lnTo>
                  <a:lnTo>
                    <a:pt x="368924" y="3500191"/>
                  </a:lnTo>
                  <a:lnTo>
                    <a:pt x="340358" y="3496482"/>
                  </a:lnTo>
                  <a:lnTo>
                    <a:pt x="414680" y="3496482"/>
                  </a:lnTo>
                  <a:lnTo>
                    <a:pt x="449089" y="3528491"/>
                  </a:lnTo>
                  <a:lnTo>
                    <a:pt x="482682" y="3573648"/>
                  </a:lnTo>
                  <a:lnTo>
                    <a:pt x="486716" y="3580873"/>
                  </a:lnTo>
                  <a:lnTo>
                    <a:pt x="468571" y="3591308"/>
                  </a:lnTo>
                  <a:close/>
                </a:path>
                <a:path extrusionOk="0" h="3618229" w="1786255">
                  <a:moveTo>
                    <a:pt x="347574" y="3556804"/>
                  </a:moveTo>
                  <a:lnTo>
                    <a:pt x="329147" y="3525309"/>
                  </a:lnTo>
                  <a:lnTo>
                    <a:pt x="344994" y="3520133"/>
                  </a:lnTo>
                  <a:lnTo>
                    <a:pt x="364755" y="3521196"/>
                  </a:lnTo>
                  <a:lnTo>
                    <a:pt x="387371" y="3529487"/>
                  </a:lnTo>
                  <a:lnTo>
                    <a:pt x="411786" y="3545993"/>
                  </a:lnTo>
                  <a:lnTo>
                    <a:pt x="419249" y="3553161"/>
                  </a:lnTo>
                  <a:lnTo>
                    <a:pt x="360794" y="3553161"/>
                  </a:lnTo>
                  <a:lnTo>
                    <a:pt x="351544" y="3555059"/>
                  </a:lnTo>
                  <a:lnTo>
                    <a:pt x="351217" y="3555059"/>
                  </a:lnTo>
                  <a:lnTo>
                    <a:pt x="347574" y="3556804"/>
                  </a:lnTo>
                  <a:close/>
                </a:path>
                <a:path extrusionOk="0" h="3618229" w="1786255">
                  <a:moveTo>
                    <a:pt x="437345" y="3608701"/>
                  </a:moveTo>
                  <a:lnTo>
                    <a:pt x="437111" y="3608701"/>
                  </a:lnTo>
                  <a:lnTo>
                    <a:pt x="431209" y="3599189"/>
                  </a:lnTo>
                  <a:lnTo>
                    <a:pt x="422692" y="3587935"/>
                  </a:lnTo>
                  <a:lnTo>
                    <a:pt x="411495" y="3576205"/>
                  </a:lnTo>
                  <a:lnTo>
                    <a:pt x="397496" y="3565172"/>
                  </a:lnTo>
                  <a:lnTo>
                    <a:pt x="376488" y="3555059"/>
                  </a:lnTo>
                  <a:lnTo>
                    <a:pt x="360794" y="3553161"/>
                  </a:lnTo>
                  <a:lnTo>
                    <a:pt x="419249" y="3553161"/>
                  </a:lnTo>
                  <a:lnTo>
                    <a:pt x="432582" y="3565969"/>
                  </a:lnTo>
                  <a:lnTo>
                    <a:pt x="446019" y="3582694"/>
                  </a:lnTo>
                  <a:lnTo>
                    <a:pt x="453339" y="3594183"/>
                  </a:lnTo>
                  <a:lnTo>
                    <a:pt x="455785" y="3598453"/>
                  </a:lnTo>
                  <a:lnTo>
                    <a:pt x="456349" y="3598453"/>
                  </a:lnTo>
                  <a:lnTo>
                    <a:pt x="437345" y="3608701"/>
                  </a:lnTo>
                  <a:close/>
                </a:path>
                <a:path extrusionOk="0" h="3618229" w="1786255">
                  <a:moveTo>
                    <a:pt x="376248" y="3608701"/>
                  </a:moveTo>
                  <a:lnTo>
                    <a:pt x="358124" y="3577029"/>
                  </a:lnTo>
                  <a:lnTo>
                    <a:pt x="358009" y="3576829"/>
                  </a:lnTo>
                  <a:lnTo>
                    <a:pt x="371305" y="3574307"/>
                  </a:lnTo>
                  <a:lnTo>
                    <a:pt x="407649" y="3592248"/>
                  </a:lnTo>
                  <a:lnTo>
                    <a:pt x="421056" y="3607856"/>
                  </a:lnTo>
                  <a:lnTo>
                    <a:pt x="378829" y="3607856"/>
                  </a:lnTo>
                  <a:lnTo>
                    <a:pt x="376248" y="3608701"/>
                  </a:lnTo>
                  <a:close/>
                </a:path>
                <a:path extrusionOk="0" h="3618229" w="1786255">
                  <a:moveTo>
                    <a:pt x="424647" y="3617891"/>
                  </a:moveTo>
                  <a:lnTo>
                    <a:pt x="400246" y="3617891"/>
                  </a:lnTo>
                  <a:lnTo>
                    <a:pt x="396119" y="3613183"/>
                  </a:lnTo>
                  <a:lnTo>
                    <a:pt x="385826" y="3608007"/>
                  </a:lnTo>
                  <a:lnTo>
                    <a:pt x="378829" y="3607856"/>
                  </a:lnTo>
                  <a:lnTo>
                    <a:pt x="421056" y="3607856"/>
                  </a:lnTo>
                  <a:lnTo>
                    <a:pt x="421706" y="3608701"/>
                  </a:lnTo>
                  <a:lnTo>
                    <a:pt x="425524" y="3614419"/>
                  </a:lnTo>
                  <a:lnTo>
                    <a:pt x="426828" y="3616598"/>
                  </a:lnTo>
                  <a:lnTo>
                    <a:pt x="424647" y="3617891"/>
                  </a:lnTo>
                  <a:close/>
                </a:path>
              </a:pathLst>
            </a:custGeom>
            <a:solidFill>
              <a:srgbClr val="BC81C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8"/>
            <p:cNvSpPr/>
            <p:nvPr/>
          </p:nvSpPr>
          <p:spPr>
            <a:xfrm>
              <a:off x="15638510" y="6655299"/>
              <a:ext cx="2649855" cy="3632200"/>
            </a:xfrm>
            <a:custGeom>
              <a:rect b="b" l="l" r="r" t="t"/>
              <a:pathLst>
                <a:path extrusionOk="0" h="3632200" w="2649855">
                  <a:moveTo>
                    <a:pt x="1995474" y="1822025"/>
                  </a:moveTo>
                  <a:lnTo>
                    <a:pt x="1967361" y="1822025"/>
                  </a:lnTo>
                  <a:lnTo>
                    <a:pt x="1967455" y="1214499"/>
                  </a:lnTo>
                  <a:lnTo>
                    <a:pt x="1989586" y="1164127"/>
                  </a:lnTo>
                  <a:lnTo>
                    <a:pt x="2007176" y="1149723"/>
                  </a:lnTo>
                  <a:lnTo>
                    <a:pt x="2007317" y="1149723"/>
                  </a:lnTo>
                  <a:lnTo>
                    <a:pt x="2007693" y="1149534"/>
                  </a:lnTo>
                  <a:lnTo>
                    <a:pt x="2008539" y="1148970"/>
                  </a:lnTo>
                  <a:lnTo>
                    <a:pt x="2008485" y="63189"/>
                  </a:lnTo>
                  <a:lnTo>
                    <a:pt x="2010192" y="51132"/>
                  </a:lnTo>
                  <a:lnTo>
                    <a:pt x="2035804" y="17310"/>
                  </a:lnTo>
                  <a:lnTo>
                    <a:pt x="2101838" y="0"/>
                  </a:lnTo>
                  <a:lnTo>
                    <a:pt x="2135926" y="4869"/>
                  </a:lnTo>
                  <a:lnTo>
                    <a:pt x="2165263" y="16746"/>
                  </a:lnTo>
                  <a:lnTo>
                    <a:pt x="2177671" y="25951"/>
                  </a:lnTo>
                  <a:lnTo>
                    <a:pt x="2179257" y="27875"/>
                  </a:lnTo>
                  <a:lnTo>
                    <a:pt x="2101908" y="27875"/>
                  </a:lnTo>
                  <a:lnTo>
                    <a:pt x="2075051" y="30382"/>
                  </a:lnTo>
                  <a:lnTo>
                    <a:pt x="2040493" y="51132"/>
                  </a:lnTo>
                  <a:lnTo>
                    <a:pt x="2036664" y="63189"/>
                  </a:lnTo>
                  <a:lnTo>
                    <a:pt x="2036678" y="63471"/>
                  </a:lnTo>
                  <a:lnTo>
                    <a:pt x="2074263" y="94645"/>
                  </a:lnTo>
                  <a:lnTo>
                    <a:pt x="2194689" y="98574"/>
                  </a:lnTo>
                  <a:lnTo>
                    <a:pt x="2194689" y="109445"/>
                  </a:lnTo>
                  <a:lnTo>
                    <a:pt x="2036556" y="109445"/>
                  </a:lnTo>
                  <a:lnTo>
                    <a:pt x="2036650" y="1135056"/>
                  </a:lnTo>
                  <a:lnTo>
                    <a:pt x="2159413" y="1135056"/>
                  </a:lnTo>
                  <a:lnTo>
                    <a:pt x="2166579" y="1136936"/>
                  </a:lnTo>
                  <a:lnTo>
                    <a:pt x="2194689" y="1136936"/>
                  </a:lnTo>
                  <a:lnTo>
                    <a:pt x="2194689" y="1149723"/>
                  </a:lnTo>
                  <a:lnTo>
                    <a:pt x="2195951" y="1150569"/>
                  </a:lnTo>
                  <a:lnTo>
                    <a:pt x="2199541" y="1153236"/>
                  </a:lnTo>
                  <a:lnTo>
                    <a:pt x="2102707" y="1153236"/>
                  </a:lnTo>
                  <a:lnTo>
                    <a:pt x="2059794" y="1157269"/>
                  </a:lnTo>
                  <a:lnTo>
                    <a:pt x="2021701" y="1173508"/>
                  </a:lnTo>
                  <a:lnTo>
                    <a:pt x="1997230" y="1203374"/>
                  </a:lnTo>
                  <a:lnTo>
                    <a:pt x="1995377" y="1216285"/>
                  </a:lnTo>
                  <a:lnTo>
                    <a:pt x="1997494" y="1227710"/>
                  </a:lnTo>
                  <a:lnTo>
                    <a:pt x="2057979" y="1269368"/>
                  </a:lnTo>
                  <a:lnTo>
                    <a:pt x="2068387" y="1270908"/>
                  </a:lnTo>
                  <a:lnTo>
                    <a:pt x="1995565" y="1270908"/>
                  </a:lnTo>
                  <a:lnTo>
                    <a:pt x="1995474" y="1822025"/>
                  </a:lnTo>
                  <a:close/>
                </a:path>
                <a:path extrusionOk="0" h="3632200" w="2649855">
                  <a:moveTo>
                    <a:pt x="2194689" y="98574"/>
                  </a:moveTo>
                  <a:lnTo>
                    <a:pt x="2100380" y="98574"/>
                  </a:lnTo>
                  <a:lnTo>
                    <a:pt x="2126691" y="96422"/>
                  </a:lnTo>
                  <a:lnTo>
                    <a:pt x="2150032" y="87069"/>
                  </a:lnTo>
                  <a:lnTo>
                    <a:pt x="2156650" y="82101"/>
                  </a:lnTo>
                  <a:lnTo>
                    <a:pt x="2161655" y="76728"/>
                  </a:lnTo>
                  <a:lnTo>
                    <a:pt x="2164985" y="71072"/>
                  </a:lnTo>
                  <a:lnTo>
                    <a:pt x="2166579" y="65258"/>
                  </a:lnTo>
                  <a:lnTo>
                    <a:pt x="2166579" y="63189"/>
                  </a:lnTo>
                  <a:lnTo>
                    <a:pt x="2128572" y="31696"/>
                  </a:lnTo>
                  <a:lnTo>
                    <a:pt x="2101908" y="27875"/>
                  </a:lnTo>
                  <a:lnTo>
                    <a:pt x="2179257" y="27875"/>
                  </a:lnTo>
                  <a:lnTo>
                    <a:pt x="2186898" y="37147"/>
                  </a:lnTo>
                  <a:lnTo>
                    <a:pt x="2192617" y="49825"/>
                  </a:lnTo>
                  <a:lnTo>
                    <a:pt x="2194462" y="63189"/>
                  </a:lnTo>
                  <a:lnTo>
                    <a:pt x="2194501" y="63471"/>
                  </a:lnTo>
                  <a:lnTo>
                    <a:pt x="2194689" y="63471"/>
                  </a:lnTo>
                  <a:lnTo>
                    <a:pt x="2194689" y="98574"/>
                  </a:lnTo>
                  <a:close/>
                </a:path>
                <a:path extrusionOk="0" h="3632200" w="2649855">
                  <a:moveTo>
                    <a:pt x="2105187" y="126556"/>
                  </a:moveTo>
                  <a:lnTo>
                    <a:pt x="2052660" y="117037"/>
                  </a:lnTo>
                  <a:lnTo>
                    <a:pt x="2037026" y="109727"/>
                  </a:lnTo>
                  <a:lnTo>
                    <a:pt x="2036556" y="109445"/>
                  </a:lnTo>
                  <a:lnTo>
                    <a:pt x="2194689" y="109445"/>
                  </a:lnTo>
                  <a:lnTo>
                    <a:pt x="2194689" y="109727"/>
                  </a:lnTo>
                  <a:lnTo>
                    <a:pt x="2166579" y="109727"/>
                  </a:lnTo>
                  <a:lnTo>
                    <a:pt x="2166109" y="110009"/>
                  </a:lnTo>
                  <a:lnTo>
                    <a:pt x="2121024" y="125646"/>
                  </a:lnTo>
                  <a:lnTo>
                    <a:pt x="2105187" y="126556"/>
                  </a:lnTo>
                  <a:close/>
                </a:path>
                <a:path extrusionOk="0" h="3632200" w="2649855">
                  <a:moveTo>
                    <a:pt x="2194689" y="1136936"/>
                  </a:moveTo>
                  <a:lnTo>
                    <a:pt x="2166579" y="1136936"/>
                  </a:lnTo>
                  <a:lnTo>
                    <a:pt x="2166579" y="109727"/>
                  </a:lnTo>
                  <a:lnTo>
                    <a:pt x="2194689" y="109727"/>
                  </a:lnTo>
                  <a:lnTo>
                    <a:pt x="2194689" y="1136936"/>
                  </a:lnTo>
                  <a:close/>
                </a:path>
                <a:path extrusionOk="0" h="3632200" w="2649855">
                  <a:moveTo>
                    <a:pt x="2159413" y="1135056"/>
                  </a:moveTo>
                  <a:lnTo>
                    <a:pt x="2036650" y="1135056"/>
                  </a:lnTo>
                  <a:lnTo>
                    <a:pt x="2068916" y="1127232"/>
                  </a:lnTo>
                  <a:lnTo>
                    <a:pt x="2102425" y="1125349"/>
                  </a:lnTo>
                  <a:lnTo>
                    <a:pt x="2135529" y="1128789"/>
                  </a:lnTo>
                  <a:lnTo>
                    <a:pt x="2159413" y="1135056"/>
                  </a:lnTo>
                  <a:close/>
                </a:path>
                <a:path extrusionOk="0" h="3632200" w="2649855">
                  <a:moveTo>
                    <a:pt x="2201510" y="1275538"/>
                  </a:moveTo>
                  <a:lnTo>
                    <a:pt x="2099687" y="1275538"/>
                  </a:lnTo>
                  <a:lnTo>
                    <a:pt x="2141747" y="1272013"/>
                  </a:lnTo>
                  <a:lnTo>
                    <a:pt x="2179083" y="1256994"/>
                  </a:lnTo>
                  <a:lnTo>
                    <a:pt x="2191095" y="1247738"/>
                  </a:lnTo>
                  <a:lnTo>
                    <a:pt x="2199942" y="1237638"/>
                  </a:lnTo>
                  <a:lnTo>
                    <a:pt x="2205564" y="1226810"/>
                  </a:lnTo>
                  <a:lnTo>
                    <a:pt x="2207757" y="1215533"/>
                  </a:lnTo>
                  <a:lnTo>
                    <a:pt x="2207757" y="1214499"/>
                  </a:lnTo>
                  <a:lnTo>
                    <a:pt x="2206136" y="1203374"/>
                  </a:lnTo>
                  <a:lnTo>
                    <a:pt x="2206069" y="1202920"/>
                  </a:lnTo>
                  <a:lnTo>
                    <a:pt x="2180963" y="1174072"/>
                  </a:lnTo>
                  <a:lnTo>
                    <a:pt x="2144933" y="1159481"/>
                  </a:lnTo>
                  <a:lnTo>
                    <a:pt x="2102707" y="1153236"/>
                  </a:lnTo>
                  <a:lnTo>
                    <a:pt x="2199541" y="1153236"/>
                  </a:lnTo>
                  <a:lnTo>
                    <a:pt x="2233194" y="1195880"/>
                  </a:lnTo>
                  <a:lnTo>
                    <a:pt x="2235962" y="1270156"/>
                  </a:lnTo>
                  <a:lnTo>
                    <a:pt x="2207945" y="1270156"/>
                  </a:lnTo>
                  <a:lnTo>
                    <a:pt x="2203809" y="1273728"/>
                  </a:lnTo>
                  <a:lnTo>
                    <a:pt x="2201510" y="1275538"/>
                  </a:lnTo>
                  <a:close/>
                </a:path>
                <a:path extrusionOk="0" h="3632200" w="2649855">
                  <a:moveTo>
                    <a:pt x="2235962" y="1960791"/>
                  </a:moveTo>
                  <a:lnTo>
                    <a:pt x="2208039" y="1960791"/>
                  </a:lnTo>
                  <a:lnTo>
                    <a:pt x="2207945" y="1270156"/>
                  </a:lnTo>
                  <a:lnTo>
                    <a:pt x="2235962" y="1270156"/>
                  </a:lnTo>
                  <a:lnTo>
                    <a:pt x="2235962" y="1960791"/>
                  </a:lnTo>
                  <a:close/>
                </a:path>
                <a:path extrusionOk="0" h="3632200" w="2649855">
                  <a:moveTo>
                    <a:pt x="2107067" y="1303531"/>
                  </a:moveTo>
                  <a:lnTo>
                    <a:pt x="2054090" y="1297033"/>
                  </a:lnTo>
                  <a:lnTo>
                    <a:pt x="2008445" y="1279746"/>
                  </a:lnTo>
                  <a:lnTo>
                    <a:pt x="1995565" y="1270908"/>
                  </a:lnTo>
                  <a:lnTo>
                    <a:pt x="2068387" y="1270908"/>
                  </a:lnTo>
                  <a:lnTo>
                    <a:pt x="2099687" y="1275538"/>
                  </a:lnTo>
                  <a:lnTo>
                    <a:pt x="2201510" y="1275538"/>
                  </a:lnTo>
                  <a:lnTo>
                    <a:pt x="2152817" y="1298067"/>
                  </a:lnTo>
                  <a:lnTo>
                    <a:pt x="2130193" y="1302205"/>
                  </a:lnTo>
                  <a:lnTo>
                    <a:pt x="2107067" y="1303531"/>
                  </a:lnTo>
                  <a:close/>
                </a:path>
                <a:path extrusionOk="0" h="3632200" w="2649855">
                  <a:moveTo>
                    <a:pt x="358182" y="3631699"/>
                  </a:moveTo>
                  <a:lnTo>
                    <a:pt x="302000" y="3631699"/>
                  </a:lnTo>
                  <a:lnTo>
                    <a:pt x="68537" y="3496905"/>
                  </a:lnTo>
                  <a:lnTo>
                    <a:pt x="39979" y="3474901"/>
                  </a:lnTo>
                  <a:lnTo>
                    <a:pt x="18403" y="3446666"/>
                  </a:lnTo>
                  <a:lnTo>
                    <a:pt x="4759" y="3413865"/>
                  </a:lnTo>
                  <a:lnTo>
                    <a:pt x="0" y="3378070"/>
                  </a:lnTo>
                  <a:lnTo>
                    <a:pt x="12" y="2950959"/>
                  </a:lnTo>
                  <a:lnTo>
                    <a:pt x="4355" y="2918477"/>
                  </a:lnTo>
                  <a:lnTo>
                    <a:pt x="4433" y="2917891"/>
                  </a:lnTo>
                  <a:lnTo>
                    <a:pt x="17134" y="2887416"/>
                  </a:lnTo>
                  <a:lnTo>
                    <a:pt x="37203" y="2861191"/>
                  </a:lnTo>
                  <a:lnTo>
                    <a:pt x="63742" y="2840773"/>
                  </a:lnTo>
                  <a:lnTo>
                    <a:pt x="206833" y="2758134"/>
                  </a:lnTo>
                  <a:lnTo>
                    <a:pt x="206833" y="2752399"/>
                  </a:lnTo>
                  <a:lnTo>
                    <a:pt x="225413" y="2683321"/>
                  </a:lnTo>
                  <a:lnTo>
                    <a:pt x="275934" y="2632718"/>
                  </a:lnTo>
                  <a:lnTo>
                    <a:pt x="1709195" y="1805290"/>
                  </a:lnTo>
                  <a:lnTo>
                    <a:pt x="1753394" y="1785705"/>
                  </a:lnTo>
                  <a:lnTo>
                    <a:pt x="1800057" y="1775912"/>
                  </a:lnTo>
                  <a:lnTo>
                    <a:pt x="1847542" y="1775912"/>
                  </a:lnTo>
                  <a:lnTo>
                    <a:pt x="1894205" y="1785705"/>
                  </a:lnTo>
                  <a:lnTo>
                    <a:pt x="1932251" y="1802564"/>
                  </a:lnTo>
                  <a:lnTo>
                    <a:pt x="1823894" y="1802564"/>
                  </a:lnTo>
                  <a:lnTo>
                    <a:pt x="1798067" y="1804240"/>
                  </a:lnTo>
                  <a:lnTo>
                    <a:pt x="1797930" y="1804240"/>
                  </a:lnTo>
                  <a:lnTo>
                    <a:pt x="1772364" y="1809274"/>
                  </a:lnTo>
                  <a:lnTo>
                    <a:pt x="1723297" y="1829452"/>
                  </a:lnTo>
                  <a:lnTo>
                    <a:pt x="289942" y="2657068"/>
                  </a:lnTo>
                  <a:lnTo>
                    <a:pt x="276216" y="2680759"/>
                  </a:lnTo>
                  <a:lnTo>
                    <a:pt x="277158" y="2687925"/>
                  </a:lnTo>
                  <a:lnTo>
                    <a:pt x="279871" y="2694439"/>
                  </a:lnTo>
                  <a:lnTo>
                    <a:pt x="281213" y="2696178"/>
                  </a:lnTo>
                  <a:lnTo>
                    <a:pt x="250456" y="2696178"/>
                  </a:lnTo>
                  <a:lnTo>
                    <a:pt x="243813" y="2709233"/>
                  </a:lnTo>
                  <a:lnTo>
                    <a:pt x="238916" y="2723054"/>
                  </a:lnTo>
                  <a:lnTo>
                    <a:pt x="235886" y="2737493"/>
                  </a:lnTo>
                  <a:lnTo>
                    <a:pt x="234849" y="2752399"/>
                  </a:lnTo>
                  <a:lnTo>
                    <a:pt x="234849" y="2790475"/>
                  </a:lnTo>
                  <a:lnTo>
                    <a:pt x="206833" y="2790475"/>
                  </a:lnTo>
                  <a:lnTo>
                    <a:pt x="70323" y="2869354"/>
                  </a:lnTo>
                  <a:lnTo>
                    <a:pt x="65904" y="2877063"/>
                  </a:lnTo>
                  <a:lnTo>
                    <a:pt x="65904" y="2894174"/>
                  </a:lnTo>
                  <a:lnTo>
                    <a:pt x="70323" y="2901883"/>
                  </a:lnTo>
                  <a:lnTo>
                    <a:pt x="71615" y="2902635"/>
                  </a:lnTo>
                  <a:lnTo>
                    <a:pt x="40708" y="2902635"/>
                  </a:lnTo>
                  <a:lnTo>
                    <a:pt x="35314" y="2913914"/>
                  </a:lnTo>
                  <a:lnTo>
                    <a:pt x="31330" y="2925810"/>
                  </a:lnTo>
                  <a:lnTo>
                    <a:pt x="28862" y="2938200"/>
                  </a:lnTo>
                  <a:lnTo>
                    <a:pt x="28016" y="2950959"/>
                  </a:lnTo>
                  <a:lnTo>
                    <a:pt x="28016" y="3378070"/>
                  </a:lnTo>
                  <a:lnTo>
                    <a:pt x="31803" y="3406517"/>
                  </a:lnTo>
                  <a:lnTo>
                    <a:pt x="42659" y="3432610"/>
                  </a:lnTo>
                  <a:lnTo>
                    <a:pt x="59825" y="3455055"/>
                  </a:lnTo>
                  <a:lnTo>
                    <a:pt x="82545" y="3472555"/>
                  </a:lnTo>
                  <a:lnTo>
                    <a:pt x="358182" y="3631699"/>
                  </a:lnTo>
                  <a:close/>
                </a:path>
                <a:path extrusionOk="0" h="3632200" w="2649855">
                  <a:moveTo>
                    <a:pt x="2649487" y="2248045"/>
                  </a:moveTo>
                  <a:lnTo>
                    <a:pt x="1924490" y="1829452"/>
                  </a:lnTo>
                  <a:lnTo>
                    <a:pt x="1875602" y="1809274"/>
                  </a:lnTo>
                  <a:lnTo>
                    <a:pt x="1823894" y="1802564"/>
                  </a:lnTo>
                  <a:lnTo>
                    <a:pt x="1932251" y="1802564"/>
                  </a:lnTo>
                  <a:lnTo>
                    <a:pt x="1938404" y="1805290"/>
                  </a:lnTo>
                  <a:lnTo>
                    <a:pt x="1967361" y="1822025"/>
                  </a:lnTo>
                  <a:lnTo>
                    <a:pt x="1995474" y="1822025"/>
                  </a:lnTo>
                  <a:lnTo>
                    <a:pt x="1995471" y="1838101"/>
                  </a:lnTo>
                  <a:lnTo>
                    <a:pt x="2208039" y="1960791"/>
                  </a:lnTo>
                  <a:lnTo>
                    <a:pt x="2235962" y="1960791"/>
                  </a:lnTo>
                  <a:lnTo>
                    <a:pt x="2235962" y="1977056"/>
                  </a:lnTo>
                  <a:lnTo>
                    <a:pt x="2649487" y="2215810"/>
                  </a:lnTo>
                  <a:lnTo>
                    <a:pt x="2649487" y="2248045"/>
                  </a:lnTo>
                  <a:close/>
                </a:path>
                <a:path extrusionOk="0" h="3632200" w="2649855">
                  <a:moveTo>
                    <a:pt x="1896015" y="3631699"/>
                  </a:moveTo>
                  <a:lnTo>
                    <a:pt x="1839994" y="3631699"/>
                  </a:lnTo>
                  <a:lnTo>
                    <a:pt x="275934" y="2728707"/>
                  </a:lnTo>
                  <a:lnTo>
                    <a:pt x="267141" y="2722434"/>
                  </a:lnTo>
                  <a:lnTo>
                    <a:pt x="259881" y="2714769"/>
                  </a:lnTo>
                  <a:lnTo>
                    <a:pt x="254278" y="2705941"/>
                  </a:lnTo>
                  <a:lnTo>
                    <a:pt x="250456" y="2696178"/>
                  </a:lnTo>
                  <a:lnTo>
                    <a:pt x="281213" y="2696178"/>
                  </a:lnTo>
                  <a:lnTo>
                    <a:pt x="284188" y="2700035"/>
                  </a:lnTo>
                  <a:lnTo>
                    <a:pt x="289942" y="2704451"/>
                  </a:lnTo>
                  <a:lnTo>
                    <a:pt x="1896015" y="3631699"/>
                  </a:lnTo>
                  <a:close/>
                </a:path>
                <a:path extrusionOk="0" h="3632200" w="2649855">
                  <a:moveTo>
                    <a:pt x="1546873" y="3631699"/>
                  </a:moveTo>
                  <a:lnTo>
                    <a:pt x="1490734" y="3631699"/>
                  </a:lnTo>
                  <a:lnTo>
                    <a:pt x="259951" y="2921156"/>
                  </a:lnTo>
                  <a:lnTo>
                    <a:pt x="237849" y="2904077"/>
                  </a:lnTo>
                  <a:lnTo>
                    <a:pt x="221123" y="2882187"/>
                  </a:lnTo>
                  <a:lnTo>
                    <a:pt x="210532" y="2856770"/>
                  </a:lnTo>
                  <a:lnTo>
                    <a:pt x="206833" y="2829115"/>
                  </a:lnTo>
                  <a:lnTo>
                    <a:pt x="206833" y="2790475"/>
                  </a:lnTo>
                  <a:lnTo>
                    <a:pt x="234849" y="2790475"/>
                  </a:lnTo>
                  <a:lnTo>
                    <a:pt x="234849" y="2829115"/>
                  </a:lnTo>
                  <a:lnTo>
                    <a:pt x="237563" y="2849475"/>
                  </a:lnTo>
                  <a:lnTo>
                    <a:pt x="245344" y="2868178"/>
                  </a:lnTo>
                  <a:lnTo>
                    <a:pt x="257655" y="2884273"/>
                  </a:lnTo>
                  <a:lnTo>
                    <a:pt x="273960" y="2896806"/>
                  </a:lnTo>
                  <a:lnTo>
                    <a:pt x="1546873" y="3631699"/>
                  </a:lnTo>
                  <a:close/>
                </a:path>
                <a:path extrusionOk="0" h="3632200" w="2649855">
                  <a:moveTo>
                    <a:pt x="1334303" y="3631699"/>
                  </a:moveTo>
                  <a:lnTo>
                    <a:pt x="1278352" y="3631699"/>
                  </a:lnTo>
                  <a:lnTo>
                    <a:pt x="63648" y="2930370"/>
                  </a:lnTo>
                  <a:lnTo>
                    <a:pt x="55978" y="2925005"/>
                  </a:lnTo>
                  <a:lnTo>
                    <a:pt x="49534" y="2918477"/>
                  </a:lnTo>
                  <a:lnTo>
                    <a:pt x="44411" y="2910962"/>
                  </a:lnTo>
                  <a:lnTo>
                    <a:pt x="40708" y="2902635"/>
                  </a:lnTo>
                  <a:lnTo>
                    <a:pt x="71615" y="2902635"/>
                  </a:lnTo>
                  <a:lnTo>
                    <a:pt x="1334303" y="3631699"/>
                  </a:lnTo>
                  <a:close/>
                </a:path>
                <a:path extrusionOk="0" h="3632200" w="2649855">
                  <a:moveTo>
                    <a:pt x="2540349" y="3631699"/>
                  </a:moveTo>
                  <a:lnTo>
                    <a:pt x="2484329" y="3631699"/>
                  </a:lnTo>
                  <a:lnTo>
                    <a:pt x="2649487" y="3536343"/>
                  </a:lnTo>
                  <a:lnTo>
                    <a:pt x="2649487" y="3568687"/>
                  </a:lnTo>
                  <a:lnTo>
                    <a:pt x="2540349" y="3631699"/>
                  </a:ln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9"/>
          <p:cNvSpPr/>
          <p:nvPr/>
        </p:nvSpPr>
        <p:spPr>
          <a:xfrm>
            <a:off x="0" y="-635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5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9"/>
          <p:cNvSpPr/>
          <p:nvPr/>
        </p:nvSpPr>
        <p:spPr>
          <a:xfrm>
            <a:off x="116283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286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286" y="0"/>
                </a:lnTo>
                <a:lnTo>
                  <a:pt x="18286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9"/>
          <p:cNvSpPr/>
          <p:nvPr/>
        </p:nvSpPr>
        <p:spPr>
          <a:xfrm>
            <a:off x="71747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9"/>
          <p:cNvSpPr/>
          <p:nvPr/>
        </p:nvSpPr>
        <p:spPr>
          <a:xfrm>
            <a:off x="131875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9"/>
          <p:cNvSpPr/>
          <p:nvPr/>
        </p:nvSpPr>
        <p:spPr>
          <a:xfrm>
            <a:off x="1920034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9"/>
          <p:cNvSpPr/>
          <p:nvPr/>
        </p:nvSpPr>
        <p:spPr>
          <a:xfrm>
            <a:off x="2521315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9"/>
          <p:cNvSpPr/>
          <p:nvPr/>
        </p:nvSpPr>
        <p:spPr>
          <a:xfrm>
            <a:off x="3122596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9"/>
          <p:cNvSpPr/>
          <p:nvPr/>
        </p:nvSpPr>
        <p:spPr>
          <a:xfrm>
            <a:off x="3723896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9"/>
          <p:cNvSpPr/>
          <p:nvPr/>
        </p:nvSpPr>
        <p:spPr>
          <a:xfrm>
            <a:off x="4325177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9"/>
          <p:cNvSpPr/>
          <p:nvPr/>
        </p:nvSpPr>
        <p:spPr>
          <a:xfrm>
            <a:off x="4926459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9"/>
          <p:cNvSpPr/>
          <p:nvPr/>
        </p:nvSpPr>
        <p:spPr>
          <a:xfrm>
            <a:off x="5527740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9"/>
          <p:cNvSpPr/>
          <p:nvPr/>
        </p:nvSpPr>
        <p:spPr>
          <a:xfrm>
            <a:off x="6129021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9"/>
          <p:cNvSpPr/>
          <p:nvPr/>
        </p:nvSpPr>
        <p:spPr>
          <a:xfrm>
            <a:off x="673032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9"/>
          <p:cNvSpPr/>
          <p:nvPr/>
        </p:nvSpPr>
        <p:spPr>
          <a:xfrm>
            <a:off x="733160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9"/>
          <p:cNvSpPr/>
          <p:nvPr/>
        </p:nvSpPr>
        <p:spPr>
          <a:xfrm>
            <a:off x="7932884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9"/>
          <p:cNvSpPr/>
          <p:nvPr/>
        </p:nvSpPr>
        <p:spPr>
          <a:xfrm>
            <a:off x="853416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9"/>
          <p:cNvSpPr/>
          <p:nvPr/>
        </p:nvSpPr>
        <p:spPr>
          <a:xfrm>
            <a:off x="9135447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9"/>
          <p:cNvSpPr/>
          <p:nvPr/>
        </p:nvSpPr>
        <p:spPr>
          <a:xfrm>
            <a:off x="9736728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9"/>
          <p:cNvSpPr/>
          <p:nvPr/>
        </p:nvSpPr>
        <p:spPr>
          <a:xfrm>
            <a:off x="10338028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9"/>
          <p:cNvSpPr/>
          <p:nvPr/>
        </p:nvSpPr>
        <p:spPr>
          <a:xfrm>
            <a:off x="10939310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9"/>
          <p:cNvSpPr/>
          <p:nvPr/>
        </p:nvSpPr>
        <p:spPr>
          <a:xfrm>
            <a:off x="1154059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9"/>
          <p:cNvSpPr/>
          <p:nvPr/>
        </p:nvSpPr>
        <p:spPr>
          <a:xfrm>
            <a:off x="12141873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9"/>
          <p:cNvSpPr/>
          <p:nvPr/>
        </p:nvSpPr>
        <p:spPr>
          <a:xfrm>
            <a:off x="1274315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9"/>
          <p:cNvSpPr/>
          <p:nvPr/>
        </p:nvSpPr>
        <p:spPr>
          <a:xfrm>
            <a:off x="1334445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9"/>
          <p:cNvSpPr/>
          <p:nvPr/>
        </p:nvSpPr>
        <p:spPr>
          <a:xfrm>
            <a:off x="13945737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9"/>
          <p:cNvSpPr/>
          <p:nvPr/>
        </p:nvSpPr>
        <p:spPr>
          <a:xfrm>
            <a:off x="14547019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9"/>
          <p:cNvSpPr/>
          <p:nvPr/>
        </p:nvSpPr>
        <p:spPr>
          <a:xfrm>
            <a:off x="1514830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9"/>
          <p:cNvSpPr/>
          <p:nvPr/>
        </p:nvSpPr>
        <p:spPr>
          <a:xfrm>
            <a:off x="1574958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9"/>
          <p:cNvSpPr/>
          <p:nvPr/>
        </p:nvSpPr>
        <p:spPr>
          <a:xfrm>
            <a:off x="1635088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9"/>
          <p:cNvSpPr/>
          <p:nvPr/>
        </p:nvSpPr>
        <p:spPr>
          <a:xfrm>
            <a:off x="1695216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9"/>
          <p:cNvSpPr/>
          <p:nvPr/>
        </p:nvSpPr>
        <p:spPr>
          <a:xfrm>
            <a:off x="17553446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8" name="Google Shape;438;p9"/>
          <p:cNvGrpSpPr/>
          <p:nvPr/>
        </p:nvGrpSpPr>
        <p:grpSpPr>
          <a:xfrm>
            <a:off x="0" y="11"/>
            <a:ext cx="18288076" cy="10274301"/>
            <a:chOff x="0" y="11"/>
            <a:chExt cx="18288076" cy="10274301"/>
          </a:xfrm>
        </p:grpSpPr>
        <p:sp>
          <p:nvSpPr>
            <p:cNvPr id="439" name="Google Shape;439;p9"/>
            <p:cNvSpPr/>
            <p:nvPr/>
          </p:nvSpPr>
          <p:spPr>
            <a:xfrm>
              <a:off x="0" y="11"/>
              <a:ext cx="18288000" cy="2120900"/>
            </a:xfrm>
            <a:custGeom>
              <a:rect b="b" l="l" r="r" t="t"/>
              <a:pathLst>
                <a:path extrusionOk="0" h="2120900" w="18288000">
                  <a:moveTo>
                    <a:pt x="18287988" y="317500"/>
                  </a:moveTo>
                  <a:lnTo>
                    <a:pt x="18173218" y="3175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1524000"/>
                  </a:lnTo>
                  <a:lnTo>
                    <a:pt x="17571835" y="1524000"/>
                  </a:lnTo>
                  <a:lnTo>
                    <a:pt x="17571835" y="939800"/>
                  </a:lnTo>
                  <a:lnTo>
                    <a:pt x="18154727" y="939800"/>
                  </a:lnTo>
                  <a:lnTo>
                    <a:pt x="18154727" y="914400"/>
                  </a:lnTo>
                  <a:lnTo>
                    <a:pt x="17571835" y="914400"/>
                  </a:lnTo>
                  <a:lnTo>
                    <a:pt x="17571835" y="342900"/>
                  </a:lnTo>
                  <a:lnTo>
                    <a:pt x="18154727" y="342900"/>
                  </a:lnTo>
                  <a:lnTo>
                    <a:pt x="18154727" y="317500"/>
                  </a:lnTo>
                  <a:lnTo>
                    <a:pt x="17553445" y="317500"/>
                  </a:lnTo>
                  <a:lnTo>
                    <a:pt x="17553445" y="342900"/>
                  </a:lnTo>
                  <a:lnTo>
                    <a:pt x="17553445" y="914400"/>
                  </a:lnTo>
                  <a:lnTo>
                    <a:pt x="17553445" y="939800"/>
                  </a:lnTo>
                  <a:lnTo>
                    <a:pt x="17553445" y="1524000"/>
                  </a:lnTo>
                  <a:lnTo>
                    <a:pt x="16970553" y="1524000"/>
                  </a:lnTo>
                  <a:lnTo>
                    <a:pt x="16970553" y="939800"/>
                  </a:lnTo>
                  <a:lnTo>
                    <a:pt x="17553445" y="939800"/>
                  </a:lnTo>
                  <a:lnTo>
                    <a:pt x="17553445" y="914400"/>
                  </a:lnTo>
                  <a:lnTo>
                    <a:pt x="16970553" y="914400"/>
                  </a:lnTo>
                  <a:lnTo>
                    <a:pt x="16970553" y="342900"/>
                  </a:lnTo>
                  <a:lnTo>
                    <a:pt x="17553445" y="342900"/>
                  </a:lnTo>
                  <a:lnTo>
                    <a:pt x="17553445" y="317500"/>
                  </a:lnTo>
                  <a:lnTo>
                    <a:pt x="16952164" y="317500"/>
                  </a:lnTo>
                  <a:lnTo>
                    <a:pt x="16952164" y="342900"/>
                  </a:lnTo>
                  <a:lnTo>
                    <a:pt x="16952164" y="914400"/>
                  </a:lnTo>
                  <a:lnTo>
                    <a:pt x="16952164" y="939800"/>
                  </a:lnTo>
                  <a:lnTo>
                    <a:pt x="16952164" y="1524000"/>
                  </a:lnTo>
                  <a:lnTo>
                    <a:pt x="16369272" y="1524000"/>
                  </a:lnTo>
                  <a:lnTo>
                    <a:pt x="16369272" y="939800"/>
                  </a:lnTo>
                  <a:lnTo>
                    <a:pt x="16952164" y="939800"/>
                  </a:lnTo>
                  <a:lnTo>
                    <a:pt x="16952164" y="914400"/>
                  </a:lnTo>
                  <a:lnTo>
                    <a:pt x="16369272" y="914400"/>
                  </a:lnTo>
                  <a:lnTo>
                    <a:pt x="16369272" y="342900"/>
                  </a:lnTo>
                  <a:lnTo>
                    <a:pt x="16952164" y="342900"/>
                  </a:lnTo>
                  <a:lnTo>
                    <a:pt x="16952164" y="317500"/>
                  </a:lnTo>
                  <a:lnTo>
                    <a:pt x="16350882" y="317500"/>
                  </a:lnTo>
                  <a:lnTo>
                    <a:pt x="16350882" y="342900"/>
                  </a:lnTo>
                  <a:lnTo>
                    <a:pt x="16350882" y="914400"/>
                  </a:lnTo>
                  <a:lnTo>
                    <a:pt x="16350882" y="939800"/>
                  </a:lnTo>
                  <a:lnTo>
                    <a:pt x="16350882" y="1524000"/>
                  </a:lnTo>
                  <a:lnTo>
                    <a:pt x="15767977" y="1524000"/>
                  </a:lnTo>
                  <a:lnTo>
                    <a:pt x="15767977" y="939800"/>
                  </a:lnTo>
                  <a:lnTo>
                    <a:pt x="16350882" y="939800"/>
                  </a:lnTo>
                  <a:lnTo>
                    <a:pt x="16350882" y="914400"/>
                  </a:lnTo>
                  <a:lnTo>
                    <a:pt x="15767977" y="914400"/>
                  </a:lnTo>
                  <a:lnTo>
                    <a:pt x="15767977" y="342900"/>
                  </a:lnTo>
                  <a:lnTo>
                    <a:pt x="16350882" y="342900"/>
                  </a:lnTo>
                  <a:lnTo>
                    <a:pt x="16350882" y="317500"/>
                  </a:lnTo>
                  <a:lnTo>
                    <a:pt x="15749575" y="317500"/>
                  </a:lnTo>
                  <a:lnTo>
                    <a:pt x="15749575" y="342900"/>
                  </a:lnTo>
                  <a:lnTo>
                    <a:pt x="15749575" y="914400"/>
                  </a:lnTo>
                  <a:lnTo>
                    <a:pt x="15749575" y="939800"/>
                  </a:lnTo>
                  <a:lnTo>
                    <a:pt x="15749575" y="1524000"/>
                  </a:lnTo>
                  <a:lnTo>
                    <a:pt x="15166696" y="1524000"/>
                  </a:lnTo>
                  <a:lnTo>
                    <a:pt x="15166696" y="939800"/>
                  </a:lnTo>
                  <a:lnTo>
                    <a:pt x="15749575" y="939800"/>
                  </a:lnTo>
                  <a:lnTo>
                    <a:pt x="15749575" y="914400"/>
                  </a:lnTo>
                  <a:lnTo>
                    <a:pt x="15166696" y="914400"/>
                  </a:lnTo>
                  <a:lnTo>
                    <a:pt x="15166696" y="342900"/>
                  </a:lnTo>
                  <a:lnTo>
                    <a:pt x="15749575" y="342900"/>
                  </a:lnTo>
                  <a:lnTo>
                    <a:pt x="15749575" y="317500"/>
                  </a:lnTo>
                  <a:lnTo>
                    <a:pt x="15148294" y="317500"/>
                  </a:lnTo>
                  <a:lnTo>
                    <a:pt x="15148294" y="342900"/>
                  </a:lnTo>
                  <a:lnTo>
                    <a:pt x="15148294" y="914400"/>
                  </a:lnTo>
                  <a:lnTo>
                    <a:pt x="15148294" y="939800"/>
                  </a:lnTo>
                  <a:lnTo>
                    <a:pt x="15148294" y="1524000"/>
                  </a:lnTo>
                  <a:lnTo>
                    <a:pt x="14565414" y="1524000"/>
                  </a:lnTo>
                  <a:lnTo>
                    <a:pt x="14565414" y="939800"/>
                  </a:lnTo>
                  <a:lnTo>
                    <a:pt x="15148294" y="939800"/>
                  </a:lnTo>
                  <a:lnTo>
                    <a:pt x="15148294" y="914400"/>
                  </a:lnTo>
                  <a:lnTo>
                    <a:pt x="14565414" y="914400"/>
                  </a:lnTo>
                  <a:lnTo>
                    <a:pt x="14565414" y="342900"/>
                  </a:lnTo>
                  <a:lnTo>
                    <a:pt x="15148294" y="342900"/>
                  </a:lnTo>
                  <a:lnTo>
                    <a:pt x="15148294" y="317500"/>
                  </a:lnTo>
                  <a:lnTo>
                    <a:pt x="14547012" y="317500"/>
                  </a:lnTo>
                  <a:lnTo>
                    <a:pt x="14547012" y="342900"/>
                  </a:lnTo>
                  <a:lnTo>
                    <a:pt x="14547012" y="914400"/>
                  </a:lnTo>
                  <a:lnTo>
                    <a:pt x="14547012" y="939800"/>
                  </a:lnTo>
                  <a:lnTo>
                    <a:pt x="14547012" y="1524000"/>
                  </a:lnTo>
                  <a:lnTo>
                    <a:pt x="13964133" y="1524000"/>
                  </a:lnTo>
                  <a:lnTo>
                    <a:pt x="13964133" y="939800"/>
                  </a:lnTo>
                  <a:lnTo>
                    <a:pt x="14547012" y="939800"/>
                  </a:lnTo>
                  <a:lnTo>
                    <a:pt x="14547012" y="914400"/>
                  </a:lnTo>
                  <a:lnTo>
                    <a:pt x="13964133" y="914400"/>
                  </a:lnTo>
                  <a:lnTo>
                    <a:pt x="13964133" y="342900"/>
                  </a:lnTo>
                  <a:lnTo>
                    <a:pt x="14547012" y="342900"/>
                  </a:lnTo>
                  <a:lnTo>
                    <a:pt x="14547012" y="317500"/>
                  </a:lnTo>
                  <a:lnTo>
                    <a:pt x="13945730" y="317500"/>
                  </a:lnTo>
                  <a:lnTo>
                    <a:pt x="13945730" y="342900"/>
                  </a:lnTo>
                  <a:lnTo>
                    <a:pt x="13945730" y="914400"/>
                  </a:lnTo>
                  <a:lnTo>
                    <a:pt x="13945730" y="939800"/>
                  </a:lnTo>
                  <a:lnTo>
                    <a:pt x="13945730" y="1524000"/>
                  </a:lnTo>
                  <a:lnTo>
                    <a:pt x="13362851" y="1524000"/>
                  </a:lnTo>
                  <a:lnTo>
                    <a:pt x="13362851" y="939800"/>
                  </a:lnTo>
                  <a:lnTo>
                    <a:pt x="13945730" y="939800"/>
                  </a:lnTo>
                  <a:lnTo>
                    <a:pt x="13945730" y="914400"/>
                  </a:lnTo>
                  <a:lnTo>
                    <a:pt x="13362851" y="914400"/>
                  </a:lnTo>
                  <a:lnTo>
                    <a:pt x="13362851" y="342900"/>
                  </a:lnTo>
                  <a:lnTo>
                    <a:pt x="13945730" y="342900"/>
                  </a:lnTo>
                  <a:lnTo>
                    <a:pt x="13945730" y="317500"/>
                  </a:lnTo>
                  <a:lnTo>
                    <a:pt x="13344449" y="317500"/>
                  </a:lnTo>
                  <a:lnTo>
                    <a:pt x="13344449" y="342900"/>
                  </a:lnTo>
                  <a:lnTo>
                    <a:pt x="13344449" y="914400"/>
                  </a:lnTo>
                  <a:lnTo>
                    <a:pt x="13344449" y="939800"/>
                  </a:lnTo>
                  <a:lnTo>
                    <a:pt x="13344449" y="1524000"/>
                  </a:lnTo>
                  <a:lnTo>
                    <a:pt x="12761544" y="1524000"/>
                  </a:lnTo>
                  <a:lnTo>
                    <a:pt x="12761544" y="939800"/>
                  </a:lnTo>
                  <a:lnTo>
                    <a:pt x="13344449" y="939800"/>
                  </a:lnTo>
                  <a:lnTo>
                    <a:pt x="13344449" y="914400"/>
                  </a:lnTo>
                  <a:lnTo>
                    <a:pt x="12761544" y="914400"/>
                  </a:lnTo>
                  <a:lnTo>
                    <a:pt x="12761544" y="342900"/>
                  </a:lnTo>
                  <a:lnTo>
                    <a:pt x="13344449" y="342900"/>
                  </a:lnTo>
                  <a:lnTo>
                    <a:pt x="13344449" y="317500"/>
                  </a:lnTo>
                  <a:lnTo>
                    <a:pt x="12743155" y="317500"/>
                  </a:lnTo>
                  <a:lnTo>
                    <a:pt x="12743155" y="342900"/>
                  </a:lnTo>
                  <a:lnTo>
                    <a:pt x="12743155" y="914400"/>
                  </a:lnTo>
                  <a:lnTo>
                    <a:pt x="12743155" y="939800"/>
                  </a:lnTo>
                  <a:lnTo>
                    <a:pt x="12743155" y="1524000"/>
                  </a:lnTo>
                  <a:lnTo>
                    <a:pt x="12160263" y="1524000"/>
                  </a:lnTo>
                  <a:lnTo>
                    <a:pt x="12160263" y="939800"/>
                  </a:lnTo>
                  <a:lnTo>
                    <a:pt x="12743155" y="939800"/>
                  </a:lnTo>
                  <a:lnTo>
                    <a:pt x="12743155" y="914400"/>
                  </a:lnTo>
                  <a:lnTo>
                    <a:pt x="12160263" y="914400"/>
                  </a:lnTo>
                  <a:lnTo>
                    <a:pt x="12160263" y="342900"/>
                  </a:lnTo>
                  <a:lnTo>
                    <a:pt x="12743155" y="342900"/>
                  </a:lnTo>
                  <a:lnTo>
                    <a:pt x="12743155" y="317500"/>
                  </a:lnTo>
                  <a:lnTo>
                    <a:pt x="12141873" y="317500"/>
                  </a:lnTo>
                  <a:lnTo>
                    <a:pt x="12141873" y="342900"/>
                  </a:lnTo>
                  <a:lnTo>
                    <a:pt x="12141873" y="914400"/>
                  </a:lnTo>
                  <a:lnTo>
                    <a:pt x="12141873" y="939800"/>
                  </a:lnTo>
                  <a:lnTo>
                    <a:pt x="12141873" y="1524000"/>
                  </a:lnTo>
                  <a:lnTo>
                    <a:pt x="11558981" y="1524000"/>
                  </a:lnTo>
                  <a:lnTo>
                    <a:pt x="11558981" y="939800"/>
                  </a:lnTo>
                  <a:lnTo>
                    <a:pt x="12141873" y="939800"/>
                  </a:lnTo>
                  <a:lnTo>
                    <a:pt x="12141873" y="914400"/>
                  </a:lnTo>
                  <a:lnTo>
                    <a:pt x="11558981" y="914400"/>
                  </a:lnTo>
                  <a:lnTo>
                    <a:pt x="11558981" y="342900"/>
                  </a:lnTo>
                  <a:lnTo>
                    <a:pt x="12141873" y="342900"/>
                  </a:lnTo>
                  <a:lnTo>
                    <a:pt x="12141873" y="317500"/>
                  </a:lnTo>
                  <a:lnTo>
                    <a:pt x="11540592" y="317500"/>
                  </a:lnTo>
                  <a:lnTo>
                    <a:pt x="11540592" y="342900"/>
                  </a:lnTo>
                  <a:lnTo>
                    <a:pt x="11540592" y="914400"/>
                  </a:lnTo>
                  <a:lnTo>
                    <a:pt x="11540592" y="939800"/>
                  </a:lnTo>
                  <a:lnTo>
                    <a:pt x="11540592" y="1524000"/>
                  </a:lnTo>
                  <a:lnTo>
                    <a:pt x="10957700" y="1524000"/>
                  </a:lnTo>
                  <a:lnTo>
                    <a:pt x="10957700" y="939800"/>
                  </a:lnTo>
                  <a:lnTo>
                    <a:pt x="11540592" y="939800"/>
                  </a:lnTo>
                  <a:lnTo>
                    <a:pt x="11540592" y="914400"/>
                  </a:lnTo>
                  <a:lnTo>
                    <a:pt x="10957700" y="914400"/>
                  </a:lnTo>
                  <a:lnTo>
                    <a:pt x="10957700" y="342900"/>
                  </a:lnTo>
                  <a:lnTo>
                    <a:pt x="11540592" y="342900"/>
                  </a:lnTo>
                  <a:lnTo>
                    <a:pt x="11540592" y="317500"/>
                  </a:lnTo>
                  <a:lnTo>
                    <a:pt x="10939310" y="317500"/>
                  </a:lnTo>
                  <a:lnTo>
                    <a:pt x="10939310" y="342900"/>
                  </a:lnTo>
                  <a:lnTo>
                    <a:pt x="10939310" y="914400"/>
                  </a:lnTo>
                  <a:lnTo>
                    <a:pt x="10939310" y="939800"/>
                  </a:lnTo>
                  <a:lnTo>
                    <a:pt x="10939310" y="1524000"/>
                  </a:lnTo>
                  <a:lnTo>
                    <a:pt x="10356418" y="1524000"/>
                  </a:lnTo>
                  <a:lnTo>
                    <a:pt x="10356418" y="939800"/>
                  </a:lnTo>
                  <a:lnTo>
                    <a:pt x="10939310" y="939800"/>
                  </a:lnTo>
                  <a:lnTo>
                    <a:pt x="10939310" y="914400"/>
                  </a:lnTo>
                  <a:lnTo>
                    <a:pt x="10356418" y="914400"/>
                  </a:lnTo>
                  <a:lnTo>
                    <a:pt x="10356418" y="342900"/>
                  </a:lnTo>
                  <a:lnTo>
                    <a:pt x="10939310" y="342900"/>
                  </a:lnTo>
                  <a:lnTo>
                    <a:pt x="10939310" y="317500"/>
                  </a:lnTo>
                  <a:lnTo>
                    <a:pt x="10338016" y="317500"/>
                  </a:lnTo>
                  <a:lnTo>
                    <a:pt x="10338016" y="342900"/>
                  </a:lnTo>
                  <a:lnTo>
                    <a:pt x="10338016" y="914400"/>
                  </a:lnTo>
                  <a:lnTo>
                    <a:pt x="10338016" y="939800"/>
                  </a:lnTo>
                  <a:lnTo>
                    <a:pt x="10338016" y="1524000"/>
                  </a:lnTo>
                  <a:lnTo>
                    <a:pt x="9755124" y="1524000"/>
                  </a:lnTo>
                  <a:lnTo>
                    <a:pt x="9755124" y="939800"/>
                  </a:lnTo>
                  <a:lnTo>
                    <a:pt x="10338016" y="939800"/>
                  </a:lnTo>
                  <a:lnTo>
                    <a:pt x="10338016" y="914400"/>
                  </a:lnTo>
                  <a:lnTo>
                    <a:pt x="9755124" y="914400"/>
                  </a:lnTo>
                  <a:lnTo>
                    <a:pt x="9755124" y="342900"/>
                  </a:lnTo>
                  <a:lnTo>
                    <a:pt x="10338016" y="342900"/>
                  </a:lnTo>
                  <a:lnTo>
                    <a:pt x="10338016" y="317500"/>
                  </a:lnTo>
                  <a:lnTo>
                    <a:pt x="9736722" y="317500"/>
                  </a:lnTo>
                  <a:lnTo>
                    <a:pt x="9736722" y="342900"/>
                  </a:lnTo>
                  <a:lnTo>
                    <a:pt x="9736722" y="914400"/>
                  </a:lnTo>
                  <a:lnTo>
                    <a:pt x="9736722" y="939800"/>
                  </a:lnTo>
                  <a:lnTo>
                    <a:pt x="9736722" y="1524000"/>
                  </a:lnTo>
                  <a:lnTo>
                    <a:pt x="9153842" y="1524000"/>
                  </a:lnTo>
                  <a:lnTo>
                    <a:pt x="9153842" y="939800"/>
                  </a:lnTo>
                  <a:lnTo>
                    <a:pt x="9736722" y="939800"/>
                  </a:lnTo>
                  <a:lnTo>
                    <a:pt x="9736722" y="914400"/>
                  </a:lnTo>
                  <a:lnTo>
                    <a:pt x="9153842" y="914400"/>
                  </a:lnTo>
                  <a:lnTo>
                    <a:pt x="9153842" y="342900"/>
                  </a:lnTo>
                  <a:lnTo>
                    <a:pt x="9736722" y="342900"/>
                  </a:lnTo>
                  <a:lnTo>
                    <a:pt x="9736722" y="317500"/>
                  </a:lnTo>
                  <a:lnTo>
                    <a:pt x="9135440" y="317500"/>
                  </a:lnTo>
                  <a:lnTo>
                    <a:pt x="9135440" y="342900"/>
                  </a:lnTo>
                  <a:lnTo>
                    <a:pt x="9135440" y="914400"/>
                  </a:lnTo>
                  <a:lnTo>
                    <a:pt x="9135440" y="939800"/>
                  </a:lnTo>
                  <a:lnTo>
                    <a:pt x="9135440" y="1524000"/>
                  </a:lnTo>
                  <a:lnTo>
                    <a:pt x="8552561" y="1524000"/>
                  </a:lnTo>
                  <a:lnTo>
                    <a:pt x="8552561" y="939800"/>
                  </a:lnTo>
                  <a:lnTo>
                    <a:pt x="9135440" y="939800"/>
                  </a:lnTo>
                  <a:lnTo>
                    <a:pt x="9135440" y="914400"/>
                  </a:lnTo>
                  <a:lnTo>
                    <a:pt x="8552561" y="914400"/>
                  </a:lnTo>
                  <a:lnTo>
                    <a:pt x="8552561" y="342900"/>
                  </a:lnTo>
                  <a:lnTo>
                    <a:pt x="9135440" y="342900"/>
                  </a:lnTo>
                  <a:lnTo>
                    <a:pt x="9135440" y="317500"/>
                  </a:lnTo>
                  <a:lnTo>
                    <a:pt x="8534159" y="317500"/>
                  </a:lnTo>
                  <a:lnTo>
                    <a:pt x="8534159" y="342900"/>
                  </a:lnTo>
                  <a:lnTo>
                    <a:pt x="8534159" y="914400"/>
                  </a:lnTo>
                  <a:lnTo>
                    <a:pt x="8534159" y="939800"/>
                  </a:lnTo>
                  <a:lnTo>
                    <a:pt x="8534159" y="1524000"/>
                  </a:lnTo>
                  <a:lnTo>
                    <a:pt x="7951279" y="1524000"/>
                  </a:lnTo>
                  <a:lnTo>
                    <a:pt x="7951279" y="939800"/>
                  </a:lnTo>
                  <a:lnTo>
                    <a:pt x="8534159" y="939800"/>
                  </a:lnTo>
                  <a:lnTo>
                    <a:pt x="8534159" y="914400"/>
                  </a:lnTo>
                  <a:lnTo>
                    <a:pt x="7951279" y="914400"/>
                  </a:lnTo>
                  <a:lnTo>
                    <a:pt x="7951279" y="342900"/>
                  </a:lnTo>
                  <a:lnTo>
                    <a:pt x="8534159" y="342900"/>
                  </a:lnTo>
                  <a:lnTo>
                    <a:pt x="8534159" y="317500"/>
                  </a:lnTo>
                  <a:lnTo>
                    <a:pt x="7932877" y="317500"/>
                  </a:lnTo>
                  <a:lnTo>
                    <a:pt x="7932877" y="342900"/>
                  </a:lnTo>
                  <a:lnTo>
                    <a:pt x="7932877" y="914400"/>
                  </a:lnTo>
                  <a:lnTo>
                    <a:pt x="7932877" y="939800"/>
                  </a:lnTo>
                  <a:lnTo>
                    <a:pt x="7932877" y="1524000"/>
                  </a:lnTo>
                  <a:lnTo>
                    <a:pt x="7349998" y="1524000"/>
                  </a:lnTo>
                  <a:lnTo>
                    <a:pt x="7349998" y="939800"/>
                  </a:lnTo>
                  <a:lnTo>
                    <a:pt x="7932877" y="939800"/>
                  </a:lnTo>
                  <a:lnTo>
                    <a:pt x="7932877" y="914400"/>
                  </a:lnTo>
                  <a:lnTo>
                    <a:pt x="7349998" y="914400"/>
                  </a:lnTo>
                  <a:lnTo>
                    <a:pt x="7349998" y="342900"/>
                  </a:lnTo>
                  <a:lnTo>
                    <a:pt x="7932877" y="342900"/>
                  </a:lnTo>
                  <a:lnTo>
                    <a:pt x="7932877" y="317500"/>
                  </a:lnTo>
                  <a:lnTo>
                    <a:pt x="7331596" y="317500"/>
                  </a:lnTo>
                  <a:lnTo>
                    <a:pt x="7331596" y="342900"/>
                  </a:lnTo>
                  <a:lnTo>
                    <a:pt x="7331596" y="914400"/>
                  </a:lnTo>
                  <a:lnTo>
                    <a:pt x="7331596" y="939800"/>
                  </a:lnTo>
                  <a:lnTo>
                    <a:pt x="7331596" y="1524000"/>
                  </a:lnTo>
                  <a:lnTo>
                    <a:pt x="6748716" y="1524000"/>
                  </a:lnTo>
                  <a:lnTo>
                    <a:pt x="6748716" y="939800"/>
                  </a:lnTo>
                  <a:lnTo>
                    <a:pt x="7331596" y="939800"/>
                  </a:lnTo>
                  <a:lnTo>
                    <a:pt x="7331596" y="914400"/>
                  </a:lnTo>
                  <a:lnTo>
                    <a:pt x="6748716" y="914400"/>
                  </a:lnTo>
                  <a:lnTo>
                    <a:pt x="6748716" y="342900"/>
                  </a:lnTo>
                  <a:lnTo>
                    <a:pt x="7331596" y="342900"/>
                  </a:lnTo>
                  <a:lnTo>
                    <a:pt x="7331596" y="317500"/>
                  </a:lnTo>
                  <a:lnTo>
                    <a:pt x="6730314" y="317500"/>
                  </a:lnTo>
                  <a:lnTo>
                    <a:pt x="6730314" y="342900"/>
                  </a:lnTo>
                  <a:lnTo>
                    <a:pt x="6730314" y="914400"/>
                  </a:lnTo>
                  <a:lnTo>
                    <a:pt x="6730314" y="939800"/>
                  </a:lnTo>
                  <a:lnTo>
                    <a:pt x="6730314" y="1524000"/>
                  </a:lnTo>
                  <a:lnTo>
                    <a:pt x="6147409" y="1524000"/>
                  </a:lnTo>
                  <a:lnTo>
                    <a:pt x="6147409" y="939800"/>
                  </a:lnTo>
                  <a:lnTo>
                    <a:pt x="6730314" y="939800"/>
                  </a:lnTo>
                  <a:lnTo>
                    <a:pt x="6730314" y="914400"/>
                  </a:lnTo>
                  <a:lnTo>
                    <a:pt x="6147409" y="914400"/>
                  </a:lnTo>
                  <a:lnTo>
                    <a:pt x="6147409" y="342900"/>
                  </a:lnTo>
                  <a:lnTo>
                    <a:pt x="6730314" y="342900"/>
                  </a:lnTo>
                  <a:lnTo>
                    <a:pt x="6730314" y="317500"/>
                  </a:lnTo>
                  <a:lnTo>
                    <a:pt x="6129020" y="317500"/>
                  </a:lnTo>
                  <a:lnTo>
                    <a:pt x="6129020" y="342900"/>
                  </a:lnTo>
                  <a:lnTo>
                    <a:pt x="6129020" y="914400"/>
                  </a:lnTo>
                  <a:lnTo>
                    <a:pt x="6129020" y="939800"/>
                  </a:lnTo>
                  <a:lnTo>
                    <a:pt x="6129020" y="1524000"/>
                  </a:lnTo>
                  <a:lnTo>
                    <a:pt x="5546128" y="1524000"/>
                  </a:lnTo>
                  <a:lnTo>
                    <a:pt x="5546128" y="939800"/>
                  </a:lnTo>
                  <a:lnTo>
                    <a:pt x="6129020" y="939800"/>
                  </a:lnTo>
                  <a:lnTo>
                    <a:pt x="6129020" y="914400"/>
                  </a:lnTo>
                  <a:lnTo>
                    <a:pt x="5546128" y="914400"/>
                  </a:lnTo>
                  <a:lnTo>
                    <a:pt x="5546128" y="342900"/>
                  </a:lnTo>
                  <a:lnTo>
                    <a:pt x="6129020" y="342900"/>
                  </a:lnTo>
                  <a:lnTo>
                    <a:pt x="6129020" y="317500"/>
                  </a:lnTo>
                  <a:lnTo>
                    <a:pt x="5527738" y="317500"/>
                  </a:lnTo>
                  <a:lnTo>
                    <a:pt x="5527738" y="342900"/>
                  </a:lnTo>
                  <a:lnTo>
                    <a:pt x="5527738" y="914400"/>
                  </a:lnTo>
                  <a:lnTo>
                    <a:pt x="5527738" y="939800"/>
                  </a:lnTo>
                  <a:lnTo>
                    <a:pt x="5527738" y="1524000"/>
                  </a:lnTo>
                  <a:lnTo>
                    <a:pt x="4944846" y="1524000"/>
                  </a:lnTo>
                  <a:lnTo>
                    <a:pt x="4944846" y="939800"/>
                  </a:lnTo>
                  <a:lnTo>
                    <a:pt x="5527738" y="939800"/>
                  </a:lnTo>
                  <a:lnTo>
                    <a:pt x="5527738" y="914400"/>
                  </a:lnTo>
                  <a:lnTo>
                    <a:pt x="4944846" y="914400"/>
                  </a:lnTo>
                  <a:lnTo>
                    <a:pt x="4944846" y="342900"/>
                  </a:lnTo>
                  <a:lnTo>
                    <a:pt x="5527738" y="342900"/>
                  </a:lnTo>
                  <a:lnTo>
                    <a:pt x="5527738" y="317500"/>
                  </a:lnTo>
                  <a:lnTo>
                    <a:pt x="4926457" y="317500"/>
                  </a:lnTo>
                  <a:lnTo>
                    <a:pt x="4926457" y="342900"/>
                  </a:lnTo>
                  <a:lnTo>
                    <a:pt x="4926457" y="914400"/>
                  </a:lnTo>
                  <a:lnTo>
                    <a:pt x="4926457" y="939800"/>
                  </a:lnTo>
                  <a:lnTo>
                    <a:pt x="4926457" y="1524000"/>
                  </a:lnTo>
                  <a:lnTo>
                    <a:pt x="4343565" y="1524000"/>
                  </a:lnTo>
                  <a:lnTo>
                    <a:pt x="4343565" y="939800"/>
                  </a:lnTo>
                  <a:lnTo>
                    <a:pt x="4926457" y="939800"/>
                  </a:lnTo>
                  <a:lnTo>
                    <a:pt x="4926457" y="914400"/>
                  </a:lnTo>
                  <a:lnTo>
                    <a:pt x="4343565" y="914400"/>
                  </a:lnTo>
                  <a:lnTo>
                    <a:pt x="4343565" y="342900"/>
                  </a:lnTo>
                  <a:lnTo>
                    <a:pt x="4926457" y="342900"/>
                  </a:lnTo>
                  <a:lnTo>
                    <a:pt x="4926457" y="317500"/>
                  </a:lnTo>
                  <a:lnTo>
                    <a:pt x="4325175" y="317500"/>
                  </a:lnTo>
                  <a:lnTo>
                    <a:pt x="4325175" y="342900"/>
                  </a:lnTo>
                  <a:lnTo>
                    <a:pt x="4325175" y="914400"/>
                  </a:lnTo>
                  <a:lnTo>
                    <a:pt x="4325175" y="939800"/>
                  </a:lnTo>
                  <a:lnTo>
                    <a:pt x="4325175" y="1524000"/>
                  </a:lnTo>
                  <a:lnTo>
                    <a:pt x="3742283" y="1524000"/>
                  </a:lnTo>
                  <a:lnTo>
                    <a:pt x="3742283" y="939800"/>
                  </a:lnTo>
                  <a:lnTo>
                    <a:pt x="4325175" y="939800"/>
                  </a:lnTo>
                  <a:lnTo>
                    <a:pt x="4325175" y="914400"/>
                  </a:lnTo>
                  <a:lnTo>
                    <a:pt x="3742283" y="914400"/>
                  </a:lnTo>
                  <a:lnTo>
                    <a:pt x="3742283" y="342900"/>
                  </a:lnTo>
                  <a:lnTo>
                    <a:pt x="4325175" y="342900"/>
                  </a:lnTo>
                  <a:lnTo>
                    <a:pt x="4325175" y="317500"/>
                  </a:lnTo>
                  <a:lnTo>
                    <a:pt x="3723894" y="317500"/>
                  </a:lnTo>
                  <a:lnTo>
                    <a:pt x="3723894" y="342900"/>
                  </a:lnTo>
                  <a:lnTo>
                    <a:pt x="3723894" y="914400"/>
                  </a:lnTo>
                  <a:lnTo>
                    <a:pt x="3723894" y="939800"/>
                  </a:lnTo>
                  <a:lnTo>
                    <a:pt x="3723894" y="1524000"/>
                  </a:lnTo>
                  <a:lnTo>
                    <a:pt x="3140989" y="1524000"/>
                  </a:lnTo>
                  <a:lnTo>
                    <a:pt x="3140989" y="939800"/>
                  </a:lnTo>
                  <a:lnTo>
                    <a:pt x="3723894" y="939800"/>
                  </a:lnTo>
                  <a:lnTo>
                    <a:pt x="3723894" y="914400"/>
                  </a:lnTo>
                  <a:lnTo>
                    <a:pt x="3140989" y="914400"/>
                  </a:lnTo>
                  <a:lnTo>
                    <a:pt x="3140989" y="342900"/>
                  </a:lnTo>
                  <a:lnTo>
                    <a:pt x="3723894" y="342900"/>
                  </a:lnTo>
                  <a:lnTo>
                    <a:pt x="3723894" y="317500"/>
                  </a:lnTo>
                  <a:lnTo>
                    <a:pt x="3122587" y="317500"/>
                  </a:lnTo>
                  <a:lnTo>
                    <a:pt x="3122587" y="342900"/>
                  </a:lnTo>
                  <a:lnTo>
                    <a:pt x="3122587" y="914400"/>
                  </a:lnTo>
                  <a:lnTo>
                    <a:pt x="3122587" y="939800"/>
                  </a:lnTo>
                  <a:lnTo>
                    <a:pt x="3122587" y="1524000"/>
                  </a:lnTo>
                  <a:lnTo>
                    <a:pt x="2539708" y="1524000"/>
                  </a:lnTo>
                  <a:lnTo>
                    <a:pt x="2539708" y="939800"/>
                  </a:lnTo>
                  <a:lnTo>
                    <a:pt x="3122587" y="939800"/>
                  </a:lnTo>
                  <a:lnTo>
                    <a:pt x="3122587" y="914400"/>
                  </a:lnTo>
                  <a:lnTo>
                    <a:pt x="2539708" y="914400"/>
                  </a:lnTo>
                  <a:lnTo>
                    <a:pt x="2539708" y="342900"/>
                  </a:lnTo>
                  <a:lnTo>
                    <a:pt x="3122587" y="342900"/>
                  </a:lnTo>
                  <a:lnTo>
                    <a:pt x="3122587" y="317500"/>
                  </a:lnTo>
                  <a:lnTo>
                    <a:pt x="2521305" y="317500"/>
                  </a:lnTo>
                  <a:lnTo>
                    <a:pt x="2521305" y="342900"/>
                  </a:lnTo>
                  <a:lnTo>
                    <a:pt x="2521305" y="914400"/>
                  </a:lnTo>
                  <a:lnTo>
                    <a:pt x="2521305" y="939800"/>
                  </a:lnTo>
                  <a:lnTo>
                    <a:pt x="2521305" y="1524000"/>
                  </a:lnTo>
                  <a:lnTo>
                    <a:pt x="1938426" y="1524000"/>
                  </a:lnTo>
                  <a:lnTo>
                    <a:pt x="1938426" y="939800"/>
                  </a:lnTo>
                  <a:lnTo>
                    <a:pt x="2521305" y="939800"/>
                  </a:lnTo>
                  <a:lnTo>
                    <a:pt x="2521305" y="914400"/>
                  </a:lnTo>
                  <a:lnTo>
                    <a:pt x="1938426" y="914400"/>
                  </a:lnTo>
                  <a:lnTo>
                    <a:pt x="1938426" y="342900"/>
                  </a:lnTo>
                  <a:lnTo>
                    <a:pt x="2521305" y="342900"/>
                  </a:lnTo>
                  <a:lnTo>
                    <a:pt x="2521305" y="317500"/>
                  </a:lnTo>
                  <a:lnTo>
                    <a:pt x="1920024" y="317500"/>
                  </a:lnTo>
                  <a:lnTo>
                    <a:pt x="1920024" y="342900"/>
                  </a:lnTo>
                  <a:lnTo>
                    <a:pt x="1920024" y="914400"/>
                  </a:lnTo>
                  <a:lnTo>
                    <a:pt x="1920024" y="939800"/>
                  </a:lnTo>
                  <a:lnTo>
                    <a:pt x="1920024" y="1524000"/>
                  </a:lnTo>
                  <a:lnTo>
                    <a:pt x="1337144" y="1524000"/>
                  </a:lnTo>
                  <a:lnTo>
                    <a:pt x="1337144" y="939800"/>
                  </a:lnTo>
                  <a:lnTo>
                    <a:pt x="1920024" y="939800"/>
                  </a:lnTo>
                  <a:lnTo>
                    <a:pt x="1920024" y="914400"/>
                  </a:lnTo>
                  <a:lnTo>
                    <a:pt x="1337144" y="914400"/>
                  </a:lnTo>
                  <a:lnTo>
                    <a:pt x="1337144" y="342900"/>
                  </a:lnTo>
                  <a:lnTo>
                    <a:pt x="1920024" y="342900"/>
                  </a:lnTo>
                  <a:lnTo>
                    <a:pt x="1920024" y="317500"/>
                  </a:lnTo>
                  <a:lnTo>
                    <a:pt x="1318742" y="317500"/>
                  </a:lnTo>
                  <a:lnTo>
                    <a:pt x="1318742" y="342900"/>
                  </a:lnTo>
                  <a:lnTo>
                    <a:pt x="1318742" y="914400"/>
                  </a:lnTo>
                  <a:lnTo>
                    <a:pt x="1318742" y="939800"/>
                  </a:lnTo>
                  <a:lnTo>
                    <a:pt x="1318742" y="1524000"/>
                  </a:lnTo>
                  <a:lnTo>
                    <a:pt x="735863" y="1524000"/>
                  </a:lnTo>
                  <a:lnTo>
                    <a:pt x="735863" y="939800"/>
                  </a:lnTo>
                  <a:lnTo>
                    <a:pt x="1318742" y="939800"/>
                  </a:lnTo>
                  <a:lnTo>
                    <a:pt x="1318742" y="914400"/>
                  </a:lnTo>
                  <a:lnTo>
                    <a:pt x="735863" y="914400"/>
                  </a:lnTo>
                  <a:lnTo>
                    <a:pt x="735863" y="342900"/>
                  </a:lnTo>
                  <a:lnTo>
                    <a:pt x="1318742" y="342900"/>
                  </a:lnTo>
                  <a:lnTo>
                    <a:pt x="1318742" y="317500"/>
                  </a:lnTo>
                  <a:lnTo>
                    <a:pt x="717461" y="317500"/>
                  </a:lnTo>
                  <a:lnTo>
                    <a:pt x="717461" y="342900"/>
                  </a:lnTo>
                  <a:lnTo>
                    <a:pt x="717461" y="914400"/>
                  </a:lnTo>
                  <a:lnTo>
                    <a:pt x="717461" y="939800"/>
                  </a:lnTo>
                  <a:lnTo>
                    <a:pt x="717461" y="1524000"/>
                  </a:lnTo>
                  <a:lnTo>
                    <a:pt x="134569" y="1524000"/>
                  </a:lnTo>
                  <a:lnTo>
                    <a:pt x="134569" y="939800"/>
                  </a:lnTo>
                  <a:lnTo>
                    <a:pt x="717461" y="939800"/>
                  </a:lnTo>
                  <a:lnTo>
                    <a:pt x="717461" y="914400"/>
                  </a:lnTo>
                  <a:lnTo>
                    <a:pt x="134569" y="914400"/>
                  </a:lnTo>
                  <a:lnTo>
                    <a:pt x="134569" y="342900"/>
                  </a:lnTo>
                  <a:lnTo>
                    <a:pt x="717461" y="342900"/>
                  </a:lnTo>
                  <a:lnTo>
                    <a:pt x="717461" y="317500"/>
                  </a:lnTo>
                  <a:lnTo>
                    <a:pt x="0" y="317500"/>
                  </a:lnTo>
                  <a:lnTo>
                    <a:pt x="0" y="342900"/>
                  </a:lnTo>
                  <a:lnTo>
                    <a:pt x="116281" y="342900"/>
                  </a:lnTo>
                  <a:lnTo>
                    <a:pt x="116281" y="914400"/>
                  </a:lnTo>
                  <a:lnTo>
                    <a:pt x="0" y="914400"/>
                  </a:lnTo>
                  <a:lnTo>
                    <a:pt x="0" y="939800"/>
                  </a:lnTo>
                  <a:lnTo>
                    <a:pt x="116281" y="939800"/>
                  </a:lnTo>
                  <a:lnTo>
                    <a:pt x="116281" y="1524000"/>
                  </a:lnTo>
                  <a:lnTo>
                    <a:pt x="0" y="1524000"/>
                  </a:lnTo>
                  <a:lnTo>
                    <a:pt x="0" y="1536700"/>
                  </a:lnTo>
                  <a:lnTo>
                    <a:pt x="116281" y="1536700"/>
                  </a:lnTo>
                  <a:lnTo>
                    <a:pt x="116281" y="2120900"/>
                  </a:lnTo>
                  <a:lnTo>
                    <a:pt x="134569" y="2120900"/>
                  </a:lnTo>
                  <a:lnTo>
                    <a:pt x="134569" y="1536700"/>
                  </a:lnTo>
                  <a:lnTo>
                    <a:pt x="717461" y="1536700"/>
                  </a:lnTo>
                  <a:lnTo>
                    <a:pt x="717461" y="2120900"/>
                  </a:lnTo>
                  <a:lnTo>
                    <a:pt x="735863" y="2120900"/>
                  </a:lnTo>
                  <a:lnTo>
                    <a:pt x="735863" y="1536700"/>
                  </a:lnTo>
                  <a:lnTo>
                    <a:pt x="1318742" y="1536700"/>
                  </a:lnTo>
                  <a:lnTo>
                    <a:pt x="1318742" y="2120900"/>
                  </a:lnTo>
                  <a:lnTo>
                    <a:pt x="1337144" y="2120900"/>
                  </a:lnTo>
                  <a:lnTo>
                    <a:pt x="1337144" y="1536700"/>
                  </a:lnTo>
                  <a:lnTo>
                    <a:pt x="1920024" y="1536700"/>
                  </a:lnTo>
                  <a:lnTo>
                    <a:pt x="1920024" y="2120900"/>
                  </a:lnTo>
                  <a:lnTo>
                    <a:pt x="1938426" y="2120900"/>
                  </a:lnTo>
                  <a:lnTo>
                    <a:pt x="1938426" y="1536700"/>
                  </a:lnTo>
                  <a:lnTo>
                    <a:pt x="2521305" y="1536700"/>
                  </a:lnTo>
                  <a:lnTo>
                    <a:pt x="2521305" y="2120900"/>
                  </a:lnTo>
                  <a:lnTo>
                    <a:pt x="2539708" y="2120900"/>
                  </a:lnTo>
                  <a:lnTo>
                    <a:pt x="2539708" y="1536700"/>
                  </a:lnTo>
                  <a:lnTo>
                    <a:pt x="18287988" y="1536700"/>
                  </a:lnTo>
                  <a:lnTo>
                    <a:pt x="18287988" y="1524000"/>
                  </a:lnTo>
                  <a:lnTo>
                    <a:pt x="18173218" y="1524000"/>
                  </a:lnTo>
                  <a:lnTo>
                    <a:pt x="18173218" y="939800"/>
                  </a:lnTo>
                  <a:lnTo>
                    <a:pt x="18287988" y="939800"/>
                  </a:lnTo>
                  <a:lnTo>
                    <a:pt x="18287988" y="914400"/>
                  </a:lnTo>
                  <a:lnTo>
                    <a:pt x="18173218" y="914400"/>
                  </a:lnTo>
                  <a:lnTo>
                    <a:pt x="18173218" y="342900"/>
                  </a:lnTo>
                  <a:lnTo>
                    <a:pt x="18287988" y="342900"/>
                  </a:lnTo>
                  <a:lnTo>
                    <a:pt x="18287988" y="3175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9"/>
            <p:cNvSpPr/>
            <p:nvPr/>
          </p:nvSpPr>
          <p:spPr>
            <a:xfrm>
              <a:off x="0" y="1536712"/>
              <a:ext cx="18288000" cy="2413000"/>
            </a:xfrm>
            <a:custGeom>
              <a:rect b="b" l="l" r="r" t="t"/>
              <a:pathLst>
                <a:path extrusionOk="0" h="2413000" w="18288000">
                  <a:moveTo>
                    <a:pt x="3276587" y="584200"/>
                  </a:moveTo>
                  <a:lnTo>
                    <a:pt x="3140989" y="584200"/>
                  </a:lnTo>
                  <a:lnTo>
                    <a:pt x="3140989" y="0"/>
                  </a:lnTo>
                  <a:lnTo>
                    <a:pt x="3122587" y="0"/>
                  </a:lnTo>
                  <a:lnTo>
                    <a:pt x="3122587" y="2387600"/>
                  </a:lnTo>
                  <a:lnTo>
                    <a:pt x="2539708" y="2387600"/>
                  </a:lnTo>
                  <a:lnTo>
                    <a:pt x="2539708" y="1803400"/>
                  </a:lnTo>
                  <a:lnTo>
                    <a:pt x="3122587" y="1803400"/>
                  </a:lnTo>
                  <a:lnTo>
                    <a:pt x="3122587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609600"/>
                  </a:lnTo>
                  <a:lnTo>
                    <a:pt x="3122587" y="609600"/>
                  </a:lnTo>
                  <a:lnTo>
                    <a:pt x="3122587" y="584200"/>
                  </a:lnTo>
                  <a:lnTo>
                    <a:pt x="2539708" y="584200"/>
                  </a:lnTo>
                  <a:lnTo>
                    <a:pt x="2539708" y="0"/>
                  </a:lnTo>
                  <a:lnTo>
                    <a:pt x="2521305" y="0"/>
                  </a:lnTo>
                  <a:lnTo>
                    <a:pt x="2521305" y="2387600"/>
                  </a:lnTo>
                  <a:lnTo>
                    <a:pt x="1938426" y="2387600"/>
                  </a:lnTo>
                  <a:lnTo>
                    <a:pt x="1938426" y="1803400"/>
                  </a:lnTo>
                  <a:lnTo>
                    <a:pt x="2521305" y="1803400"/>
                  </a:lnTo>
                  <a:lnTo>
                    <a:pt x="2521305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609600"/>
                  </a:lnTo>
                  <a:lnTo>
                    <a:pt x="2521305" y="6096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609600"/>
                  </a:lnTo>
                  <a:lnTo>
                    <a:pt x="1920024" y="11811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20024" y="1803400"/>
                  </a:lnTo>
                  <a:lnTo>
                    <a:pt x="1920024" y="2387600"/>
                  </a:lnTo>
                  <a:lnTo>
                    <a:pt x="1337144" y="2387600"/>
                  </a:lnTo>
                  <a:lnTo>
                    <a:pt x="1337144" y="1803400"/>
                  </a:lnTo>
                  <a:lnTo>
                    <a:pt x="1920024" y="1803400"/>
                  </a:lnTo>
                  <a:lnTo>
                    <a:pt x="1920024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609600"/>
                  </a:lnTo>
                  <a:lnTo>
                    <a:pt x="1920024" y="6096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609600"/>
                  </a:lnTo>
                  <a:lnTo>
                    <a:pt x="1318742" y="11811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18742" y="1803400"/>
                  </a:lnTo>
                  <a:lnTo>
                    <a:pt x="1318742" y="2387600"/>
                  </a:lnTo>
                  <a:lnTo>
                    <a:pt x="735863" y="2387600"/>
                  </a:lnTo>
                  <a:lnTo>
                    <a:pt x="735863" y="1803400"/>
                  </a:lnTo>
                  <a:lnTo>
                    <a:pt x="1318742" y="1803400"/>
                  </a:lnTo>
                  <a:lnTo>
                    <a:pt x="1318742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609600"/>
                  </a:lnTo>
                  <a:lnTo>
                    <a:pt x="1318742" y="6096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609600"/>
                  </a:lnTo>
                  <a:lnTo>
                    <a:pt x="717461" y="11811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17461" y="1803400"/>
                  </a:lnTo>
                  <a:lnTo>
                    <a:pt x="717461" y="2387600"/>
                  </a:lnTo>
                  <a:lnTo>
                    <a:pt x="134569" y="2387600"/>
                  </a:lnTo>
                  <a:lnTo>
                    <a:pt x="134569" y="1803400"/>
                  </a:lnTo>
                  <a:lnTo>
                    <a:pt x="717461" y="1803400"/>
                  </a:lnTo>
                  <a:lnTo>
                    <a:pt x="71746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609600"/>
                  </a:lnTo>
                  <a:lnTo>
                    <a:pt x="717461" y="6096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609600"/>
                  </a:lnTo>
                  <a:lnTo>
                    <a:pt x="116281" y="6096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0" y="1790700"/>
                  </a:lnTo>
                  <a:lnTo>
                    <a:pt x="0" y="1803400"/>
                  </a:lnTo>
                  <a:lnTo>
                    <a:pt x="116281" y="1803400"/>
                  </a:lnTo>
                  <a:lnTo>
                    <a:pt x="116281" y="2387600"/>
                  </a:lnTo>
                  <a:lnTo>
                    <a:pt x="0" y="2387600"/>
                  </a:lnTo>
                  <a:lnTo>
                    <a:pt x="0" y="2413000"/>
                  </a:lnTo>
                  <a:lnTo>
                    <a:pt x="3276587" y="2413000"/>
                  </a:lnTo>
                  <a:lnTo>
                    <a:pt x="3276587" y="2387600"/>
                  </a:lnTo>
                  <a:lnTo>
                    <a:pt x="3140989" y="2387600"/>
                  </a:lnTo>
                  <a:lnTo>
                    <a:pt x="3140989" y="1803400"/>
                  </a:lnTo>
                  <a:lnTo>
                    <a:pt x="3276587" y="1803400"/>
                  </a:lnTo>
                  <a:lnTo>
                    <a:pt x="3276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276587" y="1206500"/>
                  </a:lnTo>
                  <a:lnTo>
                    <a:pt x="3276587" y="1181100"/>
                  </a:lnTo>
                  <a:lnTo>
                    <a:pt x="3140989" y="1181100"/>
                  </a:lnTo>
                  <a:lnTo>
                    <a:pt x="3140989" y="609600"/>
                  </a:lnTo>
                  <a:lnTo>
                    <a:pt x="3276587" y="609600"/>
                  </a:lnTo>
                  <a:lnTo>
                    <a:pt x="3276587" y="584200"/>
                  </a:lnTo>
                  <a:close/>
                </a:path>
                <a:path extrusionOk="0" h="2413000" w="18288000">
                  <a:moveTo>
                    <a:pt x="3742283" y="0"/>
                  </a:moveTo>
                  <a:lnTo>
                    <a:pt x="3723894" y="0"/>
                  </a:lnTo>
                  <a:lnTo>
                    <a:pt x="3723894" y="384835"/>
                  </a:lnTo>
                  <a:lnTo>
                    <a:pt x="3742283" y="384835"/>
                  </a:lnTo>
                  <a:lnTo>
                    <a:pt x="3742283" y="0"/>
                  </a:lnTo>
                  <a:close/>
                </a:path>
                <a:path extrusionOk="0" h="2413000" w="18288000">
                  <a:moveTo>
                    <a:pt x="4343565" y="0"/>
                  </a:moveTo>
                  <a:lnTo>
                    <a:pt x="4325175" y="0"/>
                  </a:lnTo>
                  <a:lnTo>
                    <a:pt x="4325175" y="384835"/>
                  </a:lnTo>
                  <a:lnTo>
                    <a:pt x="4343565" y="384835"/>
                  </a:lnTo>
                  <a:lnTo>
                    <a:pt x="4343565" y="0"/>
                  </a:lnTo>
                  <a:close/>
                </a:path>
                <a:path extrusionOk="0" h="2413000" w="18288000">
                  <a:moveTo>
                    <a:pt x="4944846" y="0"/>
                  </a:moveTo>
                  <a:lnTo>
                    <a:pt x="4926457" y="0"/>
                  </a:lnTo>
                  <a:lnTo>
                    <a:pt x="4926457" y="384835"/>
                  </a:lnTo>
                  <a:lnTo>
                    <a:pt x="4944846" y="384835"/>
                  </a:lnTo>
                  <a:lnTo>
                    <a:pt x="4944846" y="0"/>
                  </a:lnTo>
                  <a:close/>
                </a:path>
                <a:path extrusionOk="0" h="2413000" w="18288000">
                  <a:moveTo>
                    <a:pt x="5546128" y="0"/>
                  </a:moveTo>
                  <a:lnTo>
                    <a:pt x="5527738" y="0"/>
                  </a:lnTo>
                  <a:lnTo>
                    <a:pt x="5527738" y="384835"/>
                  </a:lnTo>
                  <a:lnTo>
                    <a:pt x="5546128" y="384835"/>
                  </a:lnTo>
                  <a:lnTo>
                    <a:pt x="5546128" y="0"/>
                  </a:lnTo>
                  <a:close/>
                </a:path>
                <a:path extrusionOk="0" h="2413000" w="18288000">
                  <a:moveTo>
                    <a:pt x="6147409" y="0"/>
                  </a:moveTo>
                  <a:lnTo>
                    <a:pt x="6129020" y="0"/>
                  </a:lnTo>
                  <a:lnTo>
                    <a:pt x="6129020" y="384835"/>
                  </a:lnTo>
                  <a:lnTo>
                    <a:pt x="6147409" y="384835"/>
                  </a:lnTo>
                  <a:lnTo>
                    <a:pt x="6147409" y="0"/>
                  </a:lnTo>
                  <a:close/>
                </a:path>
                <a:path extrusionOk="0" h="2413000" w="18288000">
                  <a:moveTo>
                    <a:pt x="6748716" y="0"/>
                  </a:moveTo>
                  <a:lnTo>
                    <a:pt x="6730314" y="0"/>
                  </a:lnTo>
                  <a:lnTo>
                    <a:pt x="6730314" y="384835"/>
                  </a:lnTo>
                  <a:lnTo>
                    <a:pt x="6748716" y="384835"/>
                  </a:lnTo>
                  <a:lnTo>
                    <a:pt x="6748716" y="0"/>
                  </a:lnTo>
                  <a:close/>
                </a:path>
                <a:path extrusionOk="0" h="2413000" w="18288000">
                  <a:moveTo>
                    <a:pt x="7349998" y="0"/>
                  </a:moveTo>
                  <a:lnTo>
                    <a:pt x="7331596" y="0"/>
                  </a:lnTo>
                  <a:lnTo>
                    <a:pt x="7331596" y="384835"/>
                  </a:lnTo>
                  <a:lnTo>
                    <a:pt x="7349998" y="384835"/>
                  </a:lnTo>
                  <a:lnTo>
                    <a:pt x="7349998" y="0"/>
                  </a:lnTo>
                  <a:close/>
                </a:path>
                <a:path extrusionOk="0" h="2413000" w="18288000">
                  <a:moveTo>
                    <a:pt x="7951279" y="0"/>
                  </a:moveTo>
                  <a:lnTo>
                    <a:pt x="7932877" y="0"/>
                  </a:lnTo>
                  <a:lnTo>
                    <a:pt x="7932877" y="384835"/>
                  </a:lnTo>
                  <a:lnTo>
                    <a:pt x="7951279" y="384835"/>
                  </a:lnTo>
                  <a:lnTo>
                    <a:pt x="7951279" y="0"/>
                  </a:lnTo>
                  <a:close/>
                </a:path>
                <a:path extrusionOk="0" h="2413000" w="18288000">
                  <a:moveTo>
                    <a:pt x="8552561" y="0"/>
                  </a:moveTo>
                  <a:lnTo>
                    <a:pt x="8534159" y="0"/>
                  </a:lnTo>
                  <a:lnTo>
                    <a:pt x="8534159" y="384835"/>
                  </a:lnTo>
                  <a:lnTo>
                    <a:pt x="8552561" y="384835"/>
                  </a:lnTo>
                  <a:lnTo>
                    <a:pt x="8552561" y="0"/>
                  </a:lnTo>
                  <a:close/>
                </a:path>
                <a:path extrusionOk="0" h="2413000" w="18288000">
                  <a:moveTo>
                    <a:pt x="9153842" y="0"/>
                  </a:moveTo>
                  <a:lnTo>
                    <a:pt x="9135440" y="0"/>
                  </a:lnTo>
                  <a:lnTo>
                    <a:pt x="9135440" y="584200"/>
                  </a:lnTo>
                  <a:lnTo>
                    <a:pt x="9153842" y="584200"/>
                  </a:lnTo>
                  <a:lnTo>
                    <a:pt x="9153842" y="0"/>
                  </a:lnTo>
                  <a:close/>
                </a:path>
                <a:path extrusionOk="0" h="2413000" w="18288000">
                  <a:moveTo>
                    <a:pt x="9755124" y="0"/>
                  </a:moveTo>
                  <a:lnTo>
                    <a:pt x="9736722" y="0"/>
                  </a:lnTo>
                  <a:lnTo>
                    <a:pt x="9736722" y="384835"/>
                  </a:lnTo>
                  <a:lnTo>
                    <a:pt x="9755124" y="384835"/>
                  </a:lnTo>
                  <a:lnTo>
                    <a:pt x="9755124" y="0"/>
                  </a:lnTo>
                  <a:close/>
                </a:path>
                <a:path extrusionOk="0" h="2413000" w="18288000">
                  <a:moveTo>
                    <a:pt x="10356418" y="0"/>
                  </a:moveTo>
                  <a:lnTo>
                    <a:pt x="10338016" y="0"/>
                  </a:lnTo>
                  <a:lnTo>
                    <a:pt x="10338016" y="384835"/>
                  </a:lnTo>
                  <a:lnTo>
                    <a:pt x="10356418" y="384835"/>
                  </a:lnTo>
                  <a:lnTo>
                    <a:pt x="10356418" y="0"/>
                  </a:lnTo>
                  <a:close/>
                </a:path>
                <a:path extrusionOk="0" h="2413000" w="18288000">
                  <a:moveTo>
                    <a:pt x="10957700" y="0"/>
                  </a:moveTo>
                  <a:lnTo>
                    <a:pt x="10939310" y="0"/>
                  </a:lnTo>
                  <a:lnTo>
                    <a:pt x="10939310" y="384835"/>
                  </a:lnTo>
                  <a:lnTo>
                    <a:pt x="10957700" y="384835"/>
                  </a:lnTo>
                  <a:lnTo>
                    <a:pt x="10957700" y="0"/>
                  </a:lnTo>
                  <a:close/>
                </a:path>
                <a:path extrusionOk="0" h="2413000" w="18288000">
                  <a:moveTo>
                    <a:pt x="11558981" y="0"/>
                  </a:moveTo>
                  <a:lnTo>
                    <a:pt x="11540592" y="0"/>
                  </a:lnTo>
                  <a:lnTo>
                    <a:pt x="11540592" y="384835"/>
                  </a:lnTo>
                  <a:lnTo>
                    <a:pt x="11558981" y="384835"/>
                  </a:lnTo>
                  <a:lnTo>
                    <a:pt x="11558981" y="0"/>
                  </a:lnTo>
                  <a:close/>
                </a:path>
                <a:path extrusionOk="0" h="2413000" w="18288000">
                  <a:moveTo>
                    <a:pt x="12160263" y="0"/>
                  </a:moveTo>
                  <a:lnTo>
                    <a:pt x="12141873" y="0"/>
                  </a:lnTo>
                  <a:lnTo>
                    <a:pt x="12141873" y="384835"/>
                  </a:lnTo>
                  <a:lnTo>
                    <a:pt x="12160263" y="384835"/>
                  </a:lnTo>
                  <a:lnTo>
                    <a:pt x="12160263" y="0"/>
                  </a:lnTo>
                  <a:close/>
                </a:path>
                <a:path extrusionOk="0" h="2413000" w="18288000">
                  <a:moveTo>
                    <a:pt x="12761544" y="0"/>
                  </a:moveTo>
                  <a:lnTo>
                    <a:pt x="12743155" y="0"/>
                  </a:lnTo>
                  <a:lnTo>
                    <a:pt x="12743155" y="384835"/>
                  </a:lnTo>
                  <a:lnTo>
                    <a:pt x="12761544" y="384835"/>
                  </a:lnTo>
                  <a:lnTo>
                    <a:pt x="12761544" y="0"/>
                  </a:lnTo>
                  <a:close/>
                </a:path>
                <a:path extrusionOk="0" h="2413000" w="18288000">
                  <a:moveTo>
                    <a:pt x="13362851" y="0"/>
                  </a:moveTo>
                  <a:lnTo>
                    <a:pt x="13344449" y="0"/>
                  </a:lnTo>
                  <a:lnTo>
                    <a:pt x="13344449" y="384835"/>
                  </a:lnTo>
                  <a:lnTo>
                    <a:pt x="13362851" y="384835"/>
                  </a:lnTo>
                  <a:lnTo>
                    <a:pt x="13362851" y="0"/>
                  </a:lnTo>
                  <a:close/>
                </a:path>
                <a:path extrusionOk="0" h="2413000" w="18288000">
                  <a:moveTo>
                    <a:pt x="13964133" y="0"/>
                  </a:moveTo>
                  <a:lnTo>
                    <a:pt x="13945730" y="0"/>
                  </a:lnTo>
                  <a:lnTo>
                    <a:pt x="13945730" y="384835"/>
                  </a:lnTo>
                  <a:lnTo>
                    <a:pt x="13964133" y="384835"/>
                  </a:lnTo>
                  <a:lnTo>
                    <a:pt x="13964133" y="0"/>
                  </a:lnTo>
                  <a:close/>
                </a:path>
                <a:path extrusionOk="0" h="2413000" w="18288000">
                  <a:moveTo>
                    <a:pt x="14565414" y="0"/>
                  </a:moveTo>
                  <a:lnTo>
                    <a:pt x="14547012" y="0"/>
                  </a:lnTo>
                  <a:lnTo>
                    <a:pt x="14547012" y="384835"/>
                  </a:lnTo>
                  <a:lnTo>
                    <a:pt x="14565414" y="384835"/>
                  </a:lnTo>
                  <a:lnTo>
                    <a:pt x="14565414" y="0"/>
                  </a:lnTo>
                  <a:close/>
                </a:path>
                <a:path extrusionOk="0" h="24130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2387600"/>
                  </a:lnTo>
                  <a:lnTo>
                    <a:pt x="17571835" y="2387600"/>
                  </a:lnTo>
                  <a:lnTo>
                    <a:pt x="17571835" y="1803400"/>
                  </a:lnTo>
                  <a:lnTo>
                    <a:pt x="18154727" y="1803400"/>
                  </a:lnTo>
                  <a:lnTo>
                    <a:pt x="18154727" y="1790700"/>
                  </a:lnTo>
                  <a:lnTo>
                    <a:pt x="17571835" y="1790700"/>
                  </a:lnTo>
                  <a:lnTo>
                    <a:pt x="17571835" y="1206500"/>
                  </a:lnTo>
                  <a:lnTo>
                    <a:pt x="18154727" y="12065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609600"/>
                  </a:lnTo>
                  <a:lnTo>
                    <a:pt x="18154727" y="6096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2387600"/>
                  </a:lnTo>
                  <a:lnTo>
                    <a:pt x="16970553" y="2387600"/>
                  </a:lnTo>
                  <a:lnTo>
                    <a:pt x="16970553" y="1803400"/>
                  </a:lnTo>
                  <a:lnTo>
                    <a:pt x="17553445" y="1803400"/>
                  </a:lnTo>
                  <a:lnTo>
                    <a:pt x="17553445" y="1790700"/>
                  </a:lnTo>
                  <a:lnTo>
                    <a:pt x="16970553" y="1790700"/>
                  </a:lnTo>
                  <a:lnTo>
                    <a:pt x="16970553" y="1206500"/>
                  </a:lnTo>
                  <a:lnTo>
                    <a:pt x="17553445" y="12065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609600"/>
                  </a:lnTo>
                  <a:lnTo>
                    <a:pt x="17553445" y="6096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2387600"/>
                  </a:lnTo>
                  <a:lnTo>
                    <a:pt x="16369272" y="2387600"/>
                  </a:lnTo>
                  <a:lnTo>
                    <a:pt x="16369272" y="1803400"/>
                  </a:lnTo>
                  <a:lnTo>
                    <a:pt x="16952164" y="1803400"/>
                  </a:lnTo>
                  <a:lnTo>
                    <a:pt x="16952164" y="1790700"/>
                  </a:lnTo>
                  <a:lnTo>
                    <a:pt x="16369272" y="1790700"/>
                  </a:lnTo>
                  <a:lnTo>
                    <a:pt x="16369272" y="1206500"/>
                  </a:lnTo>
                  <a:lnTo>
                    <a:pt x="16952164" y="12065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609600"/>
                  </a:lnTo>
                  <a:lnTo>
                    <a:pt x="16952164" y="6096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2387600"/>
                  </a:lnTo>
                  <a:lnTo>
                    <a:pt x="15767977" y="2387600"/>
                  </a:lnTo>
                  <a:lnTo>
                    <a:pt x="15767977" y="1803400"/>
                  </a:lnTo>
                  <a:lnTo>
                    <a:pt x="16350882" y="1803400"/>
                  </a:lnTo>
                  <a:lnTo>
                    <a:pt x="16350882" y="1790700"/>
                  </a:lnTo>
                  <a:lnTo>
                    <a:pt x="15767977" y="1790700"/>
                  </a:lnTo>
                  <a:lnTo>
                    <a:pt x="15767977" y="1206500"/>
                  </a:lnTo>
                  <a:lnTo>
                    <a:pt x="16350882" y="12065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609600"/>
                  </a:lnTo>
                  <a:lnTo>
                    <a:pt x="16350882" y="6096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2387600"/>
                  </a:lnTo>
                  <a:lnTo>
                    <a:pt x="15166696" y="2387600"/>
                  </a:lnTo>
                  <a:lnTo>
                    <a:pt x="15166696" y="1803400"/>
                  </a:lnTo>
                  <a:lnTo>
                    <a:pt x="15749575" y="1803400"/>
                  </a:lnTo>
                  <a:lnTo>
                    <a:pt x="15749575" y="1790700"/>
                  </a:lnTo>
                  <a:lnTo>
                    <a:pt x="15166696" y="1790700"/>
                  </a:lnTo>
                  <a:lnTo>
                    <a:pt x="15166696" y="1206500"/>
                  </a:lnTo>
                  <a:lnTo>
                    <a:pt x="15749575" y="12065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609600"/>
                  </a:lnTo>
                  <a:lnTo>
                    <a:pt x="15749575" y="6096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011388" y="584200"/>
                  </a:lnTo>
                  <a:lnTo>
                    <a:pt x="15011388" y="609600"/>
                  </a:lnTo>
                  <a:lnTo>
                    <a:pt x="15148294" y="609600"/>
                  </a:lnTo>
                  <a:lnTo>
                    <a:pt x="15148294" y="1181100"/>
                  </a:lnTo>
                  <a:lnTo>
                    <a:pt x="15011388" y="1181100"/>
                  </a:lnTo>
                  <a:lnTo>
                    <a:pt x="15011388" y="1206500"/>
                  </a:lnTo>
                  <a:lnTo>
                    <a:pt x="15148294" y="1206500"/>
                  </a:lnTo>
                  <a:lnTo>
                    <a:pt x="15148294" y="1790700"/>
                  </a:lnTo>
                  <a:lnTo>
                    <a:pt x="15011388" y="1790700"/>
                  </a:lnTo>
                  <a:lnTo>
                    <a:pt x="15011388" y="1803400"/>
                  </a:lnTo>
                  <a:lnTo>
                    <a:pt x="15148294" y="1803400"/>
                  </a:lnTo>
                  <a:lnTo>
                    <a:pt x="15148294" y="2387600"/>
                  </a:lnTo>
                  <a:lnTo>
                    <a:pt x="15011388" y="2387600"/>
                  </a:lnTo>
                  <a:lnTo>
                    <a:pt x="15011388" y="2413000"/>
                  </a:lnTo>
                  <a:lnTo>
                    <a:pt x="18287988" y="2413000"/>
                  </a:lnTo>
                  <a:lnTo>
                    <a:pt x="18287988" y="2387600"/>
                  </a:lnTo>
                  <a:lnTo>
                    <a:pt x="18173218" y="2387600"/>
                  </a:lnTo>
                  <a:lnTo>
                    <a:pt x="18173218" y="1803400"/>
                  </a:lnTo>
                  <a:lnTo>
                    <a:pt x="18287988" y="1803400"/>
                  </a:lnTo>
                  <a:lnTo>
                    <a:pt x="18287988" y="1790700"/>
                  </a:lnTo>
                  <a:lnTo>
                    <a:pt x="18173218" y="1790700"/>
                  </a:lnTo>
                  <a:lnTo>
                    <a:pt x="18173218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609600"/>
                  </a:lnTo>
                  <a:lnTo>
                    <a:pt x="18287988" y="6096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9"/>
            <p:cNvSpPr/>
            <p:nvPr/>
          </p:nvSpPr>
          <p:spPr>
            <a:xfrm>
              <a:off x="0" y="3924312"/>
              <a:ext cx="18288000" cy="3022600"/>
            </a:xfrm>
            <a:custGeom>
              <a:rect b="b" l="l" r="r" t="t"/>
              <a:pathLst>
                <a:path extrusionOk="0" h="3022600" w="18288000">
                  <a:moveTo>
                    <a:pt x="3276587" y="609600"/>
                  </a:moveTo>
                  <a:lnTo>
                    <a:pt x="3140989" y="609600"/>
                  </a:lnTo>
                  <a:lnTo>
                    <a:pt x="3140989" y="25400"/>
                  </a:lnTo>
                  <a:lnTo>
                    <a:pt x="3122587" y="25400"/>
                  </a:lnTo>
                  <a:lnTo>
                    <a:pt x="3122587" y="3009900"/>
                  </a:lnTo>
                  <a:lnTo>
                    <a:pt x="2539708" y="3009900"/>
                  </a:lnTo>
                  <a:lnTo>
                    <a:pt x="2539708" y="2425700"/>
                  </a:lnTo>
                  <a:lnTo>
                    <a:pt x="3122587" y="2425700"/>
                  </a:lnTo>
                  <a:lnTo>
                    <a:pt x="3122587" y="2413000"/>
                  </a:lnTo>
                  <a:lnTo>
                    <a:pt x="2539708" y="2413000"/>
                  </a:lnTo>
                  <a:lnTo>
                    <a:pt x="2539708" y="1828800"/>
                  </a:lnTo>
                  <a:lnTo>
                    <a:pt x="3122587" y="1828800"/>
                  </a:lnTo>
                  <a:lnTo>
                    <a:pt x="3122587" y="1803400"/>
                  </a:lnTo>
                  <a:lnTo>
                    <a:pt x="2539708" y="1803400"/>
                  </a:lnTo>
                  <a:lnTo>
                    <a:pt x="2539708" y="1219200"/>
                  </a:lnTo>
                  <a:lnTo>
                    <a:pt x="3122587" y="1219200"/>
                  </a:lnTo>
                  <a:lnTo>
                    <a:pt x="3122587" y="1206500"/>
                  </a:lnTo>
                  <a:lnTo>
                    <a:pt x="2539708" y="1206500"/>
                  </a:lnTo>
                  <a:lnTo>
                    <a:pt x="2539708" y="622300"/>
                  </a:lnTo>
                  <a:lnTo>
                    <a:pt x="3122587" y="622300"/>
                  </a:lnTo>
                  <a:lnTo>
                    <a:pt x="3122587" y="609600"/>
                  </a:lnTo>
                  <a:lnTo>
                    <a:pt x="2539708" y="609600"/>
                  </a:lnTo>
                  <a:lnTo>
                    <a:pt x="2539708" y="25400"/>
                  </a:lnTo>
                  <a:lnTo>
                    <a:pt x="2521305" y="25400"/>
                  </a:lnTo>
                  <a:lnTo>
                    <a:pt x="2521305" y="3009900"/>
                  </a:lnTo>
                  <a:lnTo>
                    <a:pt x="1938426" y="3009900"/>
                  </a:lnTo>
                  <a:lnTo>
                    <a:pt x="1938426" y="2425700"/>
                  </a:lnTo>
                  <a:lnTo>
                    <a:pt x="2521305" y="2425700"/>
                  </a:lnTo>
                  <a:lnTo>
                    <a:pt x="2521305" y="2413000"/>
                  </a:lnTo>
                  <a:lnTo>
                    <a:pt x="1938426" y="2413000"/>
                  </a:lnTo>
                  <a:lnTo>
                    <a:pt x="1938426" y="1828800"/>
                  </a:lnTo>
                  <a:lnTo>
                    <a:pt x="2521305" y="1828800"/>
                  </a:lnTo>
                  <a:lnTo>
                    <a:pt x="2521305" y="1803400"/>
                  </a:lnTo>
                  <a:lnTo>
                    <a:pt x="1938426" y="1803400"/>
                  </a:lnTo>
                  <a:lnTo>
                    <a:pt x="1938426" y="1219200"/>
                  </a:lnTo>
                  <a:lnTo>
                    <a:pt x="2521305" y="1219200"/>
                  </a:lnTo>
                  <a:lnTo>
                    <a:pt x="2521305" y="1206500"/>
                  </a:lnTo>
                  <a:lnTo>
                    <a:pt x="1938426" y="1206500"/>
                  </a:lnTo>
                  <a:lnTo>
                    <a:pt x="1938426" y="622300"/>
                  </a:lnTo>
                  <a:lnTo>
                    <a:pt x="2521305" y="622300"/>
                  </a:lnTo>
                  <a:lnTo>
                    <a:pt x="2521305" y="609600"/>
                  </a:lnTo>
                  <a:lnTo>
                    <a:pt x="1938426" y="609600"/>
                  </a:lnTo>
                  <a:lnTo>
                    <a:pt x="1938426" y="25400"/>
                  </a:lnTo>
                  <a:lnTo>
                    <a:pt x="1920024" y="25400"/>
                  </a:lnTo>
                  <a:lnTo>
                    <a:pt x="1920024" y="3009900"/>
                  </a:lnTo>
                  <a:lnTo>
                    <a:pt x="1337144" y="3009900"/>
                  </a:lnTo>
                  <a:lnTo>
                    <a:pt x="1337144" y="2425700"/>
                  </a:lnTo>
                  <a:lnTo>
                    <a:pt x="1920024" y="2425700"/>
                  </a:lnTo>
                  <a:lnTo>
                    <a:pt x="1920024" y="2413000"/>
                  </a:lnTo>
                  <a:lnTo>
                    <a:pt x="1337144" y="2413000"/>
                  </a:lnTo>
                  <a:lnTo>
                    <a:pt x="1337144" y="1828800"/>
                  </a:lnTo>
                  <a:lnTo>
                    <a:pt x="1920024" y="1828800"/>
                  </a:lnTo>
                  <a:lnTo>
                    <a:pt x="1920024" y="1803400"/>
                  </a:lnTo>
                  <a:lnTo>
                    <a:pt x="1337144" y="1803400"/>
                  </a:lnTo>
                  <a:lnTo>
                    <a:pt x="1337144" y="1219200"/>
                  </a:lnTo>
                  <a:lnTo>
                    <a:pt x="1920024" y="1219200"/>
                  </a:lnTo>
                  <a:lnTo>
                    <a:pt x="1920024" y="1206500"/>
                  </a:lnTo>
                  <a:lnTo>
                    <a:pt x="1337144" y="1206500"/>
                  </a:lnTo>
                  <a:lnTo>
                    <a:pt x="1337144" y="622300"/>
                  </a:lnTo>
                  <a:lnTo>
                    <a:pt x="1920024" y="622300"/>
                  </a:lnTo>
                  <a:lnTo>
                    <a:pt x="1920024" y="609600"/>
                  </a:lnTo>
                  <a:lnTo>
                    <a:pt x="1337144" y="609600"/>
                  </a:lnTo>
                  <a:lnTo>
                    <a:pt x="1337144" y="25400"/>
                  </a:lnTo>
                  <a:lnTo>
                    <a:pt x="1318742" y="25400"/>
                  </a:lnTo>
                  <a:lnTo>
                    <a:pt x="1318742" y="3009900"/>
                  </a:lnTo>
                  <a:lnTo>
                    <a:pt x="735863" y="3009900"/>
                  </a:lnTo>
                  <a:lnTo>
                    <a:pt x="735863" y="2425700"/>
                  </a:lnTo>
                  <a:lnTo>
                    <a:pt x="1318742" y="2425700"/>
                  </a:lnTo>
                  <a:lnTo>
                    <a:pt x="1318742" y="2413000"/>
                  </a:lnTo>
                  <a:lnTo>
                    <a:pt x="735863" y="2413000"/>
                  </a:lnTo>
                  <a:lnTo>
                    <a:pt x="735863" y="1828800"/>
                  </a:lnTo>
                  <a:lnTo>
                    <a:pt x="1318742" y="1828800"/>
                  </a:lnTo>
                  <a:lnTo>
                    <a:pt x="1318742" y="1803400"/>
                  </a:lnTo>
                  <a:lnTo>
                    <a:pt x="735863" y="1803400"/>
                  </a:lnTo>
                  <a:lnTo>
                    <a:pt x="735863" y="1219200"/>
                  </a:lnTo>
                  <a:lnTo>
                    <a:pt x="1318742" y="1219200"/>
                  </a:lnTo>
                  <a:lnTo>
                    <a:pt x="1318742" y="1206500"/>
                  </a:lnTo>
                  <a:lnTo>
                    <a:pt x="735863" y="1206500"/>
                  </a:lnTo>
                  <a:lnTo>
                    <a:pt x="735863" y="622300"/>
                  </a:lnTo>
                  <a:lnTo>
                    <a:pt x="1318742" y="622300"/>
                  </a:lnTo>
                  <a:lnTo>
                    <a:pt x="1318742" y="609600"/>
                  </a:lnTo>
                  <a:lnTo>
                    <a:pt x="735863" y="609600"/>
                  </a:lnTo>
                  <a:lnTo>
                    <a:pt x="735863" y="25400"/>
                  </a:lnTo>
                  <a:lnTo>
                    <a:pt x="717461" y="25400"/>
                  </a:lnTo>
                  <a:lnTo>
                    <a:pt x="717461" y="3009900"/>
                  </a:lnTo>
                  <a:lnTo>
                    <a:pt x="134569" y="3009900"/>
                  </a:lnTo>
                  <a:lnTo>
                    <a:pt x="134569" y="2425700"/>
                  </a:lnTo>
                  <a:lnTo>
                    <a:pt x="717461" y="2425700"/>
                  </a:lnTo>
                  <a:lnTo>
                    <a:pt x="717461" y="2413000"/>
                  </a:lnTo>
                  <a:lnTo>
                    <a:pt x="134569" y="2413000"/>
                  </a:lnTo>
                  <a:lnTo>
                    <a:pt x="134569" y="1828800"/>
                  </a:lnTo>
                  <a:lnTo>
                    <a:pt x="717461" y="1828800"/>
                  </a:lnTo>
                  <a:lnTo>
                    <a:pt x="717461" y="1803400"/>
                  </a:lnTo>
                  <a:lnTo>
                    <a:pt x="134569" y="1803400"/>
                  </a:lnTo>
                  <a:lnTo>
                    <a:pt x="134569" y="1219200"/>
                  </a:lnTo>
                  <a:lnTo>
                    <a:pt x="717461" y="1219200"/>
                  </a:lnTo>
                  <a:lnTo>
                    <a:pt x="717461" y="1206500"/>
                  </a:lnTo>
                  <a:lnTo>
                    <a:pt x="134569" y="1206500"/>
                  </a:lnTo>
                  <a:lnTo>
                    <a:pt x="134569" y="622300"/>
                  </a:lnTo>
                  <a:lnTo>
                    <a:pt x="717461" y="622300"/>
                  </a:lnTo>
                  <a:lnTo>
                    <a:pt x="717461" y="609600"/>
                  </a:lnTo>
                  <a:lnTo>
                    <a:pt x="134569" y="609600"/>
                  </a:lnTo>
                  <a:lnTo>
                    <a:pt x="134569" y="25400"/>
                  </a:lnTo>
                  <a:lnTo>
                    <a:pt x="116281" y="25400"/>
                  </a:lnTo>
                  <a:lnTo>
                    <a:pt x="116281" y="609600"/>
                  </a:lnTo>
                  <a:lnTo>
                    <a:pt x="0" y="609600"/>
                  </a:lnTo>
                  <a:lnTo>
                    <a:pt x="0" y="622300"/>
                  </a:lnTo>
                  <a:lnTo>
                    <a:pt x="116281" y="622300"/>
                  </a:lnTo>
                  <a:lnTo>
                    <a:pt x="116281" y="1206500"/>
                  </a:lnTo>
                  <a:lnTo>
                    <a:pt x="0" y="1206500"/>
                  </a:lnTo>
                  <a:lnTo>
                    <a:pt x="0" y="1219200"/>
                  </a:lnTo>
                  <a:lnTo>
                    <a:pt x="116281" y="1219200"/>
                  </a:lnTo>
                  <a:lnTo>
                    <a:pt x="116281" y="1803400"/>
                  </a:lnTo>
                  <a:lnTo>
                    <a:pt x="0" y="1803400"/>
                  </a:lnTo>
                  <a:lnTo>
                    <a:pt x="0" y="1828800"/>
                  </a:lnTo>
                  <a:lnTo>
                    <a:pt x="116281" y="1828800"/>
                  </a:lnTo>
                  <a:lnTo>
                    <a:pt x="116281" y="2413000"/>
                  </a:lnTo>
                  <a:lnTo>
                    <a:pt x="0" y="2413000"/>
                  </a:lnTo>
                  <a:lnTo>
                    <a:pt x="0" y="2425700"/>
                  </a:lnTo>
                  <a:lnTo>
                    <a:pt x="116281" y="2425700"/>
                  </a:lnTo>
                  <a:lnTo>
                    <a:pt x="116281" y="3009900"/>
                  </a:lnTo>
                  <a:lnTo>
                    <a:pt x="0" y="3009900"/>
                  </a:lnTo>
                  <a:lnTo>
                    <a:pt x="0" y="3022600"/>
                  </a:lnTo>
                  <a:lnTo>
                    <a:pt x="3276587" y="3022600"/>
                  </a:lnTo>
                  <a:lnTo>
                    <a:pt x="3276587" y="3009900"/>
                  </a:lnTo>
                  <a:lnTo>
                    <a:pt x="3140989" y="3009900"/>
                  </a:lnTo>
                  <a:lnTo>
                    <a:pt x="3140989" y="2425700"/>
                  </a:lnTo>
                  <a:lnTo>
                    <a:pt x="3276587" y="2425700"/>
                  </a:lnTo>
                  <a:lnTo>
                    <a:pt x="3276587" y="2413000"/>
                  </a:lnTo>
                  <a:lnTo>
                    <a:pt x="3140989" y="2413000"/>
                  </a:lnTo>
                  <a:lnTo>
                    <a:pt x="3140989" y="1828800"/>
                  </a:lnTo>
                  <a:lnTo>
                    <a:pt x="3276587" y="1828800"/>
                  </a:lnTo>
                  <a:lnTo>
                    <a:pt x="3276587" y="1803400"/>
                  </a:lnTo>
                  <a:lnTo>
                    <a:pt x="3140989" y="1803400"/>
                  </a:lnTo>
                  <a:lnTo>
                    <a:pt x="3140989" y="1219200"/>
                  </a:lnTo>
                  <a:lnTo>
                    <a:pt x="3276587" y="1219200"/>
                  </a:lnTo>
                  <a:lnTo>
                    <a:pt x="3276587" y="1206500"/>
                  </a:lnTo>
                  <a:lnTo>
                    <a:pt x="3140989" y="1206500"/>
                  </a:lnTo>
                  <a:lnTo>
                    <a:pt x="3140989" y="622300"/>
                  </a:lnTo>
                  <a:lnTo>
                    <a:pt x="3276587" y="622300"/>
                  </a:lnTo>
                  <a:lnTo>
                    <a:pt x="3276587" y="609600"/>
                  </a:lnTo>
                  <a:close/>
                </a:path>
                <a:path extrusionOk="0" h="3022600" w="18288000">
                  <a:moveTo>
                    <a:pt x="18287988" y="0"/>
                  </a:moveTo>
                  <a:lnTo>
                    <a:pt x="18154727" y="0"/>
                  </a:lnTo>
                  <a:lnTo>
                    <a:pt x="18154727" y="25400"/>
                  </a:lnTo>
                  <a:lnTo>
                    <a:pt x="18154727" y="609600"/>
                  </a:lnTo>
                  <a:lnTo>
                    <a:pt x="18154727" y="3009900"/>
                  </a:lnTo>
                  <a:lnTo>
                    <a:pt x="17571835" y="3009900"/>
                  </a:lnTo>
                  <a:lnTo>
                    <a:pt x="17571835" y="2425700"/>
                  </a:lnTo>
                  <a:lnTo>
                    <a:pt x="18154727" y="2425700"/>
                  </a:lnTo>
                  <a:lnTo>
                    <a:pt x="18154727" y="2413000"/>
                  </a:lnTo>
                  <a:lnTo>
                    <a:pt x="17571835" y="2413000"/>
                  </a:lnTo>
                  <a:lnTo>
                    <a:pt x="17571835" y="1828800"/>
                  </a:lnTo>
                  <a:lnTo>
                    <a:pt x="18154727" y="1828800"/>
                  </a:lnTo>
                  <a:lnTo>
                    <a:pt x="18154727" y="1803400"/>
                  </a:lnTo>
                  <a:lnTo>
                    <a:pt x="17571835" y="1803400"/>
                  </a:lnTo>
                  <a:lnTo>
                    <a:pt x="17571835" y="1219200"/>
                  </a:lnTo>
                  <a:lnTo>
                    <a:pt x="18154727" y="1219200"/>
                  </a:lnTo>
                  <a:lnTo>
                    <a:pt x="18154727" y="1206500"/>
                  </a:lnTo>
                  <a:lnTo>
                    <a:pt x="17571835" y="1206500"/>
                  </a:lnTo>
                  <a:lnTo>
                    <a:pt x="17571835" y="622300"/>
                  </a:lnTo>
                  <a:lnTo>
                    <a:pt x="18154727" y="622300"/>
                  </a:lnTo>
                  <a:lnTo>
                    <a:pt x="18154727" y="609600"/>
                  </a:lnTo>
                  <a:lnTo>
                    <a:pt x="17571835" y="609600"/>
                  </a:lnTo>
                  <a:lnTo>
                    <a:pt x="17571835" y="25400"/>
                  </a:lnTo>
                  <a:lnTo>
                    <a:pt x="18154727" y="25400"/>
                  </a:lnTo>
                  <a:lnTo>
                    <a:pt x="18154727" y="0"/>
                  </a:lnTo>
                  <a:lnTo>
                    <a:pt x="17553445" y="0"/>
                  </a:lnTo>
                  <a:lnTo>
                    <a:pt x="17553445" y="25400"/>
                  </a:lnTo>
                  <a:lnTo>
                    <a:pt x="17553445" y="609600"/>
                  </a:lnTo>
                  <a:lnTo>
                    <a:pt x="17553445" y="3009900"/>
                  </a:lnTo>
                  <a:lnTo>
                    <a:pt x="16970553" y="3009900"/>
                  </a:lnTo>
                  <a:lnTo>
                    <a:pt x="16970553" y="2425700"/>
                  </a:lnTo>
                  <a:lnTo>
                    <a:pt x="17553445" y="2425700"/>
                  </a:lnTo>
                  <a:lnTo>
                    <a:pt x="17553445" y="2413000"/>
                  </a:lnTo>
                  <a:lnTo>
                    <a:pt x="16970553" y="2413000"/>
                  </a:lnTo>
                  <a:lnTo>
                    <a:pt x="16970553" y="1828800"/>
                  </a:lnTo>
                  <a:lnTo>
                    <a:pt x="17553445" y="1828800"/>
                  </a:lnTo>
                  <a:lnTo>
                    <a:pt x="17553445" y="1803400"/>
                  </a:lnTo>
                  <a:lnTo>
                    <a:pt x="16970553" y="1803400"/>
                  </a:lnTo>
                  <a:lnTo>
                    <a:pt x="16970553" y="1219200"/>
                  </a:lnTo>
                  <a:lnTo>
                    <a:pt x="17553445" y="1219200"/>
                  </a:lnTo>
                  <a:lnTo>
                    <a:pt x="17553445" y="1206500"/>
                  </a:lnTo>
                  <a:lnTo>
                    <a:pt x="16970553" y="1206500"/>
                  </a:lnTo>
                  <a:lnTo>
                    <a:pt x="16970553" y="622300"/>
                  </a:lnTo>
                  <a:lnTo>
                    <a:pt x="17553445" y="622300"/>
                  </a:lnTo>
                  <a:lnTo>
                    <a:pt x="17553445" y="609600"/>
                  </a:lnTo>
                  <a:lnTo>
                    <a:pt x="16970553" y="609600"/>
                  </a:lnTo>
                  <a:lnTo>
                    <a:pt x="16970553" y="25400"/>
                  </a:lnTo>
                  <a:lnTo>
                    <a:pt x="17553445" y="25400"/>
                  </a:lnTo>
                  <a:lnTo>
                    <a:pt x="17553445" y="0"/>
                  </a:lnTo>
                  <a:lnTo>
                    <a:pt x="16952164" y="0"/>
                  </a:lnTo>
                  <a:lnTo>
                    <a:pt x="16952164" y="25400"/>
                  </a:lnTo>
                  <a:lnTo>
                    <a:pt x="16952164" y="609600"/>
                  </a:lnTo>
                  <a:lnTo>
                    <a:pt x="16952164" y="3009900"/>
                  </a:lnTo>
                  <a:lnTo>
                    <a:pt x="16369272" y="3009900"/>
                  </a:lnTo>
                  <a:lnTo>
                    <a:pt x="16369272" y="2425700"/>
                  </a:lnTo>
                  <a:lnTo>
                    <a:pt x="16952164" y="2425700"/>
                  </a:lnTo>
                  <a:lnTo>
                    <a:pt x="16952164" y="2413000"/>
                  </a:lnTo>
                  <a:lnTo>
                    <a:pt x="16369272" y="2413000"/>
                  </a:lnTo>
                  <a:lnTo>
                    <a:pt x="16369272" y="1828800"/>
                  </a:lnTo>
                  <a:lnTo>
                    <a:pt x="16952164" y="1828800"/>
                  </a:lnTo>
                  <a:lnTo>
                    <a:pt x="16952164" y="1803400"/>
                  </a:lnTo>
                  <a:lnTo>
                    <a:pt x="16369272" y="1803400"/>
                  </a:lnTo>
                  <a:lnTo>
                    <a:pt x="16369272" y="1219200"/>
                  </a:lnTo>
                  <a:lnTo>
                    <a:pt x="16952164" y="1219200"/>
                  </a:lnTo>
                  <a:lnTo>
                    <a:pt x="16952164" y="1206500"/>
                  </a:lnTo>
                  <a:lnTo>
                    <a:pt x="16369272" y="1206500"/>
                  </a:lnTo>
                  <a:lnTo>
                    <a:pt x="16369272" y="622300"/>
                  </a:lnTo>
                  <a:lnTo>
                    <a:pt x="16952164" y="622300"/>
                  </a:lnTo>
                  <a:lnTo>
                    <a:pt x="16952164" y="609600"/>
                  </a:lnTo>
                  <a:lnTo>
                    <a:pt x="16369272" y="609600"/>
                  </a:lnTo>
                  <a:lnTo>
                    <a:pt x="16369272" y="25400"/>
                  </a:lnTo>
                  <a:lnTo>
                    <a:pt x="16952164" y="25400"/>
                  </a:lnTo>
                  <a:lnTo>
                    <a:pt x="16952164" y="0"/>
                  </a:lnTo>
                  <a:lnTo>
                    <a:pt x="16350882" y="0"/>
                  </a:lnTo>
                  <a:lnTo>
                    <a:pt x="16350882" y="25400"/>
                  </a:lnTo>
                  <a:lnTo>
                    <a:pt x="16350882" y="609600"/>
                  </a:lnTo>
                  <a:lnTo>
                    <a:pt x="16350882" y="3009900"/>
                  </a:lnTo>
                  <a:lnTo>
                    <a:pt x="15767977" y="3009900"/>
                  </a:lnTo>
                  <a:lnTo>
                    <a:pt x="15767977" y="2425700"/>
                  </a:lnTo>
                  <a:lnTo>
                    <a:pt x="16350882" y="2425700"/>
                  </a:lnTo>
                  <a:lnTo>
                    <a:pt x="16350882" y="2413000"/>
                  </a:lnTo>
                  <a:lnTo>
                    <a:pt x="15767977" y="2413000"/>
                  </a:lnTo>
                  <a:lnTo>
                    <a:pt x="15767977" y="1828800"/>
                  </a:lnTo>
                  <a:lnTo>
                    <a:pt x="16350882" y="1828800"/>
                  </a:lnTo>
                  <a:lnTo>
                    <a:pt x="16350882" y="1803400"/>
                  </a:lnTo>
                  <a:lnTo>
                    <a:pt x="15767977" y="1803400"/>
                  </a:lnTo>
                  <a:lnTo>
                    <a:pt x="15767977" y="1219200"/>
                  </a:lnTo>
                  <a:lnTo>
                    <a:pt x="16350882" y="1219200"/>
                  </a:lnTo>
                  <a:lnTo>
                    <a:pt x="16350882" y="1206500"/>
                  </a:lnTo>
                  <a:lnTo>
                    <a:pt x="15767977" y="1206500"/>
                  </a:lnTo>
                  <a:lnTo>
                    <a:pt x="15767977" y="622300"/>
                  </a:lnTo>
                  <a:lnTo>
                    <a:pt x="16350882" y="622300"/>
                  </a:lnTo>
                  <a:lnTo>
                    <a:pt x="16350882" y="609600"/>
                  </a:lnTo>
                  <a:lnTo>
                    <a:pt x="15767977" y="609600"/>
                  </a:lnTo>
                  <a:lnTo>
                    <a:pt x="15767977" y="25400"/>
                  </a:lnTo>
                  <a:lnTo>
                    <a:pt x="16350882" y="25400"/>
                  </a:lnTo>
                  <a:lnTo>
                    <a:pt x="16350882" y="0"/>
                  </a:lnTo>
                  <a:lnTo>
                    <a:pt x="15749575" y="0"/>
                  </a:lnTo>
                  <a:lnTo>
                    <a:pt x="15749575" y="25400"/>
                  </a:lnTo>
                  <a:lnTo>
                    <a:pt x="15749575" y="609600"/>
                  </a:lnTo>
                  <a:lnTo>
                    <a:pt x="15749575" y="3009900"/>
                  </a:lnTo>
                  <a:lnTo>
                    <a:pt x="15166696" y="3009900"/>
                  </a:lnTo>
                  <a:lnTo>
                    <a:pt x="15166696" y="2425700"/>
                  </a:lnTo>
                  <a:lnTo>
                    <a:pt x="15749575" y="2425700"/>
                  </a:lnTo>
                  <a:lnTo>
                    <a:pt x="15749575" y="2413000"/>
                  </a:lnTo>
                  <a:lnTo>
                    <a:pt x="15166696" y="2413000"/>
                  </a:lnTo>
                  <a:lnTo>
                    <a:pt x="15166696" y="1828800"/>
                  </a:lnTo>
                  <a:lnTo>
                    <a:pt x="15749575" y="1828800"/>
                  </a:lnTo>
                  <a:lnTo>
                    <a:pt x="15749575" y="1803400"/>
                  </a:lnTo>
                  <a:lnTo>
                    <a:pt x="15166696" y="1803400"/>
                  </a:lnTo>
                  <a:lnTo>
                    <a:pt x="15166696" y="1219200"/>
                  </a:lnTo>
                  <a:lnTo>
                    <a:pt x="15749575" y="1219200"/>
                  </a:lnTo>
                  <a:lnTo>
                    <a:pt x="15749575" y="1206500"/>
                  </a:lnTo>
                  <a:lnTo>
                    <a:pt x="15166696" y="1206500"/>
                  </a:lnTo>
                  <a:lnTo>
                    <a:pt x="15166696" y="622300"/>
                  </a:lnTo>
                  <a:lnTo>
                    <a:pt x="15749575" y="622300"/>
                  </a:lnTo>
                  <a:lnTo>
                    <a:pt x="15749575" y="609600"/>
                  </a:lnTo>
                  <a:lnTo>
                    <a:pt x="15166696" y="609600"/>
                  </a:lnTo>
                  <a:lnTo>
                    <a:pt x="15166696" y="25400"/>
                  </a:lnTo>
                  <a:lnTo>
                    <a:pt x="15749575" y="25400"/>
                  </a:lnTo>
                  <a:lnTo>
                    <a:pt x="15749575" y="0"/>
                  </a:lnTo>
                  <a:lnTo>
                    <a:pt x="15011388" y="0"/>
                  </a:lnTo>
                  <a:lnTo>
                    <a:pt x="15011388" y="25400"/>
                  </a:lnTo>
                  <a:lnTo>
                    <a:pt x="15148294" y="25400"/>
                  </a:lnTo>
                  <a:lnTo>
                    <a:pt x="15148294" y="609600"/>
                  </a:lnTo>
                  <a:lnTo>
                    <a:pt x="15011388" y="609600"/>
                  </a:lnTo>
                  <a:lnTo>
                    <a:pt x="15011388" y="622300"/>
                  </a:lnTo>
                  <a:lnTo>
                    <a:pt x="15148294" y="622300"/>
                  </a:lnTo>
                  <a:lnTo>
                    <a:pt x="15148294" y="1206500"/>
                  </a:lnTo>
                  <a:lnTo>
                    <a:pt x="15011388" y="1206500"/>
                  </a:lnTo>
                  <a:lnTo>
                    <a:pt x="15011388" y="1219200"/>
                  </a:lnTo>
                  <a:lnTo>
                    <a:pt x="15148294" y="1219200"/>
                  </a:lnTo>
                  <a:lnTo>
                    <a:pt x="15148294" y="1803400"/>
                  </a:lnTo>
                  <a:lnTo>
                    <a:pt x="15011388" y="1803400"/>
                  </a:lnTo>
                  <a:lnTo>
                    <a:pt x="15011388" y="1828800"/>
                  </a:lnTo>
                  <a:lnTo>
                    <a:pt x="15148294" y="1828800"/>
                  </a:lnTo>
                  <a:lnTo>
                    <a:pt x="15148294" y="2413000"/>
                  </a:lnTo>
                  <a:lnTo>
                    <a:pt x="15011388" y="2413000"/>
                  </a:lnTo>
                  <a:lnTo>
                    <a:pt x="15011388" y="2425700"/>
                  </a:lnTo>
                  <a:lnTo>
                    <a:pt x="15148294" y="2425700"/>
                  </a:lnTo>
                  <a:lnTo>
                    <a:pt x="15148294" y="3009900"/>
                  </a:lnTo>
                  <a:lnTo>
                    <a:pt x="15011388" y="3009900"/>
                  </a:lnTo>
                  <a:lnTo>
                    <a:pt x="15011388" y="3022600"/>
                  </a:lnTo>
                  <a:lnTo>
                    <a:pt x="18287988" y="3022600"/>
                  </a:lnTo>
                  <a:lnTo>
                    <a:pt x="18287988" y="3009900"/>
                  </a:lnTo>
                  <a:lnTo>
                    <a:pt x="18173218" y="3009900"/>
                  </a:lnTo>
                  <a:lnTo>
                    <a:pt x="18173218" y="2425700"/>
                  </a:lnTo>
                  <a:lnTo>
                    <a:pt x="18287988" y="2425700"/>
                  </a:lnTo>
                  <a:lnTo>
                    <a:pt x="18287988" y="2413000"/>
                  </a:lnTo>
                  <a:lnTo>
                    <a:pt x="18173218" y="2413000"/>
                  </a:lnTo>
                  <a:lnTo>
                    <a:pt x="18173218" y="1828800"/>
                  </a:lnTo>
                  <a:lnTo>
                    <a:pt x="18287988" y="1828800"/>
                  </a:lnTo>
                  <a:lnTo>
                    <a:pt x="18287988" y="1803400"/>
                  </a:lnTo>
                  <a:lnTo>
                    <a:pt x="18173218" y="1803400"/>
                  </a:lnTo>
                  <a:lnTo>
                    <a:pt x="18173218" y="1219200"/>
                  </a:lnTo>
                  <a:lnTo>
                    <a:pt x="18287988" y="1219200"/>
                  </a:lnTo>
                  <a:lnTo>
                    <a:pt x="18287988" y="1206500"/>
                  </a:lnTo>
                  <a:lnTo>
                    <a:pt x="18173218" y="1206500"/>
                  </a:lnTo>
                  <a:lnTo>
                    <a:pt x="18173218" y="622300"/>
                  </a:lnTo>
                  <a:lnTo>
                    <a:pt x="18287988" y="622300"/>
                  </a:lnTo>
                  <a:lnTo>
                    <a:pt x="18287988" y="609600"/>
                  </a:lnTo>
                  <a:lnTo>
                    <a:pt x="18173218" y="609600"/>
                  </a:lnTo>
                  <a:lnTo>
                    <a:pt x="18173218" y="25400"/>
                  </a:lnTo>
                  <a:lnTo>
                    <a:pt x="18287988" y="25400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9"/>
            <p:cNvSpPr/>
            <p:nvPr/>
          </p:nvSpPr>
          <p:spPr>
            <a:xfrm>
              <a:off x="0" y="6934212"/>
              <a:ext cx="18288000" cy="3022600"/>
            </a:xfrm>
            <a:custGeom>
              <a:rect b="b" l="l" r="r" t="t"/>
              <a:pathLst>
                <a:path extrusionOk="0" h="3022600" w="18288000">
                  <a:moveTo>
                    <a:pt x="3276587" y="596900"/>
                  </a:moveTo>
                  <a:lnTo>
                    <a:pt x="3140989" y="596900"/>
                  </a:lnTo>
                  <a:lnTo>
                    <a:pt x="3140989" y="12700"/>
                  </a:lnTo>
                  <a:lnTo>
                    <a:pt x="3122587" y="12700"/>
                  </a:lnTo>
                  <a:lnTo>
                    <a:pt x="3122587" y="3009900"/>
                  </a:lnTo>
                  <a:lnTo>
                    <a:pt x="2539708" y="3009900"/>
                  </a:lnTo>
                  <a:lnTo>
                    <a:pt x="2539708" y="2425700"/>
                  </a:lnTo>
                  <a:lnTo>
                    <a:pt x="3122587" y="2425700"/>
                  </a:lnTo>
                  <a:lnTo>
                    <a:pt x="3122587" y="2400300"/>
                  </a:lnTo>
                  <a:lnTo>
                    <a:pt x="2539708" y="2400300"/>
                  </a:lnTo>
                  <a:lnTo>
                    <a:pt x="2539708" y="1816100"/>
                  </a:lnTo>
                  <a:lnTo>
                    <a:pt x="3122587" y="1816100"/>
                  </a:lnTo>
                  <a:lnTo>
                    <a:pt x="3122587" y="1803400"/>
                  </a:lnTo>
                  <a:lnTo>
                    <a:pt x="2539708" y="1803400"/>
                  </a:lnTo>
                  <a:lnTo>
                    <a:pt x="2539708" y="1219200"/>
                  </a:lnTo>
                  <a:lnTo>
                    <a:pt x="3122587" y="1219200"/>
                  </a:lnTo>
                  <a:lnTo>
                    <a:pt x="3122587" y="1206500"/>
                  </a:lnTo>
                  <a:lnTo>
                    <a:pt x="2539708" y="1206500"/>
                  </a:lnTo>
                  <a:lnTo>
                    <a:pt x="2539708" y="622300"/>
                  </a:lnTo>
                  <a:lnTo>
                    <a:pt x="3122587" y="622300"/>
                  </a:lnTo>
                  <a:lnTo>
                    <a:pt x="3122587" y="596900"/>
                  </a:lnTo>
                  <a:lnTo>
                    <a:pt x="2539708" y="596900"/>
                  </a:lnTo>
                  <a:lnTo>
                    <a:pt x="2539708" y="12700"/>
                  </a:lnTo>
                  <a:lnTo>
                    <a:pt x="2521305" y="12700"/>
                  </a:lnTo>
                  <a:lnTo>
                    <a:pt x="2521305" y="3009900"/>
                  </a:lnTo>
                  <a:lnTo>
                    <a:pt x="1938426" y="3009900"/>
                  </a:lnTo>
                  <a:lnTo>
                    <a:pt x="1938426" y="2425700"/>
                  </a:lnTo>
                  <a:lnTo>
                    <a:pt x="2521305" y="2425700"/>
                  </a:lnTo>
                  <a:lnTo>
                    <a:pt x="2521305" y="2400300"/>
                  </a:lnTo>
                  <a:lnTo>
                    <a:pt x="1938426" y="2400300"/>
                  </a:lnTo>
                  <a:lnTo>
                    <a:pt x="1938426" y="1816100"/>
                  </a:lnTo>
                  <a:lnTo>
                    <a:pt x="2521305" y="1816100"/>
                  </a:lnTo>
                  <a:lnTo>
                    <a:pt x="2521305" y="1803400"/>
                  </a:lnTo>
                  <a:lnTo>
                    <a:pt x="1938426" y="1803400"/>
                  </a:lnTo>
                  <a:lnTo>
                    <a:pt x="1938426" y="1219200"/>
                  </a:lnTo>
                  <a:lnTo>
                    <a:pt x="2521305" y="1219200"/>
                  </a:lnTo>
                  <a:lnTo>
                    <a:pt x="2521305" y="1206500"/>
                  </a:lnTo>
                  <a:lnTo>
                    <a:pt x="1938426" y="1206500"/>
                  </a:lnTo>
                  <a:lnTo>
                    <a:pt x="1938426" y="622300"/>
                  </a:lnTo>
                  <a:lnTo>
                    <a:pt x="2521305" y="622300"/>
                  </a:lnTo>
                  <a:lnTo>
                    <a:pt x="2521305" y="596900"/>
                  </a:lnTo>
                  <a:lnTo>
                    <a:pt x="1938426" y="596900"/>
                  </a:lnTo>
                  <a:lnTo>
                    <a:pt x="1938426" y="12700"/>
                  </a:lnTo>
                  <a:lnTo>
                    <a:pt x="1920024" y="12700"/>
                  </a:lnTo>
                  <a:lnTo>
                    <a:pt x="1920024" y="3009900"/>
                  </a:lnTo>
                  <a:lnTo>
                    <a:pt x="1337144" y="3009900"/>
                  </a:lnTo>
                  <a:lnTo>
                    <a:pt x="1337144" y="2425700"/>
                  </a:lnTo>
                  <a:lnTo>
                    <a:pt x="1920024" y="2425700"/>
                  </a:lnTo>
                  <a:lnTo>
                    <a:pt x="1920024" y="2400300"/>
                  </a:lnTo>
                  <a:lnTo>
                    <a:pt x="1337144" y="2400300"/>
                  </a:lnTo>
                  <a:lnTo>
                    <a:pt x="1337144" y="1816100"/>
                  </a:lnTo>
                  <a:lnTo>
                    <a:pt x="1920024" y="1816100"/>
                  </a:lnTo>
                  <a:lnTo>
                    <a:pt x="1920024" y="1803400"/>
                  </a:lnTo>
                  <a:lnTo>
                    <a:pt x="1337144" y="1803400"/>
                  </a:lnTo>
                  <a:lnTo>
                    <a:pt x="1337144" y="1219200"/>
                  </a:lnTo>
                  <a:lnTo>
                    <a:pt x="1920024" y="1219200"/>
                  </a:lnTo>
                  <a:lnTo>
                    <a:pt x="1920024" y="1206500"/>
                  </a:lnTo>
                  <a:lnTo>
                    <a:pt x="1337144" y="1206500"/>
                  </a:lnTo>
                  <a:lnTo>
                    <a:pt x="1337144" y="622300"/>
                  </a:lnTo>
                  <a:lnTo>
                    <a:pt x="1920024" y="622300"/>
                  </a:lnTo>
                  <a:lnTo>
                    <a:pt x="1920024" y="596900"/>
                  </a:lnTo>
                  <a:lnTo>
                    <a:pt x="1337144" y="596900"/>
                  </a:lnTo>
                  <a:lnTo>
                    <a:pt x="1337144" y="12700"/>
                  </a:lnTo>
                  <a:lnTo>
                    <a:pt x="1318742" y="12700"/>
                  </a:lnTo>
                  <a:lnTo>
                    <a:pt x="1318742" y="3009900"/>
                  </a:lnTo>
                  <a:lnTo>
                    <a:pt x="735863" y="3009900"/>
                  </a:lnTo>
                  <a:lnTo>
                    <a:pt x="735863" y="2425700"/>
                  </a:lnTo>
                  <a:lnTo>
                    <a:pt x="1318742" y="2425700"/>
                  </a:lnTo>
                  <a:lnTo>
                    <a:pt x="1318742" y="2400300"/>
                  </a:lnTo>
                  <a:lnTo>
                    <a:pt x="735863" y="2400300"/>
                  </a:lnTo>
                  <a:lnTo>
                    <a:pt x="735863" y="1816100"/>
                  </a:lnTo>
                  <a:lnTo>
                    <a:pt x="1318742" y="1816100"/>
                  </a:lnTo>
                  <a:lnTo>
                    <a:pt x="1318742" y="1803400"/>
                  </a:lnTo>
                  <a:lnTo>
                    <a:pt x="735863" y="1803400"/>
                  </a:lnTo>
                  <a:lnTo>
                    <a:pt x="735863" y="1219200"/>
                  </a:lnTo>
                  <a:lnTo>
                    <a:pt x="1318742" y="1219200"/>
                  </a:lnTo>
                  <a:lnTo>
                    <a:pt x="1318742" y="1206500"/>
                  </a:lnTo>
                  <a:lnTo>
                    <a:pt x="735863" y="1206500"/>
                  </a:lnTo>
                  <a:lnTo>
                    <a:pt x="735863" y="622300"/>
                  </a:lnTo>
                  <a:lnTo>
                    <a:pt x="1318742" y="622300"/>
                  </a:lnTo>
                  <a:lnTo>
                    <a:pt x="1318742" y="596900"/>
                  </a:lnTo>
                  <a:lnTo>
                    <a:pt x="735863" y="596900"/>
                  </a:lnTo>
                  <a:lnTo>
                    <a:pt x="735863" y="12700"/>
                  </a:lnTo>
                  <a:lnTo>
                    <a:pt x="717461" y="12700"/>
                  </a:lnTo>
                  <a:lnTo>
                    <a:pt x="717461" y="3009900"/>
                  </a:lnTo>
                  <a:lnTo>
                    <a:pt x="134569" y="3009900"/>
                  </a:lnTo>
                  <a:lnTo>
                    <a:pt x="134569" y="2425700"/>
                  </a:lnTo>
                  <a:lnTo>
                    <a:pt x="717461" y="2425700"/>
                  </a:lnTo>
                  <a:lnTo>
                    <a:pt x="717461" y="2400300"/>
                  </a:lnTo>
                  <a:lnTo>
                    <a:pt x="134569" y="2400300"/>
                  </a:lnTo>
                  <a:lnTo>
                    <a:pt x="134569" y="1816100"/>
                  </a:lnTo>
                  <a:lnTo>
                    <a:pt x="717461" y="1816100"/>
                  </a:lnTo>
                  <a:lnTo>
                    <a:pt x="717461" y="1803400"/>
                  </a:lnTo>
                  <a:lnTo>
                    <a:pt x="134569" y="1803400"/>
                  </a:lnTo>
                  <a:lnTo>
                    <a:pt x="134569" y="1219200"/>
                  </a:lnTo>
                  <a:lnTo>
                    <a:pt x="717461" y="1219200"/>
                  </a:lnTo>
                  <a:lnTo>
                    <a:pt x="717461" y="1206500"/>
                  </a:lnTo>
                  <a:lnTo>
                    <a:pt x="134569" y="1206500"/>
                  </a:lnTo>
                  <a:lnTo>
                    <a:pt x="134569" y="622300"/>
                  </a:lnTo>
                  <a:lnTo>
                    <a:pt x="717461" y="622300"/>
                  </a:lnTo>
                  <a:lnTo>
                    <a:pt x="717461" y="596900"/>
                  </a:lnTo>
                  <a:lnTo>
                    <a:pt x="134569" y="596900"/>
                  </a:lnTo>
                  <a:lnTo>
                    <a:pt x="134569" y="12700"/>
                  </a:lnTo>
                  <a:lnTo>
                    <a:pt x="116281" y="12700"/>
                  </a:lnTo>
                  <a:lnTo>
                    <a:pt x="116281" y="596900"/>
                  </a:lnTo>
                  <a:lnTo>
                    <a:pt x="0" y="596900"/>
                  </a:lnTo>
                  <a:lnTo>
                    <a:pt x="0" y="622300"/>
                  </a:lnTo>
                  <a:lnTo>
                    <a:pt x="116281" y="622300"/>
                  </a:lnTo>
                  <a:lnTo>
                    <a:pt x="116281" y="1206500"/>
                  </a:lnTo>
                  <a:lnTo>
                    <a:pt x="0" y="1206500"/>
                  </a:lnTo>
                  <a:lnTo>
                    <a:pt x="0" y="1219200"/>
                  </a:lnTo>
                  <a:lnTo>
                    <a:pt x="116281" y="1219200"/>
                  </a:lnTo>
                  <a:lnTo>
                    <a:pt x="116281" y="1803400"/>
                  </a:lnTo>
                  <a:lnTo>
                    <a:pt x="0" y="1803400"/>
                  </a:lnTo>
                  <a:lnTo>
                    <a:pt x="0" y="1816100"/>
                  </a:lnTo>
                  <a:lnTo>
                    <a:pt x="116281" y="1816100"/>
                  </a:lnTo>
                  <a:lnTo>
                    <a:pt x="116281" y="2400300"/>
                  </a:lnTo>
                  <a:lnTo>
                    <a:pt x="0" y="2400300"/>
                  </a:lnTo>
                  <a:lnTo>
                    <a:pt x="0" y="2425700"/>
                  </a:lnTo>
                  <a:lnTo>
                    <a:pt x="116281" y="2425700"/>
                  </a:lnTo>
                  <a:lnTo>
                    <a:pt x="116281" y="3009900"/>
                  </a:lnTo>
                  <a:lnTo>
                    <a:pt x="0" y="3009900"/>
                  </a:lnTo>
                  <a:lnTo>
                    <a:pt x="0" y="3022600"/>
                  </a:lnTo>
                  <a:lnTo>
                    <a:pt x="3276587" y="3022600"/>
                  </a:lnTo>
                  <a:lnTo>
                    <a:pt x="3276587" y="3009900"/>
                  </a:lnTo>
                  <a:lnTo>
                    <a:pt x="3140989" y="3009900"/>
                  </a:lnTo>
                  <a:lnTo>
                    <a:pt x="3140989" y="2425700"/>
                  </a:lnTo>
                  <a:lnTo>
                    <a:pt x="3276587" y="2425700"/>
                  </a:lnTo>
                  <a:lnTo>
                    <a:pt x="3276587" y="2400300"/>
                  </a:lnTo>
                  <a:lnTo>
                    <a:pt x="3140989" y="2400300"/>
                  </a:lnTo>
                  <a:lnTo>
                    <a:pt x="3140989" y="1816100"/>
                  </a:lnTo>
                  <a:lnTo>
                    <a:pt x="3276587" y="1816100"/>
                  </a:lnTo>
                  <a:lnTo>
                    <a:pt x="3276587" y="1803400"/>
                  </a:lnTo>
                  <a:lnTo>
                    <a:pt x="3140989" y="1803400"/>
                  </a:lnTo>
                  <a:lnTo>
                    <a:pt x="3140989" y="1219200"/>
                  </a:lnTo>
                  <a:lnTo>
                    <a:pt x="3276587" y="1219200"/>
                  </a:lnTo>
                  <a:lnTo>
                    <a:pt x="3276587" y="1206500"/>
                  </a:lnTo>
                  <a:lnTo>
                    <a:pt x="3140989" y="1206500"/>
                  </a:lnTo>
                  <a:lnTo>
                    <a:pt x="3140989" y="622300"/>
                  </a:lnTo>
                  <a:lnTo>
                    <a:pt x="3276587" y="622300"/>
                  </a:lnTo>
                  <a:lnTo>
                    <a:pt x="3276587" y="596900"/>
                  </a:lnTo>
                  <a:close/>
                </a:path>
                <a:path extrusionOk="0" h="3022600" w="18288000">
                  <a:moveTo>
                    <a:pt x="18287988" y="0"/>
                  </a:moveTo>
                  <a:lnTo>
                    <a:pt x="18154727" y="0"/>
                  </a:lnTo>
                  <a:lnTo>
                    <a:pt x="18154727" y="12700"/>
                  </a:lnTo>
                  <a:lnTo>
                    <a:pt x="18154727" y="596900"/>
                  </a:lnTo>
                  <a:lnTo>
                    <a:pt x="18154727" y="3009900"/>
                  </a:lnTo>
                  <a:lnTo>
                    <a:pt x="17571835" y="3009900"/>
                  </a:lnTo>
                  <a:lnTo>
                    <a:pt x="17571835" y="2425700"/>
                  </a:lnTo>
                  <a:lnTo>
                    <a:pt x="18154727" y="2425700"/>
                  </a:lnTo>
                  <a:lnTo>
                    <a:pt x="18154727" y="2400300"/>
                  </a:lnTo>
                  <a:lnTo>
                    <a:pt x="17571835" y="2400300"/>
                  </a:lnTo>
                  <a:lnTo>
                    <a:pt x="17571835" y="1816100"/>
                  </a:lnTo>
                  <a:lnTo>
                    <a:pt x="18154727" y="1816100"/>
                  </a:lnTo>
                  <a:lnTo>
                    <a:pt x="18154727" y="1803400"/>
                  </a:lnTo>
                  <a:lnTo>
                    <a:pt x="17571835" y="1803400"/>
                  </a:lnTo>
                  <a:lnTo>
                    <a:pt x="17571835" y="1219200"/>
                  </a:lnTo>
                  <a:lnTo>
                    <a:pt x="18154727" y="1219200"/>
                  </a:lnTo>
                  <a:lnTo>
                    <a:pt x="18154727" y="1206500"/>
                  </a:lnTo>
                  <a:lnTo>
                    <a:pt x="17571835" y="1206500"/>
                  </a:lnTo>
                  <a:lnTo>
                    <a:pt x="17571835" y="622300"/>
                  </a:lnTo>
                  <a:lnTo>
                    <a:pt x="18154727" y="622300"/>
                  </a:lnTo>
                  <a:lnTo>
                    <a:pt x="18154727" y="596900"/>
                  </a:lnTo>
                  <a:lnTo>
                    <a:pt x="17571835" y="596900"/>
                  </a:lnTo>
                  <a:lnTo>
                    <a:pt x="17571835" y="12700"/>
                  </a:lnTo>
                  <a:lnTo>
                    <a:pt x="18154727" y="12700"/>
                  </a:lnTo>
                  <a:lnTo>
                    <a:pt x="18154727" y="0"/>
                  </a:lnTo>
                  <a:lnTo>
                    <a:pt x="17553445" y="0"/>
                  </a:lnTo>
                  <a:lnTo>
                    <a:pt x="17553445" y="12700"/>
                  </a:lnTo>
                  <a:lnTo>
                    <a:pt x="17553445" y="596900"/>
                  </a:lnTo>
                  <a:lnTo>
                    <a:pt x="17553445" y="3009900"/>
                  </a:lnTo>
                  <a:lnTo>
                    <a:pt x="16970553" y="3009900"/>
                  </a:lnTo>
                  <a:lnTo>
                    <a:pt x="16970553" y="2425700"/>
                  </a:lnTo>
                  <a:lnTo>
                    <a:pt x="17553445" y="2425700"/>
                  </a:lnTo>
                  <a:lnTo>
                    <a:pt x="17553445" y="2400300"/>
                  </a:lnTo>
                  <a:lnTo>
                    <a:pt x="16970553" y="2400300"/>
                  </a:lnTo>
                  <a:lnTo>
                    <a:pt x="16970553" y="1816100"/>
                  </a:lnTo>
                  <a:lnTo>
                    <a:pt x="17553445" y="1816100"/>
                  </a:lnTo>
                  <a:lnTo>
                    <a:pt x="17553445" y="1803400"/>
                  </a:lnTo>
                  <a:lnTo>
                    <a:pt x="16970553" y="1803400"/>
                  </a:lnTo>
                  <a:lnTo>
                    <a:pt x="16970553" y="1219200"/>
                  </a:lnTo>
                  <a:lnTo>
                    <a:pt x="17553445" y="1219200"/>
                  </a:lnTo>
                  <a:lnTo>
                    <a:pt x="17553445" y="1206500"/>
                  </a:lnTo>
                  <a:lnTo>
                    <a:pt x="16970553" y="1206500"/>
                  </a:lnTo>
                  <a:lnTo>
                    <a:pt x="16970553" y="622300"/>
                  </a:lnTo>
                  <a:lnTo>
                    <a:pt x="17553445" y="622300"/>
                  </a:lnTo>
                  <a:lnTo>
                    <a:pt x="17553445" y="596900"/>
                  </a:lnTo>
                  <a:lnTo>
                    <a:pt x="16970553" y="596900"/>
                  </a:lnTo>
                  <a:lnTo>
                    <a:pt x="16970553" y="12700"/>
                  </a:lnTo>
                  <a:lnTo>
                    <a:pt x="17553445" y="12700"/>
                  </a:lnTo>
                  <a:lnTo>
                    <a:pt x="17553445" y="0"/>
                  </a:lnTo>
                  <a:lnTo>
                    <a:pt x="16952164" y="0"/>
                  </a:lnTo>
                  <a:lnTo>
                    <a:pt x="16952164" y="12700"/>
                  </a:lnTo>
                  <a:lnTo>
                    <a:pt x="16952164" y="596900"/>
                  </a:lnTo>
                  <a:lnTo>
                    <a:pt x="16952164" y="3009900"/>
                  </a:lnTo>
                  <a:lnTo>
                    <a:pt x="16369272" y="3009900"/>
                  </a:lnTo>
                  <a:lnTo>
                    <a:pt x="16369272" y="2425700"/>
                  </a:lnTo>
                  <a:lnTo>
                    <a:pt x="16952164" y="2425700"/>
                  </a:lnTo>
                  <a:lnTo>
                    <a:pt x="16952164" y="2400300"/>
                  </a:lnTo>
                  <a:lnTo>
                    <a:pt x="16369272" y="2400300"/>
                  </a:lnTo>
                  <a:lnTo>
                    <a:pt x="16369272" y="1816100"/>
                  </a:lnTo>
                  <a:lnTo>
                    <a:pt x="16952164" y="1816100"/>
                  </a:lnTo>
                  <a:lnTo>
                    <a:pt x="16952164" y="1803400"/>
                  </a:lnTo>
                  <a:lnTo>
                    <a:pt x="16369272" y="1803400"/>
                  </a:lnTo>
                  <a:lnTo>
                    <a:pt x="16369272" y="1219200"/>
                  </a:lnTo>
                  <a:lnTo>
                    <a:pt x="16952164" y="1219200"/>
                  </a:lnTo>
                  <a:lnTo>
                    <a:pt x="16952164" y="1206500"/>
                  </a:lnTo>
                  <a:lnTo>
                    <a:pt x="16369272" y="1206500"/>
                  </a:lnTo>
                  <a:lnTo>
                    <a:pt x="16369272" y="622300"/>
                  </a:lnTo>
                  <a:lnTo>
                    <a:pt x="16952164" y="622300"/>
                  </a:lnTo>
                  <a:lnTo>
                    <a:pt x="16952164" y="596900"/>
                  </a:lnTo>
                  <a:lnTo>
                    <a:pt x="16369272" y="596900"/>
                  </a:lnTo>
                  <a:lnTo>
                    <a:pt x="16369272" y="12700"/>
                  </a:lnTo>
                  <a:lnTo>
                    <a:pt x="16952164" y="12700"/>
                  </a:lnTo>
                  <a:lnTo>
                    <a:pt x="16952164" y="0"/>
                  </a:lnTo>
                  <a:lnTo>
                    <a:pt x="16350882" y="0"/>
                  </a:lnTo>
                  <a:lnTo>
                    <a:pt x="16350882" y="12700"/>
                  </a:lnTo>
                  <a:lnTo>
                    <a:pt x="16350882" y="596900"/>
                  </a:lnTo>
                  <a:lnTo>
                    <a:pt x="16350882" y="3009900"/>
                  </a:lnTo>
                  <a:lnTo>
                    <a:pt x="15767977" y="3009900"/>
                  </a:lnTo>
                  <a:lnTo>
                    <a:pt x="15767977" y="2425700"/>
                  </a:lnTo>
                  <a:lnTo>
                    <a:pt x="16350882" y="2425700"/>
                  </a:lnTo>
                  <a:lnTo>
                    <a:pt x="16350882" y="2400300"/>
                  </a:lnTo>
                  <a:lnTo>
                    <a:pt x="15767977" y="2400300"/>
                  </a:lnTo>
                  <a:lnTo>
                    <a:pt x="15767977" y="1816100"/>
                  </a:lnTo>
                  <a:lnTo>
                    <a:pt x="16350882" y="1816100"/>
                  </a:lnTo>
                  <a:lnTo>
                    <a:pt x="16350882" y="1803400"/>
                  </a:lnTo>
                  <a:lnTo>
                    <a:pt x="15767977" y="1803400"/>
                  </a:lnTo>
                  <a:lnTo>
                    <a:pt x="15767977" y="1219200"/>
                  </a:lnTo>
                  <a:lnTo>
                    <a:pt x="16350882" y="1219200"/>
                  </a:lnTo>
                  <a:lnTo>
                    <a:pt x="16350882" y="1206500"/>
                  </a:lnTo>
                  <a:lnTo>
                    <a:pt x="15767977" y="1206500"/>
                  </a:lnTo>
                  <a:lnTo>
                    <a:pt x="15767977" y="622300"/>
                  </a:lnTo>
                  <a:lnTo>
                    <a:pt x="16350882" y="622300"/>
                  </a:lnTo>
                  <a:lnTo>
                    <a:pt x="16350882" y="596900"/>
                  </a:lnTo>
                  <a:lnTo>
                    <a:pt x="15767977" y="596900"/>
                  </a:lnTo>
                  <a:lnTo>
                    <a:pt x="15767977" y="12700"/>
                  </a:lnTo>
                  <a:lnTo>
                    <a:pt x="16350882" y="12700"/>
                  </a:lnTo>
                  <a:lnTo>
                    <a:pt x="16350882" y="0"/>
                  </a:lnTo>
                  <a:lnTo>
                    <a:pt x="15749575" y="0"/>
                  </a:lnTo>
                  <a:lnTo>
                    <a:pt x="15749575" y="12700"/>
                  </a:lnTo>
                  <a:lnTo>
                    <a:pt x="15749575" y="596900"/>
                  </a:lnTo>
                  <a:lnTo>
                    <a:pt x="15749575" y="3009900"/>
                  </a:lnTo>
                  <a:lnTo>
                    <a:pt x="15166696" y="3009900"/>
                  </a:lnTo>
                  <a:lnTo>
                    <a:pt x="15166696" y="2425700"/>
                  </a:lnTo>
                  <a:lnTo>
                    <a:pt x="15749575" y="2425700"/>
                  </a:lnTo>
                  <a:lnTo>
                    <a:pt x="15749575" y="2400300"/>
                  </a:lnTo>
                  <a:lnTo>
                    <a:pt x="15166696" y="2400300"/>
                  </a:lnTo>
                  <a:lnTo>
                    <a:pt x="15166696" y="1816100"/>
                  </a:lnTo>
                  <a:lnTo>
                    <a:pt x="15749575" y="1816100"/>
                  </a:lnTo>
                  <a:lnTo>
                    <a:pt x="15749575" y="1803400"/>
                  </a:lnTo>
                  <a:lnTo>
                    <a:pt x="15166696" y="1803400"/>
                  </a:lnTo>
                  <a:lnTo>
                    <a:pt x="15166696" y="1219200"/>
                  </a:lnTo>
                  <a:lnTo>
                    <a:pt x="15749575" y="1219200"/>
                  </a:lnTo>
                  <a:lnTo>
                    <a:pt x="15749575" y="1206500"/>
                  </a:lnTo>
                  <a:lnTo>
                    <a:pt x="15166696" y="1206500"/>
                  </a:lnTo>
                  <a:lnTo>
                    <a:pt x="15166696" y="622300"/>
                  </a:lnTo>
                  <a:lnTo>
                    <a:pt x="15749575" y="622300"/>
                  </a:lnTo>
                  <a:lnTo>
                    <a:pt x="15749575" y="596900"/>
                  </a:lnTo>
                  <a:lnTo>
                    <a:pt x="15166696" y="596900"/>
                  </a:lnTo>
                  <a:lnTo>
                    <a:pt x="15166696" y="12700"/>
                  </a:lnTo>
                  <a:lnTo>
                    <a:pt x="15749575" y="12700"/>
                  </a:lnTo>
                  <a:lnTo>
                    <a:pt x="15749575" y="0"/>
                  </a:lnTo>
                  <a:lnTo>
                    <a:pt x="15011388" y="0"/>
                  </a:lnTo>
                  <a:lnTo>
                    <a:pt x="15011388" y="12700"/>
                  </a:lnTo>
                  <a:lnTo>
                    <a:pt x="15148294" y="12700"/>
                  </a:lnTo>
                  <a:lnTo>
                    <a:pt x="15148294" y="596900"/>
                  </a:lnTo>
                  <a:lnTo>
                    <a:pt x="15011388" y="596900"/>
                  </a:lnTo>
                  <a:lnTo>
                    <a:pt x="15011388" y="622300"/>
                  </a:lnTo>
                  <a:lnTo>
                    <a:pt x="15148294" y="622300"/>
                  </a:lnTo>
                  <a:lnTo>
                    <a:pt x="15148294" y="1206500"/>
                  </a:lnTo>
                  <a:lnTo>
                    <a:pt x="15011388" y="1206500"/>
                  </a:lnTo>
                  <a:lnTo>
                    <a:pt x="15011388" y="1219200"/>
                  </a:lnTo>
                  <a:lnTo>
                    <a:pt x="15148294" y="1219200"/>
                  </a:lnTo>
                  <a:lnTo>
                    <a:pt x="15148294" y="1803400"/>
                  </a:lnTo>
                  <a:lnTo>
                    <a:pt x="15011388" y="1803400"/>
                  </a:lnTo>
                  <a:lnTo>
                    <a:pt x="15011388" y="1816100"/>
                  </a:lnTo>
                  <a:lnTo>
                    <a:pt x="15148294" y="1816100"/>
                  </a:lnTo>
                  <a:lnTo>
                    <a:pt x="15148294" y="2400300"/>
                  </a:lnTo>
                  <a:lnTo>
                    <a:pt x="15011388" y="2400300"/>
                  </a:lnTo>
                  <a:lnTo>
                    <a:pt x="15011388" y="2425700"/>
                  </a:lnTo>
                  <a:lnTo>
                    <a:pt x="15148294" y="2425700"/>
                  </a:lnTo>
                  <a:lnTo>
                    <a:pt x="15148294" y="3009900"/>
                  </a:lnTo>
                  <a:lnTo>
                    <a:pt x="15011388" y="3009900"/>
                  </a:lnTo>
                  <a:lnTo>
                    <a:pt x="15011388" y="3022600"/>
                  </a:lnTo>
                  <a:lnTo>
                    <a:pt x="18287988" y="3022600"/>
                  </a:lnTo>
                  <a:lnTo>
                    <a:pt x="18287988" y="3009900"/>
                  </a:lnTo>
                  <a:lnTo>
                    <a:pt x="18173218" y="3009900"/>
                  </a:lnTo>
                  <a:lnTo>
                    <a:pt x="18173218" y="2425700"/>
                  </a:lnTo>
                  <a:lnTo>
                    <a:pt x="18287988" y="2425700"/>
                  </a:lnTo>
                  <a:lnTo>
                    <a:pt x="18287988" y="2400300"/>
                  </a:lnTo>
                  <a:lnTo>
                    <a:pt x="18173218" y="2400300"/>
                  </a:lnTo>
                  <a:lnTo>
                    <a:pt x="18173218" y="1816100"/>
                  </a:lnTo>
                  <a:lnTo>
                    <a:pt x="18287988" y="1816100"/>
                  </a:lnTo>
                  <a:lnTo>
                    <a:pt x="18287988" y="1803400"/>
                  </a:lnTo>
                  <a:lnTo>
                    <a:pt x="18173218" y="1803400"/>
                  </a:lnTo>
                  <a:lnTo>
                    <a:pt x="18173218" y="1219200"/>
                  </a:lnTo>
                  <a:lnTo>
                    <a:pt x="18287988" y="1219200"/>
                  </a:lnTo>
                  <a:lnTo>
                    <a:pt x="18287988" y="1206500"/>
                  </a:lnTo>
                  <a:lnTo>
                    <a:pt x="18173218" y="1206500"/>
                  </a:lnTo>
                  <a:lnTo>
                    <a:pt x="18173218" y="622300"/>
                  </a:lnTo>
                  <a:lnTo>
                    <a:pt x="18287988" y="622300"/>
                  </a:lnTo>
                  <a:lnTo>
                    <a:pt x="18287988" y="596900"/>
                  </a:lnTo>
                  <a:lnTo>
                    <a:pt x="18173218" y="596900"/>
                  </a:lnTo>
                  <a:lnTo>
                    <a:pt x="18173218" y="12700"/>
                  </a:lnTo>
                  <a:lnTo>
                    <a:pt x="18287988" y="12700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9"/>
            <p:cNvSpPr/>
            <p:nvPr/>
          </p:nvSpPr>
          <p:spPr>
            <a:xfrm>
              <a:off x="116281" y="9944112"/>
              <a:ext cx="18171795" cy="330200"/>
            </a:xfrm>
            <a:custGeom>
              <a:rect b="b" l="l" r="r" t="t"/>
              <a:pathLst>
                <a:path extrusionOk="0" h="330200" w="18171795">
                  <a:moveTo>
                    <a:pt x="18288" y="12700"/>
                  </a:moveTo>
                  <a:lnTo>
                    <a:pt x="0" y="12700"/>
                  </a:lnTo>
                  <a:lnTo>
                    <a:pt x="0" y="330200"/>
                  </a:lnTo>
                  <a:lnTo>
                    <a:pt x="18288" y="330200"/>
                  </a:lnTo>
                  <a:lnTo>
                    <a:pt x="18288" y="12700"/>
                  </a:lnTo>
                  <a:close/>
                </a:path>
                <a:path extrusionOk="0" h="330200" w="18171795">
                  <a:moveTo>
                    <a:pt x="619582" y="12700"/>
                  </a:moveTo>
                  <a:lnTo>
                    <a:pt x="601179" y="12700"/>
                  </a:lnTo>
                  <a:lnTo>
                    <a:pt x="601179" y="330200"/>
                  </a:lnTo>
                  <a:lnTo>
                    <a:pt x="619582" y="330200"/>
                  </a:lnTo>
                  <a:lnTo>
                    <a:pt x="619582" y="12700"/>
                  </a:lnTo>
                  <a:close/>
                </a:path>
                <a:path extrusionOk="0" h="330200" w="18171795">
                  <a:moveTo>
                    <a:pt x="1220863" y="12700"/>
                  </a:moveTo>
                  <a:lnTo>
                    <a:pt x="1202461" y="12700"/>
                  </a:lnTo>
                  <a:lnTo>
                    <a:pt x="1202461" y="330200"/>
                  </a:lnTo>
                  <a:lnTo>
                    <a:pt x="1220863" y="330200"/>
                  </a:lnTo>
                  <a:lnTo>
                    <a:pt x="1220863" y="12700"/>
                  </a:lnTo>
                  <a:close/>
                </a:path>
                <a:path extrusionOk="0" h="330200" w="18171795">
                  <a:moveTo>
                    <a:pt x="1822145" y="12700"/>
                  </a:moveTo>
                  <a:lnTo>
                    <a:pt x="1803742" y="12700"/>
                  </a:lnTo>
                  <a:lnTo>
                    <a:pt x="1803742" y="330200"/>
                  </a:lnTo>
                  <a:lnTo>
                    <a:pt x="1822145" y="330200"/>
                  </a:lnTo>
                  <a:lnTo>
                    <a:pt x="1822145" y="12700"/>
                  </a:lnTo>
                  <a:close/>
                </a:path>
                <a:path extrusionOk="0" h="330200" w="18171795">
                  <a:moveTo>
                    <a:pt x="2423426" y="12700"/>
                  </a:moveTo>
                  <a:lnTo>
                    <a:pt x="2405024" y="12700"/>
                  </a:lnTo>
                  <a:lnTo>
                    <a:pt x="2405024" y="330200"/>
                  </a:lnTo>
                  <a:lnTo>
                    <a:pt x="2423426" y="330200"/>
                  </a:lnTo>
                  <a:lnTo>
                    <a:pt x="2423426" y="12700"/>
                  </a:lnTo>
                  <a:close/>
                </a:path>
                <a:path extrusionOk="0" h="330200" w="18171795">
                  <a:moveTo>
                    <a:pt x="3024708" y="12700"/>
                  </a:moveTo>
                  <a:lnTo>
                    <a:pt x="3006306" y="12700"/>
                  </a:lnTo>
                  <a:lnTo>
                    <a:pt x="3006306" y="330200"/>
                  </a:lnTo>
                  <a:lnTo>
                    <a:pt x="3024708" y="330200"/>
                  </a:lnTo>
                  <a:lnTo>
                    <a:pt x="3024708" y="12700"/>
                  </a:lnTo>
                  <a:close/>
                </a:path>
                <a:path extrusionOk="0" h="330200" w="18171795">
                  <a:moveTo>
                    <a:pt x="3626002" y="130835"/>
                  </a:moveTo>
                  <a:lnTo>
                    <a:pt x="3607612" y="130835"/>
                  </a:lnTo>
                  <a:lnTo>
                    <a:pt x="3607612" y="330200"/>
                  </a:lnTo>
                  <a:lnTo>
                    <a:pt x="3626002" y="330200"/>
                  </a:lnTo>
                  <a:lnTo>
                    <a:pt x="3626002" y="130835"/>
                  </a:lnTo>
                  <a:close/>
                </a:path>
                <a:path extrusionOk="0" h="330200" w="18171795">
                  <a:moveTo>
                    <a:pt x="4227284" y="130835"/>
                  </a:moveTo>
                  <a:lnTo>
                    <a:pt x="4208894" y="130835"/>
                  </a:lnTo>
                  <a:lnTo>
                    <a:pt x="4208894" y="330200"/>
                  </a:lnTo>
                  <a:lnTo>
                    <a:pt x="4227284" y="330200"/>
                  </a:lnTo>
                  <a:lnTo>
                    <a:pt x="4227284" y="130835"/>
                  </a:lnTo>
                  <a:close/>
                </a:path>
                <a:path extrusionOk="0" h="330200" w="18171795">
                  <a:moveTo>
                    <a:pt x="4828565" y="130835"/>
                  </a:moveTo>
                  <a:lnTo>
                    <a:pt x="4810176" y="130835"/>
                  </a:lnTo>
                  <a:lnTo>
                    <a:pt x="4810176" y="330200"/>
                  </a:lnTo>
                  <a:lnTo>
                    <a:pt x="4828565" y="330200"/>
                  </a:lnTo>
                  <a:lnTo>
                    <a:pt x="4828565" y="130835"/>
                  </a:lnTo>
                  <a:close/>
                </a:path>
                <a:path extrusionOk="0" h="330200" w="18171795">
                  <a:moveTo>
                    <a:pt x="5429847" y="130835"/>
                  </a:moveTo>
                  <a:lnTo>
                    <a:pt x="5411457" y="130835"/>
                  </a:lnTo>
                  <a:lnTo>
                    <a:pt x="5411457" y="330200"/>
                  </a:lnTo>
                  <a:lnTo>
                    <a:pt x="5429847" y="330200"/>
                  </a:lnTo>
                  <a:lnTo>
                    <a:pt x="5429847" y="130835"/>
                  </a:lnTo>
                  <a:close/>
                </a:path>
                <a:path extrusionOk="0" h="330200" w="18171795">
                  <a:moveTo>
                    <a:pt x="6031128" y="130835"/>
                  </a:moveTo>
                  <a:lnTo>
                    <a:pt x="6012739" y="130835"/>
                  </a:lnTo>
                  <a:lnTo>
                    <a:pt x="6012739" y="330200"/>
                  </a:lnTo>
                  <a:lnTo>
                    <a:pt x="6031128" y="330200"/>
                  </a:lnTo>
                  <a:lnTo>
                    <a:pt x="6031128" y="130835"/>
                  </a:lnTo>
                  <a:close/>
                </a:path>
                <a:path extrusionOk="0" h="330200" w="18171795">
                  <a:moveTo>
                    <a:pt x="6632435" y="130835"/>
                  </a:moveTo>
                  <a:lnTo>
                    <a:pt x="6614033" y="130835"/>
                  </a:lnTo>
                  <a:lnTo>
                    <a:pt x="6614033" y="330200"/>
                  </a:lnTo>
                  <a:lnTo>
                    <a:pt x="6632435" y="330200"/>
                  </a:lnTo>
                  <a:lnTo>
                    <a:pt x="6632435" y="130835"/>
                  </a:lnTo>
                  <a:close/>
                </a:path>
                <a:path extrusionOk="0" h="330200" w="18171795">
                  <a:moveTo>
                    <a:pt x="7233717" y="130835"/>
                  </a:moveTo>
                  <a:lnTo>
                    <a:pt x="7215314" y="130835"/>
                  </a:lnTo>
                  <a:lnTo>
                    <a:pt x="7215314" y="330200"/>
                  </a:lnTo>
                  <a:lnTo>
                    <a:pt x="7233717" y="330200"/>
                  </a:lnTo>
                  <a:lnTo>
                    <a:pt x="7233717" y="130835"/>
                  </a:lnTo>
                  <a:close/>
                </a:path>
                <a:path extrusionOk="0" h="330200" w="18171795">
                  <a:moveTo>
                    <a:pt x="7834998" y="130835"/>
                  </a:moveTo>
                  <a:lnTo>
                    <a:pt x="7816596" y="130835"/>
                  </a:lnTo>
                  <a:lnTo>
                    <a:pt x="7816596" y="330200"/>
                  </a:lnTo>
                  <a:lnTo>
                    <a:pt x="7834998" y="330200"/>
                  </a:lnTo>
                  <a:lnTo>
                    <a:pt x="7834998" y="130835"/>
                  </a:lnTo>
                  <a:close/>
                </a:path>
                <a:path extrusionOk="0" h="330200" w="18171795">
                  <a:moveTo>
                    <a:pt x="8436280" y="130835"/>
                  </a:moveTo>
                  <a:lnTo>
                    <a:pt x="8417877" y="130835"/>
                  </a:lnTo>
                  <a:lnTo>
                    <a:pt x="8417877" y="330200"/>
                  </a:lnTo>
                  <a:lnTo>
                    <a:pt x="8436280" y="330200"/>
                  </a:lnTo>
                  <a:lnTo>
                    <a:pt x="8436280" y="130835"/>
                  </a:lnTo>
                  <a:close/>
                </a:path>
                <a:path extrusionOk="0" h="330200" w="18171795">
                  <a:moveTo>
                    <a:pt x="9037561" y="12700"/>
                  </a:moveTo>
                  <a:lnTo>
                    <a:pt x="9019159" y="12700"/>
                  </a:lnTo>
                  <a:lnTo>
                    <a:pt x="9019159" y="330200"/>
                  </a:lnTo>
                  <a:lnTo>
                    <a:pt x="9037561" y="330200"/>
                  </a:lnTo>
                  <a:lnTo>
                    <a:pt x="9037561" y="12700"/>
                  </a:lnTo>
                  <a:close/>
                </a:path>
                <a:path extrusionOk="0" h="330200" w="18171795">
                  <a:moveTo>
                    <a:pt x="9638843" y="130835"/>
                  </a:moveTo>
                  <a:lnTo>
                    <a:pt x="9620440" y="130835"/>
                  </a:lnTo>
                  <a:lnTo>
                    <a:pt x="9620440" y="330200"/>
                  </a:lnTo>
                  <a:lnTo>
                    <a:pt x="9638843" y="330200"/>
                  </a:lnTo>
                  <a:lnTo>
                    <a:pt x="9638843" y="130835"/>
                  </a:lnTo>
                  <a:close/>
                </a:path>
                <a:path extrusionOk="0" h="330200" w="18171795">
                  <a:moveTo>
                    <a:pt x="10240137" y="130835"/>
                  </a:moveTo>
                  <a:lnTo>
                    <a:pt x="10221735" y="130835"/>
                  </a:lnTo>
                  <a:lnTo>
                    <a:pt x="10221735" y="330200"/>
                  </a:lnTo>
                  <a:lnTo>
                    <a:pt x="10240137" y="330200"/>
                  </a:lnTo>
                  <a:lnTo>
                    <a:pt x="10240137" y="130835"/>
                  </a:lnTo>
                  <a:close/>
                </a:path>
                <a:path extrusionOk="0" h="330200" w="18171795">
                  <a:moveTo>
                    <a:pt x="10841419" y="130835"/>
                  </a:moveTo>
                  <a:lnTo>
                    <a:pt x="10823029" y="130835"/>
                  </a:lnTo>
                  <a:lnTo>
                    <a:pt x="10823029" y="330200"/>
                  </a:lnTo>
                  <a:lnTo>
                    <a:pt x="10841419" y="330200"/>
                  </a:lnTo>
                  <a:lnTo>
                    <a:pt x="10841419" y="130835"/>
                  </a:lnTo>
                  <a:close/>
                </a:path>
                <a:path extrusionOk="0" h="330200" w="18171795">
                  <a:moveTo>
                    <a:pt x="11442700" y="130835"/>
                  </a:moveTo>
                  <a:lnTo>
                    <a:pt x="11424310" y="130835"/>
                  </a:lnTo>
                  <a:lnTo>
                    <a:pt x="11424310" y="330200"/>
                  </a:lnTo>
                  <a:lnTo>
                    <a:pt x="11442700" y="330200"/>
                  </a:lnTo>
                  <a:lnTo>
                    <a:pt x="11442700" y="130835"/>
                  </a:lnTo>
                  <a:close/>
                </a:path>
                <a:path extrusionOk="0" h="330200" w="18171795">
                  <a:moveTo>
                    <a:pt x="12043982" y="130835"/>
                  </a:moveTo>
                  <a:lnTo>
                    <a:pt x="12025592" y="130835"/>
                  </a:lnTo>
                  <a:lnTo>
                    <a:pt x="12025592" y="330200"/>
                  </a:lnTo>
                  <a:lnTo>
                    <a:pt x="12043982" y="330200"/>
                  </a:lnTo>
                  <a:lnTo>
                    <a:pt x="12043982" y="130835"/>
                  </a:lnTo>
                  <a:close/>
                </a:path>
                <a:path extrusionOk="0" h="330200" w="18171795">
                  <a:moveTo>
                    <a:pt x="12645263" y="130835"/>
                  </a:moveTo>
                  <a:lnTo>
                    <a:pt x="12626873" y="130835"/>
                  </a:lnTo>
                  <a:lnTo>
                    <a:pt x="12626873" y="330200"/>
                  </a:lnTo>
                  <a:lnTo>
                    <a:pt x="12645263" y="330200"/>
                  </a:lnTo>
                  <a:lnTo>
                    <a:pt x="12645263" y="130835"/>
                  </a:lnTo>
                  <a:close/>
                </a:path>
                <a:path extrusionOk="0" h="330200" w="18171795">
                  <a:moveTo>
                    <a:pt x="13246570" y="130835"/>
                  </a:moveTo>
                  <a:lnTo>
                    <a:pt x="13228168" y="130835"/>
                  </a:lnTo>
                  <a:lnTo>
                    <a:pt x="13228168" y="330200"/>
                  </a:lnTo>
                  <a:lnTo>
                    <a:pt x="13246570" y="330200"/>
                  </a:lnTo>
                  <a:lnTo>
                    <a:pt x="13246570" y="130835"/>
                  </a:lnTo>
                  <a:close/>
                </a:path>
                <a:path extrusionOk="0" h="330200" w="18171795">
                  <a:moveTo>
                    <a:pt x="13847852" y="130835"/>
                  </a:moveTo>
                  <a:lnTo>
                    <a:pt x="13829449" y="130835"/>
                  </a:lnTo>
                  <a:lnTo>
                    <a:pt x="13829449" y="330200"/>
                  </a:lnTo>
                  <a:lnTo>
                    <a:pt x="13847852" y="330200"/>
                  </a:lnTo>
                  <a:lnTo>
                    <a:pt x="13847852" y="130835"/>
                  </a:lnTo>
                  <a:close/>
                </a:path>
                <a:path extrusionOk="0" h="330200" w="18171795">
                  <a:moveTo>
                    <a:pt x="14449133" y="130835"/>
                  </a:moveTo>
                  <a:lnTo>
                    <a:pt x="14430731" y="130835"/>
                  </a:lnTo>
                  <a:lnTo>
                    <a:pt x="14430731" y="330200"/>
                  </a:lnTo>
                  <a:lnTo>
                    <a:pt x="14449133" y="330200"/>
                  </a:lnTo>
                  <a:lnTo>
                    <a:pt x="14449133" y="130835"/>
                  </a:lnTo>
                  <a:close/>
                </a:path>
                <a:path extrusionOk="0" h="330200" w="18171795">
                  <a:moveTo>
                    <a:pt x="18171706" y="0"/>
                  </a:moveTo>
                  <a:lnTo>
                    <a:pt x="14895106" y="0"/>
                  </a:lnTo>
                  <a:lnTo>
                    <a:pt x="14895106" y="12700"/>
                  </a:lnTo>
                  <a:lnTo>
                    <a:pt x="15032012" y="12700"/>
                  </a:lnTo>
                  <a:lnTo>
                    <a:pt x="15032012" y="330200"/>
                  </a:lnTo>
                  <a:lnTo>
                    <a:pt x="15050415" y="330200"/>
                  </a:lnTo>
                  <a:lnTo>
                    <a:pt x="15050415" y="12700"/>
                  </a:lnTo>
                  <a:lnTo>
                    <a:pt x="15633294" y="12700"/>
                  </a:lnTo>
                  <a:lnTo>
                    <a:pt x="15633294" y="330200"/>
                  </a:lnTo>
                  <a:lnTo>
                    <a:pt x="15651696" y="330200"/>
                  </a:lnTo>
                  <a:lnTo>
                    <a:pt x="15651696" y="12700"/>
                  </a:lnTo>
                  <a:lnTo>
                    <a:pt x="16234601" y="12700"/>
                  </a:lnTo>
                  <a:lnTo>
                    <a:pt x="16234601" y="330200"/>
                  </a:lnTo>
                  <a:lnTo>
                    <a:pt x="16252990" y="330200"/>
                  </a:lnTo>
                  <a:lnTo>
                    <a:pt x="16252990" y="12700"/>
                  </a:lnTo>
                  <a:lnTo>
                    <a:pt x="16835882" y="12700"/>
                  </a:lnTo>
                  <a:lnTo>
                    <a:pt x="16835882" y="330200"/>
                  </a:lnTo>
                  <a:lnTo>
                    <a:pt x="16854272" y="330200"/>
                  </a:lnTo>
                  <a:lnTo>
                    <a:pt x="16854272" y="12700"/>
                  </a:lnTo>
                  <a:lnTo>
                    <a:pt x="17437164" y="12700"/>
                  </a:lnTo>
                  <a:lnTo>
                    <a:pt x="17437164" y="330200"/>
                  </a:lnTo>
                  <a:lnTo>
                    <a:pt x="17455553" y="330200"/>
                  </a:lnTo>
                  <a:lnTo>
                    <a:pt x="17455553" y="12700"/>
                  </a:lnTo>
                  <a:lnTo>
                    <a:pt x="18038445" y="12700"/>
                  </a:lnTo>
                  <a:lnTo>
                    <a:pt x="18038445" y="330200"/>
                  </a:lnTo>
                  <a:lnTo>
                    <a:pt x="18056937" y="330200"/>
                  </a:lnTo>
                  <a:lnTo>
                    <a:pt x="18056937" y="12700"/>
                  </a:lnTo>
                  <a:lnTo>
                    <a:pt x="18171706" y="12700"/>
                  </a:lnTo>
                  <a:lnTo>
                    <a:pt x="18171706" y="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4" name="Google Shape;444;p9"/>
          <p:cNvSpPr txBox="1"/>
          <p:nvPr/>
        </p:nvSpPr>
        <p:spPr>
          <a:xfrm>
            <a:off x="5855350" y="2097350"/>
            <a:ext cx="1910100" cy="80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91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Entidad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287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CARRO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339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339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PRODUCTO TRABAJO NIVEL ANIMAL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5" name="Google Shape;445;p9"/>
          <p:cNvSpPr txBox="1"/>
          <p:nvPr/>
        </p:nvSpPr>
        <p:spPr>
          <a:xfrm>
            <a:off x="10611778" y="1944194"/>
            <a:ext cx="3078600" cy="83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91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Instancias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61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Toyota Corolla Volkswagen Beetle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58420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58420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Nike Air Jordan iPad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93345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Programador Profesor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111506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Experto Principiante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219329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Perro Gato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6" name="Google Shape;446;p9"/>
          <p:cNvSpPr txBox="1"/>
          <p:nvPr>
            <p:ph type="title"/>
          </p:nvPr>
        </p:nvSpPr>
        <p:spPr>
          <a:xfrm>
            <a:off x="5546150" y="365125"/>
            <a:ext cx="97161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MODELO CONCEPTUAL</a:t>
            </a:r>
            <a:endParaRPr sz="60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47" name="Google Shape;447;p9"/>
          <p:cNvSpPr txBox="1"/>
          <p:nvPr/>
        </p:nvSpPr>
        <p:spPr>
          <a:xfrm>
            <a:off x="1016000" y="652312"/>
            <a:ext cx="387794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SISTEMAS DE BASES DE DATOS 1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5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0"/>
          <p:cNvSpPr/>
          <p:nvPr/>
        </p:nvSpPr>
        <p:spPr>
          <a:xfrm>
            <a:off x="116283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286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286" y="0"/>
                </a:lnTo>
                <a:lnTo>
                  <a:pt x="18286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0"/>
          <p:cNvSpPr/>
          <p:nvPr/>
        </p:nvSpPr>
        <p:spPr>
          <a:xfrm>
            <a:off x="71747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0"/>
          <p:cNvSpPr/>
          <p:nvPr/>
        </p:nvSpPr>
        <p:spPr>
          <a:xfrm>
            <a:off x="131875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0"/>
          <p:cNvSpPr/>
          <p:nvPr/>
        </p:nvSpPr>
        <p:spPr>
          <a:xfrm>
            <a:off x="1920034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0"/>
          <p:cNvSpPr/>
          <p:nvPr/>
        </p:nvSpPr>
        <p:spPr>
          <a:xfrm>
            <a:off x="2521315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0"/>
          <p:cNvSpPr/>
          <p:nvPr/>
        </p:nvSpPr>
        <p:spPr>
          <a:xfrm>
            <a:off x="3122596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0"/>
          <p:cNvSpPr/>
          <p:nvPr/>
        </p:nvSpPr>
        <p:spPr>
          <a:xfrm>
            <a:off x="3723896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0"/>
          <p:cNvSpPr/>
          <p:nvPr/>
        </p:nvSpPr>
        <p:spPr>
          <a:xfrm>
            <a:off x="4325177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0"/>
          <p:cNvSpPr/>
          <p:nvPr/>
        </p:nvSpPr>
        <p:spPr>
          <a:xfrm>
            <a:off x="4926459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0"/>
          <p:cNvSpPr/>
          <p:nvPr/>
        </p:nvSpPr>
        <p:spPr>
          <a:xfrm>
            <a:off x="5527740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0"/>
          <p:cNvSpPr/>
          <p:nvPr/>
        </p:nvSpPr>
        <p:spPr>
          <a:xfrm>
            <a:off x="6129021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0"/>
          <p:cNvSpPr/>
          <p:nvPr/>
        </p:nvSpPr>
        <p:spPr>
          <a:xfrm>
            <a:off x="673032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0"/>
          <p:cNvSpPr/>
          <p:nvPr/>
        </p:nvSpPr>
        <p:spPr>
          <a:xfrm>
            <a:off x="733160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0"/>
          <p:cNvSpPr/>
          <p:nvPr/>
        </p:nvSpPr>
        <p:spPr>
          <a:xfrm>
            <a:off x="7932884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853416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0"/>
          <p:cNvSpPr/>
          <p:nvPr/>
        </p:nvSpPr>
        <p:spPr>
          <a:xfrm>
            <a:off x="9135447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0"/>
          <p:cNvSpPr/>
          <p:nvPr/>
        </p:nvSpPr>
        <p:spPr>
          <a:xfrm>
            <a:off x="9736728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0"/>
          <p:cNvSpPr/>
          <p:nvPr/>
        </p:nvSpPr>
        <p:spPr>
          <a:xfrm>
            <a:off x="10338028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0"/>
          <p:cNvSpPr/>
          <p:nvPr/>
        </p:nvSpPr>
        <p:spPr>
          <a:xfrm>
            <a:off x="10939310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0"/>
          <p:cNvSpPr/>
          <p:nvPr/>
        </p:nvSpPr>
        <p:spPr>
          <a:xfrm>
            <a:off x="1154059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0"/>
          <p:cNvSpPr/>
          <p:nvPr/>
        </p:nvSpPr>
        <p:spPr>
          <a:xfrm>
            <a:off x="12141873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0"/>
          <p:cNvSpPr/>
          <p:nvPr/>
        </p:nvSpPr>
        <p:spPr>
          <a:xfrm>
            <a:off x="1274315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0"/>
          <p:cNvSpPr/>
          <p:nvPr/>
        </p:nvSpPr>
        <p:spPr>
          <a:xfrm>
            <a:off x="1334445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0"/>
          <p:cNvSpPr/>
          <p:nvPr/>
        </p:nvSpPr>
        <p:spPr>
          <a:xfrm>
            <a:off x="13945737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0"/>
          <p:cNvSpPr/>
          <p:nvPr/>
        </p:nvSpPr>
        <p:spPr>
          <a:xfrm>
            <a:off x="14547019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0"/>
          <p:cNvSpPr/>
          <p:nvPr/>
        </p:nvSpPr>
        <p:spPr>
          <a:xfrm>
            <a:off x="1514830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0"/>
          <p:cNvSpPr/>
          <p:nvPr/>
        </p:nvSpPr>
        <p:spPr>
          <a:xfrm>
            <a:off x="1574958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0"/>
          <p:cNvSpPr/>
          <p:nvPr/>
        </p:nvSpPr>
        <p:spPr>
          <a:xfrm>
            <a:off x="1635088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0"/>
          <p:cNvSpPr/>
          <p:nvPr/>
        </p:nvSpPr>
        <p:spPr>
          <a:xfrm>
            <a:off x="1695216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0"/>
          <p:cNvSpPr/>
          <p:nvPr/>
        </p:nvSpPr>
        <p:spPr>
          <a:xfrm>
            <a:off x="17553446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3" name="Google Shape;483;p10"/>
          <p:cNvGrpSpPr/>
          <p:nvPr/>
        </p:nvGrpSpPr>
        <p:grpSpPr>
          <a:xfrm>
            <a:off x="0" y="11"/>
            <a:ext cx="18288000" cy="10274301"/>
            <a:chOff x="0" y="11"/>
            <a:chExt cx="18288000" cy="10274301"/>
          </a:xfrm>
        </p:grpSpPr>
        <p:sp>
          <p:nvSpPr>
            <p:cNvPr id="484" name="Google Shape;484;p10"/>
            <p:cNvSpPr/>
            <p:nvPr/>
          </p:nvSpPr>
          <p:spPr>
            <a:xfrm>
              <a:off x="0" y="11"/>
              <a:ext cx="18288000" cy="2120900"/>
            </a:xfrm>
            <a:custGeom>
              <a:rect b="b" l="l" r="r" t="t"/>
              <a:pathLst>
                <a:path extrusionOk="0" h="2120900" w="18288000">
                  <a:moveTo>
                    <a:pt x="18287988" y="317500"/>
                  </a:moveTo>
                  <a:lnTo>
                    <a:pt x="18173218" y="3175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1524000"/>
                  </a:lnTo>
                  <a:lnTo>
                    <a:pt x="17571835" y="1524000"/>
                  </a:lnTo>
                  <a:lnTo>
                    <a:pt x="17571835" y="939800"/>
                  </a:lnTo>
                  <a:lnTo>
                    <a:pt x="18154727" y="939800"/>
                  </a:lnTo>
                  <a:lnTo>
                    <a:pt x="18154727" y="914400"/>
                  </a:lnTo>
                  <a:lnTo>
                    <a:pt x="17571835" y="914400"/>
                  </a:lnTo>
                  <a:lnTo>
                    <a:pt x="17571835" y="342900"/>
                  </a:lnTo>
                  <a:lnTo>
                    <a:pt x="18154727" y="342900"/>
                  </a:lnTo>
                  <a:lnTo>
                    <a:pt x="18154727" y="317500"/>
                  </a:lnTo>
                  <a:lnTo>
                    <a:pt x="17553445" y="317500"/>
                  </a:lnTo>
                  <a:lnTo>
                    <a:pt x="17553445" y="342900"/>
                  </a:lnTo>
                  <a:lnTo>
                    <a:pt x="17553445" y="914400"/>
                  </a:lnTo>
                  <a:lnTo>
                    <a:pt x="17553445" y="939800"/>
                  </a:lnTo>
                  <a:lnTo>
                    <a:pt x="17553445" y="1524000"/>
                  </a:lnTo>
                  <a:lnTo>
                    <a:pt x="16970553" y="1524000"/>
                  </a:lnTo>
                  <a:lnTo>
                    <a:pt x="16970553" y="939800"/>
                  </a:lnTo>
                  <a:lnTo>
                    <a:pt x="17553445" y="939800"/>
                  </a:lnTo>
                  <a:lnTo>
                    <a:pt x="17553445" y="914400"/>
                  </a:lnTo>
                  <a:lnTo>
                    <a:pt x="16970553" y="914400"/>
                  </a:lnTo>
                  <a:lnTo>
                    <a:pt x="16970553" y="342900"/>
                  </a:lnTo>
                  <a:lnTo>
                    <a:pt x="17553445" y="342900"/>
                  </a:lnTo>
                  <a:lnTo>
                    <a:pt x="17553445" y="317500"/>
                  </a:lnTo>
                  <a:lnTo>
                    <a:pt x="16952164" y="317500"/>
                  </a:lnTo>
                  <a:lnTo>
                    <a:pt x="16952164" y="342900"/>
                  </a:lnTo>
                  <a:lnTo>
                    <a:pt x="16952164" y="914400"/>
                  </a:lnTo>
                  <a:lnTo>
                    <a:pt x="16952164" y="939800"/>
                  </a:lnTo>
                  <a:lnTo>
                    <a:pt x="16952164" y="1524000"/>
                  </a:lnTo>
                  <a:lnTo>
                    <a:pt x="16369272" y="1524000"/>
                  </a:lnTo>
                  <a:lnTo>
                    <a:pt x="16369272" y="939800"/>
                  </a:lnTo>
                  <a:lnTo>
                    <a:pt x="16952164" y="939800"/>
                  </a:lnTo>
                  <a:lnTo>
                    <a:pt x="16952164" y="914400"/>
                  </a:lnTo>
                  <a:lnTo>
                    <a:pt x="16369272" y="914400"/>
                  </a:lnTo>
                  <a:lnTo>
                    <a:pt x="16369272" y="342900"/>
                  </a:lnTo>
                  <a:lnTo>
                    <a:pt x="16952164" y="342900"/>
                  </a:lnTo>
                  <a:lnTo>
                    <a:pt x="16952164" y="317500"/>
                  </a:lnTo>
                  <a:lnTo>
                    <a:pt x="16350882" y="317500"/>
                  </a:lnTo>
                  <a:lnTo>
                    <a:pt x="16350882" y="342900"/>
                  </a:lnTo>
                  <a:lnTo>
                    <a:pt x="16350882" y="914400"/>
                  </a:lnTo>
                  <a:lnTo>
                    <a:pt x="16350882" y="939800"/>
                  </a:lnTo>
                  <a:lnTo>
                    <a:pt x="16350882" y="1524000"/>
                  </a:lnTo>
                  <a:lnTo>
                    <a:pt x="15767977" y="1524000"/>
                  </a:lnTo>
                  <a:lnTo>
                    <a:pt x="15767977" y="939800"/>
                  </a:lnTo>
                  <a:lnTo>
                    <a:pt x="16350882" y="939800"/>
                  </a:lnTo>
                  <a:lnTo>
                    <a:pt x="16350882" y="914400"/>
                  </a:lnTo>
                  <a:lnTo>
                    <a:pt x="15767977" y="914400"/>
                  </a:lnTo>
                  <a:lnTo>
                    <a:pt x="15767977" y="342900"/>
                  </a:lnTo>
                  <a:lnTo>
                    <a:pt x="16350882" y="342900"/>
                  </a:lnTo>
                  <a:lnTo>
                    <a:pt x="16350882" y="317500"/>
                  </a:lnTo>
                  <a:lnTo>
                    <a:pt x="15749575" y="317500"/>
                  </a:lnTo>
                  <a:lnTo>
                    <a:pt x="15749575" y="342900"/>
                  </a:lnTo>
                  <a:lnTo>
                    <a:pt x="15749575" y="914400"/>
                  </a:lnTo>
                  <a:lnTo>
                    <a:pt x="15749575" y="939800"/>
                  </a:lnTo>
                  <a:lnTo>
                    <a:pt x="15749575" y="1524000"/>
                  </a:lnTo>
                  <a:lnTo>
                    <a:pt x="15166696" y="1524000"/>
                  </a:lnTo>
                  <a:lnTo>
                    <a:pt x="15166696" y="939800"/>
                  </a:lnTo>
                  <a:lnTo>
                    <a:pt x="15749575" y="939800"/>
                  </a:lnTo>
                  <a:lnTo>
                    <a:pt x="15749575" y="914400"/>
                  </a:lnTo>
                  <a:lnTo>
                    <a:pt x="15166696" y="914400"/>
                  </a:lnTo>
                  <a:lnTo>
                    <a:pt x="15166696" y="342900"/>
                  </a:lnTo>
                  <a:lnTo>
                    <a:pt x="15749575" y="342900"/>
                  </a:lnTo>
                  <a:lnTo>
                    <a:pt x="15749575" y="317500"/>
                  </a:lnTo>
                  <a:lnTo>
                    <a:pt x="15148294" y="317500"/>
                  </a:lnTo>
                  <a:lnTo>
                    <a:pt x="15148294" y="342900"/>
                  </a:lnTo>
                  <a:lnTo>
                    <a:pt x="15148294" y="914400"/>
                  </a:lnTo>
                  <a:lnTo>
                    <a:pt x="15148294" y="939800"/>
                  </a:lnTo>
                  <a:lnTo>
                    <a:pt x="15148294" y="1524000"/>
                  </a:lnTo>
                  <a:lnTo>
                    <a:pt x="14565414" y="1524000"/>
                  </a:lnTo>
                  <a:lnTo>
                    <a:pt x="14565414" y="939800"/>
                  </a:lnTo>
                  <a:lnTo>
                    <a:pt x="15148294" y="939800"/>
                  </a:lnTo>
                  <a:lnTo>
                    <a:pt x="15148294" y="914400"/>
                  </a:lnTo>
                  <a:lnTo>
                    <a:pt x="14565414" y="914400"/>
                  </a:lnTo>
                  <a:lnTo>
                    <a:pt x="14565414" y="342900"/>
                  </a:lnTo>
                  <a:lnTo>
                    <a:pt x="15148294" y="342900"/>
                  </a:lnTo>
                  <a:lnTo>
                    <a:pt x="15148294" y="317500"/>
                  </a:lnTo>
                  <a:lnTo>
                    <a:pt x="14547012" y="317500"/>
                  </a:lnTo>
                  <a:lnTo>
                    <a:pt x="14547012" y="342900"/>
                  </a:lnTo>
                  <a:lnTo>
                    <a:pt x="14547012" y="914400"/>
                  </a:lnTo>
                  <a:lnTo>
                    <a:pt x="14547012" y="939800"/>
                  </a:lnTo>
                  <a:lnTo>
                    <a:pt x="14547012" y="1524000"/>
                  </a:lnTo>
                  <a:lnTo>
                    <a:pt x="13964133" y="1524000"/>
                  </a:lnTo>
                  <a:lnTo>
                    <a:pt x="13964133" y="939800"/>
                  </a:lnTo>
                  <a:lnTo>
                    <a:pt x="14547012" y="939800"/>
                  </a:lnTo>
                  <a:lnTo>
                    <a:pt x="14547012" y="914400"/>
                  </a:lnTo>
                  <a:lnTo>
                    <a:pt x="13964133" y="914400"/>
                  </a:lnTo>
                  <a:lnTo>
                    <a:pt x="13964133" y="342900"/>
                  </a:lnTo>
                  <a:lnTo>
                    <a:pt x="14547012" y="342900"/>
                  </a:lnTo>
                  <a:lnTo>
                    <a:pt x="14547012" y="317500"/>
                  </a:lnTo>
                  <a:lnTo>
                    <a:pt x="13945730" y="317500"/>
                  </a:lnTo>
                  <a:lnTo>
                    <a:pt x="13945730" y="342900"/>
                  </a:lnTo>
                  <a:lnTo>
                    <a:pt x="13945730" y="914400"/>
                  </a:lnTo>
                  <a:lnTo>
                    <a:pt x="13945730" y="939800"/>
                  </a:lnTo>
                  <a:lnTo>
                    <a:pt x="13945730" y="1524000"/>
                  </a:lnTo>
                  <a:lnTo>
                    <a:pt x="13362851" y="1524000"/>
                  </a:lnTo>
                  <a:lnTo>
                    <a:pt x="13362851" y="939800"/>
                  </a:lnTo>
                  <a:lnTo>
                    <a:pt x="13945730" y="939800"/>
                  </a:lnTo>
                  <a:lnTo>
                    <a:pt x="13945730" y="914400"/>
                  </a:lnTo>
                  <a:lnTo>
                    <a:pt x="13362851" y="914400"/>
                  </a:lnTo>
                  <a:lnTo>
                    <a:pt x="13362851" y="342900"/>
                  </a:lnTo>
                  <a:lnTo>
                    <a:pt x="13945730" y="342900"/>
                  </a:lnTo>
                  <a:lnTo>
                    <a:pt x="13945730" y="317500"/>
                  </a:lnTo>
                  <a:lnTo>
                    <a:pt x="13344449" y="317500"/>
                  </a:lnTo>
                  <a:lnTo>
                    <a:pt x="13344449" y="342900"/>
                  </a:lnTo>
                  <a:lnTo>
                    <a:pt x="13344449" y="914400"/>
                  </a:lnTo>
                  <a:lnTo>
                    <a:pt x="13344449" y="939800"/>
                  </a:lnTo>
                  <a:lnTo>
                    <a:pt x="13344449" y="1524000"/>
                  </a:lnTo>
                  <a:lnTo>
                    <a:pt x="12761544" y="1524000"/>
                  </a:lnTo>
                  <a:lnTo>
                    <a:pt x="12761544" y="939800"/>
                  </a:lnTo>
                  <a:lnTo>
                    <a:pt x="13344449" y="939800"/>
                  </a:lnTo>
                  <a:lnTo>
                    <a:pt x="13344449" y="914400"/>
                  </a:lnTo>
                  <a:lnTo>
                    <a:pt x="12761544" y="914400"/>
                  </a:lnTo>
                  <a:lnTo>
                    <a:pt x="12761544" y="342900"/>
                  </a:lnTo>
                  <a:lnTo>
                    <a:pt x="13344449" y="342900"/>
                  </a:lnTo>
                  <a:lnTo>
                    <a:pt x="13344449" y="317500"/>
                  </a:lnTo>
                  <a:lnTo>
                    <a:pt x="12743155" y="317500"/>
                  </a:lnTo>
                  <a:lnTo>
                    <a:pt x="12743155" y="342900"/>
                  </a:lnTo>
                  <a:lnTo>
                    <a:pt x="12743155" y="914400"/>
                  </a:lnTo>
                  <a:lnTo>
                    <a:pt x="12743155" y="939800"/>
                  </a:lnTo>
                  <a:lnTo>
                    <a:pt x="12743155" y="1524000"/>
                  </a:lnTo>
                  <a:lnTo>
                    <a:pt x="12160263" y="1524000"/>
                  </a:lnTo>
                  <a:lnTo>
                    <a:pt x="12160263" y="939800"/>
                  </a:lnTo>
                  <a:lnTo>
                    <a:pt x="12743155" y="939800"/>
                  </a:lnTo>
                  <a:lnTo>
                    <a:pt x="12743155" y="914400"/>
                  </a:lnTo>
                  <a:lnTo>
                    <a:pt x="12160263" y="914400"/>
                  </a:lnTo>
                  <a:lnTo>
                    <a:pt x="12160263" y="342900"/>
                  </a:lnTo>
                  <a:lnTo>
                    <a:pt x="12743155" y="342900"/>
                  </a:lnTo>
                  <a:lnTo>
                    <a:pt x="12743155" y="317500"/>
                  </a:lnTo>
                  <a:lnTo>
                    <a:pt x="12141873" y="317500"/>
                  </a:lnTo>
                  <a:lnTo>
                    <a:pt x="12141873" y="342900"/>
                  </a:lnTo>
                  <a:lnTo>
                    <a:pt x="12141873" y="914400"/>
                  </a:lnTo>
                  <a:lnTo>
                    <a:pt x="12141873" y="939800"/>
                  </a:lnTo>
                  <a:lnTo>
                    <a:pt x="12141873" y="1524000"/>
                  </a:lnTo>
                  <a:lnTo>
                    <a:pt x="11558981" y="1524000"/>
                  </a:lnTo>
                  <a:lnTo>
                    <a:pt x="11558981" y="939800"/>
                  </a:lnTo>
                  <a:lnTo>
                    <a:pt x="12141873" y="939800"/>
                  </a:lnTo>
                  <a:lnTo>
                    <a:pt x="12141873" y="914400"/>
                  </a:lnTo>
                  <a:lnTo>
                    <a:pt x="11558981" y="914400"/>
                  </a:lnTo>
                  <a:lnTo>
                    <a:pt x="11558981" y="342900"/>
                  </a:lnTo>
                  <a:lnTo>
                    <a:pt x="12141873" y="342900"/>
                  </a:lnTo>
                  <a:lnTo>
                    <a:pt x="12141873" y="317500"/>
                  </a:lnTo>
                  <a:lnTo>
                    <a:pt x="11540592" y="317500"/>
                  </a:lnTo>
                  <a:lnTo>
                    <a:pt x="11540592" y="342900"/>
                  </a:lnTo>
                  <a:lnTo>
                    <a:pt x="11540592" y="914400"/>
                  </a:lnTo>
                  <a:lnTo>
                    <a:pt x="11540592" y="939800"/>
                  </a:lnTo>
                  <a:lnTo>
                    <a:pt x="11540592" y="1524000"/>
                  </a:lnTo>
                  <a:lnTo>
                    <a:pt x="10957700" y="1524000"/>
                  </a:lnTo>
                  <a:lnTo>
                    <a:pt x="10957700" y="939800"/>
                  </a:lnTo>
                  <a:lnTo>
                    <a:pt x="11540592" y="939800"/>
                  </a:lnTo>
                  <a:lnTo>
                    <a:pt x="11540592" y="914400"/>
                  </a:lnTo>
                  <a:lnTo>
                    <a:pt x="10957700" y="914400"/>
                  </a:lnTo>
                  <a:lnTo>
                    <a:pt x="10957700" y="342900"/>
                  </a:lnTo>
                  <a:lnTo>
                    <a:pt x="11540592" y="342900"/>
                  </a:lnTo>
                  <a:lnTo>
                    <a:pt x="11540592" y="317500"/>
                  </a:lnTo>
                  <a:lnTo>
                    <a:pt x="10939310" y="317500"/>
                  </a:lnTo>
                  <a:lnTo>
                    <a:pt x="10939310" y="342900"/>
                  </a:lnTo>
                  <a:lnTo>
                    <a:pt x="10939310" y="914400"/>
                  </a:lnTo>
                  <a:lnTo>
                    <a:pt x="10939310" y="939800"/>
                  </a:lnTo>
                  <a:lnTo>
                    <a:pt x="10939310" y="1524000"/>
                  </a:lnTo>
                  <a:lnTo>
                    <a:pt x="10356418" y="1524000"/>
                  </a:lnTo>
                  <a:lnTo>
                    <a:pt x="10356418" y="939800"/>
                  </a:lnTo>
                  <a:lnTo>
                    <a:pt x="10939310" y="939800"/>
                  </a:lnTo>
                  <a:lnTo>
                    <a:pt x="10939310" y="914400"/>
                  </a:lnTo>
                  <a:lnTo>
                    <a:pt x="10356418" y="914400"/>
                  </a:lnTo>
                  <a:lnTo>
                    <a:pt x="10356418" y="342900"/>
                  </a:lnTo>
                  <a:lnTo>
                    <a:pt x="10939310" y="342900"/>
                  </a:lnTo>
                  <a:lnTo>
                    <a:pt x="10939310" y="317500"/>
                  </a:lnTo>
                  <a:lnTo>
                    <a:pt x="10338016" y="317500"/>
                  </a:lnTo>
                  <a:lnTo>
                    <a:pt x="10338016" y="342900"/>
                  </a:lnTo>
                  <a:lnTo>
                    <a:pt x="10338016" y="914400"/>
                  </a:lnTo>
                  <a:lnTo>
                    <a:pt x="10338016" y="939800"/>
                  </a:lnTo>
                  <a:lnTo>
                    <a:pt x="10338016" y="1524000"/>
                  </a:lnTo>
                  <a:lnTo>
                    <a:pt x="9755124" y="1524000"/>
                  </a:lnTo>
                  <a:lnTo>
                    <a:pt x="9755124" y="939800"/>
                  </a:lnTo>
                  <a:lnTo>
                    <a:pt x="10338016" y="939800"/>
                  </a:lnTo>
                  <a:lnTo>
                    <a:pt x="10338016" y="914400"/>
                  </a:lnTo>
                  <a:lnTo>
                    <a:pt x="9755124" y="914400"/>
                  </a:lnTo>
                  <a:lnTo>
                    <a:pt x="9755124" y="342900"/>
                  </a:lnTo>
                  <a:lnTo>
                    <a:pt x="10338016" y="342900"/>
                  </a:lnTo>
                  <a:lnTo>
                    <a:pt x="10338016" y="317500"/>
                  </a:lnTo>
                  <a:lnTo>
                    <a:pt x="9736722" y="317500"/>
                  </a:lnTo>
                  <a:lnTo>
                    <a:pt x="9736722" y="342900"/>
                  </a:lnTo>
                  <a:lnTo>
                    <a:pt x="9736722" y="914400"/>
                  </a:lnTo>
                  <a:lnTo>
                    <a:pt x="9736722" y="939800"/>
                  </a:lnTo>
                  <a:lnTo>
                    <a:pt x="9736722" y="1524000"/>
                  </a:lnTo>
                  <a:lnTo>
                    <a:pt x="9153842" y="1524000"/>
                  </a:lnTo>
                  <a:lnTo>
                    <a:pt x="9153842" y="939800"/>
                  </a:lnTo>
                  <a:lnTo>
                    <a:pt x="9736722" y="939800"/>
                  </a:lnTo>
                  <a:lnTo>
                    <a:pt x="9736722" y="914400"/>
                  </a:lnTo>
                  <a:lnTo>
                    <a:pt x="9153842" y="914400"/>
                  </a:lnTo>
                  <a:lnTo>
                    <a:pt x="9153842" y="342900"/>
                  </a:lnTo>
                  <a:lnTo>
                    <a:pt x="9736722" y="342900"/>
                  </a:lnTo>
                  <a:lnTo>
                    <a:pt x="9736722" y="317500"/>
                  </a:lnTo>
                  <a:lnTo>
                    <a:pt x="9135440" y="317500"/>
                  </a:lnTo>
                  <a:lnTo>
                    <a:pt x="9135440" y="342900"/>
                  </a:lnTo>
                  <a:lnTo>
                    <a:pt x="9135440" y="914400"/>
                  </a:lnTo>
                  <a:lnTo>
                    <a:pt x="9135440" y="939800"/>
                  </a:lnTo>
                  <a:lnTo>
                    <a:pt x="9135440" y="1524000"/>
                  </a:lnTo>
                  <a:lnTo>
                    <a:pt x="8552561" y="1524000"/>
                  </a:lnTo>
                  <a:lnTo>
                    <a:pt x="8552561" y="939800"/>
                  </a:lnTo>
                  <a:lnTo>
                    <a:pt x="9135440" y="939800"/>
                  </a:lnTo>
                  <a:lnTo>
                    <a:pt x="9135440" y="914400"/>
                  </a:lnTo>
                  <a:lnTo>
                    <a:pt x="8552561" y="914400"/>
                  </a:lnTo>
                  <a:lnTo>
                    <a:pt x="8552561" y="342900"/>
                  </a:lnTo>
                  <a:lnTo>
                    <a:pt x="9135440" y="342900"/>
                  </a:lnTo>
                  <a:lnTo>
                    <a:pt x="9135440" y="317500"/>
                  </a:lnTo>
                  <a:lnTo>
                    <a:pt x="8534159" y="317500"/>
                  </a:lnTo>
                  <a:lnTo>
                    <a:pt x="8534159" y="342900"/>
                  </a:lnTo>
                  <a:lnTo>
                    <a:pt x="8534159" y="914400"/>
                  </a:lnTo>
                  <a:lnTo>
                    <a:pt x="8534159" y="939800"/>
                  </a:lnTo>
                  <a:lnTo>
                    <a:pt x="8534159" y="1524000"/>
                  </a:lnTo>
                  <a:lnTo>
                    <a:pt x="7951279" y="1524000"/>
                  </a:lnTo>
                  <a:lnTo>
                    <a:pt x="7951279" y="939800"/>
                  </a:lnTo>
                  <a:lnTo>
                    <a:pt x="8534159" y="939800"/>
                  </a:lnTo>
                  <a:lnTo>
                    <a:pt x="8534159" y="914400"/>
                  </a:lnTo>
                  <a:lnTo>
                    <a:pt x="7951279" y="914400"/>
                  </a:lnTo>
                  <a:lnTo>
                    <a:pt x="7951279" y="342900"/>
                  </a:lnTo>
                  <a:lnTo>
                    <a:pt x="8534159" y="342900"/>
                  </a:lnTo>
                  <a:lnTo>
                    <a:pt x="8534159" y="317500"/>
                  </a:lnTo>
                  <a:lnTo>
                    <a:pt x="7932877" y="317500"/>
                  </a:lnTo>
                  <a:lnTo>
                    <a:pt x="7932877" y="342900"/>
                  </a:lnTo>
                  <a:lnTo>
                    <a:pt x="7932877" y="914400"/>
                  </a:lnTo>
                  <a:lnTo>
                    <a:pt x="7932877" y="939800"/>
                  </a:lnTo>
                  <a:lnTo>
                    <a:pt x="7932877" y="1524000"/>
                  </a:lnTo>
                  <a:lnTo>
                    <a:pt x="7349998" y="1524000"/>
                  </a:lnTo>
                  <a:lnTo>
                    <a:pt x="7349998" y="939800"/>
                  </a:lnTo>
                  <a:lnTo>
                    <a:pt x="7932877" y="939800"/>
                  </a:lnTo>
                  <a:lnTo>
                    <a:pt x="7932877" y="914400"/>
                  </a:lnTo>
                  <a:lnTo>
                    <a:pt x="7349998" y="914400"/>
                  </a:lnTo>
                  <a:lnTo>
                    <a:pt x="7349998" y="342900"/>
                  </a:lnTo>
                  <a:lnTo>
                    <a:pt x="7932877" y="342900"/>
                  </a:lnTo>
                  <a:lnTo>
                    <a:pt x="7932877" y="317500"/>
                  </a:lnTo>
                  <a:lnTo>
                    <a:pt x="7331596" y="317500"/>
                  </a:lnTo>
                  <a:lnTo>
                    <a:pt x="7331596" y="342900"/>
                  </a:lnTo>
                  <a:lnTo>
                    <a:pt x="7331596" y="914400"/>
                  </a:lnTo>
                  <a:lnTo>
                    <a:pt x="7331596" y="939800"/>
                  </a:lnTo>
                  <a:lnTo>
                    <a:pt x="7331596" y="1524000"/>
                  </a:lnTo>
                  <a:lnTo>
                    <a:pt x="6748716" y="1524000"/>
                  </a:lnTo>
                  <a:lnTo>
                    <a:pt x="6748716" y="939800"/>
                  </a:lnTo>
                  <a:lnTo>
                    <a:pt x="7331596" y="939800"/>
                  </a:lnTo>
                  <a:lnTo>
                    <a:pt x="7331596" y="914400"/>
                  </a:lnTo>
                  <a:lnTo>
                    <a:pt x="6748716" y="914400"/>
                  </a:lnTo>
                  <a:lnTo>
                    <a:pt x="6748716" y="342900"/>
                  </a:lnTo>
                  <a:lnTo>
                    <a:pt x="7331596" y="342900"/>
                  </a:lnTo>
                  <a:lnTo>
                    <a:pt x="7331596" y="317500"/>
                  </a:lnTo>
                  <a:lnTo>
                    <a:pt x="6730314" y="317500"/>
                  </a:lnTo>
                  <a:lnTo>
                    <a:pt x="6730314" y="342900"/>
                  </a:lnTo>
                  <a:lnTo>
                    <a:pt x="6730314" y="914400"/>
                  </a:lnTo>
                  <a:lnTo>
                    <a:pt x="6730314" y="939800"/>
                  </a:lnTo>
                  <a:lnTo>
                    <a:pt x="6730314" y="1524000"/>
                  </a:lnTo>
                  <a:lnTo>
                    <a:pt x="6147409" y="1524000"/>
                  </a:lnTo>
                  <a:lnTo>
                    <a:pt x="6147409" y="939800"/>
                  </a:lnTo>
                  <a:lnTo>
                    <a:pt x="6730314" y="939800"/>
                  </a:lnTo>
                  <a:lnTo>
                    <a:pt x="6730314" y="914400"/>
                  </a:lnTo>
                  <a:lnTo>
                    <a:pt x="6147409" y="914400"/>
                  </a:lnTo>
                  <a:lnTo>
                    <a:pt x="6147409" y="342900"/>
                  </a:lnTo>
                  <a:lnTo>
                    <a:pt x="6730314" y="342900"/>
                  </a:lnTo>
                  <a:lnTo>
                    <a:pt x="6730314" y="317500"/>
                  </a:lnTo>
                  <a:lnTo>
                    <a:pt x="6129020" y="317500"/>
                  </a:lnTo>
                  <a:lnTo>
                    <a:pt x="6129020" y="342900"/>
                  </a:lnTo>
                  <a:lnTo>
                    <a:pt x="6129020" y="914400"/>
                  </a:lnTo>
                  <a:lnTo>
                    <a:pt x="6129020" y="939800"/>
                  </a:lnTo>
                  <a:lnTo>
                    <a:pt x="6129020" y="1524000"/>
                  </a:lnTo>
                  <a:lnTo>
                    <a:pt x="5546128" y="1524000"/>
                  </a:lnTo>
                  <a:lnTo>
                    <a:pt x="5546128" y="939800"/>
                  </a:lnTo>
                  <a:lnTo>
                    <a:pt x="6129020" y="939800"/>
                  </a:lnTo>
                  <a:lnTo>
                    <a:pt x="6129020" y="914400"/>
                  </a:lnTo>
                  <a:lnTo>
                    <a:pt x="5546128" y="914400"/>
                  </a:lnTo>
                  <a:lnTo>
                    <a:pt x="5546128" y="342900"/>
                  </a:lnTo>
                  <a:lnTo>
                    <a:pt x="6129020" y="342900"/>
                  </a:lnTo>
                  <a:lnTo>
                    <a:pt x="6129020" y="317500"/>
                  </a:lnTo>
                  <a:lnTo>
                    <a:pt x="5527738" y="317500"/>
                  </a:lnTo>
                  <a:lnTo>
                    <a:pt x="5527738" y="342900"/>
                  </a:lnTo>
                  <a:lnTo>
                    <a:pt x="5527738" y="914400"/>
                  </a:lnTo>
                  <a:lnTo>
                    <a:pt x="5527738" y="939800"/>
                  </a:lnTo>
                  <a:lnTo>
                    <a:pt x="5527738" y="1524000"/>
                  </a:lnTo>
                  <a:lnTo>
                    <a:pt x="4944846" y="1524000"/>
                  </a:lnTo>
                  <a:lnTo>
                    <a:pt x="4944846" y="939800"/>
                  </a:lnTo>
                  <a:lnTo>
                    <a:pt x="5527738" y="939800"/>
                  </a:lnTo>
                  <a:lnTo>
                    <a:pt x="5527738" y="914400"/>
                  </a:lnTo>
                  <a:lnTo>
                    <a:pt x="4944846" y="914400"/>
                  </a:lnTo>
                  <a:lnTo>
                    <a:pt x="4944846" y="342900"/>
                  </a:lnTo>
                  <a:lnTo>
                    <a:pt x="5527738" y="342900"/>
                  </a:lnTo>
                  <a:lnTo>
                    <a:pt x="5527738" y="317500"/>
                  </a:lnTo>
                  <a:lnTo>
                    <a:pt x="4926457" y="317500"/>
                  </a:lnTo>
                  <a:lnTo>
                    <a:pt x="4926457" y="342900"/>
                  </a:lnTo>
                  <a:lnTo>
                    <a:pt x="4926457" y="914400"/>
                  </a:lnTo>
                  <a:lnTo>
                    <a:pt x="4926457" y="939800"/>
                  </a:lnTo>
                  <a:lnTo>
                    <a:pt x="4926457" y="1524000"/>
                  </a:lnTo>
                  <a:lnTo>
                    <a:pt x="4343565" y="1524000"/>
                  </a:lnTo>
                  <a:lnTo>
                    <a:pt x="4343565" y="939800"/>
                  </a:lnTo>
                  <a:lnTo>
                    <a:pt x="4926457" y="939800"/>
                  </a:lnTo>
                  <a:lnTo>
                    <a:pt x="4926457" y="914400"/>
                  </a:lnTo>
                  <a:lnTo>
                    <a:pt x="4343565" y="914400"/>
                  </a:lnTo>
                  <a:lnTo>
                    <a:pt x="4343565" y="342900"/>
                  </a:lnTo>
                  <a:lnTo>
                    <a:pt x="4926457" y="342900"/>
                  </a:lnTo>
                  <a:lnTo>
                    <a:pt x="4926457" y="317500"/>
                  </a:lnTo>
                  <a:lnTo>
                    <a:pt x="4325175" y="317500"/>
                  </a:lnTo>
                  <a:lnTo>
                    <a:pt x="4325175" y="342900"/>
                  </a:lnTo>
                  <a:lnTo>
                    <a:pt x="4325175" y="914400"/>
                  </a:lnTo>
                  <a:lnTo>
                    <a:pt x="4325175" y="939800"/>
                  </a:lnTo>
                  <a:lnTo>
                    <a:pt x="4325175" y="1524000"/>
                  </a:lnTo>
                  <a:lnTo>
                    <a:pt x="3742283" y="1524000"/>
                  </a:lnTo>
                  <a:lnTo>
                    <a:pt x="3742283" y="939800"/>
                  </a:lnTo>
                  <a:lnTo>
                    <a:pt x="4325175" y="939800"/>
                  </a:lnTo>
                  <a:lnTo>
                    <a:pt x="4325175" y="914400"/>
                  </a:lnTo>
                  <a:lnTo>
                    <a:pt x="3742283" y="914400"/>
                  </a:lnTo>
                  <a:lnTo>
                    <a:pt x="3742283" y="342900"/>
                  </a:lnTo>
                  <a:lnTo>
                    <a:pt x="4325175" y="342900"/>
                  </a:lnTo>
                  <a:lnTo>
                    <a:pt x="4325175" y="317500"/>
                  </a:lnTo>
                  <a:lnTo>
                    <a:pt x="3723894" y="317500"/>
                  </a:lnTo>
                  <a:lnTo>
                    <a:pt x="3723894" y="342900"/>
                  </a:lnTo>
                  <a:lnTo>
                    <a:pt x="3723894" y="914400"/>
                  </a:lnTo>
                  <a:lnTo>
                    <a:pt x="3723894" y="939800"/>
                  </a:lnTo>
                  <a:lnTo>
                    <a:pt x="3723894" y="1524000"/>
                  </a:lnTo>
                  <a:lnTo>
                    <a:pt x="3140989" y="1524000"/>
                  </a:lnTo>
                  <a:lnTo>
                    <a:pt x="3140989" y="939800"/>
                  </a:lnTo>
                  <a:lnTo>
                    <a:pt x="3723894" y="939800"/>
                  </a:lnTo>
                  <a:lnTo>
                    <a:pt x="3723894" y="914400"/>
                  </a:lnTo>
                  <a:lnTo>
                    <a:pt x="3140989" y="914400"/>
                  </a:lnTo>
                  <a:lnTo>
                    <a:pt x="3140989" y="342900"/>
                  </a:lnTo>
                  <a:lnTo>
                    <a:pt x="3723894" y="342900"/>
                  </a:lnTo>
                  <a:lnTo>
                    <a:pt x="3723894" y="317500"/>
                  </a:lnTo>
                  <a:lnTo>
                    <a:pt x="3122587" y="317500"/>
                  </a:lnTo>
                  <a:lnTo>
                    <a:pt x="3122587" y="342900"/>
                  </a:lnTo>
                  <a:lnTo>
                    <a:pt x="3122587" y="914400"/>
                  </a:lnTo>
                  <a:lnTo>
                    <a:pt x="3122587" y="939800"/>
                  </a:lnTo>
                  <a:lnTo>
                    <a:pt x="3122587" y="1524000"/>
                  </a:lnTo>
                  <a:lnTo>
                    <a:pt x="2539708" y="1524000"/>
                  </a:lnTo>
                  <a:lnTo>
                    <a:pt x="2539708" y="939800"/>
                  </a:lnTo>
                  <a:lnTo>
                    <a:pt x="3122587" y="939800"/>
                  </a:lnTo>
                  <a:lnTo>
                    <a:pt x="3122587" y="914400"/>
                  </a:lnTo>
                  <a:lnTo>
                    <a:pt x="2539708" y="914400"/>
                  </a:lnTo>
                  <a:lnTo>
                    <a:pt x="2539708" y="342900"/>
                  </a:lnTo>
                  <a:lnTo>
                    <a:pt x="3122587" y="342900"/>
                  </a:lnTo>
                  <a:lnTo>
                    <a:pt x="3122587" y="317500"/>
                  </a:lnTo>
                  <a:lnTo>
                    <a:pt x="2521305" y="317500"/>
                  </a:lnTo>
                  <a:lnTo>
                    <a:pt x="2521305" y="342900"/>
                  </a:lnTo>
                  <a:lnTo>
                    <a:pt x="2521305" y="914400"/>
                  </a:lnTo>
                  <a:lnTo>
                    <a:pt x="2521305" y="939800"/>
                  </a:lnTo>
                  <a:lnTo>
                    <a:pt x="2521305" y="1524000"/>
                  </a:lnTo>
                  <a:lnTo>
                    <a:pt x="1938426" y="1524000"/>
                  </a:lnTo>
                  <a:lnTo>
                    <a:pt x="1938426" y="939800"/>
                  </a:lnTo>
                  <a:lnTo>
                    <a:pt x="2521305" y="939800"/>
                  </a:lnTo>
                  <a:lnTo>
                    <a:pt x="2521305" y="914400"/>
                  </a:lnTo>
                  <a:lnTo>
                    <a:pt x="1938426" y="914400"/>
                  </a:lnTo>
                  <a:lnTo>
                    <a:pt x="1938426" y="342900"/>
                  </a:lnTo>
                  <a:lnTo>
                    <a:pt x="2521305" y="342900"/>
                  </a:lnTo>
                  <a:lnTo>
                    <a:pt x="2521305" y="317500"/>
                  </a:lnTo>
                  <a:lnTo>
                    <a:pt x="1920024" y="317500"/>
                  </a:lnTo>
                  <a:lnTo>
                    <a:pt x="1920024" y="342900"/>
                  </a:lnTo>
                  <a:lnTo>
                    <a:pt x="1920024" y="914400"/>
                  </a:lnTo>
                  <a:lnTo>
                    <a:pt x="1920024" y="939800"/>
                  </a:lnTo>
                  <a:lnTo>
                    <a:pt x="1920024" y="1524000"/>
                  </a:lnTo>
                  <a:lnTo>
                    <a:pt x="1337144" y="1524000"/>
                  </a:lnTo>
                  <a:lnTo>
                    <a:pt x="1337144" y="939800"/>
                  </a:lnTo>
                  <a:lnTo>
                    <a:pt x="1920024" y="939800"/>
                  </a:lnTo>
                  <a:lnTo>
                    <a:pt x="1920024" y="914400"/>
                  </a:lnTo>
                  <a:lnTo>
                    <a:pt x="1337144" y="914400"/>
                  </a:lnTo>
                  <a:lnTo>
                    <a:pt x="1337144" y="342900"/>
                  </a:lnTo>
                  <a:lnTo>
                    <a:pt x="1920024" y="342900"/>
                  </a:lnTo>
                  <a:lnTo>
                    <a:pt x="1920024" y="317500"/>
                  </a:lnTo>
                  <a:lnTo>
                    <a:pt x="1318742" y="317500"/>
                  </a:lnTo>
                  <a:lnTo>
                    <a:pt x="1318742" y="342900"/>
                  </a:lnTo>
                  <a:lnTo>
                    <a:pt x="1318742" y="914400"/>
                  </a:lnTo>
                  <a:lnTo>
                    <a:pt x="1318742" y="939800"/>
                  </a:lnTo>
                  <a:lnTo>
                    <a:pt x="1318742" y="1524000"/>
                  </a:lnTo>
                  <a:lnTo>
                    <a:pt x="735863" y="1524000"/>
                  </a:lnTo>
                  <a:lnTo>
                    <a:pt x="735863" y="939800"/>
                  </a:lnTo>
                  <a:lnTo>
                    <a:pt x="1318742" y="939800"/>
                  </a:lnTo>
                  <a:lnTo>
                    <a:pt x="1318742" y="914400"/>
                  </a:lnTo>
                  <a:lnTo>
                    <a:pt x="735863" y="914400"/>
                  </a:lnTo>
                  <a:lnTo>
                    <a:pt x="735863" y="342900"/>
                  </a:lnTo>
                  <a:lnTo>
                    <a:pt x="1318742" y="342900"/>
                  </a:lnTo>
                  <a:lnTo>
                    <a:pt x="1318742" y="317500"/>
                  </a:lnTo>
                  <a:lnTo>
                    <a:pt x="717461" y="317500"/>
                  </a:lnTo>
                  <a:lnTo>
                    <a:pt x="717461" y="342900"/>
                  </a:lnTo>
                  <a:lnTo>
                    <a:pt x="717461" y="914400"/>
                  </a:lnTo>
                  <a:lnTo>
                    <a:pt x="717461" y="939800"/>
                  </a:lnTo>
                  <a:lnTo>
                    <a:pt x="717461" y="1524000"/>
                  </a:lnTo>
                  <a:lnTo>
                    <a:pt x="134569" y="1524000"/>
                  </a:lnTo>
                  <a:lnTo>
                    <a:pt x="134569" y="939800"/>
                  </a:lnTo>
                  <a:lnTo>
                    <a:pt x="717461" y="939800"/>
                  </a:lnTo>
                  <a:lnTo>
                    <a:pt x="717461" y="914400"/>
                  </a:lnTo>
                  <a:lnTo>
                    <a:pt x="134569" y="914400"/>
                  </a:lnTo>
                  <a:lnTo>
                    <a:pt x="134569" y="342900"/>
                  </a:lnTo>
                  <a:lnTo>
                    <a:pt x="717461" y="342900"/>
                  </a:lnTo>
                  <a:lnTo>
                    <a:pt x="717461" y="317500"/>
                  </a:lnTo>
                  <a:lnTo>
                    <a:pt x="0" y="317500"/>
                  </a:lnTo>
                  <a:lnTo>
                    <a:pt x="0" y="342900"/>
                  </a:lnTo>
                  <a:lnTo>
                    <a:pt x="116281" y="342900"/>
                  </a:lnTo>
                  <a:lnTo>
                    <a:pt x="116281" y="914400"/>
                  </a:lnTo>
                  <a:lnTo>
                    <a:pt x="0" y="914400"/>
                  </a:lnTo>
                  <a:lnTo>
                    <a:pt x="0" y="939800"/>
                  </a:lnTo>
                  <a:lnTo>
                    <a:pt x="116281" y="939800"/>
                  </a:lnTo>
                  <a:lnTo>
                    <a:pt x="116281" y="1524000"/>
                  </a:lnTo>
                  <a:lnTo>
                    <a:pt x="0" y="1524000"/>
                  </a:lnTo>
                  <a:lnTo>
                    <a:pt x="0" y="1536700"/>
                  </a:lnTo>
                  <a:lnTo>
                    <a:pt x="116281" y="1536700"/>
                  </a:lnTo>
                  <a:lnTo>
                    <a:pt x="116281" y="2120900"/>
                  </a:lnTo>
                  <a:lnTo>
                    <a:pt x="134569" y="2120900"/>
                  </a:lnTo>
                  <a:lnTo>
                    <a:pt x="134569" y="1536700"/>
                  </a:lnTo>
                  <a:lnTo>
                    <a:pt x="717461" y="1536700"/>
                  </a:lnTo>
                  <a:lnTo>
                    <a:pt x="717461" y="2120900"/>
                  </a:lnTo>
                  <a:lnTo>
                    <a:pt x="735863" y="2120900"/>
                  </a:lnTo>
                  <a:lnTo>
                    <a:pt x="735863" y="1536700"/>
                  </a:lnTo>
                  <a:lnTo>
                    <a:pt x="1318742" y="1536700"/>
                  </a:lnTo>
                  <a:lnTo>
                    <a:pt x="1318742" y="2120900"/>
                  </a:lnTo>
                  <a:lnTo>
                    <a:pt x="1337144" y="2120900"/>
                  </a:lnTo>
                  <a:lnTo>
                    <a:pt x="1337144" y="1536700"/>
                  </a:lnTo>
                  <a:lnTo>
                    <a:pt x="1920024" y="1536700"/>
                  </a:lnTo>
                  <a:lnTo>
                    <a:pt x="1920024" y="2120900"/>
                  </a:lnTo>
                  <a:lnTo>
                    <a:pt x="1938426" y="2120900"/>
                  </a:lnTo>
                  <a:lnTo>
                    <a:pt x="1938426" y="1536700"/>
                  </a:lnTo>
                  <a:lnTo>
                    <a:pt x="2521305" y="1536700"/>
                  </a:lnTo>
                  <a:lnTo>
                    <a:pt x="2521305" y="2120900"/>
                  </a:lnTo>
                  <a:lnTo>
                    <a:pt x="2539708" y="2120900"/>
                  </a:lnTo>
                  <a:lnTo>
                    <a:pt x="2539708" y="1536700"/>
                  </a:lnTo>
                  <a:lnTo>
                    <a:pt x="18287988" y="1536700"/>
                  </a:lnTo>
                  <a:lnTo>
                    <a:pt x="18287988" y="1524000"/>
                  </a:lnTo>
                  <a:lnTo>
                    <a:pt x="18173218" y="1524000"/>
                  </a:lnTo>
                  <a:lnTo>
                    <a:pt x="18173218" y="939800"/>
                  </a:lnTo>
                  <a:lnTo>
                    <a:pt x="18287988" y="939800"/>
                  </a:lnTo>
                  <a:lnTo>
                    <a:pt x="18287988" y="914400"/>
                  </a:lnTo>
                  <a:lnTo>
                    <a:pt x="18173218" y="914400"/>
                  </a:lnTo>
                  <a:lnTo>
                    <a:pt x="18173218" y="342900"/>
                  </a:lnTo>
                  <a:lnTo>
                    <a:pt x="18287988" y="342900"/>
                  </a:lnTo>
                  <a:lnTo>
                    <a:pt x="18287988" y="3175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0"/>
            <p:cNvSpPr/>
            <p:nvPr/>
          </p:nvSpPr>
          <p:spPr>
            <a:xfrm>
              <a:off x="0" y="15367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6096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609600"/>
                  </a:lnTo>
                  <a:lnTo>
                    <a:pt x="18154727" y="6096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6096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609600"/>
                  </a:lnTo>
                  <a:lnTo>
                    <a:pt x="17553445" y="6096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6096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609600"/>
                  </a:lnTo>
                  <a:lnTo>
                    <a:pt x="16952164" y="6096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6096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609600"/>
                  </a:lnTo>
                  <a:lnTo>
                    <a:pt x="16350882" y="6096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6096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609600"/>
                  </a:lnTo>
                  <a:lnTo>
                    <a:pt x="15749575" y="6096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6096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609600"/>
                  </a:lnTo>
                  <a:lnTo>
                    <a:pt x="15148294" y="6096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6096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609600"/>
                  </a:lnTo>
                  <a:lnTo>
                    <a:pt x="14547012" y="6096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6096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609600"/>
                  </a:lnTo>
                  <a:lnTo>
                    <a:pt x="13945730" y="6096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6096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609600"/>
                  </a:lnTo>
                  <a:lnTo>
                    <a:pt x="13344449" y="6096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6096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609600"/>
                  </a:lnTo>
                  <a:lnTo>
                    <a:pt x="12743155" y="6096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6096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609600"/>
                  </a:lnTo>
                  <a:lnTo>
                    <a:pt x="12141873" y="6096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6096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609600"/>
                  </a:lnTo>
                  <a:lnTo>
                    <a:pt x="11540592" y="6096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6096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609600"/>
                  </a:lnTo>
                  <a:lnTo>
                    <a:pt x="10939310" y="6096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6096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609600"/>
                  </a:lnTo>
                  <a:lnTo>
                    <a:pt x="10338016" y="6096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6096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609600"/>
                  </a:lnTo>
                  <a:lnTo>
                    <a:pt x="9736722" y="60960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9135440" y="6096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609600"/>
                  </a:lnTo>
                  <a:lnTo>
                    <a:pt x="9135440" y="60960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8534159" y="6096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609600"/>
                  </a:lnTo>
                  <a:lnTo>
                    <a:pt x="8534159" y="60960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932877" y="6096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609600"/>
                  </a:lnTo>
                  <a:lnTo>
                    <a:pt x="7932877" y="60960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7331596" y="6096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609600"/>
                  </a:lnTo>
                  <a:lnTo>
                    <a:pt x="7331596" y="60960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730314" y="6096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609600"/>
                  </a:lnTo>
                  <a:lnTo>
                    <a:pt x="6730314" y="60960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6129020" y="6096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609600"/>
                  </a:lnTo>
                  <a:lnTo>
                    <a:pt x="6129020" y="609600"/>
                  </a:lnTo>
                  <a:lnTo>
                    <a:pt x="6129020" y="584200"/>
                  </a:lnTo>
                  <a:lnTo>
                    <a:pt x="5546128" y="584200"/>
                  </a:lnTo>
                  <a:lnTo>
                    <a:pt x="5546128" y="0"/>
                  </a:lnTo>
                  <a:lnTo>
                    <a:pt x="5527738" y="0"/>
                  </a:lnTo>
                  <a:lnTo>
                    <a:pt x="5527738" y="584200"/>
                  </a:lnTo>
                  <a:lnTo>
                    <a:pt x="5527738" y="6096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609600"/>
                  </a:lnTo>
                  <a:lnTo>
                    <a:pt x="5527738" y="609600"/>
                  </a:lnTo>
                  <a:lnTo>
                    <a:pt x="5527738" y="584200"/>
                  </a:lnTo>
                  <a:lnTo>
                    <a:pt x="4944846" y="584200"/>
                  </a:lnTo>
                  <a:lnTo>
                    <a:pt x="4944846" y="0"/>
                  </a:lnTo>
                  <a:lnTo>
                    <a:pt x="4926457" y="0"/>
                  </a:lnTo>
                  <a:lnTo>
                    <a:pt x="4926457" y="584200"/>
                  </a:lnTo>
                  <a:lnTo>
                    <a:pt x="4926457" y="6096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609600"/>
                  </a:lnTo>
                  <a:lnTo>
                    <a:pt x="4926457" y="609600"/>
                  </a:lnTo>
                  <a:lnTo>
                    <a:pt x="4926457" y="584200"/>
                  </a:lnTo>
                  <a:lnTo>
                    <a:pt x="4343565" y="584200"/>
                  </a:lnTo>
                  <a:lnTo>
                    <a:pt x="4343565" y="0"/>
                  </a:lnTo>
                  <a:lnTo>
                    <a:pt x="4325175" y="0"/>
                  </a:lnTo>
                  <a:lnTo>
                    <a:pt x="4325175" y="584200"/>
                  </a:lnTo>
                  <a:lnTo>
                    <a:pt x="4325175" y="6096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609600"/>
                  </a:lnTo>
                  <a:lnTo>
                    <a:pt x="4325175" y="609600"/>
                  </a:lnTo>
                  <a:lnTo>
                    <a:pt x="4325175" y="584200"/>
                  </a:lnTo>
                  <a:lnTo>
                    <a:pt x="3742283" y="584200"/>
                  </a:lnTo>
                  <a:lnTo>
                    <a:pt x="3742283" y="0"/>
                  </a:lnTo>
                  <a:lnTo>
                    <a:pt x="3723894" y="0"/>
                  </a:lnTo>
                  <a:lnTo>
                    <a:pt x="3723894" y="584200"/>
                  </a:lnTo>
                  <a:lnTo>
                    <a:pt x="3723894" y="6096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609600"/>
                  </a:lnTo>
                  <a:lnTo>
                    <a:pt x="3723894" y="609600"/>
                  </a:lnTo>
                  <a:lnTo>
                    <a:pt x="3723894" y="584200"/>
                  </a:lnTo>
                  <a:lnTo>
                    <a:pt x="3140989" y="584200"/>
                  </a:lnTo>
                  <a:lnTo>
                    <a:pt x="3140989" y="0"/>
                  </a:lnTo>
                  <a:lnTo>
                    <a:pt x="3122587" y="0"/>
                  </a:lnTo>
                  <a:lnTo>
                    <a:pt x="3122587" y="584200"/>
                  </a:lnTo>
                  <a:lnTo>
                    <a:pt x="3122587" y="6096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609600"/>
                  </a:lnTo>
                  <a:lnTo>
                    <a:pt x="3122587" y="609600"/>
                  </a:lnTo>
                  <a:lnTo>
                    <a:pt x="3122587" y="584200"/>
                  </a:lnTo>
                  <a:lnTo>
                    <a:pt x="2539708" y="584200"/>
                  </a:lnTo>
                  <a:lnTo>
                    <a:pt x="2539708" y="0"/>
                  </a:lnTo>
                  <a:lnTo>
                    <a:pt x="2521305" y="0"/>
                  </a:lnTo>
                  <a:lnTo>
                    <a:pt x="2521305" y="584200"/>
                  </a:lnTo>
                  <a:lnTo>
                    <a:pt x="2521305" y="6096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609600"/>
                  </a:lnTo>
                  <a:lnTo>
                    <a:pt x="2521305" y="6096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6096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609600"/>
                  </a:lnTo>
                  <a:lnTo>
                    <a:pt x="1920024" y="6096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6096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609600"/>
                  </a:lnTo>
                  <a:lnTo>
                    <a:pt x="1318742" y="6096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6096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609600"/>
                  </a:lnTo>
                  <a:lnTo>
                    <a:pt x="717461" y="6096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609600"/>
                  </a:lnTo>
                  <a:lnTo>
                    <a:pt x="116281" y="6096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609600"/>
                  </a:lnTo>
                  <a:lnTo>
                    <a:pt x="18287988" y="6096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0"/>
            <p:cNvSpPr/>
            <p:nvPr/>
          </p:nvSpPr>
          <p:spPr>
            <a:xfrm>
              <a:off x="0" y="27432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5969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5969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5969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6730314" y="1206500"/>
                  </a:lnTo>
                  <a:lnTo>
                    <a:pt x="6730314" y="1790700"/>
                  </a:lnTo>
                  <a:lnTo>
                    <a:pt x="6748716" y="1790700"/>
                  </a:lnTo>
                  <a:lnTo>
                    <a:pt x="6748716" y="1206500"/>
                  </a:lnTo>
                  <a:lnTo>
                    <a:pt x="7331596" y="1206500"/>
                  </a:lnTo>
                  <a:lnTo>
                    <a:pt x="7331596" y="1790700"/>
                  </a:lnTo>
                  <a:lnTo>
                    <a:pt x="7349998" y="1790700"/>
                  </a:lnTo>
                  <a:lnTo>
                    <a:pt x="7349998" y="1206500"/>
                  </a:lnTo>
                  <a:lnTo>
                    <a:pt x="7932877" y="1206500"/>
                  </a:lnTo>
                  <a:lnTo>
                    <a:pt x="7932877" y="1790700"/>
                  </a:lnTo>
                  <a:lnTo>
                    <a:pt x="7951279" y="1790700"/>
                  </a:lnTo>
                  <a:lnTo>
                    <a:pt x="7951279" y="1206500"/>
                  </a:lnTo>
                  <a:lnTo>
                    <a:pt x="8534159" y="1206500"/>
                  </a:lnTo>
                  <a:lnTo>
                    <a:pt x="8534159" y="1790700"/>
                  </a:lnTo>
                  <a:lnTo>
                    <a:pt x="8552561" y="1790700"/>
                  </a:lnTo>
                  <a:lnTo>
                    <a:pt x="8552561" y="1206500"/>
                  </a:lnTo>
                  <a:lnTo>
                    <a:pt x="9135440" y="1206500"/>
                  </a:lnTo>
                  <a:lnTo>
                    <a:pt x="9135440" y="1790700"/>
                  </a:lnTo>
                  <a:lnTo>
                    <a:pt x="9153842" y="1790700"/>
                  </a:lnTo>
                  <a:lnTo>
                    <a:pt x="9153842" y="1206500"/>
                  </a:lnTo>
                  <a:lnTo>
                    <a:pt x="9736722" y="1206500"/>
                  </a:lnTo>
                  <a:lnTo>
                    <a:pt x="9736722" y="1790700"/>
                  </a:lnTo>
                  <a:lnTo>
                    <a:pt x="9755124" y="1790700"/>
                  </a:lnTo>
                  <a:lnTo>
                    <a:pt x="9755124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10"/>
            <p:cNvSpPr/>
            <p:nvPr/>
          </p:nvSpPr>
          <p:spPr>
            <a:xfrm>
              <a:off x="0" y="3949712"/>
              <a:ext cx="18288000" cy="1778000"/>
            </a:xfrm>
            <a:custGeom>
              <a:rect b="b" l="l" r="r" t="t"/>
              <a:pathLst>
                <a:path extrusionOk="0" h="17780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5969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5969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5969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193800"/>
                  </a:lnTo>
                  <a:lnTo>
                    <a:pt x="116281" y="1193800"/>
                  </a:lnTo>
                  <a:lnTo>
                    <a:pt x="116281" y="1778000"/>
                  </a:lnTo>
                  <a:lnTo>
                    <a:pt x="134569" y="1778000"/>
                  </a:lnTo>
                  <a:lnTo>
                    <a:pt x="134569" y="1193800"/>
                  </a:lnTo>
                  <a:lnTo>
                    <a:pt x="717461" y="1193800"/>
                  </a:lnTo>
                  <a:lnTo>
                    <a:pt x="717461" y="1778000"/>
                  </a:lnTo>
                  <a:lnTo>
                    <a:pt x="735863" y="1778000"/>
                  </a:lnTo>
                  <a:lnTo>
                    <a:pt x="735863" y="1193800"/>
                  </a:lnTo>
                  <a:lnTo>
                    <a:pt x="1318742" y="1193800"/>
                  </a:lnTo>
                  <a:lnTo>
                    <a:pt x="1318742" y="1778000"/>
                  </a:lnTo>
                  <a:lnTo>
                    <a:pt x="1337144" y="1778000"/>
                  </a:lnTo>
                  <a:lnTo>
                    <a:pt x="1337144" y="1193800"/>
                  </a:lnTo>
                  <a:lnTo>
                    <a:pt x="1920024" y="1193800"/>
                  </a:lnTo>
                  <a:lnTo>
                    <a:pt x="1920024" y="1778000"/>
                  </a:lnTo>
                  <a:lnTo>
                    <a:pt x="1938426" y="1778000"/>
                  </a:lnTo>
                  <a:lnTo>
                    <a:pt x="1938426" y="1193800"/>
                  </a:lnTo>
                  <a:lnTo>
                    <a:pt x="2521305" y="1193800"/>
                  </a:lnTo>
                  <a:lnTo>
                    <a:pt x="2521305" y="1778000"/>
                  </a:lnTo>
                  <a:lnTo>
                    <a:pt x="2539708" y="1778000"/>
                  </a:lnTo>
                  <a:lnTo>
                    <a:pt x="2539708" y="1193800"/>
                  </a:lnTo>
                  <a:lnTo>
                    <a:pt x="3122587" y="1193800"/>
                  </a:lnTo>
                  <a:lnTo>
                    <a:pt x="3122587" y="1778000"/>
                  </a:lnTo>
                  <a:lnTo>
                    <a:pt x="3140989" y="1778000"/>
                  </a:lnTo>
                  <a:lnTo>
                    <a:pt x="3140989" y="1193800"/>
                  </a:lnTo>
                  <a:lnTo>
                    <a:pt x="3723894" y="1193800"/>
                  </a:lnTo>
                  <a:lnTo>
                    <a:pt x="3723894" y="1778000"/>
                  </a:lnTo>
                  <a:lnTo>
                    <a:pt x="3742283" y="1778000"/>
                  </a:lnTo>
                  <a:lnTo>
                    <a:pt x="3742283" y="1193800"/>
                  </a:lnTo>
                  <a:lnTo>
                    <a:pt x="4325175" y="1193800"/>
                  </a:lnTo>
                  <a:lnTo>
                    <a:pt x="4325175" y="1778000"/>
                  </a:lnTo>
                  <a:lnTo>
                    <a:pt x="4343565" y="1778000"/>
                  </a:lnTo>
                  <a:lnTo>
                    <a:pt x="4343565" y="1193800"/>
                  </a:lnTo>
                  <a:lnTo>
                    <a:pt x="4926457" y="1193800"/>
                  </a:lnTo>
                  <a:lnTo>
                    <a:pt x="4926457" y="1778000"/>
                  </a:lnTo>
                  <a:lnTo>
                    <a:pt x="4944846" y="1778000"/>
                  </a:lnTo>
                  <a:lnTo>
                    <a:pt x="4944846" y="1193800"/>
                  </a:lnTo>
                  <a:lnTo>
                    <a:pt x="5527738" y="1193800"/>
                  </a:lnTo>
                  <a:lnTo>
                    <a:pt x="5527738" y="1778000"/>
                  </a:lnTo>
                  <a:lnTo>
                    <a:pt x="5546128" y="1778000"/>
                  </a:lnTo>
                  <a:lnTo>
                    <a:pt x="5546128" y="1193800"/>
                  </a:lnTo>
                  <a:lnTo>
                    <a:pt x="6129020" y="1193800"/>
                  </a:lnTo>
                  <a:lnTo>
                    <a:pt x="6129020" y="1778000"/>
                  </a:lnTo>
                  <a:lnTo>
                    <a:pt x="6147409" y="1778000"/>
                  </a:lnTo>
                  <a:lnTo>
                    <a:pt x="6147409" y="1193800"/>
                  </a:lnTo>
                  <a:lnTo>
                    <a:pt x="6730314" y="1193800"/>
                  </a:lnTo>
                  <a:lnTo>
                    <a:pt x="6730314" y="1778000"/>
                  </a:lnTo>
                  <a:lnTo>
                    <a:pt x="6748716" y="1778000"/>
                  </a:lnTo>
                  <a:lnTo>
                    <a:pt x="6748716" y="1193800"/>
                  </a:lnTo>
                  <a:lnTo>
                    <a:pt x="7331596" y="1193800"/>
                  </a:lnTo>
                  <a:lnTo>
                    <a:pt x="7331596" y="1778000"/>
                  </a:lnTo>
                  <a:lnTo>
                    <a:pt x="7349998" y="1778000"/>
                  </a:lnTo>
                  <a:lnTo>
                    <a:pt x="7349998" y="1193800"/>
                  </a:lnTo>
                  <a:lnTo>
                    <a:pt x="7932877" y="1193800"/>
                  </a:lnTo>
                  <a:lnTo>
                    <a:pt x="7932877" y="1778000"/>
                  </a:lnTo>
                  <a:lnTo>
                    <a:pt x="7951279" y="1778000"/>
                  </a:lnTo>
                  <a:lnTo>
                    <a:pt x="7951279" y="1193800"/>
                  </a:lnTo>
                  <a:lnTo>
                    <a:pt x="8534159" y="1193800"/>
                  </a:lnTo>
                  <a:lnTo>
                    <a:pt x="8534159" y="1778000"/>
                  </a:lnTo>
                  <a:lnTo>
                    <a:pt x="8552561" y="1778000"/>
                  </a:lnTo>
                  <a:lnTo>
                    <a:pt x="8552561" y="1193800"/>
                  </a:lnTo>
                  <a:lnTo>
                    <a:pt x="9135440" y="1193800"/>
                  </a:lnTo>
                  <a:lnTo>
                    <a:pt x="9135440" y="1778000"/>
                  </a:lnTo>
                  <a:lnTo>
                    <a:pt x="9153842" y="1778000"/>
                  </a:lnTo>
                  <a:lnTo>
                    <a:pt x="9153842" y="1193800"/>
                  </a:lnTo>
                  <a:lnTo>
                    <a:pt x="9736722" y="1193800"/>
                  </a:lnTo>
                  <a:lnTo>
                    <a:pt x="9736722" y="1778000"/>
                  </a:lnTo>
                  <a:lnTo>
                    <a:pt x="9755124" y="1778000"/>
                  </a:lnTo>
                  <a:lnTo>
                    <a:pt x="9755124" y="1193800"/>
                  </a:lnTo>
                  <a:lnTo>
                    <a:pt x="10338016" y="1193800"/>
                  </a:lnTo>
                  <a:lnTo>
                    <a:pt x="10338016" y="1778000"/>
                  </a:lnTo>
                  <a:lnTo>
                    <a:pt x="10356418" y="1778000"/>
                  </a:lnTo>
                  <a:lnTo>
                    <a:pt x="10356418" y="1193800"/>
                  </a:lnTo>
                  <a:lnTo>
                    <a:pt x="10939310" y="1193800"/>
                  </a:lnTo>
                  <a:lnTo>
                    <a:pt x="10939310" y="1778000"/>
                  </a:lnTo>
                  <a:lnTo>
                    <a:pt x="10957700" y="1778000"/>
                  </a:lnTo>
                  <a:lnTo>
                    <a:pt x="10957700" y="1193800"/>
                  </a:lnTo>
                  <a:lnTo>
                    <a:pt x="11540592" y="1193800"/>
                  </a:lnTo>
                  <a:lnTo>
                    <a:pt x="11540592" y="1778000"/>
                  </a:lnTo>
                  <a:lnTo>
                    <a:pt x="11558981" y="1778000"/>
                  </a:lnTo>
                  <a:lnTo>
                    <a:pt x="11558981" y="1193800"/>
                  </a:lnTo>
                  <a:lnTo>
                    <a:pt x="12141873" y="1193800"/>
                  </a:lnTo>
                  <a:lnTo>
                    <a:pt x="12141873" y="1778000"/>
                  </a:lnTo>
                  <a:lnTo>
                    <a:pt x="12160263" y="1778000"/>
                  </a:lnTo>
                  <a:lnTo>
                    <a:pt x="12160263" y="1193800"/>
                  </a:lnTo>
                  <a:lnTo>
                    <a:pt x="12743155" y="1193800"/>
                  </a:lnTo>
                  <a:lnTo>
                    <a:pt x="12743155" y="1778000"/>
                  </a:lnTo>
                  <a:lnTo>
                    <a:pt x="12761544" y="1778000"/>
                  </a:lnTo>
                  <a:lnTo>
                    <a:pt x="12761544" y="1193800"/>
                  </a:lnTo>
                  <a:lnTo>
                    <a:pt x="13344449" y="1193800"/>
                  </a:lnTo>
                  <a:lnTo>
                    <a:pt x="13344449" y="1778000"/>
                  </a:lnTo>
                  <a:lnTo>
                    <a:pt x="13362851" y="1778000"/>
                  </a:lnTo>
                  <a:lnTo>
                    <a:pt x="13362851" y="1193800"/>
                  </a:lnTo>
                  <a:lnTo>
                    <a:pt x="18287988" y="11938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10"/>
            <p:cNvSpPr/>
            <p:nvPr/>
          </p:nvSpPr>
          <p:spPr>
            <a:xfrm>
              <a:off x="0" y="51435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609600"/>
                  </a:lnTo>
                  <a:lnTo>
                    <a:pt x="18154727" y="1193800"/>
                  </a:lnTo>
                  <a:lnTo>
                    <a:pt x="17571835" y="1193800"/>
                  </a:lnTo>
                  <a:lnTo>
                    <a:pt x="17571835" y="609600"/>
                  </a:lnTo>
                  <a:lnTo>
                    <a:pt x="18154727" y="6096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609600"/>
                  </a:lnTo>
                  <a:lnTo>
                    <a:pt x="17553445" y="1193800"/>
                  </a:lnTo>
                  <a:lnTo>
                    <a:pt x="16970553" y="1193800"/>
                  </a:lnTo>
                  <a:lnTo>
                    <a:pt x="16970553" y="609600"/>
                  </a:lnTo>
                  <a:lnTo>
                    <a:pt x="17553445" y="6096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609600"/>
                  </a:lnTo>
                  <a:lnTo>
                    <a:pt x="16952164" y="1193800"/>
                  </a:lnTo>
                  <a:lnTo>
                    <a:pt x="16369272" y="1193800"/>
                  </a:lnTo>
                  <a:lnTo>
                    <a:pt x="16369272" y="609600"/>
                  </a:lnTo>
                  <a:lnTo>
                    <a:pt x="16952164" y="6096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609600"/>
                  </a:lnTo>
                  <a:lnTo>
                    <a:pt x="16350882" y="1193800"/>
                  </a:lnTo>
                  <a:lnTo>
                    <a:pt x="15767977" y="1193800"/>
                  </a:lnTo>
                  <a:lnTo>
                    <a:pt x="15767977" y="609600"/>
                  </a:lnTo>
                  <a:lnTo>
                    <a:pt x="16350882" y="6096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609600"/>
                  </a:lnTo>
                  <a:lnTo>
                    <a:pt x="15749575" y="1193800"/>
                  </a:lnTo>
                  <a:lnTo>
                    <a:pt x="15166696" y="1193800"/>
                  </a:lnTo>
                  <a:lnTo>
                    <a:pt x="15166696" y="609600"/>
                  </a:lnTo>
                  <a:lnTo>
                    <a:pt x="15749575" y="6096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609600"/>
                  </a:lnTo>
                  <a:lnTo>
                    <a:pt x="15148294" y="1193800"/>
                  </a:lnTo>
                  <a:lnTo>
                    <a:pt x="14565414" y="1193800"/>
                  </a:lnTo>
                  <a:lnTo>
                    <a:pt x="14565414" y="609600"/>
                  </a:lnTo>
                  <a:lnTo>
                    <a:pt x="15148294" y="6096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609600"/>
                  </a:lnTo>
                  <a:lnTo>
                    <a:pt x="14547012" y="1193800"/>
                  </a:lnTo>
                  <a:lnTo>
                    <a:pt x="13964133" y="1193800"/>
                  </a:lnTo>
                  <a:lnTo>
                    <a:pt x="13964133" y="609600"/>
                  </a:lnTo>
                  <a:lnTo>
                    <a:pt x="14547012" y="6096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609600"/>
                  </a:lnTo>
                  <a:lnTo>
                    <a:pt x="13945730" y="1193800"/>
                  </a:lnTo>
                  <a:lnTo>
                    <a:pt x="13362851" y="1193800"/>
                  </a:lnTo>
                  <a:lnTo>
                    <a:pt x="13362851" y="609600"/>
                  </a:lnTo>
                  <a:lnTo>
                    <a:pt x="13945730" y="6096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609600"/>
                  </a:lnTo>
                  <a:lnTo>
                    <a:pt x="13344449" y="1193800"/>
                  </a:lnTo>
                  <a:lnTo>
                    <a:pt x="12761544" y="1193800"/>
                  </a:lnTo>
                  <a:lnTo>
                    <a:pt x="12761544" y="609600"/>
                  </a:lnTo>
                  <a:lnTo>
                    <a:pt x="13344449" y="609600"/>
                  </a:lnTo>
                  <a:lnTo>
                    <a:pt x="13344449" y="584200"/>
                  </a:lnTo>
                  <a:lnTo>
                    <a:pt x="12743155" y="584200"/>
                  </a:lnTo>
                  <a:lnTo>
                    <a:pt x="12743155" y="609600"/>
                  </a:lnTo>
                  <a:lnTo>
                    <a:pt x="12743155" y="1193800"/>
                  </a:lnTo>
                  <a:lnTo>
                    <a:pt x="12160263" y="1193800"/>
                  </a:lnTo>
                  <a:lnTo>
                    <a:pt x="12160263" y="609600"/>
                  </a:lnTo>
                  <a:lnTo>
                    <a:pt x="12743155" y="609600"/>
                  </a:lnTo>
                  <a:lnTo>
                    <a:pt x="12743155" y="584200"/>
                  </a:lnTo>
                  <a:lnTo>
                    <a:pt x="12141873" y="584200"/>
                  </a:lnTo>
                  <a:lnTo>
                    <a:pt x="12141873" y="609600"/>
                  </a:lnTo>
                  <a:lnTo>
                    <a:pt x="12141873" y="1193800"/>
                  </a:lnTo>
                  <a:lnTo>
                    <a:pt x="11558981" y="1193800"/>
                  </a:lnTo>
                  <a:lnTo>
                    <a:pt x="11558981" y="609600"/>
                  </a:lnTo>
                  <a:lnTo>
                    <a:pt x="12141873" y="609600"/>
                  </a:lnTo>
                  <a:lnTo>
                    <a:pt x="12141873" y="584200"/>
                  </a:lnTo>
                  <a:lnTo>
                    <a:pt x="11540592" y="584200"/>
                  </a:lnTo>
                  <a:lnTo>
                    <a:pt x="11540592" y="609600"/>
                  </a:lnTo>
                  <a:lnTo>
                    <a:pt x="11540592" y="1193800"/>
                  </a:lnTo>
                  <a:lnTo>
                    <a:pt x="10957700" y="1193800"/>
                  </a:lnTo>
                  <a:lnTo>
                    <a:pt x="10957700" y="609600"/>
                  </a:lnTo>
                  <a:lnTo>
                    <a:pt x="11540592" y="609600"/>
                  </a:lnTo>
                  <a:lnTo>
                    <a:pt x="11540592" y="584200"/>
                  </a:lnTo>
                  <a:lnTo>
                    <a:pt x="10939310" y="584200"/>
                  </a:lnTo>
                  <a:lnTo>
                    <a:pt x="10939310" y="609600"/>
                  </a:lnTo>
                  <a:lnTo>
                    <a:pt x="10939310" y="1193800"/>
                  </a:lnTo>
                  <a:lnTo>
                    <a:pt x="10356418" y="1193800"/>
                  </a:lnTo>
                  <a:lnTo>
                    <a:pt x="10356418" y="609600"/>
                  </a:lnTo>
                  <a:lnTo>
                    <a:pt x="10939310" y="609600"/>
                  </a:lnTo>
                  <a:lnTo>
                    <a:pt x="10939310" y="584200"/>
                  </a:lnTo>
                  <a:lnTo>
                    <a:pt x="10338016" y="584200"/>
                  </a:lnTo>
                  <a:lnTo>
                    <a:pt x="10338016" y="609600"/>
                  </a:lnTo>
                  <a:lnTo>
                    <a:pt x="10338016" y="1193800"/>
                  </a:lnTo>
                  <a:lnTo>
                    <a:pt x="9755124" y="1193800"/>
                  </a:lnTo>
                  <a:lnTo>
                    <a:pt x="9755124" y="609600"/>
                  </a:lnTo>
                  <a:lnTo>
                    <a:pt x="10338016" y="609600"/>
                  </a:lnTo>
                  <a:lnTo>
                    <a:pt x="10338016" y="584200"/>
                  </a:lnTo>
                  <a:lnTo>
                    <a:pt x="9736722" y="584200"/>
                  </a:lnTo>
                  <a:lnTo>
                    <a:pt x="9736722" y="609600"/>
                  </a:lnTo>
                  <a:lnTo>
                    <a:pt x="9736722" y="1193800"/>
                  </a:lnTo>
                  <a:lnTo>
                    <a:pt x="9153842" y="1193800"/>
                  </a:lnTo>
                  <a:lnTo>
                    <a:pt x="9153842" y="609600"/>
                  </a:lnTo>
                  <a:lnTo>
                    <a:pt x="9736722" y="609600"/>
                  </a:lnTo>
                  <a:lnTo>
                    <a:pt x="9736722" y="584200"/>
                  </a:lnTo>
                  <a:lnTo>
                    <a:pt x="9135440" y="584200"/>
                  </a:lnTo>
                  <a:lnTo>
                    <a:pt x="9135440" y="609600"/>
                  </a:lnTo>
                  <a:lnTo>
                    <a:pt x="9135440" y="1193800"/>
                  </a:lnTo>
                  <a:lnTo>
                    <a:pt x="8552561" y="1193800"/>
                  </a:lnTo>
                  <a:lnTo>
                    <a:pt x="8552561" y="609600"/>
                  </a:lnTo>
                  <a:lnTo>
                    <a:pt x="9135440" y="609600"/>
                  </a:lnTo>
                  <a:lnTo>
                    <a:pt x="9135440" y="584200"/>
                  </a:lnTo>
                  <a:lnTo>
                    <a:pt x="8534159" y="584200"/>
                  </a:lnTo>
                  <a:lnTo>
                    <a:pt x="8534159" y="609600"/>
                  </a:lnTo>
                  <a:lnTo>
                    <a:pt x="8534159" y="1193800"/>
                  </a:lnTo>
                  <a:lnTo>
                    <a:pt x="7951279" y="1193800"/>
                  </a:lnTo>
                  <a:lnTo>
                    <a:pt x="7951279" y="609600"/>
                  </a:lnTo>
                  <a:lnTo>
                    <a:pt x="8534159" y="609600"/>
                  </a:lnTo>
                  <a:lnTo>
                    <a:pt x="8534159" y="584200"/>
                  </a:lnTo>
                  <a:lnTo>
                    <a:pt x="7932877" y="584200"/>
                  </a:lnTo>
                  <a:lnTo>
                    <a:pt x="7932877" y="609600"/>
                  </a:lnTo>
                  <a:lnTo>
                    <a:pt x="7932877" y="1193800"/>
                  </a:lnTo>
                  <a:lnTo>
                    <a:pt x="7349998" y="1193800"/>
                  </a:lnTo>
                  <a:lnTo>
                    <a:pt x="7349998" y="609600"/>
                  </a:lnTo>
                  <a:lnTo>
                    <a:pt x="7932877" y="609600"/>
                  </a:lnTo>
                  <a:lnTo>
                    <a:pt x="7932877" y="584200"/>
                  </a:lnTo>
                  <a:lnTo>
                    <a:pt x="7331596" y="584200"/>
                  </a:lnTo>
                  <a:lnTo>
                    <a:pt x="7331596" y="609600"/>
                  </a:lnTo>
                  <a:lnTo>
                    <a:pt x="7331596" y="1193800"/>
                  </a:lnTo>
                  <a:lnTo>
                    <a:pt x="6748716" y="1193800"/>
                  </a:lnTo>
                  <a:lnTo>
                    <a:pt x="6748716" y="609600"/>
                  </a:lnTo>
                  <a:lnTo>
                    <a:pt x="7331596" y="609600"/>
                  </a:lnTo>
                  <a:lnTo>
                    <a:pt x="7331596" y="584200"/>
                  </a:lnTo>
                  <a:lnTo>
                    <a:pt x="6730314" y="584200"/>
                  </a:lnTo>
                  <a:lnTo>
                    <a:pt x="6730314" y="609600"/>
                  </a:lnTo>
                  <a:lnTo>
                    <a:pt x="6730314" y="1193800"/>
                  </a:lnTo>
                  <a:lnTo>
                    <a:pt x="6147409" y="1193800"/>
                  </a:lnTo>
                  <a:lnTo>
                    <a:pt x="6147409" y="609600"/>
                  </a:lnTo>
                  <a:lnTo>
                    <a:pt x="6730314" y="609600"/>
                  </a:lnTo>
                  <a:lnTo>
                    <a:pt x="6730314" y="584200"/>
                  </a:lnTo>
                  <a:lnTo>
                    <a:pt x="6129020" y="584200"/>
                  </a:lnTo>
                  <a:lnTo>
                    <a:pt x="6129020" y="609600"/>
                  </a:lnTo>
                  <a:lnTo>
                    <a:pt x="6129020" y="1193800"/>
                  </a:lnTo>
                  <a:lnTo>
                    <a:pt x="5546128" y="1193800"/>
                  </a:lnTo>
                  <a:lnTo>
                    <a:pt x="5546128" y="609600"/>
                  </a:lnTo>
                  <a:lnTo>
                    <a:pt x="6129020" y="6096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609600"/>
                  </a:lnTo>
                  <a:lnTo>
                    <a:pt x="5527738" y="1193800"/>
                  </a:lnTo>
                  <a:lnTo>
                    <a:pt x="4944846" y="1193800"/>
                  </a:lnTo>
                  <a:lnTo>
                    <a:pt x="4944846" y="609600"/>
                  </a:lnTo>
                  <a:lnTo>
                    <a:pt x="5527738" y="6096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609600"/>
                  </a:lnTo>
                  <a:lnTo>
                    <a:pt x="4926457" y="1193800"/>
                  </a:lnTo>
                  <a:lnTo>
                    <a:pt x="4343565" y="1193800"/>
                  </a:lnTo>
                  <a:lnTo>
                    <a:pt x="4343565" y="609600"/>
                  </a:lnTo>
                  <a:lnTo>
                    <a:pt x="4926457" y="6096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609600"/>
                  </a:lnTo>
                  <a:lnTo>
                    <a:pt x="4325175" y="1193800"/>
                  </a:lnTo>
                  <a:lnTo>
                    <a:pt x="3742283" y="1193800"/>
                  </a:lnTo>
                  <a:lnTo>
                    <a:pt x="3742283" y="609600"/>
                  </a:lnTo>
                  <a:lnTo>
                    <a:pt x="4325175" y="6096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609600"/>
                  </a:lnTo>
                  <a:lnTo>
                    <a:pt x="3723894" y="1193800"/>
                  </a:lnTo>
                  <a:lnTo>
                    <a:pt x="3140989" y="1193800"/>
                  </a:lnTo>
                  <a:lnTo>
                    <a:pt x="3140989" y="609600"/>
                  </a:lnTo>
                  <a:lnTo>
                    <a:pt x="3723894" y="6096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609600"/>
                  </a:lnTo>
                  <a:lnTo>
                    <a:pt x="3122587" y="1193800"/>
                  </a:lnTo>
                  <a:lnTo>
                    <a:pt x="2539708" y="1193800"/>
                  </a:lnTo>
                  <a:lnTo>
                    <a:pt x="2539708" y="609600"/>
                  </a:lnTo>
                  <a:lnTo>
                    <a:pt x="3122587" y="6096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609600"/>
                  </a:lnTo>
                  <a:lnTo>
                    <a:pt x="2521305" y="1193800"/>
                  </a:lnTo>
                  <a:lnTo>
                    <a:pt x="1938426" y="1193800"/>
                  </a:lnTo>
                  <a:lnTo>
                    <a:pt x="1938426" y="609600"/>
                  </a:lnTo>
                  <a:lnTo>
                    <a:pt x="2521305" y="6096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609600"/>
                  </a:lnTo>
                  <a:lnTo>
                    <a:pt x="1920024" y="1193800"/>
                  </a:lnTo>
                  <a:lnTo>
                    <a:pt x="1337144" y="1193800"/>
                  </a:lnTo>
                  <a:lnTo>
                    <a:pt x="1337144" y="609600"/>
                  </a:lnTo>
                  <a:lnTo>
                    <a:pt x="1920024" y="6096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609600"/>
                  </a:lnTo>
                  <a:lnTo>
                    <a:pt x="1318742" y="1193800"/>
                  </a:lnTo>
                  <a:lnTo>
                    <a:pt x="735863" y="1193800"/>
                  </a:lnTo>
                  <a:lnTo>
                    <a:pt x="735863" y="609600"/>
                  </a:lnTo>
                  <a:lnTo>
                    <a:pt x="1318742" y="6096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609600"/>
                  </a:lnTo>
                  <a:lnTo>
                    <a:pt x="717461" y="1193800"/>
                  </a:lnTo>
                  <a:lnTo>
                    <a:pt x="134569" y="1193800"/>
                  </a:lnTo>
                  <a:lnTo>
                    <a:pt x="134569" y="609600"/>
                  </a:lnTo>
                  <a:lnTo>
                    <a:pt x="717461" y="6096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609600"/>
                  </a:lnTo>
                  <a:lnTo>
                    <a:pt x="116281" y="609600"/>
                  </a:lnTo>
                  <a:lnTo>
                    <a:pt x="116281" y="1193800"/>
                  </a:lnTo>
                  <a:lnTo>
                    <a:pt x="0" y="11938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6730314" y="1206500"/>
                  </a:lnTo>
                  <a:lnTo>
                    <a:pt x="6730314" y="1790700"/>
                  </a:lnTo>
                  <a:lnTo>
                    <a:pt x="6748716" y="1790700"/>
                  </a:lnTo>
                  <a:lnTo>
                    <a:pt x="6748716" y="1206500"/>
                  </a:lnTo>
                  <a:lnTo>
                    <a:pt x="7331596" y="1206500"/>
                  </a:lnTo>
                  <a:lnTo>
                    <a:pt x="7331596" y="1790700"/>
                  </a:lnTo>
                  <a:lnTo>
                    <a:pt x="7349998" y="1790700"/>
                  </a:lnTo>
                  <a:lnTo>
                    <a:pt x="7349998" y="1206500"/>
                  </a:lnTo>
                  <a:lnTo>
                    <a:pt x="7932877" y="1206500"/>
                  </a:lnTo>
                  <a:lnTo>
                    <a:pt x="7932877" y="1790700"/>
                  </a:lnTo>
                  <a:lnTo>
                    <a:pt x="7951279" y="1790700"/>
                  </a:lnTo>
                  <a:lnTo>
                    <a:pt x="7951279" y="1206500"/>
                  </a:lnTo>
                  <a:lnTo>
                    <a:pt x="8534159" y="1206500"/>
                  </a:lnTo>
                  <a:lnTo>
                    <a:pt x="8534159" y="1790700"/>
                  </a:lnTo>
                  <a:lnTo>
                    <a:pt x="8552561" y="1790700"/>
                  </a:lnTo>
                  <a:lnTo>
                    <a:pt x="8552561" y="1206500"/>
                  </a:lnTo>
                  <a:lnTo>
                    <a:pt x="9135440" y="1206500"/>
                  </a:lnTo>
                  <a:lnTo>
                    <a:pt x="9135440" y="1790700"/>
                  </a:lnTo>
                  <a:lnTo>
                    <a:pt x="9153842" y="1790700"/>
                  </a:lnTo>
                  <a:lnTo>
                    <a:pt x="9153842" y="1206500"/>
                  </a:lnTo>
                  <a:lnTo>
                    <a:pt x="9736722" y="1206500"/>
                  </a:lnTo>
                  <a:lnTo>
                    <a:pt x="9736722" y="1790700"/>
                  </a:lnTo>
                  <a:lnTo>
                    <a:pt x="9755124" y="1790700"/>
                  </a:lnTo>
                  <a:lnTo>
                    <a:pt x="9755124" y="1206500"/>
                  </a:lnTo>
                  <a:lnTo>
                    <a:pt x="10338016" y="1206500"/>
                  </a:lnTo>
                  <a:lnTo>
                    <a:pt x="10338016" y="1790700"/>
                  </a:lnTo>
                  <a:lnTo>
                    <a:pt x="10356418" y="1790700"/>
                  </a:lnTo>
                  <a:lnTo>
                    <a:pt x="10356418" y="1206500"/>
                  </a:lnTo>
                  <a:lnTo>
                    <a:pt x="10939310" y="1206500"/>
                  </a:lnTo>
                  <a:lnTo>
                    <a:pt x="10939310" y="1790700"/>
                  </a:lnTo>
                  <a:lnTo>
                    <a:pt x="10957700" y="1790700"/>
                  </a:lnTo>
                  <a:lnTo>
                    <a:pt x="10957700" y="1206500"/>
                  </a:lnTo>
                  <a:lnTo>
                    <a:pt x="11540592" y="1206500"/>
                  </a:lnTo>
                  <a:lnTo>
                    <a:pt x="11540592" y="1790700"/>
                  </a:lnTo>
                  <a:lnTo>
                    <a:pt x="11558981" y="1790700"/>
                  </a:lnTo>
                  <a:lnTo>
                    <a:pt x="11558981" y="1206500"/>
                  </a:lnTo>
                  <a:lnTo>
                    <a:pt x="12141873" y="1206500"/>
                  </a:lnTo>
                  <a:lnTo>
                    <a:pt x="12141873" y="1790700"/>
                  </a:lnTo>
                  <a:lnTo>
                    <a:pt x="12160263" y="1790700"/>
                  </a:lnTo>
                  <a:lnTo>
                    <a:pt x="12160263" y="1206500"/>
                  </a:lnTo>
                  <a:lnTo>
                    <a:pt x="12743155" y="1206500"/>
                  </a:lnTo>
                  <a:lnTo>
                    <a:pt x="12743155" y="1790700"/>
                  </a:lnTo>
                  <a:lnTo>
                    <a:pt x="12761544" y="1790700"/>
                  </a:lnTo>
                  <a:lnTo>
                    <a:pt x="12761544" y="1206500"/>
                  </a:lnTo>
                  <a:lnTo>
                    <a:pt x="13344449" y="1206500"/>
                  </a:lnTo>
                  <a:lnTo>
                    <a:pt x="13344449" y="1790700"/>
                  </a:lnTo>
                  <a:lnTo>
                    <a:pt x="13362851" y="1790700"/>
                  </a:lnTo>
                  <a:lnTo>
                    <a:pt x="13362851" y="1206500"/>
                  </a:lnTo>
                  <a:lnTo>
                    <a:pt x="13945730" y="1206500"/>
                  </a:lnTo>
                  <a:lnTo>
                    <a:pt x="13945730" y="1790700"/>
                  </a:lnTo>
                  <a:lnTo>
                    <a:pt x="13964133" y="1790700"/>
                  </a:lnTo>
                  <a:lnTo>
                    <a:pt x="13964133" y="1206500"/>
                  </a:lnTo>
                  <a:lnTo>
                    <a:pt x="14547012" y="1206500"/>
                  </a:lnTo>
                  <a:lnTo>
                    <a:pt x="14547012" y="1790700"/>
                  </a:lnTo>
                  <a:lnTo>
                    <a:pt x="14565414" y="1790700"/>
                  </a:lnTo>
                  <a:lnTo>
                    <a:pt x="14565414" y="1206500"/>
                  </a:lnTo>
                  <a:lnTo>
                    <a:pt x="15148294" y="1206500"/>
                  </a:lnTo>
                  <a:lnTo>
                    <a:pt x="15148294" y="1790700"/>
                  </a:lnTo>
                  <a:lnTo>
                    <a:pt x="15166696" y="1790700"/>
                  </a:lnTo>
                  <a:lnTo>
                    <a:pt x="15166696" y="1206500"/>
                  </a:lnTo>
                  <a:lnTo>
                    <a:pt x="15749575" y="1206500"/>
                  </a:lnTo>
                  <a:lnTo>
                    <a:pt x="15749575" y="1790700"/>
                  </a:lnTo>
                  <a:lnTo>
                    <a:pt x="15767977" y="1790700"/>
                  </a:lnTo>
                  <a:lnTo>
                    <a:pt x="15767977" y="1206500"/>
                  </a:lnTo>
                  <a:lnTo>
                    <a:pt x="16350882" y="1206500"/>
                  </a:lnTo>
                  <a:lnTo>
                    <a:pt x="16350882" y="1790700"/>
                  </a:lnTo>
                  <a:lnTo>
                    <a:pt x="16369272" y="1790700"/>
                  </a:lnTo>
                  <a:lnTo>
                    <a:pt x="16369272" y="1206500"/>
                  </a:lnTo>
                  <a:lnTo>
                    <a:pt x="16952164" y="1206500"/>
                  </a:lnTo>
                  <a:lnTo>
                    <a:pt x="16952164" y="1790700"/>
                  </a:lnTo>
                  <a:lnTo>
                    <a:pt x="16970553" y="1790700"/>
                  </a:lnTo>
                  <a:lnTo>
                    <a:pt x="16970553" y="1206500"/>
                  </a:lnTo>
                  <a:lnTo>
                    <a:pt x="18287988" y="1206500"/>
                  </a:lnTo>
                  <a:lnTo>
                    <a:pt x="18287988" y="1193800"/>
                  </a:lnTo>
                  <a:lnTo>
                    <a:pt x="18173218" y="1193800"/>
                  </a:lnTo>
                  <a:lnTo>
                    <a:pt x="18173218" y="609600"/>
                  </a:lnTo>
                  <a:lnTo>
                    <a:pt x="18287988" y="6096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0"/>
            <p:cNvSpPr/>
            <p:nvPr/>
          </p:nvSpPr>
          <p:spPr>
            <a:xfrm>
              <a:off x="0" y="6350012"/>
              <a:ext cx="18288000" cy="2387600"/>
            </a:xfrm>
            <a:custGeom>
              <a:rect b="b" l="l" r="r" t="t"/>
              <a:pathLst>
                <a:path extrusionOk="0" h="23876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5969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1790700"/>
                  </a:lnTo>
                  <a:lnTo>
                    <a:pt x="16970553" y="1790700"/>
                  </a:lnTo>
                  <a:lnTo>
                    <a:pt x="16970553" y="1206500"/>
                  </a:lnTo>
                  <a:lnTo>
                    <a:pt x="17553445" y="12065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1790700"/>
                  </a:lnTo>
                  <a:lnTo>
                    <a:pt x="16369272" y="1790700"/>
                  </a:lnTo>
                  <a:lnTo>
                    <a:pt x="16369272" y="1206500"/>
                  </a:lnTo>
                  <a:lnTo>
                    <a:pt x="16952164" y="12065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6350882" y="1206500"/>
                  </a:lnTo>
                  <a:lnTo>
                    <a:pt x="16350882" y="1790700"/>
                  </a:lnTo>
                  <a:lnTo>
                    <a:pt x="15767977" y="1790700"/>
                  </a:lnTo>
                  <a:lnTo>
                    <a:pt x="15767977" y="1206500"/>
                  </a:lnTo>
                  <a:lnTo>
                    <a:pt x="16350882" y="12065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749575" y="1206500"/>
                  </a:lnTo>
                  <a:lnTo>
                    <a:pt x="15749575" y="1790700"/>
                  </a:lnTo>
                  <a:lnTo>
                    <a:pt x="15166696" y="1790700"/>
                  </a:lnTo>
                  <a:lnTo>
                    <a:pt x="15166696" y="1206500"/>
                  </a:lnTo>
                  <a:lnTo>
                    <a:pt x="15749575" y="12065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5148294" y="1206500"/>
                  </a:lnTo>
                  <a:lnTo>
                    <a:pt x="15148294" y="1790700"/>
                  </a:lnTo>
                  <a:lnTo>
                    <a:pt x="14565414" y="1790700"/>
                  </a:lnTo>
                  <a:lnTo>
                    <a:pt x="14565414" y="1206500"/>
                  </a:lnTo>
                  <a:lnTo>
                    <a:pt x="15148294" y="12065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4547012" y="1206500"/>
                  </a:lnTo>
                  <a:lnTo>
                    <a:pt x="14547012" y="1790700"/>
                  </a:lnTo>
                  <a:lnTo>
                    <a:pt x="13964133" y="1790700"/>
                  </a:lnTo>
                  <a:lnTo>
                    <a:pt x="13964133" y="1206500"/>
                  </a:lnTo>
                  <a:lnTo>
                    <a:pt x="14547012" y="12065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945730" y="1206500"/>
                  </a:lnTo>
                  <a:lnTo>
                    <a:pt x="13945730" y="1790700"/>
                  </a:lnTo>
                  <a:lnTo>
                    <a:pt x="13362851" y="1790700"/>
                  </a:lnTo>
                  <a:lnTo>
                    <a:pt x="13362851" y="1206500"/>
                  </a:lnTo>
                  <a:lnTo>
                    <a:pt x="13945730" y="12065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3344449" y="1206500"/>
                  </a:lnTo>
                  <a:lnTo>
                    <a:pt x="13344449" y="1790700"/>
                  </a:lnTo>
                  <a:lnTo>
                    <a:pt x="12761544" y="1790700"/>
                  </a:lnTo>
                  <a:lnTo>
                    <a:pt x="12761544" y="1206500"/>
                  </a:lnTo>
                  <a:lnTo>
                    <a:pt x="13344449" y="12065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743155" y="1206500"/>
                  </a:lnTo>
                  <a:lnTo>
                    <a:pt x="12743155" y="1790700"/>
                  </a:lnTo>
                  <a:lnTo>
                    <a:pt x="12160263" y="1790700"/>
                  </a:lnTo>
                  <a:lnTo>
                    <a:pt x="12160263" y="1206500"/>
                  </a:lnTo>
                  <a:lnTo>
                    <a:pt x="12743155" y="12065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2141873" y="1206500"/>
                  </a:lnTo>
                  <a:lnTo>
                    <a:pt x="12141873" y="1790700"/>
                  </a:lnTo>
                  <a:lnTo>
                    <a:pt x="11558981" y="1790700"/>
                  </a:lnTo>
                  <a:lnTo>
                    <a:pt x="11558981" y="1206500"/>
                  </a:lnTo>
                  <a:lnTo>
                    <a:pt x="12141873" y="12065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1540592" y="1206500"/>
                  </a:lnTo>
                  <a:lnTo>
                    <a:pt x="11540592" y="1790700"/>
                  </a:lnTo>
                  <a:lnTo>
                    <a:pt x="10957700" y="1790700"/>
                  </a:lnTo>
                  <a:lnTo>
                    <a:pt x="10957700" y="1206500"/>
                  </a:lnTo>
                  <a:lnTo>
                    <a:pt x="11540592" y="12065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939310" y="1206500"/>
                  </a:lnTo>
                  <a:lnTo>
                    <a:pt x="10939310" y="1790700"/>
                  </a:lnTo>
                  <a:lnTo>
                    <a:pt x="10356418" y="1790700"/>
                  </a:lnTo>
                  <a:lnTo>
                    <a:pt x="10356418" y="1206500"/>
                  </a:lnTo>
                  <a:lnTo>
                    <a:pt x="10939310" y="12065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10338016" y="1206500"/>
                  </a:lnTo>
                  <a:lnTo>
                    <a:pt x="10338016" y="1790700"/>
                  </a:lnTo>
                  <a:lnTo>
                    <a:pt x="9755124" y="1790700"/>
                  </a:lnTo>
                  <a:lnTo>
                    <a:pt x="9755124" y="1206500"/>
                  </a:lnTo>
                  <a:lnTo>
                    <a:pt x="10338016" y="12065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736722" y="1206500"/>
                  </a:lnTo>
                  <a:lnTo>
                    <a:pt x="9736722" y="1790700"/>
                  </a:lnTo>
                  <a:lnTo>
                    <a:pt x="9153842" y="1790700"/>
                  </a:lnTo>
                  <a:lnTo>
                    <a:pt x="9153842" y="1206500"/>
                  </a:lnTo>
                  <a:lnTo>
                    <a:pt x="9736722" y="12065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9135440" y="1206500"/>
                  </a:lnTo>
                  <a:lnTo>
                    <a:pt x="9135440" y="1790700"/>
                  </a:lnTo>
                  <a:lnTo>
                    <a:pt x="8552561" y="1790700"/>
                  </a:lnTo>
                  <a:lnTo>
                    <a:pt x="8552561" y="1206500"/>
                  </a:lnTo>
                  <a:lnTo>
                    <a:pt x="9135440" y="12065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8534159" y="1206500"/>
                  </a:lnTo>
                  <a:lnTo>
                    <a:pt x="8534159" y="1790700"/>
                  </a:lnTo>
                  <a:lnTo>
                    <a:pt x="7951279" y="1790700"/>
                  </a:lnTo>
                  <a:lnTo>
                    <a:pt x="7951279" y="1206500"/>
                  </a:lnTo>
                  <a:lnTo>
                    <a:pt x="8534159" y="12065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932877" y="1206500"/>
                  </a:lnTo>
                  <a:lnTo>
                    <a:pt x="7932877" y="1790700"/>
                  </a:lnTo>
                  <a:lnTo>
                    <a:pt x="7349998" y="1790700"/>
                  </a:lnTo>
                  <a:lnTo>
                    <a:pt x="7349998" y="1206500"/>
                  </a:lnTo>
                  <a:lnTo>
                    <a:pt x="7932877" y="12065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7331596" y="1206500"/>
                  </a:lnTo>
                  <a:lnTo>
                    <a:pt x="7331596" y="1790700"/>
                  </a:lnTo>
                  <a:lnTo>
                    <a:pt x="6748716" y="1790700"/>
                  </a:lnTo>
                  <a:lnTo>
                    <a:pt x="6748716" y="1206500"/>
                  </a:lnTo>
                  <a:lnTo>
                    <a:pt x="7331596" y="12065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730314" y="1206500"/>
                  </a:lnTo>
                  <a:lnTo>
                    <a:pt x="6730314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6730314" y="12065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0" y="1790700"/>
                  </a:lnTo>
                  <a:lnTo>
                    <a:pt x="0" y="1803400"/>
                  </a:lnTo>
                  <a:lnTo>
                    <a:pt x="116281" y="1803400"/>
                  </a:lnTo>
                  <a:lnTo>
                    <a:pt x="116281" y="2387600"/>
                  </a:lnTo>
                  <a:lnTo>
                    <a:pt x="134569" y="2387600"/>
                  </a:lnTo>
                  <a:lnTo>
                    <a:pt x="134569" y="1803400"/>
                  </a:lnTo>
                  <a:lnTo>
                    <a:pt x="717461" y="1803400"/>
                  </a:lnTo>
                  <a:lnTo>
                    <a:pt x="717461" y="2387600"/>
                  </a:lnTo>
                  <a:lnTo>
                    <a:pt x="735863" y="2387600"/>
                  </a:lnTo>
                  <a:lnTo>
                    <a:pt x="735863" y="1803400"/>
                  </a:lnTo>
                  <a:lnTo>
                    <a:pt x="17619879" y="1803400"/>
                  </a:lnTo>
                  <a:lnTo>
                    <a:pt x="17619879" y="1790700"/>
                  </a:lnTo>
                  <a:lnTo>
                    <a:pt x="17571835" y="1790700"/>
                  </a:lnTo>
                  <a:lnTo>
                    <a:pt x="17571835" y="1206500"/>
                  </a:lnTo>
                  <a:lnTo>
                    <a:pt x="18154727" y="1206500"/>
                  </a:lnTo>
                  <a:lnTo>
                    <a:pt x="18154727" y="1790700"/>
                  </a:lnTo>
                  <a:lnTo>
                    <a:pt x="17860455" y="1790700"/>
                  </a:lnTo>
                  <a:lnTo>
                    <a:pt x="17860455" y="1803400"/>
                  </a:lnTo>
                  <a:lnTo>
                    <a:pt x="18287988" y="1803400"/>
                  </a:lnTo>
                  <a:lnTo>
                    <a:pt x="18287988" y="1790700"/>
                  </a:lnTo>
                  <a:lnTo>
                    <a:pt x="18173218" y="1790700"/>
                  </a:lnTo>
                  <a:lnTo>
                    <a:pt x="18173218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0"/>
            <p:cNvSpPr/>
            <p:nvPr/>
          </p:nvSpPr>
          <p:spPr>
            <a:xfrm>
              <a:off x="0" y="81534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7860455" y="584200"/>
                  </a:lnTo>
                  <a:lnTo>
                    <a:pt x="17860455" y="596900"/>
                  </a:lnTo>
                  <a:lnTo>
                    <a:pt x="18154727" y="5969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7619879" y="596900"/>
                  </a:lnTo>
                  <a:lnTo>
                    <a:pt x="17619879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5969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5969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46128" y="584200"/>
                  </a:lnTo>
                  <a:lnTo>
                    <a:pt x="5546128" y="0"/>
                  </a:lnTo>
                  <a:lnTo>
                    <a:pt x="5527738" y="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44846" y="584200"/>
                  </a:lnTo>
                  <a:lnTo>
                    <a:pt x="4944846" y="0"/>
                  </a:lnTo>
                  <a:lnTo>
                    <a:pt x="4926457" y="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43565" y="584200"/>
                  </a:lnTo>
                  <a:lnTo>
                    <a:pt x="4343565" y="0"/>
                  </a:lnTo>
                  <a:lnTo>
                    <a:pt x="4325175" y="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42283" y="584200"/>
                  </a:lnTo>
                  <a:lnTo>
                    <a:pt x="3742283" y="0"/>
                  </a:lnTo>
                  <a:lnTo>
                    <a:pt x="3723894" y="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40989" y="584200"/>
                  </a:lnTo>
                  <a:lnTo>
                    <a:pt x="3140989" y="0"/>
                  </a:lnTo>
                  <a:lnTo>
                    <a:pt x="3122587" y="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39708" y="584200"/>
                  </a:lnTo>
                  <a:lnTo>
                    <a:pt x="2539708" y="0"/>
                  </a:lnTo>
                  <a:lnTo>
                    <a:pt x="2521305" y="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38426" y="584200"/>
                  </a:lnTo>
                  <a:lnTo>
                    <a:pt x="1938426" y="0"/>
                  </a:lnTo>
                  <a:lnTo>
                    <a:pt x="1920024" y="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37144" y="584200"/>
                  </a:lnTo>
                  <a:lnTo>
                    <a:pt x="1337144" y="0"/>
                  </a:lnTo>
                  <a:lnTo>
                    <a:pt x="1318742" y="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35863" y="584200"/>
                  </a:lnTo>
                  <a:lnTo>
                    <a:pt x="735863" y="0"/>
                  </a:lnTo>
                  <a:lnTo>
                    <a:pt x="717461" y="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10"/>
            <p:cNvSpPr/>
            <p:nvPr/>
          </p:nvSpPr>
          <p:spPr>
            <a:xfrm>
              <a:off x="0" y="9359912"/>
              <a:ext cx="18288000" cy="914400"/>
            </a:xfrm>
            <a:custGeom>
              <a:rect b="b" l="l" r="r" t="t"/>
              <a:pathLst>
                <a:path extrusionOk="0" h="9144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5546128" y="584200"/>
                  </a:lnTo>
                  <a:lnTo>
                    <a:pt x="5546128" y="0"/>
                  </a:lnTo>
                  <a:lnTo>
                    <a:pt x="5527738" y="0"/>
                  </a:lnTo>
                  <a:lnTo>
                    <a:pt x="5527738" y="584200"/>
                  </a:lnTo>
                  <a:lnTo>
                    <a:pt x="4944846" y="584200"/>
                  </a:lnTo>
                  <a:lnTo>
                    <a:pt x="4944846" y="0"/>
                  </a:lnTo>
                  <a:lnTo>
                    <a:pt x="4926457" y="0"/>
                  </a:lnTo>
                  <a:lnTo>
                    <a:pt x="4926457" y="584200"/>
                  </a:lnTo>
                  <a:lnTo>
                    <a:pt x="4343565" y="584200"/>
                  </a:lnTo>
                  <a:lnTo>
                    <a:pt x="4343565" y="0"/>
                  </a:lnTo>
                  <a:lnTo>
                    <a:pt x="4325175" y="0"/>
                  </a:lnTo>
                  <a:lnTo>
                    <a:pt x="4325175" y="584200"/>
                  </a:lnTo>
                  <a:lnTo>
                    <a:pt x="3742283" y="584200"/>
                  </a:lnTo>
                  <a:lnTo>
                    <a:pt x="3742283" y="0"/>
                  </a:lnTo>
                  <a:lnTo>
                    <a:pt x="3723894" y="0"/>
                  </a:lnTo>
                  <a:lnTo>
                    <a:pt x="3723894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914400"/>
                  </a:lnTo>
                  <a:lnTo>
                    <a:pt x="134569" y="9144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914400"/>
                  </a:lnTo>
                  <a:lnTo>
                    <a:pt x="735863" y="9144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914400"/>
                  </a:lnTo>
                  <a:lnTo>
                    <a:pt x="1337144" y="9144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914400"/>
                  </a:lnTo>
                  <a:lnTo>
                    <a:pt x="1938426" y="9144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914400"/>
                  </a:lnTo>
                  <a:lnTo>
                    <a:pt x="2539708" y="9144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914400"/>
                  </a:lnTo>
                  <a:lnTo>
                    <a:pt x="3140989" y="9144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914400"/>
                  </a:lnTo>
                  <a:lnTo>
                    <a:pt x="3742283" y="9144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914400"/>
                  </a:lnTo>
                  <a:lnTo>
                    <a:pt x="4343565" y="9144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914400"/>
                  </a:lnTo>
                  <a:lnTo>
                    <a:pt x="4944846" y="9144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914400"/>
                  </a:lnTo>
                  <a:lnTo>
                    <a:pt x="5546128" y="9144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914400"/>
                  </a:lnTo>
                  <a:lnTo>
                    <a:pt x="6147409" y="9144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914400"/>
                  </a:lnTo>
                  <a:lnTo>
                    <a:pt x="6748716" y="9144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914400"/>
                  </a:lnTo>
                  <a:lnTo>
                    <a:pt x="7349998" y="9144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914400"/>
                  </a:lnTo>
                  <a:lnTo>
                    <a:pt x="7951279" y="9144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914400"/>
                  </a:lnTo>
                  <a:lnTo>
                    <a:pt x="8552561" y="9144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914400"/>
                  </a:lnTo>
                  <a:lnTo>
                    <a:pt x="9153842" y="9144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914400"/>
                  </a:lnTo>
                  <a:lnTo>
                    <a:pt x="9755124" y="9144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914400"/>
                  </a:lnTo>
                  <a:lnTo>
                    <a:pt x="10356418" y="9144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914400"/>
                  </a:lnTo>
                  <a:lnTo>
                    <a:pt x="10957700" y="9144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914400"/>
                  </a:lnTo>
                  <a:lnTo>
                    <a:pt x="11558981" y="9144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914400"/>
                  </a:lnTo>
                  <a:lnTo>
                    <a:pt x="12160263" y="9144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914400"/>
                  </a:lnTo>
                  <a:lnTo>
                    <a:pt x="12761544" y="9144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914400"/>
                  </a:lnTo>
                  <a:lnTo>
                    <a:pt x="13362851" y="9144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914400"/>
                  </a:lnTo>
                  <a:lnTo>
                    <a:pt x="13964133" y="9144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914400"/>
                  </a:lnTo>
                  <a:lnTo>
                    <a:pt x="14565414" y="9144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914400"/>
                  </a:lnTo>
                  <a:lnTo>
                    <a:pt x="15166696" y="9144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914400"/>
                  </a:lnTo>
                  <a:lnTo>
                    <a:pt x="15767977" y="9144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914400"/>
                  </a:lnTo>
                  <a:lnTo>
                    <a:pt x="16369272" y="9144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914400"/>
                  </a:lnTo>
                  <a:lnTo>
                    <a:pt x="16970553" y="9144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914400"/>
                  </a:lnTo>
                  <a:lnTo>
                    <a:pt x="17571835" y="9144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914400"/>
                  </a:lnTo>
                  <a:lnTo>
                    <a:pt x="18173218" y="9144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2" name="Google Shape;492;p10"/>
          <p:cNvSpPr txBox="1"/>
          <p:nvPr>
            <p:ph type="title"/>
          </p:nvPr>
        </p:nvSpPr>
        <p:spPr>
          <a:xfrm>
            <a:off x="7823400" y="652295"/>
            <a:ext cx="7944600" cy="1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MODELO CONCEPTUAL</a:t>
            </a:r>
            <a:endParaRPr sz="60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93" name="Google Shape;493;p10"/>
          <p:cNvSpPr txBox="1"/>
          <p:nvPr/>
        </p:nvSpPr>
        <p:spPr>
          <a:xfrm>
            <a:off x="6824625" y="3559791"/>
            <a:ext cx="10220400" cy="10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  <a:t>Muestran como se relacionan una entidad con otra </a:t>
            </a:r>
            <a:endParaRPr sz="3000">
              <a:solidFill>
                <a:srgbClr val="33333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  <a:t>Existen sólo entre entidades (o una entidad y ella misma)</a:t>
            </a:r>
            <a:endParaRPr sz="3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4" name="Google Shape;494;p10"/>
          <p:cNvSpPr txBox="1"/>
          <p:nvPr/>
        </p:nvSpPr>
        <p:spPr>
          <a:xfrm>
            <a:off x="6876136" y="4602829"/>
            <a:ext cx="3707129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  <a:t>Son bi-direccionales</a:t>
            </a:r>
            <a:endParaRPr sz="3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5" name="Google Shape;495;p10"/>
          <p:cNvSpPr txBox="1"/>
          <p:nvPr/>
        </p:nvSpPr>
        <p:spPr>
          <a:xfrm>
            <a:off x="6876136" y="5064944"/>
            <a:ext cx="779399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  <a:t>Pueden ser nombradas en ambos extremos Tienen cardinalidad</a:t>
            </a:r>
            <a:endParaRPr sz="3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  <a:t>Tienen opcionalidad</a:t>
            </a:r>
            <a:endParaRPr sz="3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6" name="Google Shape;496;p10"/>
          <p:cNvSpPr txBox="1"/>
          <p:nvPr/>
        </p:nvSpPr>
        <p:spPr>
          <a:xfrm>
            <a:off x="1379152" y="4406900"/>
            <a:ext cx="42975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RELACIONES</a:t>
            </a:r>
            <a:endParaRPr sz="4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0"/>
          <p:cNvSpPr txBox="1"/>
          <p:nvPr/>
        </p:nvSpPr>
        <p:spPr>
          <a:xfrm>
            <a:off x="1016000" y="652312"/>
            <a:ext cx="387794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SISTEMAS DE BASES DE DATOS 1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8" name="Google Shape;498;p10"/>
          <p:cNvGrpSpPr/>
          <p:nvPr/>
        </p:nvGrpSpPr>
        <p:grpSpPr>
          <a:xfrm>
            <a:off x="6577190" y="3752850"/>
            <a:ext cx="11711175" cy="6534650"/>
            <a:chOff x="6577190" y="3752850"/>
            <a:chExt cx="11711175" cy="6534650"/>
          </a:xfrm>
        </p:grpSpPr>
        <p:pic>
          <p:nvPicPr>
            <p:cNvPr id="499" name="Google Shape;499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77190" y="3752850"/>
              <a:ext cx="123825" cy="123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0" name="Google Shape;500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77190" y="4819649"/>
              <a:ext cx="123825" cy="123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1" name="Google Shape;501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77190" y="5353049"/>
              <a:ext cx="123825" cy="123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2" name="Google Shape;502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77190" y="5886449"/>
              <a:ext cx="123825" cy="123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3" name="Google Shape;503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77190" y="6419849"/>
              <a:ext cx="123825" cy="12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4" name="Google Shape;504;p10"/>
            <p:cNvSpPr/>
            <p:nvPr/>
          </p:nvSpPr>
          <p:spPr>
            <a:xfrm>
              <a:off x="17619879" y="7869705"/>
              <a:ext cx="240665" cy="1061084"/>
            </a:xfrm>
            <a:custGeom>
              <a:rect b="b" l="l" r="r" t="t"/>
              <a:pathLst>
                <a:path extrusionOk="0" h="1061084" w="240665">
                  <a:moveTo>
                    <a:pt x="240584" y="1060960"/>
                  </a:moveTo>
                  <a:lnTo>
                    <a:pt x="0" y="1060960"/>
                  </a:lnTo>
                  <a:lnTo>
                    <a:pt x="0" y="0"/>
                  </a:lnTo>
                  <a:lnTo>
                    <a:pt x="240584" y="0"/>
                  </a:lnTo>
                  <a:lnTo>
                    <a:pt x="240584" y="1060960"/>
                  </a:ln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0"/>
            <p:cNvSpPr/>
            <p:nvPr/>
          </p:nvSpPr>
          <p:spPr>
            <a:xfrm>
              <a:off x="15652518" y="9508201"/>
              <a:ext cx="2526030" cy="779145"/>
            </a:xfrm>
            <a:custGeom>
              <a:rect b="b" l="l" r="r" t="t"/>
              <a:pathLst>
                <a:path extrusionOk="0" h="779145" w="2526030">
                  <a:moveTo>
                    <a:pt x="2176074" y="778798"/>
                  </a:moveTo>
                  <a:lnTo>
                    <a:pt x="316048" y="778798"/>
                  </a:lnTo>
                  <a:lnTo>
                    <a:pt x="61579" y="631875"/>
                  </a:lnTo>
                  <a:lnTo>
                    <a:pt x="35894" y="612123"/>
                  </a:lnTo>
                  <a:lnTo>
                    <a:pt x="16511" y="586819"/>
                  </a:lnTo>
                  <a:lnTo>
                    <a:pt x="4267" y="557389"/>
                  </a:lnTo>
                  <a:lnTo>
                    <a:pt x="0" y="525262"/>
                  </a:lnTo>
                  <a:lnTo>
                    <a:pt x="0" y="98151"/>
                  </a:lnTo>
                  <a:lnTo>
                    <a:pt x="3926" y="68563"/>
                  </a:lnTo>
                  <a:lnTo>
                    <a:pt x="15195" y="41460"/>
                  </a:lnTo>
                  <a:lnTo>
                    <a:pt x="33038" y="18165"/>
                  </a:lnTo>
                  <a:lnTo>
                    <a:pt x="56691" y="0"/>
                  </a:lnTo>
                  <a:lnTo>
                    <a:pt x="2525622" y="133501"/>
                  </a:lnTo>
                  <a:lnTo>
                    <a:pt x="2497417" y="173626"/>
                  </a:lnTo>
                  <a:lnTo>
                    <a:pt x="2469892" y="214229"/>
                  </a:lnTo>
                  <a:lnTo>
                    <a:pt x="2443050" y="255291"/>
                  </a:lnTo>
                  <a:lnTo>
                    <a:pt x="2416897" y="296795"/>
                  </a:lnTo>
                  <a:lnTo>
                    <a:pt x="2391438" y="338726"/>
                  </a:lnTo>
                  <a:lnTo>
                    <a:pt x="2366678" y="381065"/>
                  </a:lnTo>
                  <a:lnTo>
                    <a:pt x="2342621" y="423795"/>
                  </a:lnTo>
                  <a:lnTo>
                    <a:pt x="2319273" y="466901"/>
                  </a:lnTo>
                  <a:lnTo>
                    <a:pt x="2296638" y="510363"/>
                  </a:lnTo>
                  <a:lnTo>
                    <a:pt x="2274720" y="554167"/>
                  </a:lnTo>
                  <a:lnTo>
                    <a:pt x="2253526" y="598293"/>
                  </a:lnTo>
                  <a:lnTo>
                    <a:pt x="2233059" y="642726"/>
                  </a:lnTo>
                  <a:lnTo>
                    <a:pt x="2213325" y="687449"/>
                  </a:lnTo>
                  <a:lnTo>
                    <a:pt x="2194329" y="732443"/>
                  </a:lnTo>
                  <a:lnTo>
                    <a:pt x="2176074" y="777693"/>
                  </a:lnTo>
                  <a:lnTo>
                    <a:pt x="2176074" y="778798"/>
                  </a:lnTo>
                  <a:close/>
                </a:path>
              </a:pathLst>
            </a:custGeom>
            <a:solidFill>
              <a:srgbClr val="DDA2A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0"/>
            <p:cNvSpPr/>
            <p:nvPr/>
          </p:nvSpPr>
          <p:spPr>
            <a:xfrm>
              <a:off x="17828593" y="9641703"/>
              <a:ext cx="459740" cy="645795"/>
            </a:xfrm>
            <a:custGeom>
              <a:rect b="b" l="l" r="r" t="t"/>
              <a:pathLst>
                <a:path extrusionOk="0" h="645795" w="459740">
                  <a:moveTo>
                    <a:pt x="459404" y="645296"/>
                  </a:moveTo>
                  <a:lnTo>
                    <a:pt x="0" y="645296"/>
                  </a:lnTo>
                  <a:lnTo>
                    <a:pt x="0" y="644191"/>
                  </a:lnTo>
                  <a:lnTo>
                    <a:pt x="18238" y="598940"/>
                  </a:lnTo>
                  <a:lnTo>
                    <a:pt x="37222" y="553943"/>
                  </a:lnTo>
                  <a:lnTo>
                    <a:pt x="56949" y="509216"/>
                  </a:lnTo>
                  <a:lnTo>
                    <a:pt x="77411" y="464777"/>
                  </a:lnTo>
                  <a:lnTo>
                    <a:pt x="98604" y="420644"/>
                  </a:lnTo>
                  <a:lnTo>
                    <a:pt x="120522" y="376835"/>
                  </a:lnTo>
                  <a:lnTo>
                    <a:pt x="143161" y="333366"/>
                  </a:lnTo>
                  <a:lnTo>
                    <a:pt x="166514" y="290256"/>
                  </a:lnTo>
                  <a:lnTo>
                    <a:pt x="190577" y="247522"/>
                  </a:lnTo>
                  <a:lnTo>
                    <a:pt x="215343" y="205182"/>
                  </a:lnTo>
                  <a:lnTo>
                    <a:pt x="240808" y="163253"/>
                  </a:lnTo>
                  <a:lnTo>
                    <a:pt x="266967" y="121753"/>
                  </a:lnTo>
                  <a:lnTo>
                    <a:pt x="293813" y="80699"/>
                  </a:lnTo>
                  <a:lnTo>
                    <a:pt x="321342" y="40108"/>
                  </a:lnTo>
                  <a:lnTo>
                    <a:pt x="349548" y="0"/>
                  </a:lnTo>
                  <a:lnTo>
                    <a:pt x="459404" y="5940"/>
                  </a:lnTo>
                  <a:lnTo>
                    <a:pt x="459404" y="645296"/>
                  </a:lnTo>
                  <a:close/>
                </a:path>
              </a:pathLst>
            </a:custGeom>
            <a:solidFill>
              <a:srgbClr val="BC81C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0"/>
            <p:cNvSpPr/>
            <p:nvPr/>
          </p:nvSpPr>
          <p:spPr>
            <a:xfrm>
              <a:off x="15690312" y="9421519"/>
              <a:ext cx="2597784" cy="865504"/>
            </a:xfrm>
            <a:custGeom>
              <a:rect b="b" l="l" r="r" t="t"/>
              <a:pathLst>
                <a:path extrusionOk="0" h="865504" w="2597784">
                  <a:moveTo>
                    <a:pt x="2597685" y="865480"/>
                  </a:moveTo>
                  <a:lnTo>
                    <a:pt x="1254500" y="865480"/>
                  </a:lnTo>
                  <a:lnTo>
                    <a:pt x="18897" y="152116"/>
                  </a:lnTo>
                  <a:lnTo>
                    <a:pt x="4724" y="137780"/>
                  </a:lnTo>
                  <a:lnTo>
                    <a:pt x="0" y="119363"/>
                  </a:lnTo>
                  <a:lnTo>
                    <a:pt x="4724" y="100964"/>
                  </a:lnTo>
                  <a:lnTo>
                    <a:pt x="18897" y="86681"/>
                  </a:lnTo>
                  <a:lnTo>
                    <a:pt x="169039" y="0"/>
                  </a:lnTo>
                  <a:lnTo>
                    <a:pt x="2597685" y="143748"/>
                  </a:lnTo>
                  <a:lnTo>
                    <a:pt x="2597685" y="865480"/>
                  </a:lnTo>
                  <a:close/>
                </a:path>
              </a:pathLst>
            </a:custGeom>
            <a:solidFill>
              <a:srgbClr val="FFCFC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15859257" y="9300052"/>
              <a:ext cx="2428875" cy="987425"/>
            </a:xfrm>
            <a:custGeom>
              <a:rect b="b" l="l" r="r" t="t"/>
              <a:pathLst>
                <a:path extrusionOk="0" h="987425" w="2428875">
                  <a:moveTo>
                    <a:pt x="1969241" y="986947"/>
                  </a:moveTo>
                  <a:lnTo>
                    <a:pt x="1298068" y="986947"/>
                  </a:lnTo>
                  <a:lnTo>
                    <a:pt x="46161" y="264182"/>
                  </a:lnTo>
                  <a:lnTo>
                    <a:pt x="26891" y="249395"/>
                  </a:lnTo>
                  <a:lnTo>
                    <a:pt x="12362" y="230431"/>
                  </a:lnTo>
                  <a:lnTo>
                    <a:pt x="3193" y="208364"/>
                  </a:lnTo>
                  <a:lnTo>
                    <a:pt x="0" y="184269"/>
                  </a:lnTo>
                  <a:lnTo>
                    <a:pt x="0" y="107553"/>
                  </a:lnTo>
                  <a:lnTo>
                    <a:pt x="4301" y="75147"/>
                  </a:lnTo>
                  <a:lnTo>
                    <a:pt x="16640" y="45456"/>
                  </a:lnTo>
                  <a:lnTo>
                    <a:pt x="36172" y="19925"/>
                  </a:lnTo>
                  <a:lnTo>
                    <a:pt x="62049" y="0"/>
                  </a:lnTo>
                  <a:lnTo>
                    <a:pt x="2428739" y="136015"/>
                  </a:lnTo>
                  <a:lnTo>
                    <a:pt x="2428739" y="197879"/>
                  </a:lnTo>
                  <a:lnTo>
                    <a:pt x="2414678" y="215044"/>
                  </a:lnTo>
                  <a:lnTo>
                    <a:pt x="2383909" y="254000"/>
                  </a:lnTo>
                  <a:lnTo>
                    <a:pt x="2353821" y="293508"/>
                  </a:lnTo>
                  <a:lnTo>
                    <a:pt x="2324420" y="333549"/>
                  </a:lnTo>
                  <a:lnTo>
                    <a:pt x="2295709" y="374105"/>
                  </a:lnTo>
                  <a:lnTo>
                    <a:pt x="2267696" y="415158"/>
                  </a:lnTo>
                  <a:lnTo>
                    <a:pt x="2240384" y="456690"/>
                  </a:lnTo>
                  <a:lnTo>
                    <a:pt x="2213778" y="498682"/>
                  </a:lnTo>
                  <a:lnTo>
                    <a:pt x="2187885" y="541115"/>
                  </a:lnTo>
                  <a:lnTo>
                    <a:pt x="2162709" y="583973"/>
                  </a:lnTo>
                  <a:lnTo>
                    <a:pt x="2138254" y="627236"/>
                  </a:lnTo>
                  <a:lnTo>
                    <a:pt x="2114528" y="670887"/>
                  </a:lnTo>
                  <a:lnTo>
                    <a:pt x="2091534" y="714906"/>
                  </a:lnTo>
                  <a:lnTo>
                    <a:pt x="2069277" y="759276"/>
                  </a:lnTo>
                  <a:lnTo>
                    <a:pt x="2047764" y="803979"/>
                  </a:lnTo>
                  <a:lnTo>
                    <a:pt x="2026998" y="848996"/>
                  </a:lnTo>
                  <a:lnTo>
                    <a:pt x="2006986" y="894308"/>
                  </a:lnTo>
                  <a:lnTo>
                    <a:pt x="1987732" y="939899"/>
                  </a:lnTo>
                  <a:lnTo>
                    <a:pt x="1969241" y="985748"/>
                  </a:lnTo>
                  <a:lnTo>
                    <a:pt x="1969241" y="986947"/>
                  </a:lnTo>
                  <a:close/>
                </a:path>
              </a:pathLst>
            </a:custGeom>
            <a:solidFill>
              <a:srgbClr val="DDA2A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17620161" y="7794646"/>
              <a:ext cx="668019" cy="2492375"/>
            </a:xfrm>
            <a:custGeom>
              <a:rect b="b" l="l" r="r" t="t"/>
              <a:pathLst>
                <a:path extrusionOk="0" h="2492375" w="668019">
                  <a:moveTo>
                    <a:pt x="116484" y="150107"/>
                  </a:moveTo>
                  <a:lnTo>
                    <a:pt x="71557" y="143108"/>
                  </a:lnTo>
                  <a:lnTo>
                    <a:pt x="33469" y="128177"/>
                  </a:lnTo>
                  <a:lnTo>
                    <a:pt x="10221" y="107609"/>
                  </a:lnTo>
                  <a:lnTo>
                    <a:pt x="0" y="80183"/>
                  </a:lnTo>
                  <a:lnTo>
                    <a:pt x="6207" y="50359"/>
                  </a:lnTo>
                  <a:lnTo>
                    <a:pt x="32247" y="22598"/>
                  </a:lnTo>
                  <a:lnTo>
                    <a:pt x="73825" y="4684"/>
                  </a:lnTo>
                  <a:lnTo>
                    <a:pt x="120621" y="0"/>
                  </a:lnTo>
                  <a:lnTo>
                    <a:pt x="166782" y="6614"/>
                  </a:lnTo>
                  <a:lnTo>
                    <a:pt x="206457" y="22598"/>
                  </a:lnTo>
                  <a:lnTo>
                    <a:pt x="231239" y="45287"/>
                  </a:lnTo>
                  <a:lnTo>
                    <a:pt x="240349" y="73378"/>
                  </a:lnTo>
                  <a:lnTo>
                    <a:pt x="232185" y="102757"/>
                  </a:lnTo>
                  <a:lnTo>
                    <a:pt x="205140" y="129306"/>
                  </a:lnTo>
                  <a:lnTo>
                    <a:pt x="162822" y="146422"/>
                  </a:lnTo>
                  <a:lnTo>
                    <a:pt x="116484" y="150107"/>
                  </a:lnTo>
                  <a:close/>
                </a:path>
                <a:path extrusionOk="0" h="2492375" w="668019">
                  <a:moveTo>
                    <a:pt x="667836" y="2492353"/>
                  </a:moveTo>
                  <a:lnTo>
                    <a:pt x="208431" y="2492353"/>
                  </a:lnTo>
                  <a:lnTo>
                    <a:pt x="208431" y="2491343"/>
                  </a:lnTo>
                  <a:lnTo>
                    <a:pt x="226922" y="2445493"/>
                  </a:lnTo>
                  <a:lnTo>
                    <a:pt x="246176" y="2399902"/>
                  </a:lnTo>
                  <a:lnTo>
                    <a:pt x="266188" y="2354590"/>
                  </a:lnTo>
                  <a:lnTo>
                    <a:pt x="286954" y="2309573"/>
                  </a:lnTo>
                  <a:lnTo>
                    <a:pt x="308467" y="2264870"/>
                  </a:lnTo>
                  <a:lnTo>
                    <a:pt x="330724" y="2220500"/>
                  </a:lnTo>
                  <a:lnTo>
                    <a:pt x="353718" y="2176481"/>
                  </a:lnTo>
                  <a:lnTo>
                    <a:pt x="377444" y="2132830"/>
                  </a:lnTo>
                  <a:lnTo>
                    <a:pt x="401899" y="2089567"/>
                  </a:lnTo>
                  <a:lnTo>
                    <a:pt x="427075" y="2046710"/>
                  </a:lnTo>
                  <a:lnTo>
                    <a:pt x="452968" y="2004276"/>
                  </a:lnTo>
                  <a:lnTo>
                    <a:pt x="479574" y="1962284"/>
                  </a:lnTo>
                  <a:lnTo>
                    <a:pt x="506886" y="1920752"/>
                  </a:lnTo>
                  <a:lnTo>
                    <a:pt x="534899" y="1879699"/>
                  </a:lnTo>
                  <a:lnTo>
                    <a:pt x="563610" y="1839143"/>
                  </a:lnTo>
                  <a:lnTo>
                    <a:pt x="593011" y="1799102"/>
                  </a:lnTo>
                  <a:lnTo>
                    <a:pt x="623099" y="1759594"/>
                  </a:lnTo>
                  <a:lnTo>
                    <a:pt x="653868" y="1720638"/>
                  </a:lnTo>
                  <a:lnTo>
                    <a:pt x="667836" y="1703588"/>
                  </a:lnTo>
                  <a:lnTo>
                    <a:pt x="667836" y="2492353"/>
                  </a:lnTo>
                  <a:close/>
                </a:path>
              </a:pathLst>
            </a:custGeom>
            <a:solidFill>
              <a:srgbClr val="BC81C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15776618" y="6718489"/>
              <a:ext cx="2042794" cy="3568700"/>
            </a:xfrm>
            <a:custGeom>
              <a:rect b="b" l="l" r="r" t="t"/>
              <a:pathLst>
                <a:path extrusionOk="0" h="3568700" w="2042794">
                  <a:moveTo>
                    <a:pt x="1961297" y="1177622"/>
                  </a:moveTo>
                  <a:lnTo>
                    <a:pt x="1906721" y="1163249"/>
                  </a:lnTo>
                  <a:lnTo>
                    <a:pt x="1884533" y="1128369"/>
                  </a:lnTo>
                  <a:lnTo>
                    <a:pt x="1884533" y="0"/>
                  </a:lnTo>
                  <a:lnTo>
                    <a:pt x="2042667" y="0"/>
                  </a:lnTo>
                  <a:lnTo>
                    <a:pt x="2042667" y="1128369"/>
                  </a:lnTo>
                  <a:lnTo>
                    <a:pt x="2019539" y="1164001"/>
                  </a:lnTo>
                  <a:lnTo>
                    <a:pt x="1961297" y="1177622"/>
                  </a:lnTo>
                  <a:close/>
                </a:path>
                <a:path extrusionOk="0" h="3568700" w="2042794">
                  <a:moveTo>
                    <a:pt x="991587" y="3568509"/>
                  </a:moveTo>
                  <a:lnTo>
                    <a:pt x="370699" y="3568509"/>
                  </a:lnTo>
                  <a:lnTo>
                    <a:pt x="81041" y="3401280"/>
                  </a:lnTo>
                  <a:lnTo>
                    <a:pt x="47198" y="3375290"/>
                  </a:lnTo>
                  <a:lnTo>
                    <a:pt x="21694" y="3342003"/>
                  </a:lnTo>
                  <a:lnTo>
                    <a:pt x="5602" y="3303287"/>
                  </a:lnTo>
                  <a:lnTo>
                    <a:pt x="0" y="3261009"/>
                  </a:lnTo>
                  <a:lnTo>
                    <a:pt x="0" y="3229984"/>
                  </a:lnTo>
                  <a:lnTo>
                    <a:pt x="6496" y="3188067"/>
                  </a:lnTo>
                  <a:lnTo>
                    <a:pt x="24411" y="3152272"/>
                  </a:lnTo>
                  <a:lnTo>
                    <a:pt x="51382" y="3123968"/>
                  </a:lnTo>
                  <a:lnTo>
                    <a:pt x="85048" y="3104524"/>
                  </a:lnTo>
                  <a:lnTo>
                    <a:pt x="123048" y="3095307"/>
                  </a:lnTo>
                  <a:lnTo>
                    <a:pt x="163020" y="3097686"/>
                  </a:lnTo>
                  <a:lnTo>
                    <a:pt x="202602" y="3113029"/>
                  </a:lnTo>
                  <a:lnTo>
                    <a:pt x="991587" y="3568509"/>
                  </a:ln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0"/>
            <p:cNvSpPr/>
            <p:nvPr/>
          </p:nvSpPr>
          <p:spPr>
            <a:xfrm>
              <a:off x="15900741" y="8444945"/>
              <a:ext cx="2387600" cy="1842134"/>
            </a:xfrm>
            <a:custGeom>
              <a:rect b="b" l="l" r="r" t="t"/>
              <a:pathLst>
                <a:path extrusionOk="0" h="1842134" w="2387600">
                  <a:moveTo>
                    <a:pt x="2250060" y="1842054"/>
                  </a:moveTo>
                  <a:lnTo>
                    <a:pt x="1605726" y="1842054"/>
                  </a:lnTo>
                  <a:lnTo>
                    <a:pt x="20659" y="926934"/>
                  </a:lnTo>
                  <a:lnTo>
                    <a:pt x="5164" y="911272"/>
                  </a:lnTo>
                  <a:lnTo>
                    <a:pt x="0" y="891114"/>
                  </a:lnTo>
                  <a:lnTo>
                    <a:pt x="5164" y="870957"/>
                  </a:lnTo>
                  <a:lnTo>
                    <a:pt x="20659" y="855295"/>
                  </a:lnTo>
                  <a:lnTo>
                    <a:pt x="1454226" y="27679"/>
                  </a:lnTo>
                  <a:lnTo>
                    <a:pt x="1495790" y="9223"/>
                  </a:lnTo>
                  <a:lnTo>
                    <a:pt x="1539418" y="0"/>
                  </a:lnTo>
                  <a:lnTo>
                    <a:pt x="1583879" y="0"/>
                  </a:lnTo>
                  <a:lnTo>
                    <a:pt x="1627664" y="9223"/>
                  </a:lnTo>
                  <a:lnTo>
                    <a:pt x="1669215" y="27679"/>
                  </a:lnTo>
                  <a:lnTo>
                    <a:pt x="2387255" y="442255"/>
                  </a:lnTo>
                  <a:lnTo>
                    <a:pt x="2387255" y="1762843"/>
                  </a:lnTo>
                  <a:lnTo>
                    <a:pt x="2250060" y="1842054"/>
                  </a:lnTo>
                  <a:close/>
                </a:path>
                <a:path extrusionOk="0" h="1842134" w="2387600">
                  <a:moveTo>
                    <a:pt x="204665" y="1775870"/>
                  </a:moveTo>
                  <a:lnTo>
                    <a:pt x="176066" y="1739319"/>
                  </a:lnTo>
                  <a:lnTo>
                    <a:pt x="177972" y="1730743"/>
                  </a:lnTo>
                  <a:lnTo>
                    <a:pt x="182982" y="1725217"/>
                  </a:lnTo>
                  <a:lnTo>
                    <a:pt x="183163" y="1725217"/>
                  </a:lnTo>
                  <a:lnTo>
                    <a:pt x="189750" y="1723322"/>
                  </a:lnTo>
                  <a:lnTo>
                    <a:pt x="217238" y="1751896"/>
                  </a:lnTo>
                  <a:lnTo>
                    <a:pt x="218467" y="1761036"/>
                  </a:lnTo>
                  <a:lnTo>
                    <a:pt x="216581" y="1768520"/>
                  </a:lnTo>
                  <a:lnTo>
                    <a:pt x="211694" y="1773729"/>
                  </a:lnTo>
                  <a:lnTo>
                    <a:pt x="211865" y="1773729"/>
                  </a:lnTo>
                  <a:lnTo>
                    <a:pt x="204665" y="1775870"/>
                  </a:lnTo>
                  <a:close/>
                </a:path>
              </a:pathLst>
            </a:custGeom>
            <a:solidFill>
              <a:srgbClr val="FFCFC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0"/>
            <p:cNvSpPr/>
            <p:nvPr/>
          </p:nvSpPr>
          <p:spPr>
            <a:xfrm>
              <a:off x="16033656" y="6669108"/>
              <a:ext cx="1786255" cy="3618229"/>
            </a:xfrm>
            <a:custGeom>
              <a:rect b="b" l="l" r="r" t="t"/>
              <a:pathLst>
                <a:path extrusionOk="0" h="3618229" w="1786255">
                  <a:moveTo>
                    <a:pt x="1704259" y="98633"/>
                  </a:moveTo>
                  <a:lnTo>
                    <a:pt x="1674715" y="94043"/>
                  </a:lnTo>
                  <a:lnTo>
                    <a:pt x="1649683" y="84261"/>
                  </a:lnTo>
                  <a:lnTo>
                    <a:pt x="1634347" y="70736"/>
                  </a:lnTo>
                  <a:lnTo>
                    <a:pt x="1627613" y="52707"/>
                  </a:lnTo>
                  <a:lnTo>
                    <a:pt x="1631703" y="33109"/>
                  </a:lnTo>
                  <a:lnTo>
                    <a:pt x="1648837" y="14877"/>
                  </a:lnTo>
                  <a:lnTo>
                    <a:pt x="1676169" y="3084"/>
                  </a:lnTo>
                  <a:lnTo>
                    <a:pt x="1706939" y="0"/>
                  </a:lnTo>
                  <a:lnTo>
                    <a:pt x="1737285" y="4354"/>
                  </a:lnTo>
                  <a:lnTo>
                    <a:pt x="1763348" y="14877"/>
                  </a:lnTo>
                  <a:lnTo>
                    <a:pt x="1779636" y="29763"/>
                  </a:lnTo>
                  <a:lnTo>
                    <a:pt x="1785629" y="48218"/>
                  </a:lnTo>
                  <a:lnTo>
                    <a:pt x="1780271" y="67536"/>
                  </a:lnTo>
                  <a:lnTo>
                    <a:pt x="1762502" y="85013"/>
                  </a:lnTo>
                  <a:lnTo>
                    <a:pt x="1734720" y="96225"/>
                  </a:lnTo>
                  <a:lnTo>
                    <a:pt x="1704259" y="98633"/>
                  </a:lnTo>
                  <a:close/>
                </a:path>
                <a:path extrusionOk="0" h="3618229" w="1786255">
                  <a:moveTo>
                    <a:pt x="72391" y="3409295"/>
                  </a:moveTo>
                  <a:lnTo>
                    <a:pt x="56221" y="3409295"/>
                  </a:lnTo>
                  <a:lnTo>
                    <a:pt x="49640" y="3402713"/>
                  </a:lnTo>
                  <a:lnTo>
                    <a:pt x="49640" y="3306818"/>
                  </a:lnTo>
                  <a:lnTo>
                    <a:pt x="56221" y="3300237"/>
                  </a:lnTo>
                  <a:lnTo>
                    <a:pt x="72391" y="3300237"/>
                  </a:lnTo>
                  <a:lnTo>
                    <a:pt x="78972" y="3306818"/>
                  </a:lnTo>
                  <a:lnTo>
                    <a:pt x="78972" y="3402713"/>
                  </a:lnTo>
                  <a:lnTo>
                    <a:pt x="72391" y="3409295"/>
                  </a:lnTo>
                  <a:close/>
                </a:path>
                <a:path extrusionOk="0" h="3618229" w="1786255">
                  <a:moveTo>
                    <a:pt x="89314" y="3474541"/>
                  </a:moveTo>
                  <a:lnTo>
                    <a:pt x="81229" y="3474541"/>
                  </a:lnTo>
                  <a:lnTo>
                    <a:pt x="74858" y="3474115"/>
                  </a:lnTo>
                  <a:lnTo>
                    <a:pt x="35775" y="3452109"/>
                  </a:lnTo>
                  <a:lnTo>
                    <a:pt x="4932" y="3403423"/>
                  </a:lnTo>
                  <a:lnTo>
                    <a:pt x="0" y="3374039"/>
                  </a:lnTo>
                  <a:lnTo>
                    <a:pt x="1412" y="3361159"/>
                  </a:lnTo>
                  <a:lnTo>
                    <a:pt x="1526" y="3360125"/>
                  </a:lnTo>
                  <a:lnTo>
                    <a:pt x="1568" y="3359736"/>
                  </a:lnTo>
                  <a:lnTo>
                    <a:pt x="23409" y="3328442"/>
                  </a:lnTo>
                  <a:lnTo>
                    <a:pt x="24443" y="3327878"/>
                  </a:lnTo>
                  <a:lnTo>
                    <a:pt x="24914" y="3327596"/>
                  </a:lnTo>
                  <a:lnTo>
                    <a:pt x="31683" y="3323835"/>
                  </a:lnTo>
                  <a:lnTo>
                    <a:pt x="40050" y="3328912"/>
                  </a:lnTo>
                  <a:lnTo>
                    <a:pt x="40050" y="3344236"/>
                  </a:lnTo>
                  <a:lnTo>
                    <a:pt x="37982" y="3351758"/>
                  </a:lnTo>
                  <a:lnTo>
                    <a:pt x="32623" y="3358997"/>
                  </a:lnTo>
                  <a:lnTo>
                    <a:pt x="31965" y="3360125"/>
                  </a:lnTo>
                  <a:lnTo>
                    <a:pt x="31495" y="3361159"/>
                  </a:lnTo>
                  <a:lnTo>
                    <a:pt x="29802" y="3364732"/>
                  </a:lnTo>
                  <a:lnTo>
                    <a:pt x="29080" y="3368422"/>
                  </a:lnTo>
                  <a:lnTo>
                    <a:pt x="41977" y="3414419"/>
                  </a:lnTo>
                  <a:lnTo>
                    <a:pt x="70229" y="3442388"/>
                  </a:lnTo>
                  <a:lnTo>
                    <a:pt x="84049" y="3446619"/>
                  </a:lnTo>
                  <a:lnTo>
                    <a:pt x="123528" y="3446619"/>
                  </a:lnTo>
                  <a:lnTo>
                    <a:pt x="122102" y="3450156"/>
                  </a:lnTo>
                  <a:lnTo>
                    <a:pt x="114492" y="3460376"/>
                  </a:lnTo>
                  <a:lnTo>
                    <a:pt x="104450" y="3468242"/>
                  </a:lnTo>
                  <a:lnTo>
                    <a:pt x="97211" y="3472473"/>
                  </a:lnTo>
                  <a:lnTo>
                    <a:pt x="89314" y="3474541"/>
                  </a:lnTo>
                  <a:close/>
                </a:path>
                <a:path extrusionOk="0" h="3618229" w="1786255">
                  <a:moveTo>
                    <a:pt x="123528" y="3446619"/>
                  </a:moveTo>
                  <a:lnTo>
                    <a:pt x="84049" y="3446619"/>
                  </a:lnTo>
                  <a:lnTo>
                    <a:pt x="95895" y="3439755"/>
                  </a:lnTo>
                  <a:lnTo>
                    <a:pt x="99656" y="3432798"/>
                  </a:lnTo>
                  <a:lnTo>
                    <a:pt x="90111" y="3388137"/>
                  </a:lnTo>
                  <a:lnTo>
                    <a:pt x="89126" y="3386167"/>
                  </a:lnTo>
                  <a:lnTo>
                    <a:pt x="88562" y="3384005"/>
                  </a:lnTo>
                  <a:lnTo>
                    <a:pt x="88562" y="3381748"/>
                  </a:lnTo>
                  <a:lnTo>
                    <a:pt x="91932" y="3372276"/>
                  </a:lnTo>
                  <a:lnTo>
                    <a:pt x="99867" y="3367599"/>
                  </a:lnTo>
                  <a:lnTo>
                    <a:pt x="109107" y="3368422"/>
                  </a:lnTo>
                  <a:lnTo>
                    <a:pt x="127866" y="3413301"/>
                  </a:lnTo>
                  <a:lnTo>
                    <a:pt x="128612" y="3425089"/>
                  </a:lnTo>
                  <a:lnTo>
                    <a:pt x="126926" y="3438191"/>
                  </a:lnTo>
                  <a:lnTo>
                    <a:pt x="123642" y="3446337"/>
                  </a:lnTo>
                  <a:lnTo>
                    <a:pt x="123528" y="3446619"/>
                  </a:lnTo>
                  <a:close/>
                </a:path>
                <a:path extrusionOk="0" h="3618229" w="1786255">
                  <a:moveTo>
                    <a:pt x="316173" y="3503404"/>
                  </a:moveTo>
                  <a:lnTo>
                    <a:pt x="297934" y="3471533"/>
                  </a:lnTo>
                  <a:lnTo>
                    <a:pt x="319510" y="3464139"/>
                  </a:lnTo>
                  <a:lnTo>
                    <a:pt x="347769" y="3464139"/>
                  </a:lnTo>
                  <a:lnTo>
                    <a:pt x="381701" y="3474878"/>
                  </a:lnTo>
                  <a:lnTo>
                    <a:pt x="414680" y="3496482"/>
                  </a:lnTo>
                  <a:lnTo>
                    <a:pt x="340358" y="3496482"/>
                  </a:lnTo>
                  <a:lnTo>
                    <a:pt x="322915" y="3500191"/>
                  </a:lnTo>
                  <a:lnTo>
                    <a:pt x="322622" y="3500191"/>
                  </a:lnTo>
                  <a:lnTo>
                    <a:pt x="316173" y="3503404"/>
                  </a:lnTo>
                  <a:close/>
                </a:path>
                <a:path extrusionOk="0" h="3618229" w="1786255">
                  <a:moveTo>
                    <a:pt x="468571" y="3591308"/>
                  </a:moveTo>
                  <a:lnTo>
                    <a:pt x="440813" y="3552033"/>
                  </a:lnTo>
                  <a:lnTo>
                    <a:pt x="406991" y="3519669"/>
                  </a:lnTo>
                  <a:lnTo>
                    <a:pt x="368924" y="3500191"/>
                  </a:lnTo>
                  <a:lnTo>
                    <a:pt x="340358" y="3496482"/>
                  </a:lnTo>
                  <a:lnTo>
                    <a:pt x="414680" y="3496482"/>
                  </a:lnTo>
                  <a:lnTo>
                    <a:pt x="449089" y="3528491"/>
                  </a:lnTo>
                  <a:lnTo>
                    <a:pt x="482682" y="3573648"/>
                  </a:lnTo>
                  <a:lnTo>
                    <a:pt x="486716" y="3580873"/>
                  </a:lnTo>
                  <a:lnTo>
                    <a:pt x="468571" y="3591308"/>
                  </a:lnTo>
                  <a:close/>
                </a:path>
                <a:path extrusionOk="0" h="3618229" w="1786255">
                  <a:moveTo>
                    <a:pt x="347574" y="3556804"/>
                  </a:moveTo>
                  <a:lnTo>
                    <a:pt x="329147" y="3525309"/>
                  </a:lnTo>
                  <a:lnTo>
                    <a:pt x="344994" y="3520133"/>
                  </a:lnTo>
                  <a:lnTo>
                    <a:pt x="364755" y="3521196"/>
                  </a:lnTo>
                  <a:lnTo>
                    <a:pt x="387371" y="3529487"/>
                  </a:lnTo>
                  <a:lnTo>
                    <a:pt x="411786" y="3545993"/>
                  </a:lnTo>
                  <a:lnTo>
                    <a:pt x="419249" y="3553161"/>
                  </a:lnTo>
                  <a:lnTo>
                    <a:pt x="360794" y="3553161"/>
                  </a:lnTo>
                  <a:lnTo>
                    <a:pt x="351544" y="3555059"/>
                  </a:lnTo>
                  <a:lnTo>
                    <a:pt x="351217" y="3555059"/>
                  </a:lnTo>
                  <a:lnTo>
                    <a:pt x="347574" y="3556804"/>
                  </a:lnTo>
                  <a:close/>
                </a:path>
                <a:path extrusionOk="0" h="3618229" w="1786255">
                  <a:moveTo>
                    <a:pt x="437345" y="3608701"/>
                  </a:moveTo>
                  <a:lnTo>
                    <a:pt x="437111" y="3608701"/>
                  </a:lnTo>
                  <a:lnTo>
                    <a:pt x="431209" y="3599189"/>
                  </a:lnTo>
                  <a:lnTo>
                    <a:pt x="422692" y="3587935"/>
                  </a:lnTo>
                  <a:lnTo>
                    <a:pt x="411495" y="3576205"/>
                  </a:lnTo>
                  <a:lnTo>
                    <a:pt x="397496" y="3565172"/>
                  </a:lnTo>
                  <a:lnTo>
                    <a:pt x="376488" y="3555059"/>
                  </a:lnTo>
                  <a:lnTo>
                    <a:pt x="360794" y="3553161"/>
                  </a:lnTo>
                  <a:lnTo>
                    <a:pt x="419249" y="3553161"/>
                  </a:lnTo>
                  <a:lnTo>
                    <a:pt x="432582" y="3565969"/>
                  </a:lnTo>
                  <a:lnTo>
                    <a:pt x="446019" y="3582694"/>
                  </a:lnTo>
                  <a:lnTo>
                    <a:pt x="453339" y="3594183"/>
                  </a:lnTo>
                  <a:lnTo>
                    <a:pt x="455785" y="3598453"/>
                  </a:lnTo>
                  <a:lnTo>
                    <a:pt x="456349" y="3598453"/>
                  </a:lnTo>
                  <a:lnTo>
                    <a:pt x="437345" y="3608701"/>
                  </a:lnTo>
                  <a:close/>
                </a:path>
                <a:path extrusionOk="0" h="3618229" w="1786255">
                  <a:moveTo>
                    <a:pt x="376248" y="3608701"/>
                  </a:moveTo>
                  <a:lnTo>
                    <a:pt x="358124" y="3577029"/>
                  </a:lnTo>
                  <a:lnTo>
                    <a:pt x="358009" y="3576829"/>
                  </a:lnTo>
                  <a:lnTo>
                    <a:pt x="371305" y="3574307"/>
                  </a:lnTo>
                  <a:lnTo>
                    <a:pt x="407649" y="3592248"/>
                  </a:lnTo>
                  <a:lnTo>
                    <a:pt x="421056" y="3607856"/>
                  </a:lnTo>
                  <a:lnTo>
                    <a:pt x="378829" y="3607856"/>
                  </a:lnTo>
                  <a:lnTo>
                    <a:pt x="376248" y="3608701"/>
                  </a:lnTo>
                  <a:close/>
                </a:path>
                <a:path extrusionOk="0" h="3618229" w="1786255">
                  <a:moveTo>
                    <a:pt x="424647" y="3617891"/>
                  </a:moveTo>
                  <a:lnTo>
                    <a:pt x="400246" y="3617891"/>
                  </a:lnTo>
                  <a:lnTo>
                    <a:pt x="396119" y="3613183"/>
                  </a:lnTo>
                  <a:lnTo>
                    <a:pt x="385826" y="3608007"/>
                  </a:lnTo>
                  <a:lnTo>
                    <a:pt x="378829" y="3607856"/>
                  </a:lnTo>
                  <a:lnTo>
                    <a:pt x="421056" y="3607856"/>
                  </a:lnTo>
                  <a:lnTo>
                    <a:pt x="421706" y="3608701"/>
                  </a:lnTo>
                  <a:lnTo>
                    <a:pt x="425524" y="3614419"/>
                  </a:lnTo>
                  <a:lnTo>
                    <a:pt x="426828" y="3616598"/>
                  </a:lnTo>
                  <a:lnTo>
                    <a:pt x="424647" y="3617891"/>
                  </a:lnTo>
                  <a:close/>
                </a:path>
              </a:pathLst>
            </a:custGeom>
            <a:solidFill>
              <a:srgbClr val="BC81C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>
              <a:off x="15638510" y="6655300"/>
              <a:ext cx="2649855" cy="3632200"/>
            </a:xfrm>
            <a:custGeom>
              <a:rect b="b" l="l" r="r" t="t"/>
              <a:pathLst>
                <a:path extrusionOk="0" h="3632200" w="2649855">
                  <a:moveTo>
                    <a:pt x="1995474" y="1822025"/>
                  </a:moveTo>
                  <a:lnTo>
                    <a:pt x="1967361" y="1822025"/>
                  </a:lnTo>
                  <a:lnTo>
                    <a:pt x="1967455" y="1214499"/>
                  </a:lnTo>
                  <a:lnTo>
                    <a:pt x="1989586" y="1164127"/>
                  </a:lnTo>
                  <a:lnTo>
                    <a:pt x="2007176" y="1149723"/>
                  </a:lnTo>
                  <a:lnTo>
                    <a:pt x="2007317" y="1149723"/>
                  </a:lnTo>
                  <a:lnTo>
                    <a:pt x="2007693" y="1149534"/>
                  </a:lnTo>
                  <a:lnTo>
                    <a:pt x="2008539" y="1148970"/>
                  </a:lnTo>
                  <a:lnTo>
                    <a:pt x="2008485" y="63189"/>
                  </a:lnTo>
                  <a:lnTo>
                    <a:pt x="2010192" y="51132"/>
                  </a:lnTo>
                  <a:lnTo>
                    <a:pt x="2035804" y="17310"/>
                  </a:lnTo>
                  <a:lnTo>
                    <a:pt x="2101838" y="0"/>
                  </a:lnTo>
                  <a:lnTo>
                    <a:pt x="2135926" y="4869"/>
                  </a:lnTo>
                  <a:lnTo>
                    <a:pt x="2165263" y="16746"/>
                  </a:lnTo>
                  <a:lnTo>
                    <a:pt x="2177671" y="25951"/>
                  </a:lnTo>
                  <a:lnTo>
                    <a:pt x="2179257" y="27875"/>
                  </a:lnTo>
                  <a:lnTo>
                    <a:pt x="2101908" y="27875"/>
                  </a:lnTo>
                  <a:lnTo>
                    <a:pt x="2075051" y="30382"/>
                  </a:lnTo>
                  <a:lnTo>
                    <a:pt x="2040493" y="51132"/>
                  </a:lnTo>
                  <a:lnTo>
                    <a:pt x="2036664" y="63189"/>
                  </a:lnTo>
                  <a:lnTo>
                    <a:pt x="2036678" y="63471"/>
                  </a:lnTo>
                  <a:lnTo>
                    <a:pt x="2074263" y="94645"/>
                  </a:lnTo>
                  <a:lnTo>
                    <a:pt x="2194689" y="98574"/>
                  </a:lnTo>
                  <a:lnTo>
                    <a:pt x="2194689" y="109445"/>
                  </a:lnTo>
                  <a:lnTo>
                    <a:pt x="2036556" y="109445"/>
                  </a:lnTo>
                  <a:lnTo>
                    <a:pt x="2036650" y="1135056"/>
                  </a:lnTo>
                  <a:lnTo>
                    <a:pt x="2159413" y="1135056"/>
                  </a:lnTo>
                  <a:lnTo>
                    <a:pt x="2166579" y="1136936"/>
                  </a:lnTo>
                  <a:lnTo>
                    <a:pt x="2194689" y="1136936"/>
                  </a:lnTo>
                  <a:lnTo>
                    <a:pt x="2194689" y="1149723"/>
                  </a:lnTo>
                  <a:lnTo>
                    <a:pt x="2195951" y="1150569"/>
                  </a:lnTo>
                  <a:lnTo>
                    <a:pt x="2199541" y="1153236"/>
                  </a:lnTo>
                  <a:lnTo>
                    <a:pt x="2102707" y="1153236"/>
                  </a:lnTo>
                  <a:lnTo>
                    <a:pt x="2059794" y="1157269"/>
                  </a:lnTo>
                  <a:lnTo>
                    <a:pt x="2021701" y="1173508"/>
                  </a:lnTo>
                  <a:lnTo>
                    <a:pt x="1997230" y="1203374"/>
                  </a:lnTo>
                  <a:lnTo>
                    <a:pt x="1995377" y="1216285"/>
                  </a:lnTo>
                  <a:lnTo>
                    <a:pt x="1997494" y="1227710"/>
                  </a:lnTo>
                  <a:lnTo>
                    <a:pt x="2057979" y="1269368"/>
                  </a:lnTo>
                  <a:lnTo>
                    <a:pt x="2068387" y="1270908"/>
                  </a:lnTo>
                  <a:lnTo>
                    <a:pt x="1995565" y="1270908"/>
                  </a:lnTo>
                  <a:lnTo>
                    <a:pt x="1995474" y="1822025"/>
                  </a:lnTo>
                  <a:close/>
                </a:path>
                <a:path extrusionOk="0" h="3632200" w="2649855">
                  <a:moveTo>
                    <a:pt x="2194689" y="98574"/>
                  </a:moveTo>
                  <a:lnTo>
                    <a:pt x="2100380" y="98574"/>
                  </a:lnTo>
                  <a:lnTo>
                    <a:pt x="2126691" y="96422"/>
                  </a:lnTo>
                  <a:lnTo>
                    <a:pt x="2150032" y="87069"/>
                  </a:lnTo>
                  <a:lnTo>
                    <a:pt x="2156650" y="82101"/>
                  </a:lnTo>
                  <a:lnTo>
                    <a:pt x="2161655" y="76728"/>
                  </a:lnTo>
                  <a:lnTo>
                    <a:pt x="2164985" y="71072"/>
                  </a:lnTo>
                  <a:lnTo>
                    <a:pt x="2166579" y="65258"/>
                  </a:lnTo>
                  <a:lnTo>
                    <a:pt x="2166579" y="63189"/>
                  </a:lnTo>
                  <a:lnTo>
                    <a:pt x="2128572" y="31696"/>
                  </a:lnTo>
                  <a:lnTo>
                    <a:pt x="2101908" y="27875"/>
                  </a:lnTo>
                  <a:lnTo>
                    <a:pt x="2179257" y="27875"/>
                  </a:lnTo>
                  <a:lnTo>
                    <a:pt x="2186898" y="37147"/>
                  </a:lnTo>
                  <a:lnTo>
                    <a:pt x="2192617" y="49825"/>
                  </a:lnTo>
                  <a:lnTo>
                    <a:pt x="2194462" y="63189"/>
                  </a:lnTo>
                  <a:lnTo>
                    <a:pt x="2194501" y="63471"/>
                  </a:lnTo>
                  <a:lnTo>
                    <a:pt x="2194689" y="63471"/>
                  </a:lnTo>
                  <a:lnTo>
                    <a:pt x="2194689" y="98574"/>
                  </a:lnTo>
                  <a:close/>
                </a:path>
                <a:path extrusionOk="0" h="3632200" w="2649855">
                  <a:moveTo>
                    <a:pt x="2105187" y="126556"/>
                  </a:moveTo>
                  <a:lnTo>
                    <a:pt x="2052660" y="117037"/>
                  </a:lnTo>
                  <a:lnTo>
                    <a:pt x="2037026" y="109727"/>
                  </a:lnTo>
                  <a:lnTo>
                    <a:pt x="2036556" y="109445"/>
                  </a:lnTo>
                  <a:lnTo>
                    <a:pt x="2194689" y="109445"/>
                  </a:lnTo>
                  <a:lnTo>
                    <a:pt x="2194689" y="109727"/>
                  </a:lnTo>
                  <a:lnTo>
                    <a:pt x="2166579" y="109727"/>
                  </a:lnTo>
                  <a:lnTo>
                    <a:pt x="2166109" y="110009"/>
                  </a:lnTo>
                  <a:lnTo>
                    <a:pt x="2121024" y="125646"/>
                  </a:lnTo>
                  <a:lnTo>
                    <a:pt x="2105187" y="126556"/>
                  </a:lnTo>
                  <a:close/>
                </a:path>
                <a:path extrusionOk="0" h="3632200" w="2649855">
                  <a:moveTo>
                    <a:pt x="2194689" y="1136936"/>
                  </a:moveTo>
                  <a:lnTo>
                    <a:pt x="2166579" y="1136936"/>
                  </a:lnTo>
                  <a:lnTo>
                    <a:pt x="2166579" y="109727"/>
                  </a:lnTo>
                  <a:lnTo>
                    <a:pt x="2194689" y="109727"/>
                  </a:lnTo>
                  <a:lnTo>
                    <a:pt x="2194689" y="1136936"/>
                  </a:lnTo>
                  <a:close/>
                </a:path>
                <a:path extrusionOk="0" h="3632200" w="2649855">
                  <a:moveTo>
                    <a:pt x="2159413" y="1135056"/>
                  </a:moveTo>
                  <a:lnTo>
                    <a:pt x="2036650" y="1135056"/>
                  </a:lnTo>
                  <a:lnTo>
                    <a:pt x="2068916" y="1127232"/>
                  </a:lnTo>
                  <a:lnTo>
                    <a:pt x="2102425" y="1125349"/>
                  </a:lnTo>
                  <a:lnTo>
                    <a:pt x="2135529" y="1128789"/>
                  </a:lnTo>
                  <a:lnTo>
                    <a:pt x="2159413" y="1135056"/>
                  </a:lnTo>
                  <a:close/>
                </a:path>
                <a:path extrusionOk="0" h="3632200" w="2649855">
                  <a:moveTo>
                    <a:pt x="2201510" y="1275538"/>
                  </a:moveTo>
                  <a:lnTo>
                    <a:pt x="2099687" y="1275538"/>
                  </a:lnTo>
                  <a:lnTo>
                    <a:pt x="2141747" y="1272013"/>
                  </a:lnTo>
                  <a:lnTo>
                    <a:pt x="2179083" y="1256994"/>
                  </a:lnTo>
                  <a:lnTo>
                    <a:pt x="2191095" y="1247738"/>
                  </a:lnTo>
                  <a:lnTo>
                    <a:pt x="2199942" y="1237638"/>
                  </a:lnTo>
                  <a:lnTo>
                    <a:pt x="2205564" y="1226810"/>
                  </a:lnTo>
                  <a:lnTo>
                    <a:pt x="2207757" y="1215533"/>
                  </a:lnTo>
                  <a:lnTo>
                    <a:pt x="2207757" y="1214499"/>
                  </a:lnTo>
                  <a:lnTo>
                    <a:pt x="2206136" y="1203374"/>
                  </a:lnTo>
                  <a:lnTo>
                    <a:pt x="2206069" y="1202920"/>
                  </a:lnTo>
                  <a:lnTo>
                    <a:pt x="2180963" y="1174072"/>
                  </a:lnTo>
                  <a:lnTo>
                    <a:pt x="2144933" y="1159481"/>
                  </a:lnTo>
                  <a:lnTo>
                    <a:pt x="2102707" y="1153236"/>
                  </a:lnTo>
                  <a:lnTo>
                    <a:pt x="2199541" y="1153236"/>
                  </a:lnTo>
                  <a:lnTo>
                    <a:pt x="2233194" y="1195880"/>
                  </a:lnTo>
                  <a:lnTo>
                    <a:pt x="2235962" y="1270156"/>
                  </a:lnTo>
                  <a:lnTo>
                    <a:pt x="2207945" y="1270156"/>
                  </a:lnTo>
                  <a:lnTo>
                    <a:pt x="2203809" y="1273728"/>
                  </a:lnTo>
                  <a:lnTo>
                    <a:pt x="2201510" y="1275538"/>
                  </a:lnTo>
                  <a:close/>
                </a:path>
                <a:path extrusionOk="0" h="3632200" w="2649855">
                  <a:moveTo>
                    <a:pt x="2235962" y="1960791"/>
                  </a:moveTo>
                  <a:lnTo>
                    <a:pt x="2208039" y="1960791"/>
                  </a:lnTo>
                  <a:lnTo>
                    <a:pt x="2207945" y="1270156"/>
                  </a:lnTo>
                  <a:lnTo>
                    <a:pt x="2235962" y="1270156"/>
                  </a:lnTo>
                  <a:lnTo>
                    <a:pt x="2235962" y="1960791"/>
                  </a:lnTo>
                  <a:close/>
                </a:path>
                <a:path extrusionOk="0" h="3632200" w="2649855">
                  <a:moveTo>
                    <a:pt x="2107067" y="1303531"/>
                  </a:moveTo>
                  <a:lnTo>
                    <a:pt x="2054090" y="1297033"/>
                  </a:lnTo>
                  <a:lnTo>
                    <a:pt x="2008445" y="1279746"/>
                  </a:lnTo>
                  <a:lnTo>
                    <a:pt x="1995565" y="1270908"/>
                  </a:lnTo>
                  <a:lnTo>
                    <a:pt x="2068387" y="1270908"/>
                  </a:lnTo>
                  <a:lnTo>
                    <a:pt x="2099687" y="1275538"/>
                  </a:lnTo>
                  <a:lnTo>
                    <a:pt x="2201510" y="1275538"/>
                  </a:lnTo>
                  <a:lnTo>
                    <a:pt x="2152817" y="1298067"/>
                  </a:lnTo>
                  <a:lnTo>
                    <a:pt x="2130193" y="1302205"/>
                  </a:lnTo>
                  <a:lnTo>
                    <a:pt x="2107067" y="1303531"/>
                  </a:lnTo>
                  <a:close/>
                </a:path>
                <a:path extrusionOk="0" h="3632200" w="2649855">
                  <a:moveTo>
                    <a:pt x="358182" y="3631699"/>
                  </a:moveTo>
                  <a:lnTo>
                    <a:pt x="302000" y="3631699"/>
                  </a:lnTo>
                  <a:lnTo>
                    <a:pt x="68537" y="3496905"/>
                  </a:lnTo>
                  <a:lnTo>
                    <a:pt x="39979" y="3474901"/>
                  </a:lnTo>
                  <a:lnTo>
                    <a:pt x="18403" y="3446666"/>
                  </a:lnTo>
                  <a:lnTo>
                    <a:pt x="4759" y="3413865"/>
                  </a:lnTo>
                  <a:lnTo>
                    <a:pt x="0" y="3378070"/>
                  </a:lnTo>
                  <a:lnTo>
                    <a:pt x="12" y="2950959"/>
                  </a:lnTo>
                  <a:lnTo>
                    <a:pt x="4355" y="2918477"/>
                  </a:lnTo>
                  <a:lnTo>
                    <a:pt x="4433" y="2917891"/>
                  </a:lnTo>
                  <a:lnTo>
                    <a:pt x="17134" y="2887416"/>
                  </a:lnTo>
                  <a:lnTo>
                    <a:pt x="37203" y="2861191"/>
                  </a:lnTo>
                  <a:lnTo>
                    <a:pt x="63742" y="2840773"/>
                  </a:lnTo>
                  <a:lnTo>
                    <a:pt x="206833" y="2758134"/>
                  </a:lnTo>
                  <a:lnTo>
                    <a:pt x="206833" y="2752399"/>
                  </a:lnTo>
                  <a:lnTo>
                    <a:pt x="225413" y="2683321"/>
                  </a:lnTo>
                  <a:lnTo>
                    <a:pt x="275934" y="2632718"/>
                  </a:lnTo>
                  <a:lnTo>
                    <a:pt x="1709195" y="1805290"/>
                  </a:lnTo>
                  <a:lnTo>
                    <a:pt x="1753394" y="1785705"/>
                  </a:lnTo>
                  <a:lnTo>
                    <a:pt x="1800057" y="1775912"/>
                  </a:lnTo>
                  <a:lnTo>
                    <a:pt x="1847542" y="1775912"/>
                  </a:lnTo>
                  <a:lnTo>
                    <a:pt x="1894205" y="1785705"/>
                  </a:lnTo>
                  <a:lnTo>
                    <a:pt x="1932251" y="1802564"/>
                  </a:lnTo>
                  <a:lnTo>
                    <a:pt x="1823894" y="1802564"/>
                  </a:lnTo>
                  <a:lnTo>
                    <a:pt x="1798067" y="1804240"/>
                  </a:lnTo>
                  <a:lnTo>
                    <a:pt x="1797930" y="1804240"/>
                  </a:lnTo>
                  <a:lnTo>
                    <a:pt x="1772364" y="1809274"/>
                  </a:lnTo>
                  <a:lnTo>
                    <a:pt x="1723297" y="1829452"/>
                  </a:lnTo>
                  <a:lnTo>
                    <a:pt x="289942" y="2657068"/>
                  </a:lnTo>
                  <a:lnTo>
                    <a:pt x="276216" y="2680759"/>
                  </a:lnTo>
                  <a:lnTo>
                    <a:pt x="277158" y="2687925"/>
                  </a:lnTo>
                  <a:lnTo>
                    <a:pt x="279871" y="2694439"/>
                  </a:lnTo>
                  <a:lnTo>
                    <a:pt x="281213" y="2696178"/>
                  </a:lnTo>
                  <a:lnTo>
                    <a:pt x="250456" y="2696178"/>
                  </a:lnTo>
                  <a:lnTo>
                    <a:pt x="243813" y="2709233"/>
                  </a:lnTo>
                  <a:lnTo>
                    <a:pt x="238916" y="2723054"/>
                  </a:lnTo>
                  <a:lnTo>
                    <a:pt x="235886" y="2737493"/>
                  </a:lnTo>
                  <a:lnTo>
                    <a:pt x="234849" y="2752399"/>
                  </a:lnTo>
                  <a:lnTo>
                    <a:pt x="234849" y="2790475"/>
                  </a:lnTo>
                  <a:lnTo>
                    <a:pt x="206833" y="2790475"/>
                  </a:lnTo>
                  <a:lnTo>
                    <a:pt x="70323" y="2869354"/>
                  </a:lnTo>
                  <a:lnTo>
                    <a:pt x="65904" y="2877063"/>
                  </a:lnTo>
                  <a:lnTo>
                    <a:pt x="65904" y="2894174"/>
                  </a:lnTo>
                  <a:lnTo>
                    <a:pt x="70323" y="2901883"/>
                  </a:lnTo>
                  <a:lnTo>
                    <a:pt x="71615" y="2902635"/>
                  </a:lnTo>
                  <a:lnTo>
                    <a:pt x="40708" y="2902635"/>
                  </a:lnTo>
                  <a:lnTo>
                    <a:pt x="35314" y="2913914"/>
                  </a:lnTo>
                  <a:lnTo>
                    <a:pt x="31330" y="2925810"/>
                  </a:lnTo>
                  <a:lnTo>
                    <a:pt x="28862" y="2938200"/>
                  </a:lnTo>
                  <a:lnTo>
                    <a:pt x="28016" y="2950959"/>
                  </a:lnTo>
                  <a:lnTo>
                    <a:pt x="28016" y="3378070"/>
                  </a:lnTo>
                  <a:lnTo>
                    <a:pt x="31803" y="3406517"/>
                  </a:lnTo>
                  <a:lnTo>
                    <a:pt x="42659" y="3432610"/>
                  </a:lnTo>
                  <a:lnTo>
                    <a:pt x="59825" y="3455055"/>
                  </a:lnTo>
                  <a:lnTo>
                    <a:pt x="82545" y="3472555"/>
                  </a:lnTo>
                  <a:lnTo>
                    <a:pt x="358182" y="3631699"/>
                  </a:lnTo>
                  <a:close/>
                </a:path>
                <a:path extrusionOk="0" h="3632200" w="2649855">
                  <a:moveTo>
                    <a:pt x="2649487" y="2248045"/>
                  </a:moveTo>
                  <a:lnTo>
                    <a:pt x="1924490" y="1829452"/>
                  </a:lnTo>
                  <a:lnTo>
                    <a:pt x="1875602" y="1809274"/>
                  </a:lnTo>
                  <a:lnTo>
                    <a:pt x="1823894" y="1802564"/>
                  </a:lnTo>
                  <a:lnTo>
                    <a:pt x="1932251" y="1802564"/>
                  </a:lnTo>
                  <a:lnTo>
                    <a:pt x="1938404" y="1805290"/>
                  </a:lnTo>
                  <a:lnTo>
                    <a:pt x="1967361" y="1822025"/>
                  </a:lnTo>
                  <a:lnTo>
                    <a:pt x="1995474" y="1822025"/>
                  </a:lnTo>
                  <a:lnTo>
                    <a:pt x="1995471" y="1838101"/>
                  </a:lnTo>
                  <a:lnTo>
                    <a:pt x="2208039" y="1960791"/>
                  </a:lnTo>
                  <a:lnTo>
                    <a:pt x="2235962" y="1960791"/>
                  </a:lnTo>
                  <a:lnTo>
                    <a:pt x="2235962" y="1977056"/>
                  </a:lnTo>
                  <a:lnTo>
                    <a:pt x="2649487" y="2215810"/>
                  </a:lnTo>
                  <a:lnTo>
                    <a:pt x="2649487" y="2248045"/>
                  </a:lnTo>
                  <a:close/>
                </a:path>
                <a:path extrusionOk="0" h="3632200" w="2649855">
                  <a:moveTo>
                    <a:pt x="1896015" y="3631699"/>
                  </a:moveTo>
                  <a:lnTo>
                    <a:pt x="1839994" y="3631699"/>
                  </a:lnTo>
                  <a:lnTo>
                    <a:pt x="275934" y="2728707"/>
                  </a:lnTo>
                  <a:lnTo>
                    <a:pt x="267141" y="2722434"/>
                  </a:lnTo>
                  <a:lnTo>
                    <a:pt x="259881" y="2714769"/>
                  </a:lnTo>
                  <a:lnTo>
                    <a:pt x="254278" y="2705941"/>
                  </a:lnTo>
                  <a:lnTo>
                    <a:pt x="250456" y="2696178"/>
                  </a:lnTo>
                  <a:lnTo>
                    <a:pt x="281213" y="2696178"/>
                  </a:lnTo>
                  <a:lnTo>
                    <a:pt x="284188" y="2700035"/>
                  </a:lnTo>
                  <a:lnTo>
                    <a:pt x="289942" y="2704451"/>
                  </a:lnTo>
                  <a:lnTo>
                    <a:pt x="1896015" y="3631699"/>
                  </a:lnTo>
                  <a:close/>
                </a:path>
                <a:path extrusionOk="0" h="3632200" w="2649855">
                  <a:moveTo>
                    <a:pt x="1546873" y="3631699"/>
                  </a:moveTo>
                  <a:lnTo>
                    <a:pt x="1490734" y="3631699"/>
                  </a:lnTo>
                  <a:lnTo>
                    <a:pt x="259951" y="2921156"/>
                  </a:lnTo>
                  <a:lnTo>
                    <a:pt x="237849" y="2904077"/>
                  </a:lnTo>
                  <a:lnTo>
                    <a:pt x="221123" y="2882187"/>
                  </a:lnTo>
                  <a:lnTo>
                    <a:pt x="210532" y="2856770"/>
                  </a:lnTo>
                  <a:lnTo>
                    <a:pt x="206833" y="2829115"/>
                  </a:lnTo>
                  <a:lnTo>
                    <a:pt x="206833" y="2790475"/>
                  </a:lnTo>
                  <a:lnTo>
                    <a:pt x="234849" y="2790475"/>
                  </a:lnTo>
                  <a:lnTo>
                    <a:pt x="234849" y="2829115"/>
                  </a:lnTo>
                  <a:lnTo>
                    <a:pt x="237563" y="2849475"/>
                  </a:lnTo>
                  <a:lnTo>
                    <a:pt x="245344" y="2868178"/>
                  </a:lnTo>
                  <a:lnTo>
                    <a:pt x="257655" y="2884273"/>
                  </a:lnTo>
                  <a:lnTo>
                    <a:pt x="273960" y="2896806"/>
                  </a:lnTo>
                  <a:lnTo>
                    <a:pt x="1546873" y="3631699"/>
                  </a:lnTo>
                  <a:close/>
                </a:path>
                <a:path extrusionOk="0" h="3632200" w="2649855">
                  <a:moveTo>
                    <a:pt x="1334303" y="3631699"/>
                  </a:moveTo>
                  <a:lnTo>
                    <a:pt x="1278352" y="3631699"/>
                  </a:lnTo>
                  <a:lnTo>
                    <a:pt x="63648" y="2930370"/>
                  </a:lnTo>
                  <a:lnTo>
                    <a:pt x="55978" y="2925005"/>
                  </a:lnTo>
                  <a:lnTo>
                    <a:pt x="49534" y="2918477"/>
                  </a:lnTo>
                  <a:lnTo>
                    <a:pt x="44411" y="2910962"/>
                  </a:lnTo>
                  <a:lnTo>
                    <a:pt x="40708" y="2902635"/>
                  </a:lnTo>
                  <a:lnTo>
                    <a:pt x="71615" y="2902635"/>
                  </a:lnTo>
                  <a:lnTo>
                    <a:pt x="1334303" y="3631699"/>
                  </a:lnTo>
                  <a:close/>
                </a:path>
                <a:path extrusionOk="0" h="3632200" w="2649855">
                  <a:moveTo>
                    <a:pt x="2540349" y="3631699"/>
                  </a:moveTo>
                  <a:lnTo>
                    <a:pt x="2484329" y="3631699"/>
                  </a:lnTo>
                  <a:lnTo>
                    <a:pt x="2649487" y="3536343"/>
                  </a:lnTo>
                  <a:lnTo>
                    <a:pt x="2649487" y="3568687"/>
                  </a:lnTo>
                  <a:lnTo>
                    <a:pt x="2540349" y="3631699"/>
                  </a:ln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14" name="Google Shape;51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77190" y="4286249"/>
              <a:ext cx="123825" cy="1238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5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1"/>
          <p:cNvSpPr/>
          <p:nvPr/>
        </p:nvSpPr>
        <p:spPr>
          <a:xfrm>
            <a:off x="116283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286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286" y="0"/>
                </a:lnTo>
                <a:lnTo>
                  <a:pt x="18286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1"/>
          <p:cNvSpPr/>
          <p:nvPr/>
        </p:nvSpPr>
        <p:spPr>
          <a:xfrm>
            <a:off x="71747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1"/>
          <p:cNvSpPr/>
          <p:nvPr/>
        </p:nvSpPr>
        <p:spPr>
          <a:xfrm>
            <a:off x="131875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1"/>
          <p:cNvSpPr/>
          <p:nvPr/>
        </p:nvSpPr>
        <p:spPr>
          <a:xfrm>
            <a:off x="1920034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1"/>
          <p:cNvSpPr/>
          <p:nvPr/>
        </p:nvSpPr>
        <p:spPr>
          <a:xfrm>
            <a:off x="2521315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1"/>
          <p:cNvSpPr/>
          <p:nvPr/>
        </p:nvSpPr>
        <p:spPr>
          <a:xfrm>
            <a:off x="3122596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1"/>
          <p:cNvSpPr/>
          <p:nvPr/>
        </p:nvSpPr>
        <p:spPr>
          <a:xfrm>
            <a:off x="3723896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1"/>
          <p:cNvSpPr/>
          <p:nvPr/>
        </p:nvSpPr>
        <p:spPr>
          <a:xfrm>
            <a:off x="4325177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1"/>
          <p:cNvSpPr/>
          <p:nvPr/>
        </p:nvSpPr>
        <p:spPr>
          <a:xfrm>
            <a:off x="4926459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1"/>
          <p:cNvSpPr/>
          <p:nvPr/>
        </p:nvSpPr>
        <p:spPr>
          <a:xfrm>
            <a:off x="5527740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1"/>
          <p:cNvSpPr/>
          <p:nvPr/>
        </p:nvSpPr>
        <p:spPr>
          <a:xfrm>
            <a:off x="6129021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1"/>
          <p:cNvSpPr/>
          <p:nvPr/>
        </p:nvSpPr>
        <p:spPr>
          <a:xfrm>
            <a:off x="673032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1"/>
          <p:cNvSpPr/>
          <p:nvPr/>
        </p:nvSpPr>
        <p:spPr>
          <a:xfrm>
            <a:off x="733160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1"/>
          <p:cNvSpPr/>
          <p:nvPr/>
        </p:nvSpPr>
        <p:spPr>
          <a:xfrm>
            <a:off x="7932884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1"/>
          <p:cNvSpPr/>
          <p:nvPr/>
        </p:nvSpPr>
        <p:spPr>
          <a:xfrm>
            <a:off x="853416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1"/>
          <p:cNvSpPr/>
          <p:nvPr/>
        </p:nvSpPr>
        <p:spPr>
          <a:xfrm>
            <a:off x="9135447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1"/>
          <p:cNvSpPr/>
          <p:nvPr/>
        </p:nvSpPr>
        <p:spPr>
          <a:xfrm>
            <a:off x="9736728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1"/>
          <p:cNvSpPr/>
          <p:nvPr/>
        </p:nvSpPr>
        <p:spPr>
          <a:xfrm>
            <a:off x="10338028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1"/>
          <p:cNvSpPr/>
          <p:nvPr/>
        </p:nvSpPr>
        <p:spPr>
          <a:xfrm>
            <a:off x="10939310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1"/>
          <p:cNvSpPr/>
          <p:nvPr/>
        </p:nvSpPr>
        <p:spPr>
          <a:xfrm>
            <a:off x="1154059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1"/>
          <p:cNvSpPr/>
          <p:nvPr/>
        </p:nvSpPr>
        <p:spPr>
          <a:xfrm>
            <a:off x="12141873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1"/>
          <p:cNvSpPr/>
          <p:nvPr/>
        </p:nvSpPr>
        <p:spPr>
          <a:xfrm>
            <a:off x="1274315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1"/>
          <p:cNvSpPr/>
          <p:nvPr/>
        </p:nvSpPr>
        <p:spPr>
          <a:xfrm>
            <a:off x="1334445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1"/>
          <p:cNvSpPr/>
          <p:nvPr/>
        </p:nvSpPr>
        <p:spPr>
          <a:xfrm>
            <a:off x="13945737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1"/>
          <p:cNvSpPr/>
          <p:nvPr/>
        </p:nvSpPr>
        <p:spPr>
          <a:xfrm>
            <a:off x="14547019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1"/>
          <p:cNvSpPr/>
          <p:nvPr/>
        </p:nvSpPr>
        <p:spPr>
          <a:xfrm>
            <a:off x="1514830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1"/>
          <p:cNvSpPr/>
          <p:nvPr/>
        </p:nvSpPr>
        <p:spPr>
          <a:xfrm>
            <a:off x="1574958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1"/>
          <p:cNvSpPr/>
          <p:nvPr/>
        </p:nvSpPr>
        <p:spPr>
          <a:xfrm>
            <a:off x="1635088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1"/>
          <p:cNvSpPr/>
          <p:nvPr/>
        </p:nvSpPr>
        <p:spPr>
          <a:xfrm>
            <a:off x="1695216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1"/>
          <p:cNvSpPr/>
          <p:nvPr/>
        </p:nvSpPr>
        <p:spPr>
          <a:xfrm>
            <a:off x="17553446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0" name="Google Shape;550;p11"/>
          <p:cNvGrpSpPr/>
          <p:nvPr/>
        </p:nvGrpSpPr>
        <p:grpSpPr>
          <a:xfrm>
            <a:off x="0" y="11"/>
            <a:ext cx="18288000" cy="10274301"/>
            <a:chOff x="0" y="11"/>
            <a:chExt cx="18288000" cy="10274301"/>
          </a:xfrm>
        </p:grpSpPr>
        <p:sp>
          <p:nvSpPr>
            <p:cNvPr id="551" name="Google Shape;551;p11"/>
            <p:cNvSpPr/>
            <p:nvPr/>
          </p:nvSpPr>
          <p:spPr>
            <a:xfrm>
              <a:off x="0" y="11"/>
              <a:ext cx="18288000" cy="2120900"/>
            </a:xfrm>
            <a:custGeom>
              <a:rect b="b" l="l" r="r" t="t"/>
              <a:pathLst>
                <a:path extrusionOk="0" h="2120900" w="18288000">
                  <a:moveTo>
                    <a:pt x="18287988" y="317500"/>
                  </a:moveTo>
                  <a:lnTo>
                    <a:pt x="18173218" y="3175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1524000"/>
                  </a:lnTo>
                  <a:lnTo>
                    <a:pt x="17571835" y="1524000"/>
                  </a:lnTo>
                  <a:lnTo>
                    <a:pt x="17571835" y="939800"/>
                  </a:lnTo>
                  <a:lnTo>
                    <a:pt x="18154727" y="939800"/>
                  </a:lnTo>
                  <a:lnTo>
                    <a:pt x="18154727" y="914400"/>
                  </a:lnTo>
                  <a:lnTo>
                    <a:pt x="17571835" y="914400"/>
                  </a:lnTo>
                  <a:lnTo>
                    <a:pt x="17571835" y="342900"/>
                  </a:lnTo>
                  <a:lnTo>
                    <a:pt x="18154727" y="342900"/>
                  </a:lnTo>
                  <a:lnTo>
                    <a:pt x="18154727" y="317500"/>
                  </a:lnTo>
                  <a:lnTo>
                    <a:pt x="17553445" y="317500"/>
                  </a:lnTo>
                  <a:lnTo>
                    <a:pt x="17553445" y="342900"/>
                  </a:lnTo>
                  <a:lnTo>
                    <a:pt x="17553445" y="914400"/>
                  </a:lnTo>
                  <a:lnTo>
                    <a:pt x="17553445" y="939800"/>
                  </a:lnTo>
                  <a:lnTo>
                    <a:pt x="17553445" y="1524000"/>
                  </a:lnTo>
                  <a:lnTo>
                    <a:pt x="16970553" y="1524000"/>
                  </a:lnTo>
                  <a:lnTo>
                    <a:pt x="16970553" y="939800"/>
                  </a:lnTo>
                  <a:lnTo>
                    <a:pt x="17553445" y="939800"/>
                  </a:lnTo>
                  <a:lnTo>
                    <a:pt x="17553445" y="914400"/>
                  </a:lnTo>
                  <a:lnTo>
                    <a:pt x="16970553" y="914400"/>
                  </a:lnTo>
                  <a:lnTo>
                    <a:pt x="16970553" y="342900"/>
                  </a:lnTo>
                  <a:lnTo>
                    <a:pt x="17553445" y="342900"/>
                  </a:lnTo>
                  <a:lnTo>
                    <a:pt x="17553445" y="317500"/>
                  </a:lnTo>
                  <a:lnTo>
                    <a:pt x="16952164" y="317500"/>
                  </a:lnTo>
                  <a:lnTo>
                    <a:pt x="16952164" y="342900"/>
                  </a:lnTo>
                  <a:lnTo>
                    <a:pt x="16952164" y="914400"/>
                  </a:lnTo>
                  <a:lnTo>
                    <a:pt x="16952164" y="939800"/>
                  </a:lnTo>
                  <a:lnTo>
                    <a:pt x="16952164" y="1524000"/>
                  </a:lnTo>
                  <a:lnTo>
                    <a:pt x="16369272" y="1524000"/>
                  </a:lnTo>
                  <a:lnTo>
                    <a:pt x="16369272" y="939800"/>
                  </a:lnTo>
                  <a:lnTo>
                    <a:pt x="16952164" y="939800"/>
                  </a:lnTo>
                  <a:lnTo>
                    <a:pt x="16952164" y="914400"/>
                  </a:lnTo>
                  <a:lnTo>
                    <a:pt x="16369272" y="914400"/>
                  </a:lnTo>
                  <a:lnTo>
                    <a:pt x="16369272" y="342900"/>
                  </a:lnTo>
                  <a:lnTo>
                    <a:pt x="16952164" y="342900"/>
                  </a:lnTo>
                  <a:lnTo>
                    <a:pt x="16952164" y="317500"/>
                  </a:lnTo>
                  <a:lnTo>
                    <a:pt x="16350882" y="317500"/>
                  </a:lnTo>
                  <a:lnTo>
                    <a:pt x="16350882" y="342900"/>
                  </a:lnTo>
                  <a:lnTo>
                    <a:pt x="16350882" y="914400"/>
                  </a:lnTo>
                  <a:lnTo>
                    <a:pt x="16350882" y="939800"/>
                  </a:lnTo>
                  <a:lnTo>
                    <a:pt x="16350882" y="1524000"/>
                  </a:lnTo>
                  <a:lnTo>
                    <a:pt x="15767977" y="1524000"/>
                  </a:lnTo>
                  <a:lnTo>
                    <a:pt x="15767977" y="939800"/>
                  </a:lnTo>
                  <a:lnTo>
                    <a:pt x="16350882" y="939800"/>
                  </a:lnTo>
                  <a:lnTo>
                    <a:pt x="16350882" y="914400"/>
                  </a:lnTo>
                  <a:lnTo>
                    <a:pt x="15767977" y="914400"/>
                  </a:lnTo>
                  <a:lnTo>
                    <a:pt x="15767977" y="342900"/>
                  </a:lnTo>
                  <a:lnTo>
                    <a:pt x="16350882" y="342900"/>
                  </a:lnTo>
                  <a:lnTo>
                    <a:pt x="16350882" y="317500"/>
                  </a:lnTo>
                  <a:lnTo>
                    <a:pt x="15749575" y="317500"/>
                  </a:lnTo>
                  <a:lnTo>
                    <a:pt x="15749575" y="342900"/>
                  </a:lnTo>
                  <a:lnTo>
                    <a:pt x="15749575" y="914400"/>
                  </a:lnTo>
                  <a:lnTo>
                    <a:pt x="15749575" y="939800"/>
                  </a:lnTo>
                  <a:lnTo>
                    <a:pt x="15749575" y="1524000"/>
                  </a:lnTo>
                  <a:lnTo>
                    <a:pt x="15166696" y="1524000"/>
                  </a:lnTo>
                  <a:lnTo>
                    <a:pt x="15166696" y="939800"/>
                  </a:lnTo>
                  <a:lnTo>
                    <a:pt x="15749575" y="939800"/>
                  </a:lnTo>
                  <a:lnTo>
                    <a:pt x="15749575" y="914400"/>
                  </a:lnTo>
                  <a:lnTo>
                    <a:pt x="15166696" y="914400"/>
                  </a:lnTo>
                  <a:lnTo>
                    <a:pt x="15166696" y="342900"/>
                  </a:lnTo>
                  <a:lnTo>
                    <a:pt x="15749575" y="342900"/>
                  </a:lnTo>
                  <a:lnTo>
                    <a:pt x="15749575" y="317500"/>
                  </a:lnTo>
                  <a:lnTo>
                    <a:pt x="15148294" y="317500"/>
                  </a:lnTo>
                  <a:lnTo>
                    <a:pt x="15148294" y="342900"/>
                  </a:lnTo>
                  <a:lnTo>
                    <a:pt x="15148294" y="914400"/>
                  </a:lnTo>
                  <a:lnTo>
                    <a:pt x="15148294" y="939800"/>
                  </a:lnTo>
                  <a:lnTo>
                    <a:pt x="15148294" y="1524000"/>
                  </a:lnTo>
                  <a:lnTo>
                    <a:pt x="14565414" y="1524000"/>
                  </a:lnTo>
                  <a:lnTo>
                    <a:pt x="14565414" y="939800"/>
                  </a:lnTo>
                  <a:lnTo>
                    <a:pt x="15148294" y="939800"/>
                  </a:lnTo>
                  <a:lnTo>
                    <a:pt x="15148294" y="914400"/>
                  </a:lnTo>
                  <a:lnTo>
                    <a:pt x="14565414" y="914400"/>
                  </a:lnTo>
                  <a:lnTo>
                    <a:pt x="14565414" y="342900"/>
                  </a:lnTo>
                  <a:lnTo>
                    <a:pt x="15148294" y="342900"/>
                  </a:lnTo>
                  <a:lnTo>
                    <a:pt x="15148294" y="317500"/>
                  </a:lnTo>
                  <a:lnTo>
                    <a:pt x="14547012" y="317500"/>
                  </a:lnTo>
                  <a:lnTo>
                    <a:pt x="14547012" y="342900"/>
                  </a:lnTo>
                  <a:lnTo>
                    <a:pt x="14547012" y="914400"/>
                  </a:lnTo>
                  <a:lnTo>
                    <a:pt x="14547012" y="939800"/>
                  </a:lnTo>
                  <a:lnTo>
                    <a:pt x="14547012" y="1524000"/>
                  </a:lnTo>
                  <a:lnTo>
                    <a:pt x="13964133" y="1524000"/>
                  </a:lnTo>
                  <a:lnTo>
                    <a:pt x="13964133" y="939800"/>
                  </a:lnTo>
                  <a:lnTo>
                    <a:pt x="14547012" y="939800"/>
                  </a:lnTo>
                  <a:lnTo>
                    <a:pt x="14547012" y="914400"/>
                  </a:lnTo>
                  <a:lnTo>
                    <a:pt x="13964133" y="914400"/>
                  </a:lnTo>
                  <a:lnTo>
                    <a:pt x="13964133" y="342900"/>
                  </a:lnTo>
                  <a:lnTo>
                    <a:pt x="14547012" y="342900"/>
                  </a:lnTo>
                  <a:lnTo>
                    <a:pt x="14547012" y="317500"/>
                  </a:lnTo>
                  <a:lnTo>
                    <a:pt x="13945730" y="317500"/>
                  </a:lnTo>
                  <a:lnTo>
                    <a:pt x="13945730" y="342900"/>
                  </a:lnTo>
                  <a:lnTo>
                    <a:pt x="13945730" y="914400"/>
                  </a:lnTo>
                  <a:lnTo>
                    <a:pt x="13945730" y="939800"/>
                  </a:lnTo>
                  <a:lnTo>
                    <a:pt x="13945730" y="1524000"/>
                  </a:lnTo>
                  <a:lnTo>
                    <a:pt x="13362851" y="1524000"/>
                  </a:lnTo>
                  <a:lnTo>
                    <a:pt x="13362851" y="939800"/>
                  </a:lnTo>
                  <a:lnTo>
                    <a:pt x="13945730" y="939800"/>
                  </a:lnTo>
                  <a:lnTo>
                    <a:pt x="13945730" y="914400"/>
                  </a:lnTo>
                  <a:lnTo>
                    <a:pt x="13362851" y="914400"/>
                  </a:lnTo>
                  <a:lnTo>
                    <a:pt x="13362851" y="342900"/>
                  </a:lnTo>
                  <a:lnTo>
                    <a:pt x="13945730" y="342900"/>
                  </a:lnTo>
                  <a:lnTo>
                    <a:pt x="13945730" y="317500"/>
                  </a:lnTo>
                  <a:lnTo>
                    <a:pt x="13344449" y="317500"/>
                  </a:lnTo>
                  <a:lnTo>
                    <a:pt x="13344449" y="342900"/>
                  </a:lnTo>
                  <a:lnTo>
                    <a:pt x="13344449" y="914400"/>
                  </a:lnTo>
                  <a:lnTo>
                    <a:pt x="13344449" y="939800"/>
                  </a:lnTo>
                  <a:lnTo>
                    <a:pt x="13344449" y="1524000"/>
                  </a:lnTo>
                  <a:lnTo>
                    <a:pt x="12761544" y="1524000"/>
                  </a:lnTo>
                  <a:lnTo>
                    <a:pt x="12761544" y="939800"/>
                  </a:lnTo>
                  <a:lnTo>
                    <a:pt x="13344449" y="939800"/>
                  </a:lnTo>
                  <a:lnTo>
                    <a:pt x="13344449" y="914400"/>
                  </a:lnTo>
                  <a:lnTo>
                    <a:pt x="12761544" y="914400"/>
                  </a:lnTo>
                  <a:lnTo>
                    <a:pt x="12761544" y="342900"/>
                  </a:lnTo>
                  <a:lnTo>
                    <a:pt x="13344449" y="342900"/>
                  </a:lnTo>
                  <a:lnTo>
                    <a:pt x="13344449" y="317500"/>
                  </a:lnTo>
                  <a:lnTo>
                    <a:pt x="12743155" y="317500"/>
                  </a:lnTo>
                  <a:lnTo>
                    <a:pt x="12743155" y="342900"/>
                  </a:lnTo>
                  <a:lnTo>
                    <a:pt x="12743155" y="914400"/>
                  </a:lnTo>
                  <a:lnTo>
                    <a:pt x="12743155" y="939800"/>
                  </a:lnTo>
                  <a:lnTo>
                    <a:pt x="12743155" y="1524000"/>
                  </a:lnTo>
                  <a:lnTo>
                    <a:pt x="12160263" y="1524000"/>
                  </a:lnTo>
                  <a:lnTo>
                    <a:pt x="12160263" y="939800"/>
                  </a:lnTo>
                  <a:lnTo>
                    <a:pt x="12743155" y="939800"/>
                  </a:lnTo>
                  <a:lnTo>
                    <a:pt x="12743155" y="914400"/>
                  </a:lnTo>
                  <a:lnTo>
                    <a:pt x="12160263" y="914400"/>
                  </a:lnTo>
                  <a:lnTo>
                    <a:pt x="12160263" y="342900"/>
                  </a:lnTo>
                  <a:lnTo>
                    <a:pt x="12743155" y="342900"/>
                  </a:lnTo>
                  <a:lnTo>
                    <a:pt x="12743155" y="317500"/>
                  </a:lnTo>
                  <a:lnTo>
                    <a:pt x="12141873" y="317500"/>
                  </a:lnTo>
                  <a:lnTo>
                    <a:pt x="12141873" y="342900"/>
                  </a:lnTo>
                  <a:lnTo>
                    <a:pt x="12141873" y="914400"/>
                  </a:lnTo>
                  <a:lnTo>
                    <a:pt x="12141873" y="939800"/>
                  </a:lnTo>
                  <a:lnTo>
                    <a:pt x="12141873" y="1524000"/>
                  </a:lnTo>
                  <a:lnTo>
                    <a:pt x="11558981" y="1524000"/>
                  </a:lnTo>
                  <a:lnTo>
                    <a:pt x="11558981" y="939800"/>
                  </a:lnTo>
                  <a:lnTo>
                    <a:pt x="12141873" y="939800"/>
                  </a:lnTo>
                  <a:lnTo>
                    <a:pt x="12141873" y="914400"/>
                  </a:lnTo>
                  <a:lnTo>
                    <a:pt x="11558981" y="914400"/>
                  </a:lnTo>
                  <a:lnTo>
                    <a:pt x="11558981" y="342900"/>
                  </a:lnTo>
                  <a:lnTo>
                    <a:pt x="12141873" y="342900"/>
                  </a:lnTo>
                  <a:lnTo>
                    <a:pt x="12141873" y="317500"/>
                  </a:lnTo>
                  <a:lnTo>
                    <a:pt x="11540592" y="317500"/>
                  </a:lnTo>
                  <a:lnTo>
                    <a:pt x="11540592" y="342900"/>
                  </a:lnTo>
                  <a:lnTo>
                    <a:pt x="11540592" y="914400"/>
                  </a:lnTo>
                  <a:lnTo>
                    <a:pt x="11540592" y="939800"/>
                  </a:lnTo>
                  <a:lnTo>
                    <a:pt x="11540592" y="1524000"/>
                  </a:lnTo>
                  <a:lnTo>
                    <a:pt x="10957700" y="1524000"/>
                  </a:lnTo>
                  <a:lnTo>
                    <a:pt x="10957700" y="939800"/>
                  </a:lnTo>
                  <a:lnTo>
                    <a:pt x="11540592" y="939800"/>
                  </a:lnTo>
                  <a:lnTo>
                    <a:pt x="11540592" y="914400"/>
                  </a:lnTo>
                  <a:lnTo>
                    <a:pt x="10957700" y="914400"/>
                  </a:lnTo>
                  <a:lnTo>
                    <a:pt x="10957700" y="342900"/>
                  </a:lnTo>
                  <a:lnTo>
                    <a:pt x="11540592" y="342900"/>
                  </a:lnTo>
                  <a:lnTo>
                    <a:pt x="11540592" y="317500"/>
                  </a:lnTo>
                  <a:lnTo>
                    <a:pt x="10939310" y="317500"/>
                  </a:lnTo>
                  <a:lnTo>
                    <a:pt x="10939310" y="342900"/>
                  </a:lnTo>
                  <a:lnTo>
                    <a:pt x="10939310" y="914400"/>
                  </a:lnTo>
                  <a:lnTo>
                    <a:pt x="10939310" y="939800"/>
                  </a:lnTo>
                  <a:lnTo>
                    <a:pt x="10939310" y="1524000"/>
                  </a:lnTo>
                  <a:lnTo>
                    <a:pt x="10356418" y="1524000"/>
                  </a:lnTo>
                  <a:lnTo>
                    <a:pt x="10356418" y="939800"/>
                  </a:lnTo>
                  <a:lnTo>
                    <a:pt x="10939310" y="939800"/>
                  </a:lnTo>
                  <a:lnTo>
                    <a:pt x="10939310" y="914400"/>
                  </a:lnTo>
                  <a:lnTo>
                    <a:pt x="10356418" y="914400"/>
                  </a:lnTo>
                  <a:lnTo>
                    <a:pt x="10356418" y="342900"/>
                  </a:lnTo>
                  <a:lnTo>
                    <a:pt x="10939310" y="342900"/>
                  </a:lnTo>
                  <a:lnTo>
                    <a:pt x="10939310" y="317500"/>
                  </a:lnTo>
                  <a:lnTo>
                    <a:pt x="10338016" y="317500"/>
                  </a:lnTo>
                  <a:lnTo>
                    <a:pt x="10338016" y="342900"/>
                  </a:lnTo>
                  <a:lnTo>
                    <a:pt x="10338016" y="914400"/>
                  </a:lnTo>
                  <a:lnTo>
                    <a:pt x="10338016" y="939800"/>
                  </a:lnTo>
                  <a:lnTo>
                    <a:pt x="10338016" y="1524000"/>
                  </a:lnTo>
                  <a:lnTo>
                    <a:pt x="9755124" y="1524000"/>
                  </a:lnTo>
                  <a:lnTo>
                    <a:pt x="9755124" y="939800"/>
                  </a:lnTo>
                  <a:lnTo>
                    <a:pt x="10338016" y="939800"/>
                  </a:lnTo>
                  <a:lnTo>
                    <a:pt x="10338016" y="914400"/>
                  </a:lnTo>
                  <a:lnTo>
                    <a:pt x="9755124" y="914400"/>
                  </a:lnTo>
                  <a:lnTo>
                    <a:pt x="9755124" y="342900"/>
                  </a:lnTo>
                  <a:lnTo>
                    <a:pt x="10338016" y="342900"/>
                  </a:lnTo>
                  <a:lnTo>
                    <a:pt x="10338016" y="317500"/>
                  </a:lnTo>
                  <a:lnTo>
                    <a:pt x="9736722" y="317500"/>
                  </a:lnTo>
                  <a:lnTo>
                    <a:pt x="9736722" y="342900"/>
                  </a:lnTo>
                  <a:lnTo>
                    <a:pt x="9736722" y="914400"/>
                  </a:lnTo>
                  <a:lnTo>
                    <a:pt x="9736722" y="939800"/>
                  </a:lnTo>
                  <a:lnTo>
                    <a:pt x="9736722" y="1524000"/>
                  </a:lnTo>
                  <a:lnTo>
                    <a:pt x="9153842" y="1524000"/>
                  </a:lnTo>
                  <a:lnTo>
                    <a:pt x="9153842" y="939800"/>
                  </a:lnTo>
                  <a:lnTo>
                    <a:pt x="9736722" y="939800"/>
                  </a:lnTo>
                  <a:lnTo>
                    <a:pt x="9736722" y="914400"/>
                  </a:lnTo>
                  <a:lnTo>
                    <a:pt x="9153842" y="914400"/>
                  </a:lnTo>
                  <a:lnTo>
                    <a:pt x="9153842" y="342900"/>
                  </a:lnTo>
                  <a:lnTo>
                    <a:pt x="9736722" y="342900"/>
                  </a:lnTo>
                  <a:lnTo>
                    <a:pt x="9736722" y="317500"/>
                  </a:lnTo>
                  <a:lnTo>
                    <a:pt x="9135440" y="317500"/>
                  </a:lnTo>
                  <a:lnTo>
                    <a:pt x="9135440" y="342900"/>
                  </a:lnTo>
                  <a:lnTo>
                    <a:pt x="9135440" y="914400"/>
                  </a:lnTo>
                  <a:lnTo>
                    <a:pt x="9135440" y="939800"/>
                  </a:lnTo>
                  <a:lnTo>
                    <a:pt x="9135440" y="1524000"/>
                  </a:lnTo>
                  <a:lnTo>
                    <a:pt x="8552561" y="1524000"/>
                  </a:lnTo>
                  <a:lnTo>
                    <a:pt x="8552561" y="939800"/>
                  </a:lnTo>
                  <a:lnTo>
                    <a:pt x="9135440" y="939800"/>
                  </a:lnTo>
                  <a:lnTo>
                    <a:pt x="9135440" y="914400"/>
                  </a:lnTo>
                  <a:lnTo>
                    <a:pt x="8552561" y="914400"/>
                  </a:lnTo>
                  <a:lnTo>
                    <a:pt x="8552561" y="342900"/>
                  </a:lnTo>
                  <a:lnTo>
                    <a:pt x="9135440" y="342900"/>
                  </a:lnTo>
                  <a:lnTo>
                    <a:pt x="9135440" y="317500"/>
                  </a:lnTo>
                  <a:lnTo>
                    <a:pt x="8534159" y="317500"/>
                  </a:lnTo>
                  <a:lnTo>
                    <a:pt x="8534159" y="342900"/>
                  </a:lnTo>
                  <a:lnTo>
                    <a:pt x="8534159" y="914400"/>
                  </a:lnTo>
                  <a:lnTo>
                    <a:pt x="8534159" y="939800"/>
                  </a:lnTo>
                  <a:lnTo>
                    <a:pt x="8534159" y="1524000"/>
                  </a:lnTo>
                  <a:lnTo>
                    <a:pt x="7951279" y="1524000"/>
                  </a:lnTo>
                  <a:lnTo>
                    <a:pt x="7951279" y="939800"/>
                  </a:lnTo>
                  <a:lnTo>
                    <a:pt x="8534159" y="939800"/>
                  </a:lnTo>
                  <a:lnTo>
                    <a:pt x="8534159" y="914400"/>
                  </a:lnTo>
                  <a:lnTo>
                    <a:pt x="7951279" y="914400"/>
                  </a:lnTo>
                  <a:lnTo>
                    <a:pt x="7951279" y="342900"/>
                  </a:lnTo>
                  <a:lnTo>
                    <a:pt x="8534159" y="342900"/>
                  </a:lnTo>
                  <a:lnTo>
                    <a:pt x="8534159" y="317500"/>
                  </a:lnTo>
                  <a:lnTo>
                    <a:pt x="7932877" y="317500"/>
                  </a:lnTo>
                  <a:lnTo>
                    <a:pt x="7932877" y="342900"/>
                  </a:lnTo>
                  <a:lnTo>
                    <a:pt x="7932877" y="914400"/>
                  </a:lnTo>
                  <a:lnTo>
                    <a:pt x="7932877" y="939800"/>
                  </a:lnTo>
                  <a:lnTo>
                    <a:pt x="7932877" y="1524000"/>
                  </a:lnTo>
                  <a:lnTo>
                    <a:pt x="7349998" y="1524000"/>
                  </a:lnTo>
                  <a:lnTo>
                    <a:pt x="7349998" y="939800"/>
                  </a:lnTo>
                  <a:lnTo>
                    <a:pt x="7932877" y="939800"/>
                  </a:lnTo>
                  <a:lnTo>
                    <a:pt x="7932877" y="914400"/>
                  </a:lnTo>
                  <a:lnTo>
                    <a:pt x="7349998" y="914400"/>
                  </a:lnTo>
                  <a:lnTo>
                    <a:pt x="7349998" y="342900"/>
                  </a:lnTo>
                  <a:lnTo>
                    <a:pt x="7932877" y="342900"/>
                  </a:lnTo>
                  <a:lnTo>
                    <a:pt x="7932877" y="317500"/>
                  </a:lnTo>
                  <a:lnTo>
                    <a:pt x="7331596" y="317500"/>
                  </a:lnTo>
                  <a:lnTo>
                    <a:pt x="7331596" y="342900"/>
                  </a:lnTo>
                  <a:lnTo>
                    <a:pt x="7331596" y="914400"/>
                  </a:lnTo>
                  <a:lnTo>
                    <a:pt x="7331596" y="939800"/>
                  </a:lnTo>
                  <a:lnTo>
                    <a:pt x="7331596" y="1524000"/>
                  </a:lnTo>
                  <a:lnTo>
                    <a:pt x="6748716" y="1524000"/>
                  </a:lnTo>
                  <a:lnTo>
                    <a:pt x="6748716" y="939800"/>
                  </a:lnTo>
                  <a:lnTo>
                    <a:pt x="7331596" y="939800"/>
                  </a:lnTo>
                  <a:lnTo>
                    <a:pt x="7331596" y="914400"/>
                  </a:lnTo>
                  <a:lnTo>
                    <a:pt x="6748716" y="914400"/>
                  </a:lnTo>
                  <a:lnTo>
                    <a:pt x="6748716" y="342900"/>
                  </a:lnTo>
                  <a:lnTo>
                    <a:pt x="7331596" y="342900"/>
                  </a:lnTo>
                  <a:lnTo>
                    <a:pt x="7331596" y="317500"/>
                  </a:lnTo>
                  <a:lnTo>
                    <a:pt x="6730314" y="317500"/>
                  </a:lnTo>
                  <a:lnTo>
                    <a:pt x="6730314" y="342900"/>
                  </a:lnTo>
                  <a:lnTo>
                    <a:pt x="6730314" y="914400"/>
                  </a:lnTo>
                  <a:lnTo>
                    <a:pt x="6730314" y="939800"/>
                  </a:lnTo>
                  <a:lnTo>
                    <a:pt x="6730314" y="1524000"/>
                  </a:lnTo>
                  <a:lnTo>
                    <a:pt x="6147409" y="1524000"/>
                  </a:lnTo>
                  <a:lnTo>
                    <a:pt x="6147409" y="939800"/>
                  </a:lnTo>
                  <a:lnTo>
                    <a:pt x="6730314" y="939800"/>
                  </a:lnTo>
                  <a:lnTo>
                    <a:pt x="6730314" y="914400"/>
                  </a:lnTo>
                  <a:lnTo>
                    <a:pt x="6147409" y="914400"/>
                  </a:lnTo>
                  <a:lnTo>
                    <a:pt x="6147409" y="342900"/>
                  </a:lnTo>
                  <a:lnTo>
                    <a:pt x="6730314" y="342900"/>
                  </a:lnTo>
                  <a:lnTo>
                    <a:pt x="6730314" y="317500"/>
                  </a:lnTo>
                  <a:lnTo>
                    <a:pt x="6129020" y="317500"/>
                  </a:lnTo>
                  <a:lnTo>
                    <a:pt x="6129020" y="342900"/>
                  </a:lnTo>
                  <a:lnTo>
                    <a:pt x="6129020" y="914400"/>
                  </a:lnTo>
                  <a:lnTo>
                    <a:pt x="6129020" y="939800"/>
                  </a:lnTo>
                  <a:lnTo>
                    <a:pt x="6129020" y="1524000"/>
                  </a:lnTo>
                  <a:lnTo>
                    <a:pt x="5546128" y="1524000"/>
                  </a:lnTo>
                  <a:lnTo>
                    <a:pt x="5546128" y="939800"/>
                  </a:lnTo>
                  <a:lnTo>
                    <a:pt x="6129020" y="939800"/>
                  </a:lnTo>
                  <a:lnTo>
                    <a:pt x="6129020" y="914400"/>
                  </a:lnTo>
                  <a:lnTo>
                    <a:pt x="5546128" y="914400"/>
                  </a:lnTo>
                  <a:lnTo>
                    <a:pt x="5546128" y="342900"/>
                  </a:lnTo>
                  <a:lnTo>
                    <a:pt x="6129020" y="342900"/>
                  </a:lnTo>
                  <a:lnTo>
                    <a:pt x="6129020" y="317500"/>
                  </a:lnTo>
                  <a:lnTo>
                    <a:pt x="5527738" y="317500"/>
                  </a:lnTo>
                  <a:lnTo>
                    <a:pt x="5527738" y="342900"/>
                  </a:lnTo>
                  <a:lnTo>
                    <a:pt x="5527738" y="914400"/>
                  </a:lnTo>
                  <a:lnTo>
                    <a:pt x="5527738" y="939800"/>
                  </a:lnTo>
                  <a:lnTo>
                    <a:pt x="5527738" y="1524000"/>
                  </a:lnTo>
                  <a:lnTo>
                    <a:pt x="4944846" y="1524000"/>
                  </a:lnTo>
                  <a:lnTo>
                    <a:pt x="4944846" y="939800"/>
                  </a:lnTo>
                  <a:lnTo>
                    <a:pt x="5527738" y="939800"/>
                  </a:lnTo>
                  <a:lnTo>
                    <a:pt x="5527738" y="914400"/>
                  </a:lnTo>
                  <a:lnTo>
                    <a:pt x="4944846" y="914400"/>
                  </a:lnTo>
                  <a:lnTo>
                    <a:pt x="4944846" y="342900"/>
                  </a:lnTo>
                  <a:lnTo>
                    <a:pt x="5527738" y="342900"/>
                  </a:lnTo>
                  <a:lnTo>
                    <a:pt x="5527738" y="317500"/>
                  </a:lnTo>
                  <a:lnTo>
                    <a:pt x="4926457" y="317500"/>
                  </a:lnTo>
                  <a:lnTo>
                    <a:pt x="4926457" y="342900"/>
                  </a:lnTo>
                  <a:lnTo>
                    <a:pt x="4926457" y="914400"/>
                  </a:lnTo>
                  <a:lnTo>
                    <a:pt x="4926457" y="939800"/>
                  </a:lnTo>
                  <a:lnTo>
                    <a:pt x="4926457" y="1524000"/>
                  </a:lnTo>
                  <a:lnTo>
                    <a:pt x="4343565" y="1524000"/>
                  </a:lnTo>
                  <a:lnTo>
                    <a:pt x="4343565" y="939800"/>
                  </a:lnTo>
                  <a:lnTo>
                    <a:pt x="4926457" y="939800"/>
                  </a:lnTo>
                  <a:lnTo>
                    <a:pt x="4926457" y="914400"/>
                  </a:lnTo>
                  <a:lnTo>
                    <a:pt x="4343565" y="914400"/>
                  </a:lnTo>
                  <a:lnTo>
                    <a:pt x="4343565" y="342900"/>
                  </a:lnTo>
                  <a:lnTo>
                    <a:pt x="4926457" y="342900"/>
                  </a:lnTo>
                  <a:lnTo>
                    <a:pt x="4926457" y="317500"/>
                  </a:lnTo>
                  <a:lnTo>
                    <a:pt x="4325175" y="317500"/>
                  </a:lnTo>
                  <a:lnTo>
                    <a:pt x="4325175" y="342900"/>
                  </a:lnTo>
                  <a:lnTo>
                    <a:pt x="4325175" y="914400"/>
                  </a:lnTo>
                  <a:lnTo>
                    <a:pt x="4325175" y="939800"/>
                  </a:lnTo>
                  <a:lnTo>
                    <a:pt x="4325175" y="1524000"/>
                  </a:lnTo>
                  <a:lnTo>
                    <a:pt x="3742283" y="1524000"/>
                  </a:lnTo>
                  <a:lnTo>
                    <a:pt x="3742283" y="939800"/>
                  </a:lnTo>
                  <a:lnTo>
                    <a:pt x="4325175" y="939800"/>
                  </a:lnTo>
                  <a:lnTo>
                    <a:pt x="4325175" y="914400"/>
                  </a:lnTo>
                  <a:lnTo>
                    <a:pt x="3742283" y="914400"/>
                  </a:lnTo>
                  <a:lnTo>
                    <a:pt x="3742283" y="342900"/>
                  </a:lnTo>
                  <a:lnTo>
                    <a:pt x="4325175" y="342900"/>
                  </a:lnTo>
                  <a:lnTo>
                    <a:pt x="4325175" y="317500"/>
                  </a:lnTo>
                  <a:lnTo>
                    <a:pt x="3723894" y="317500"/>
                  </a:lnTo>
                  <a:lnTo>
                    <a:pt x="3723894" y="342900"/>
                  </a:lnTo>
                  <a:lnTo>
                    <a:pt x="3723894" y="914400"/>
                  </a:lnTo>
                  <a:lnTo>
                    <a:pt x="3723894" y="939800"/>
                  </a:lnTo>
                  <a:lnTo>
                    <a:pt x="3723894" y="1524000"/>
                  </a:lnTo>
                  <a:lnTo>
                    <a:pt x="3140989" y="1524000"/>
                  </a:lnTo>
                  <a:lnTo>
                    <a:pt x="3140989" y="939800"/>
                  </a:lnTo>
                  <a:lnTo>
                    <a:pt x="3723894" y="939800"/>
                  </a:lnTo>
                  <a:lnTo>
                    <a:pt x="3723894" y="914400"/>
                  </a:lnTo>
                  <a:lnTo>
                    <a:pt x="3140989" y="914400"/>
                  </a:lnTo>
                  <a:lnTo>
                    <a:pt x="3140989" y="342900"/>
                  </a:lnTo>
                  <a:lnTo>
                    <a:pt x="3723894" y="342900"/>
                  </a:lnTo>
                  <a:lnTo>
                    <a:pt x="3723894" y="317500"/>
                  </a:lnTo>
                  <a:lnTo>
                    <a:pt x="3122587" y="317500"/>
                  </a:lnTo>
                  <a:lnTo>
                    <a:pt x="3122587" y="342900"/>
                  </a:lnTo>
                  <a:lnTo>
                    <a:pt x="3122587" y="914400"/>
                  </a:lnTo>
                  <a:lnTo>
                    <a:pt x="3122587" y="939800"/>
                  </a:lnTo>
                  <a:lnTo>
                    <a:pt x="3122587" y="1524000"/>
                  </a:lnTo>
                  <a:lnTo>
                    <a:pt x="2539708" y="1524000"/>
                  </a:lnTo>
                  <a:lnTo>
                    <a:pt x="2539708" y="939800"/>
                  </a:lnTo>
                  <a:lnTo>
                    <a:pt x="3122587" y="939800"/>
                  </a:lnTo>
                  <a:lnTo>
                    <a:pt x="3122587" y="914400"/>
                  </a:lnTo>
                  <a:lnTo>
                    <a:pt x="2539708" y="914400"/>
                  </a:lnTo>
                  <a:lnTo>
                    <a:pt x="2539708" y="342900"/>
                  </a:lnTo>
                  <a:lnTo>
                    <a:pt x="3122587" y="342900"/>
                  </a:lnTo>
                  <a:lnTo>
                    <a:pt x="3122587" y="317500"/>
                  </a:lnTo>
                  <a:lnTo>
                    <a:pt x="2521305" y="317500"/>
                  </a:lnTo>
                  <a:lnTo>
                    <a:pt x="2521305" y="342900"/>
                  </a:lnTo>
                  <a:lnTo>
                    <a:pt x="2521305" y="914400"/>
                  </a:lnTo>
                  <a:lnTo>
                    <a:pt x="2521305" y="939800"/>
                  </a:lnTo>
                  <a:lnTo>
                    <a:pt x="2521305" y="1524000"/>
                  </a:lnTo>
                  <a:lnTo>
                    <a:pt x="1938426" y="1524000"/>
                  </a:lnTo>
                  <a:lnTo>
                    <a:pt x="1938426" y="939800"/>
                  </a:lnTo>
                  <a:lnTo>
                    <a:pt x="2521305" y="939800"/>
                  </a:lnTo>
                  <a:lnTo>
                    <a:pt x="2521305" y="914400"/>
                  </a:lnTo>
                  <a:lnTo>
                    <a:pt x="1938426" y="914400"/>
                  </a:lnTo>
                  <a:lnTo>
                    <a:pt x="1938426" y="342900"/>
                  </a:lnTo>
                  <a:lnTo>
                    <a:pt x="2521305" y="342900"/>
                  </a:lnTo>
                  <a:lnTo>
                    <a:pt x="2521305" y="317500"/>
                  </a:lnTo>
                  <a:lnTo>
                    <a:pt x="1920024" y="317500"/>
                  </a:lnTo>
                  <a:lnTo>
                    <a:pt x="1920024" y="342900"/>
                  </a:lnTo>
                  <a:lnTo>
                    <a:pt x="1920024" y="914400"/>
                  </a:lnTo>
                  <a:lnTo>
                    <a:pt x="1920024" y="939800"/>
                  </a:lnTo>
                  <a:lnTo>
                    <a:pt x="1920024" y="1524000"/>
                  </a:lnTo>
                  <a:lnTo>
                    <a:pt x="1337144" y="1524000"/>
                  </a:lnTo>
                  <a:lnTo>
                    <a:pt x="1337144" y="939800"/>
                  </a:lnTo>
                  <a:lnTo>
                    <a:pt x="1920024" y="939800"/>
                  </a:lnTo>
                  <a:lnTo>
                    <a:pt x="1920024" y="914400"/>
                  </a:lnTo>
                  <a:lnTo>
                    <a:pt x="1337144" y="914400"/>
                  </a:lnTo>
                  <a:lnTo>
                    <a:pt x="1337144" y="342900"/>
                  </a:lnTo>
                  <a:lnTo>
                    <a:pt x="1920024" y="342900"/>
                  </a:lnTo>
                  <a:lnTo>
                    <a:pt x="1920024" y="317500"/>
                  </a:lnTo>
                  <a:lnTo>
                    <a:pt x="1318742" y="317500"/>
                  </a:lnTo>
                  <a:lnTo>
                    <a:pt x="1318742" y="342900"/>
                  </a:lnTo>
                  <a:lnTo>
                    <a:pt x="1318742" y="914400"/>
                  </a:lnTo>
                  <a:lnTo>
                    <a:pt x="1318742" y="939800"/>
                  </a:lnTo>
                  <a:lnTo>
                    <a:pt x="1318742" y="1524000"/>
                  </a:lnTo>
                  <a:lnTo>
                    <a:pt x="735863" y="1524000"/>
                  </a:lnTo>
                  <a:lnTo>
                    <a:pt x="735863" y="939800"/>
                  </a:lnTo>
                  <a:lnTo>
                    <a:pt x="1318742" y="939800"/>
                  </a:lnTo>
                  <a:lnTo>
                    <a:pt x="1318742" y="914400"/>
                  </a:lnTo>
                  <a:lnTo>
                    <a:pt x="735863" y="914400"/>
                  </a:lnTo>
                  <a:lnTo>
                    <a:pt x="735863" y="342900"/>
                  </a:lnTo>
                  <a:lnTo>
                    <a:pt x="1318742" y="342900"/>
                  </a:lnTo>
                  <a:lnTo>
                    <a:pt x="1318742" y="317500"/>
                  </a:lnTo>
                  <a:lnTo>
                    <a:pt x="717461" y="317500"/>
                  </a:lnTo>
                  <a:lnTo>
                    <a:pt x="717461" y="342900"/>
                  </a:lnTo>
                  <a:lnTo>
                    <a:pt x="717461" y="914400"/>
                  </a:lnTo>
                  <a:lnTo>
                    <a:pt x="717461" y="939800"/>
                  </a:lnTo>
                  <a:lnTo>
                    <a:pt x="717461" y="1524000"/>
                  </a:lnTo>
                  <a:lnTo>
                    <a:pt x="134569" y="1524000"/>
                  </a:lnTo>
                  <a:lnTo>
                    <a:pt x="134569" y="939800"/>
                  </a:lnTo>
                  <a:lnTo>
                    <a:pt x="717461" y="939800"/>
                  </a:lnTo>
                  <a:lnTo>
                    <a:pt x="717461" y="914400"/>
                  </a:lnTo>
                  <a:lnTo>
                    <a:pt x="134569" y="914400"/>
                  </a:lnTo>
                  <a:lnTo>
                    <a:pt x="134569" y="342900"/>
                  </a:lnTo>
                  <a:lnTo>
                    <a:pt x="717461" y="342900"/>
                  </a:lnTo>
                  <a:lnTo>
                    <a:pt x="717461" y="317500"/>
                  </a:lnTo>
                  <a:lnTo>
                    <a:pt x="0" y="317500"/>
                  </a:lnTo>
                  <a:lnTo>
                    <a:pt x="0" y="342900"/>
                  </a:lnTo>
                  <a:lnTo>
                    <a:pt x="116281" y="342900"/>
                  </a:lnTo>
                  <a:lnTo>
                    <a:pt x="116281" y="914400"/>
                  </a:lnTo>
                  <a:lnTo>
                    <a:pt x="0" y="914400"/>
                  </a:lnTo>
                  <a:lnTo>
                    <a:pt x="0" y="939800"/>
                  </a:lnTo>
                  <a:lnTo>
                    <a:pt x="116281" y="939800"/>
                  </a:lnTo>
                  <a:lnTo>
                    <a:pt x="116281" y="1524000"/>
                  </a:lnTo>
                  <a:lnTo>
                    <a:pt x="0" y="1524000"/>
                  </a:lnTo>
                  <a:lnTo>
                    <a:pt x="0" y="1536700"/>
                  </a:lnTo>
                  <a:lnTo>
                    <a:pt x="116281" y="1536700"/>
                  </a:lnTo>
                  <a:lnTo>
                    <a:pt x="116281" y="2120900"/>
                  </a:lnTo>
                  <a:lnTo>
                    <a:pt x="134569" y="2120900"/>
                  </a:lnTo>
                  <a:lnTo>
                    <a:pt x="134569" y="1536700"/>
                  </a:lnTo>
                  <a:lnTo>
                    <a:pt x="717461" y="1536700"/>
                  </a:lnTo>
                  <a:lnTo>
                    <a:pt x="717461" y="2120900"/>
                  </a:lnTo>
                  <a:lnTo>
                    <a:pt x="735863" y="2120900"/>
                  </a:lnTo>
                  <a:lnTo>
                    <a:pt x="735863" y="1536700"/>
                  </a:lnTo>
                  <a:lnTo>
                    <a:pt x="1318742" y="1536700"/>
                  </a:lnTo>
                  <a:lnTo>
                    <a:pt x="1318742" y="2120900"/>
                  </a:lnTo>
                  <a:lnTo>
                    <a:pt x="1337144" y="2120900"/>
                  </a:lnTo>
                  <a:lnTo>
                    <a:pt x="1337144" y="1536700"/>
                  </a:lnTo>
                  <a:lnTo>
                    <a:pt x="1920024" y="1536700"/>
                  </a:lnTo>
                  <a:lnTo>
                    <a:pt x="1920024" y="2120900"/>
                  </a:lnTo>
                  <a:lnTo>
                    <a:pt x="1938426" y="2120900"/>
                  </a:lnTo>
                  <a:lnTo>
                    <a:pt x="1938426" y="1536700"/>
                  </a:lnTo>
                  <a:lnTo>
                    <a:pt x="2521305" y="1536700"/>
                  </a:lnTo>
                  <a:lnTo>
                    <a:pt x="2521305" y="2120900"/>
                  </a:lnTo>
                  <a:lnTo>
                    <a:pt x="2539708" y="2120900"/>
                  </a:lnTo>
                  <a:lnTo>
                    <a:pt x="2539708" y="1536700"/>
                  </a:lnTo>
                  <a:lnTo>
                    <a:pt x="18287988" y="1536700"/>
                  </a:lnTo>
                  <a:lnTo>
                    <a:pt x="18287988" y="1524000"/>
                  </a:lnTo>
                  <a:lnTo>
                    <a:pt x="18173218" y="1524000"/>
                  </a:lnTo>
                  <a:lnTo>
                    <a:pt x="18173218" y="939800"/>
                  </a:lnTo>
                  <a:lnTo>
                    <a:pt x="18287988" y="939800"/>
                  </a:lnTo>
                  <a:lnTo>
                    <a:pt x="18287988" y="914400"/>
                  </a:lnTo>
                  <a:lnTo>
                    <a:pt x="18173218" y="914400"/>
                  </a:lnTo>
                  <a:lnTo>
                    <a:pt x="18173218" y="342900"/>
                  </a:lnTo>
                  <a:lnTo>
                    <a:pt x="18287988" y="342900"/>
                  </a:lnTo>
                  <a:lnTo>
                    <a:pt x="18287988" y="3175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1"/>
            <p:cNvSpPr/>
            <p:nvPr/>
          </p:nvSpPr>
          <p:spPr>
            <a:xfrm>
              <a:off x="0" y="15367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6096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609600"/>
                  </a:lnTo>
                  <a:lnTo>
                    <a:pt x="18154727" y="6096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6096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609600"/>
                  </a:lnTo>
                  <a:lnTo>
                    <a:pt x="17553445" y="6096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6096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609600"/>
                  </a:lnTo>
                  <a:lnTo>
                    <a:pt x="16952164" y="6096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6096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609600"/>
                  </a:lnTo>
                  <a:lnTo>
                    <a:pt x="16350882" y="6096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6096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609600"/>
                  </a:lnTo>
                  <a:lnTo>
                    <a:pt x="15749575" y="6096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6096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609600"/>
                  </a:lnTo>
                  <a:lnTo>
                    <a:pt x="15148294" y="6096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6096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609600"/>
                  </a:lnTo>
                  <a:lnTo>
                    <a:pt x="14547012" y="6096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6096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609600"/>
                  </a:lnTo>
                  <a:lnTo>
                    <a:pt x="13945730" y="6096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6096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609600"/>
                  </a:lnTo>
                  <a:lnTo>
                    <a:pt x="13344449" y="6096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6096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609600"/>
                  </a:lnTo>
                  <a:lnTo>
                    <a:pt x="12743155" y="6096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6096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609600"/>
                  </a:lnTo>
                  <a:lnTo>
                    <a:pt x="12141873" y="6096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6096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609600"/>
                  </a:lnTo>
                  <a:lnTo>
                    <a:pt x="11540592" y="6096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6096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609600"/>
                  </a:lnTo>
                  <a:lnTo>
                    <a:pt x="10939310" y="6096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6096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609600"/>
                  </a:lnTo>
                  <a:lnTo>
                    <a:pt x="10338016" y="6096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6096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609600"/>
                  </a:lnTo>
                  <a:lnTo>
                    <a:pt x="9736722" y="60960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9135440" y="6096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609600"/>
                  </a:lnTo>
                  <a:lnTo>
                    <a:pt x="9135440" y="60960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8534159" y="6096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609600"/>
                  </a:lnTo>
                  <a:lnTo>
                    <a:pt x="8534159" y="60960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932877" y="6096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609600"/>
                  </a:lnTo>
                  <a:lnTo>
                    <a:pt x="7932877" y="60960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7331596" y="6096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609600"/>
                  </a:lnTo>
                  <a:lnTo>
                    <a:pt x="7331596" y="60960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730314" y="6096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609600"/>
                  </a:lnTo>
                  <a:lnTo>
                    <a:pt x="6730314" y="60960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6129020" y="6096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609600"/>
                  </a:lnTo>
                  <a:lnTo>
                    <a:pt x="6129020" y="609600"/>
                  </a:lnTo>
                  <a:lnTo>
                    <a:pt x="6129020" y="584200"/>
                  </a:lnTo>
                  <a:lnTo>
                    <a:pt x="5546128" y="584200"/>
                  </a:lnTo>
                  <a:lnTo>
                    <a:pt x="5546128" y="0"/>
                  </a:lnTo>
                  <a:lnTo>
                    <a:pt x="5527738" y="0"/>
                  </a:lnTo>
                  <a:lnTo>
                    <a:pt x="5527738" y="584200"/>
                  </a:lnTo>
                  <a:lnTo>
                    <a:pt x="5527738" y="6096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609600"/>
                  </a:lnTo>
                  <a:lnTo>
                    <a:pt x="5527738" y="609600"/>
                  </a:lnTo>
                  <a:lnTo>
                    <a:pt x="5527738" y="584200"/>
                  </a:lnTo>
                  <a:lnTo>
                    <a:pt x="4944846" y="584200"/>
                  </a:lnTo>
                  <a:lnTo>
                    <a:pt x="4944846" y="0"/>
                  </a:lnTo>
                  <a:lnTo>
                    <a:pt x="4926457" y="0"/>
                  </a:lnTo>
                  <a:lnTo>
                    <a:pt x="4926457" y="584200"/>
                  </a:lnTo>
                  <a:lnTo>
                    <a:pt x="4926457" y="6096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609600"/>
                  </a:lnTo>
                  <a:lnTo>
                    <a:pt x="4926457" y="609600"/>
                  </a:lnTo>
                  <a:lnTo>
                    <a:pt x="4926457" y="584200"/>
                  </a:lnTo>
                  <a:lnTo>
                    <a:pt x="4343565" y="584200"/>
                  </a:lnTo>
                  <a:lnTo>
                    <a:pt x="4343565" y="0"/>
                  </a:lnTo>
                  <a:lnTo>
                    <a:pt x="4325175" y="0"/>
                  </a:lnTo>
                  <a:lnTo>
                    <a:pt x="4325175" y="584200"/>
                  </a:lnTo>
                  <a:lnTo>
                    <a:pt x="4325175" y="6096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609600"/>
                  </a:lnTo>
                  <a:lnTo>
                    <a:pt x="4325175" y="609600"/>
                  </a:lnTo>
                  <a:lnTo>
                    <a:pt x="4325175" y="584200"/>
                  </a:lnTo>
                  <a:lnTo>
                    <a:pt x="3742283" y="584200"/>
                  </a:lnTo>
                  <a:lnTo>
                    <a:pt x="3742283" y="0"/>
                  </a:lnTo>
                  <a:lnTo>
                    <a:pt x="3723894" y="0"/>
                  </a:lnTo>
                  <a:lnTo>
                    <a:pt x="3723894" y="584200"/>
                  </a:lnTo>
                  <a:lnTo>
                    <a:pt x="3723894" y="6096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609600"/>
                  </a:lnTo>
                  <a:lnTo>
                    <a:pt x="3723894" y="609600"/>
                  </a:lnTo>
                  <a:lnTo>
                    <a:pt x="3723894" y="584200"/>
                  </a:lnTo>
                  <a:lnTo>
                    <a:pt x="3140989" y="584200"/>
                  </a:lnTo>
                  <a:lnTo>
                    <a:pt x="3140989" y="0"/>
                  </a:lnTo>
                  <a:lnTo>
                    <a:pt x="3122587" y="0"/>
                  </a:lnTo>
                  <a:lnTo>
                    <a:pt x="3122587" y="584200"/>
                  </a:lnTo>
                  <a:lnTo>
                    <a:pt x="3122587" y="6096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609600"/>
                  </a:lnTo>
                  <a:lnTo>
                    <a:pt x="3122587" y="609600"/>
                  </a:lnTo>
                  <a:lnTo>
                    <a:pt x="3122587" y="584200"/>
                  </a:lnTo>
                  <a:lnTo>
                    <a:pt x="2539708" y="584200"/>
                  </a:lnTo>
                  <a:lnTo>
                    <a:pt x="2539708" y="0"/>
                  </a:lnTo>
                  <a:lnTo>
                    <a:pt x="2521305" y="0"/>
                  </a:lnTo>
                  <a:lnTo>
                    <a:pt x="2521305" y="584200"/>
                  </a:lnTo>
                  <a:lnTo>
                    <a:pt x="2521305" y="6096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609600"/>
                  </a:lnTo>
                  <a:lnTo>
                    <a:pt x="2521305" y="6096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6096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609600"/>
                  </a:lnTo>
                  <a:lnTo>
                    <a:pt x="1920024" y="6096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6096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609600"/>
                  </a:lnTo>
                  <a:lnTo>
                    <a:pt x="1318742" y="6096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6096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609600"/>
                  </a:lnTo>
                  <a:lnTo>
                    <a:pt x="717461" y="6096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609600"/>
                  </a:lnTo>
                  <a:lnTo>
                    <a:pt x="116281" y="6096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609600"/>
                  </a:lnTo>
                  <a:lnTo>
                    <a:pt x="18287988" y="6096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1"/>
            <p:cNvSpPr/>
            <p:nvPr/>
          </p:nvSpPr>
          <p:spPr>
            <a:xfrm>
              <a:off x="0" y="27432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5969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5969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5969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6730314" y="1206500"/>
                  </a:lnTo>
                  <a:lnTo>
                    <a:pt x="6730314" y="1790700"/>
                  </a:lnTo>
                  <a:lnTo>
                    <a:pt x="6748716" y="1790700"/>
                  </a:lnTo>
                  <a:lnTo>
                    <a:pt x="6748716" y="1206500"/>
                  </a:lnTo>
                  <a:lnTo>
                    <a:pt x="7331596" y="1206500"/>
                  </a:lnTo>
                  <a:lnTo>
                    <a:pt x="7331596" y="1790700"/>
                  </a:lnTo>
                  <a:lnTo>
                    <a:pt x="7349998" y="1790700"/>
                  </a:lnTo>
                  <a:lnTo>
                    <a:pt x="7349998" y="1206500"/>
                  </a:lnTo>
                  <a:lnTo>
                    <a:pt x="7932877" y="1206500"/>
                  </a:lnTo>
                  <a:lnTo>
                    <a:pt x="7932877" y="1790700"/>
                  </a:lnTo>
                  <a:lnTo>
                    <a:pt x="7951279" y="1790700"/>
                  </a:lnTo>
                  <a:lnTo>
                    <a:pt x="7951279" y="1206500"/>
                  </a:lnTo>
                  <a:lnTo>
                    <a:pt x="8534159" y="1206500"/>
                  </a:lnTo>
                  <a:lnTo>
                    <a:pt x="8534159" y="1790700"/>
                  </a:lnTo>
                  <a:lnTo>
                    <a:pt x="8552561" y="1790700"/>
                  </a:lnTo>
                  <a:lnTo>
                    <a:pt x="8552561" y="1206500"/>
                  </a:lnTo>
                  <a:lnTo>
                    <a:pt x="9135440" y="1206500"/>
                  </a:lnTo>
                  <a:lnTo>
                    <a:pt x="9135440" y="1790700"/>
                  </a:lnTo>
                  <a:lnTo>
                    <a:pt x="9153842" y="1790700"/>
                  </a:lnTo>
                  <a:lnTo>
                    <a:pt x="9153842" y="1206500"/>
                  </a:lnTo>
                  <a:lnTo>
                    <a:pt x="9736722" y="1206500"/>
                  </a:lnTo>
                  <a:lnTo>
                    <a:pt x="9736722" y="1790700"/>
                  </a:lnTo>
                  <a:lnTo>
                    <a:pt x="9755124" y="1790700"/>
                  </a:lnTo>
                  <a:lnTo>
                    <a:pt x="9755124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11"/>
            <p:cNvSpPr/>
            <p:nvPr/>
          </p:nvSpPr>
          <p:spPr>
            <a:xfrm>
              <a:off x="0" y="3949712"/>
              <a:ext cx="18288000" cy="1778000"/>
            </a:xfrm>
            <a:custGeom>
              <a:rect b="b" l="l" r="r" t="t"/>
              <a:pathLst>
                <a:path extrusionOk="0" h="17780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5969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5969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5969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193800"/>
                  </a:lnTo>
                  <a:lnTo>
                    <a:pt x="116281" y="1193800"/>
                  </a:lnTo>
                  <a:lnTo>
                    <a:pt x="116281" y="1778000"/>
                  </a:lnTo>
                  <a:lnTo>
                    <a:pt x="134569" y="1778000"/>
                  </a:lnTo>
                  <a:lnTo>
                    <a:pt x="134569" y="1193800"/>
                  </a:lnTo>
                  <a:lnTo>
                    <a:pt x="717461" y="1193800"/>
                  </a:lnTo>
                  <a:lnTo>
                    <a:pt x="717461" y="1778000"/>
                  </a:lnTo>
                  <a:lnTo>
                    <a:pt x="735863" y="1778000"/>
                  </a:lnTo>
                  <a:lnTo>
                    <a:pt x="735863" y="1193800"/>
                  </a:lnTo>
                  <a:lnTo>
                    <a:pt x="1318742" y="1193800"/>
                  </a:lnTo>
                  <a:lnTo>
                    <a:pt x="1318742" y="1778000"/>
                  </a:lnTo>
                  <a:lnTo>
                    <a:pt x="1337144" y="1778000"/>
                  </a:lnTo>
                  <a:lnTo>
                    <a:pt x="1337144" y="1193800"/>
                  </a:lnTo>
                  <a:lnTo>
                    <a:pt x="1920024" y="1193800"/>
                  </a:lnTo>
                  <a:lnTo>
                    <a:pt x="1920024" y="1778000"/>
                  </a:lnTo>
                  <a:lnTo>
                    <a:pt x="1938426" y="1778000"/>
                  </a:lnTo>
                  <a:lnTo>
                    <a:pt x="1938426" y="1193800"/>
                  </a:lnTo>
                  <a:lnTo>
                    <a:pt x="2521305" y="1193800"/>
                  </a:lnTo>
                  <a:lnTo>
                    <a:pt x="2521305" y="1778000"/>
                  </a:lnTo>
                  <a:lnTo>
                    <a:pt x="2539708" y="1778000"/>
                  </a:lnTo>
                  <a:lnTo>
                    <a:pt x="2539708" y="1193800"/>
                  </a:lnTo>
                  <a:lnTo>
                    <a:pt x="3122587" y="1193800"/>
                  </a:lnTo>
                  <a:lnTo>
                    <a:pt x="3122587" y="1778000"/>
                  </a:lnTo>
                  <a:lnTo>
                    <a:pt x="3140989" y="1778000"/>
                  </a:lnTo>
                  <a:lnTo>
                    <a:pt x="3140989" y="1193800"/>
                  </a:lnTo>
                  <a:lnTo>
                    <a:pt x="3723894" y="1193800"/>
                  </a:lnTo>
                  <a:lnTo>
                    <a:pt x="3723894" y="1778000"/>
                  </a:lnTo>
                  <a:lnTo>
                    <a:pt x="3742283" y="1778000"/>
                  </a:lnTo>
                  <a:lnTo>
                    <a:pt x="3742283" y="1193800"/>
                  </a:lnTo>
                  <a:lnTo>
                    <a:pt x="4325175" y="1193800"/>
                  </a:lnTo>
                  <a:lnTo>
                    <a:pt x="4325175" y="1778000"/>
                  </a:lnTo>
                  <a:lnTo>
                    <a:pt x="4343565" y="1778000"/>
                  </a:lnTo>
                  <a:lnTo>
                    <a:pt x="4343565" y="1193800"/>
                  </a:lnTo>
                  <a:lnTo>
                    <a:pt x="4926457" y="1193800"/>
                  </a:lnTo>
                  <a:lnTo>
                    <a:pt x="4926457" y="1778000"/>
                  </a:lnTo>
                  <a:lnTo>
                    <a:pt x="4944846" y="1778000"/>
                  </a:lnTo>
                  <a:lnTo>
                    <a:pt x="4944846" y="1193800"/>
                  </a:lnTo>
                  <a:lnTo>
                    <a:pt x="5527738" y="1193800"/>
                  </a:lnTo>
                  <a:lnTo>
                    <a:pt x="5527738" y="1778000"/>
                  </a:lnTo>
                  <a:lnTo>
                    <a:pt x="5546128" y="1778000"/>
                  </a:lnTo>
                  <a:lnTo>
                    <a:pt x="5546128" y="1193800"/>
                  </a:lnTo>
                  <a:lnTo>
                    <a:pt x="6129020" y="1193800"/>
                  </a:lnTo>
                  <a:lnTo>
                    <a:pt x="6129020" y="1778000"/>
                  </a:lnTo>
                  <a:lnTo>
                    <a:pt x="6147409" y="1778000"/>
                  </a:lnTo>
                  <a:lnTo>
                    <a:pt x="6147409" y="1193800"/>
                  </a:lnTo>
                  <a:lnTo>
                    <a:pt x="6730314" y="1193800"/>
                  </a:lnTo>
                  <a:lnTo>
                    <a:pt x="6730314" y="1778000"/>
                  </a:lnTo>
                  <a:lnTo>
                    <a:pt x="6748716" y="1778000"/>
                  </a:lnTo>
                  <a:lnTo>
                    <a:pt x="6748716" y="1193800"/>
                  </a:lnTo>
                  <a:lnTo>
                    <a:pt x="7331596" y="1193800"/>
                  </a:lnTo>
                  <a:lnTo>
                    <a:pt x="7331596" y="1778000"/>
                  </a:lnTo>
                  <a:lnTo>
                    <a:pt x="7349998" y="1778000"/>
                  </a:lnTo>
                  <a:lnTo>
                    <a:pt x="7349998" y="1193800"/>
                  </a:lnTo>
                  <a:lnTo>
                    <a:pt x="7932877" y="1193800"/>
                  </a:lnTo>
                  <a:lnTo>
                    <a:pt x="7932877" y="1778000"/>
                  </a:lnTo>
                  <a:lnTo>
                    <a:pt x="7951279" y="1778000"/>
                  </a:lnTo>
                  <a:lnTo>
                    <a:pt x="7951279" y="1193800"/>
                  </a:lnTo>
                  <a:lnTo>
                    <a:pt x="8534159" y="1193800"/>
                  </a:lnTo>
                  <a:lnTo>
                    <a:pt x="8534159" y="1778000"/>
                  </a:lnTo>
                  <a:lnTo>
                    <a:pt x="8552561" y="1778000"/>
                  </a:lnTo>
                  <a:lnTo>
                    <a:pt x="8552561" y="1193800"/>
                  </a:lnTo>
                  <a:lnTo>
                    <a:pt x="9135440" y="1193800"/>
                  </a:lnTo>
                  <a:lnTo>
                    <a:pt x="9135440" y="1778000"/>
                  </a:lnTo>
                  <a:lnTo>
                    <a:pt x="9153842" y="1778000"/>
                  </a:lnTo>
                  <a:lnTo>
                    <a:pt x="9153842" y="1193800"/>
                  </a:lnTo>
                  <a:lnTo>
                    <a:pt x="9736722" y="1193800"/>
                  </a:lnTo>
                  <a:lnTo>
                    <a:pt x="9736722" y="1778000"/>
                  </a:lnTo>
                  <a:lnTo>
                    <a:pt x="9755124" y="1778000"/>
                  </a:lnTo>
                  <a:lnTo>
                    <a:pt x="9755124" y="1193800"/>
                  </a:lnTo>
                  <a:lnTo>
                    <a:pt x="10338016" y="1193800"/>
                  </a:lnTo>
                  <a:lnTo>
                    <a:pt x="10338016" y="1778000"/>
                  </a:lnTo>
                  <a:lnTo>
                    <a:pt x="10356418" y="1778000"/>
                  </a:lnTo>
                  <a:lnTo>
                    <a:pt x="10356418" y="1193800"/>
                  </a:lnTo>
                  <a:lnTo>
                    <a:pt x="10939310" y="1193800"/>
                  </a:lnTo>
                  <a:lnTo>
                    <a:pt x="10939310" y="1778000"/>
                  </a:lnTo>
                  <a:lnTo>
                    <a:pt x="10957700" y="1778000"/>
                  </a:lnTo>
                  <a:lnTo>
                    <a:pt x="10957700" y="1193800"/>
                  </a:lnTo>
                  <a:lnTo>
                    <a:pt x="11540592" y="1193800"/>
                  </a:lnTo>
                  <a:lnTo>
                    <a:pt x="11540592" y="1778000"/>
                  </a:lnTo>
                  <a:lnTo>
                    <a:pt x="11558981" y="1778000"/>
                  </a:lnTo>
                  <a:lnTo>
                    <a:pt x="11558981" y="1193800"/>
                  </a:lnTo>
                  <a:lnTo>
                    <a:pt x="12141873" y="1193800"/>
                  </a:lnTo>
                  <a:lnTo>
                    <a:pt x="12141873" y="1778000"/>
                  </a:lnTo>
                  <a:lnTo>
                    <a:pt x="12160263" y="1778000"/>
                  </a:lnTo>
                  <a:lnTo>
                    <a:pt x="12160263" y="1193800"/>
                  </a:lnTo>
                  <a:lnTo>
                    <a:pt x="12743155" y="1193800"/>
                  </a:lnTo>
                  <a:lnTo>
                    <a:pt x="12743155" y="1778000"/>
                  </a:lnTo>
                  <a:lnTo>
                    <a:pt x="12761544" y="1778000"/>
                  </a:lnTo>
                  <a:lnTo>
                    <a:pt x="12761544" y="1193800"/>
                  </a:lnTo>
                  <a:lnTo>
                    <a:pt x="13344449" y="1193800"/>
                  </a:lnTo>
                  <a:lnTo>
                    <a:pt x="13344449" y="1778000"/>
                  </a:lnTo>
                  <a:lnTo>
                    <a:pt x="13362851" y="1778000"/>
                  </a:lnTo>
                  <a:lnTo>
                    <a:pt x="13362851" y="1193800"/>
                  </a:lnTo>
                  <a:lnTo>
                    <a:pt x="18287988" y="11938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11"/>
            <p:cNvSpPr/>
            <p:nvPr/>
          </p:nvSpPr>
          <p:spPr>
            <a:xfrm>
              <a:off x="0" y="51435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609600"/>
                  </a:lnTo>
                  <a:lnTo>
                    <a:pt x="18154727" y="1193800"/>
                  </a:lnTo>
                  <a:lnTo>
                    <a:pt x="17571835" y="1193800"/>
                  </a:lnTo>
                  <a:lnTo>
                    <a:pt x="17571835" y="609600"/>
                  </a:lnTo>
                  <a:lnTo>
                    <a:pt x="18154727" y="6096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609600"/>
                  </a:lnTo>
                  <a:lnTo>
                    <a:pt x="17553445" y="1193800"/>
                  </a:lnTo>
                  <a:lnTo>
                    <a:pt x="16970553" y="1193800"/>
                  </a:lnTo>
                  <a:lnTo>
                    <a:pt x="16970553" y="609600"/>
                  </a:lnTo>
                  <a:lnTo>
                    <a:pt x="17553445" y="6096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609600"/>
                  </a:lnTo>
                  <a:lnTo>
                    <a:pt x="16952164" y="1193800"/>
                  </a:lnTo>
                  <a:lnTo>
                    <a:pt x="16369272" y="1193800"/>
                  </a:lnTo>
                  <a:lnTo>
                    <a:pt x="16369272" y="609600"/>
                  </a:lnTo>
                  <a:lnTo>
                    <a:pt x="16952164" y="6096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609600"/>
                  </a:lnTo>
                  <a:lnTo>
                    <a:pt x="16350882" y="1193800"/>
                  </a:lnTo>
                  <a:lnTo>
                    <a:pt x="15767977" y="1193800"/>
                  </a:lnTo>
                  <a:lnTo>
                    <a:pt x="15767977" y="609600"/>
                  </a:lnTo>
                  <a:lnTo>
                    <a:pt x="16350882" y="6096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609600"/>
                  </a:lnTo>
                  <a:lnTo>
                    <a:pt x="15749575" y="1193800"/>
                  </a:lnTo>
                  <a:lnTo>
                    <a:pt x="15166696" y="1193800"/>
                  </a:lnTo>
                  <a:lnTo>
                    <a:pt x="15166696" y="609600"/>
                  </a:lnTo>
                  <a:lnTo>
                    <a:pt x="15749575" y="6096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609600"/>
                  </a:lnTo>
                  <a:lnTo>
                    <a:pt x="15148294" y="1193800"/>
                  </a:lnTo>
                  <a:lnTo>
                    <a:pt x="14565414" y="1193800"/>
                  </a:lnTo>
                  <a:lnTo>
                    <a:pt x="14565414" y="609600"/>
                  </a:lnTo>
                  <a:lnTo>
                    <a:pt x="15148294" y="6096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609600"/>
                  </a:lnTo>
                  <a:lnTo>
                    <a:pt x="14547012" y="1193800"/>
                  </a:lnTo>
                  <a:lnTo>
                    <a:pt x="13964133" y="1193800"/>
                  </a:lnTo>
                  <a:lnTo>
                    <a:pt x="13964133" y="609600"/>
                  </a:lnTo>
                  <a:lnTo>
                    <a:pt x="14547012" y="6096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609600"/>
                  </a:lnTo>
                  <a:lnTo>
                    <a:pt x="13945730" y="1193800"/>
                  </a:lnTo>
                  <a:lnTo>
                    <a:pt x="13362851" y="1193800"/>
                  </a:lnTo>
                  <a:lnTo>
                    <a:pt x="13362851" y="609600"/>
                  </a:lnTo>
                  <a:lnTo>
                    <a:pt x="13945730" y="6096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609600"/>
                  </a:lnTo>
                  <a:lnTo>
                    <a:pt x="13344449" y="1193800"/>
                  </a:lnTo>
                  <a:lnTo>
                    <a:pt x="12761544" y="1193800"/>
                  </a:lnTo>
                  <a:lnTo>
                    <a:pt x="12761544" y="609600"/>
                  </a:lnTo>
                  <a:lnTo>
                    <a:pt x="13344449" y="609600"/>
                  </a:lnTo>
                  <a:lnTo>
                    <a:pt x="13344449" y="584200"/>
                  </a:lnTo>
                  <a:lnTo>
                    <a:pt x="12743155" y="584200"/>
                  </a:lnTo>
                  <a:lnTo>
                    <a:pt x="12743155" y="609600"/>
                  </a:lnTo>
                  <a:lnTo>
                    <a:pt x="12743155" y="1193800"/>
                  </a:lnTo>
                  <a:lnTo>
                    <a:pt x="12160263" y="1193800"/>
                  </a:lnTo>
                  <a:lnTo>
                    <a:pt x="12160263" y="609600"/>
                  </a:lnTo>
                  <a:lnTo>
                    <a:pt x="12743155" y="609600"/>
                  </a:lnTo>
                  <a:lnTo>
                    <a:pt x="12743155" y="584200"/>
                  </a:lnTo>
                  <a:lnTo>
                    <a:pt x="12141873" y="584200"/>
                  </a:lnTo>
                  <a:lnTo>
                    <a:pt x="12141873" y="609600"/>
                  </a:lnTo>
                  <a:lnTo>
                    <a:pt x="12141873" y="1193800"/>
                  </a:lnTo>
                  <a:lnTo>
                    <a:pt x="11558981" y="1193800"/>
                  </a:lnTo>
                  <a:lnTo>
                    <a:pt x="11558981" y="609600"/>
                  </a:lnTo>
                  <a:lnTo>
                    <a:pt x="12141873" y="609600"/>
                  </a:lnTo>
                  <a:lnTo>
                    <a:pt x="12141873" y="584200"/>
                  </a:lnTo>
                  <a:lnTo>
                    <a:pt x="11540592" y="584200"/>
                  </a:lnTo>
                  <a:lnTo>
                    <a:pt x="11540592" y="609600"/>
                  </a:lnTo>
                  <a:lnTo>
                    <a:pt x="11540592" y="1193800"/>
                  </a:lnTo>
                  <a:lnTo>
                    <a:pt x="10957700" y="1193800"/>
                  </a:lnTo>
                  <a:lnTo>
                    <a:pt x="10957700" y="609600"/>
                  </a:lnTo>
                  <a:lnTo>
                    <a:pt x="11540592" y="609600"/>
                  </a:lnTo>
                  <a:lnTo>
                    <a:pt x="11540592" y="584200"/>
                  </a:lnTo>
                  <a:lnTo>
                    <a:pt x="10939310" y="584200"/>
                  </a:lnTo>
                  <a:lnTo>
                    <a:pt x="10939310" y="609600"/>
                  </a:lnTo>
                  <a:lnTo>
                    <a:pt x="10939310" y="1193800"/>
                  </a:lnTo>
                  <a:lnTo>
                    <a:pt x="10356418" y="1193800"/>
                  </a:lnTo>
                  <a:lnTo>
                    <a:pt x="10356418" y="609600"/>
                  </a:lnTo>
                  <a:lnTo>
                    <a:pt x="10939310" y="609600"/>
                  </a:lnTo>
                  <a:lnTo>
                    <a:pt x="10939310" y="584200"/>
                  </a:lnTo>
                  <a:lnTo>
                    <a:pt x="10338016" y="584200"/>
                  </a:lnTo>
                  <a:lnTo>
                    <a:pt x="10338016" y="609600"/>
                  </a:lnTo>
                  <a:lnTo>
                    <a:pt x="10338016" y="1193800"/>
                  </a:lnTo>
                  <a:lnTo>
                    <a:pt x="9755124" y="1193800"/>
                  </a:lnTo>
                  <a:lnTo>
                    <a:pt x="9755124" y="609600"/>
                  </a:lnTo>
                  <a:lnTo>
                    <a:pt x="10338016" y="609600"/>
                  </a:lnTo>
                  <a:lnTo>
                    <a:pt x="10338016" y="584200"/>
                  </a:lnTo>
                  <a:lnTo>
                    <a:pt x="9736722" y="584200"/>
                  </a:lnTo>
                  <a:lnTo>
                    <a:pt x="9736722" y="609600"/>
                  </a:lnTo>
                  <a:lnTo>
                    <a:pt x="9736722" y="1193800"/>
                  </a:lnTo>
                  <a:lnTo>
                    <a:pt x="9153842" y="1193800"/>
                  </a:lnTo>
                  <a:lnTo>
                    <a:pt x="9153842" y="609600"/>
                  </a:lnTo>
                  <a:lnTo>
                    <a:pt x="9736722" y="609600"/>
                  </a:lnTo>
                  <a:lnTo>
                    <a:pt x="9736722" y="584200"/>
                  </a:lnTo>
                  <a:lnTo>
                    <a:pt x="9135440" y="584200"/>
                  </a:lnTo>
                  <a:lnTo>
                    <a:pt x="9135440" y="609600"/>
                  </a:lnTo>
                  <a:lnTo>
                    <a:pt x="9135440" y="1193800"/>
                  </a:lnTo>
                  <a:lnTo>
                    <a:pt x="8552561" y="1193800"/>
                  </a:lnTo>
                  <a:lnTo>
                    <a:pt x="8552561" y="609600"/>
                  </a:lnTo>
                  <a:lnTo>
                    <a:pt x="9135440" y="609600"/>
                  </a:lnTo>
                  <a:lnTo>
                    <a:pt x="9135440" y="584200"/>
                  </a:lnTo>
                  <a:lnTo>
                    <a:pt x="8534159" y="584200"/>
                  </a:lnTo>
                  <a:lnTo>
                    <a:pt x="8534159" y="609600"/>
                  </a:lnTo>
                  <a:lnTo>
                    <a:pt x="8534159" y="1193800"/>
                  </a:lnTo>
                  <a:lnTo>
                    <a:pt x="7951279" y="1193800"/>
                  </a:lnTo>
                  <a:lnTo>
                    <a:pt x="7951279" y="609600"/>
                  </a:lnTo>
                  <a:lnTo>
                    <a:pt x="8534159" y="609600"/>
                  </a:lnTo>
                  <a:lnTo>
                    <a:pt x="8534159" y="584200"/>
                  </a:lnTo>
                  <a:lnTo>
                    <a:pt x="7932877" y="584200"/>
                  </a:lnTo>
                  <a:lnTo>
                    <a:pt x="7932877" y="609600"/>
                  </a:lnTo>
                  <a:lnTo>
                    <a:pt x="7932877" y="1193800"/>
                  </a:lnTo>
                  <a:lnTo>
                    <a:pt x="7349998" y="1193800"/>
                  </a:lnTo>
                  <a:lnTo>
                    <a:pt x="7349998" y="609600"/>
                  </a:lnTo>
                  <a:lnTo>
                    <a:pt x="7932877" y="609600"/>
                  </a:lnTo>
                  <a:lnTo>
                    <a:pt x="7932877" y="584200"/>
                  </a:lnTo>
                  <a:lnTo>
                    <a:pt x="7331596" y="584200"/>
                  </a:lnTo>
                  <a:lnTo>
                    <a:pt x="7331596" y="609600"/>
                  </a:lnTo>
                  <a:lnTo>
                    <a:pt x="7331596" y="1193800"/>
                  </a:lnTo>
                  <a:lnTo>
                    <a:pt x="6748716" y="1193800"/>
                  </a:lnTo>
                  <a:lnTo>
                    <a:pt x="6748716" y="609600"/>
                  </a:lnTo>
                  <a:lnTo>
                    <a:pt x="7331596" y="609600"/>
                  </a:lnTo>
                  <a:lnTo>
                    <a:pt x="7331596" y="584200"/>
                  </a:lnTo>
                  <a:lnTo>
                    <a:pt x="6730314" y="584200"/>
                  </a:lnTo>
                  <a:lnTo>
                    <a:pt x="6730314" y="609600"/>
                  </a:lnTo>
                  <a:lnTo>
                    <a:pt x="6730314" y="1193800"/>
                  </a:lnTo>
                  <a:lnTo>
                    <a:pt x="6147409" y="1193800"/>
                  </a:lnTo>
                  <a:lnTo>
                    <a:pt x="6147409" y="609600"/>
                  </a:lnTo>
                  <a:lnTo>
                    <a:pt x="6730314" y="609600"/>
                  </a:lnTo>
                  <a:lnTo>
                    <a:pt x="6730314" y="584200"/>
                  </a:lnTo>
                  <a:lnTo>
                    <a:pt x="6129020" y="584200"/>
                  </a:lnTo>
                  <a:lnTo>
                    <a:pt x="6129020" y="609600"/>
                  </a:lnTo>
                  <a:lnTo>
                    <a:pt x="6129020" y="1193800"/>
                  </a:lnTo>
                  <a:lnTo>
                    <a:pt x="5546128" y="1193800"/>
                  </a:lnTo>
                  <a:lnTo>
                    <a:pt x="5546128" y="609600"/>
                  </a:lnTo>
                  <a:lnTo>
                    <a:pt x="6129020" y="6096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609600"/>
                  </a:lnTo>
                  <a:lnTo>
                    <a:pt x="5527738" y="1193800"/>
                  </a:lnTo>
                  <a:lnTo>
                    <a:pt x="4944846" y="1193800"/>
                  </a:lnTo>
                  <a:lnTo>
                    <a:pt x="4944846" y="609600"/>
                  </a:lnTo>
                  <a:lnTo>
                    <a:pt x="5527738" y="6096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609600"/>
                  </a:lnTo>
                  <a:lnTo>
                    <a:pt x="4926457" y="1193800"/>
                  </a:lnTo>
                  <a:lnTo>
                    <a:pt x="4343565" y="1193800"/>
                  </a:lnTo>
                  <a:lnTo>
                    <a:pt x="4343565" y="609600"/>
                  </a:lnTo>
                  <a:lnTo>
                    <a:pt x="4926457" y="6096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609600"/>
                  </a:lnTo>
                  <a:lnTo>
                    <a:pt x="4325175" y="1193800"/>
                  </a:lnTo>
                  <a:lnTo>
                    <a:pt x="3742283" y="1193800"/>
                  </a:lnTo>
                  <a:lnTo>
                    <a:pt x="3742283" y="609600"/>
                  </a:lnTo>
                  <a:lnTo>
                    <a:pt x="4325175" y="6096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609600"/>
                  </a:lnTo>
                  <a:lnTo>
                    <a:pt x="3723894" y="1193800"/>
                  </a:lnTo>
                  <a:lnTo>
                    <a:pt x="3140989" y="1193800"/>
                  </a:lnTo>
                  <a:lnTo>
                    <a:pt x="3140989" y="609600"/>
                  </a:lnTo>
                  <a:lnTo>
                    <a:pt x="3723894" y="6096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609600"/>
                  </a:lnTo>
                  <a:lnTo>
                    <a:pt x="3122587" y="1193800"/>
                  </a:lnTo>
                  <a:lnTo>
                    <a:pt x="2539708" y="1193800"/>
                  </a:lnTo>
                  <a:lnTo>
                    <a:pt x="2539708" y="609600"/>
                  </a:lnTo>
                  <a:lnTo>
                    <a:pt x="3122587" y="6096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609600"/>
                  </a:lnTo>
                  <a:lnTo>
                    <a:pt x="2521305" y="1193800"/>
                  </a:lnTo>
                  <a:lnTo>
                    <a:pt x="1938426" y="1193800"/>
                  </a:lnTo>
                  <a:lnTo>
                    <a:pt x="1938426" y="609600"/>
                  </a:lnTo>
                  <a:lnTo>
                    <a:pt x="2521305" y="6096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609600"/>
                  </a:lnTo>
                  <a:lnTo>
                    <a:pt x="1920024" y="1193800"/>
                  </a:lnTo>
                  <a:lnTo>
                    <a:pt x="1337144" y="1193800"/>
                  </a:lnTo>
                  <a:lnTo>
                    <a:pt x="1337144" y="609600"/>
                  </a:lnTo>
                  <a:lnTo>
                    <a:pt x="1920024" y="6096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609600"/>
                  </a:lnTo>
                  <a:lnTo>
                    <a:pt x="1318742" y="1193800"/>
                  </a:lnTo>
                  <a:lnTo>
                    <a:pt x="735863" y="1193800"/>
                  </a:lnTo>
                  <a:lnTo>
                    <a:pt x="735863" y="609600"/>
                  </a:lnTo>
                  <a:lnTo>
                    <a:pt x="1318742" y="6096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609600"/>
                  </a:lnTo>
                  <a:lnTo>
                    <a:pt x="717461" y="1193800"/>
                  </a:lnTo>
                  <a:lnTo>
                    <a:pt x="134569" y="1193800"/>
                  </a:lnTo>
                  <a:lnTo>
                    <a:pt x="134569" y="609600"/>
                  </a:lnTo>
                  <a:lnTo>
                    <a:pt x="717461" y="6096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609600"/>
                  </a:lnTo>
                  <a:lnTo>
                    <a:pt x="116281" y="609600"/>
                  </a:lnTo>
                  <a:lnTo>
                    <a:pt x="116281" y="1193800"/>
                  </a:lnTo>
                  <a:lnTo>
                    <a:pt x="0" y="11938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6730314" y="1206500"/>
                  </a:lnTo>
                  <a:lnTo>
                    <a:pt x="6730314" y="1790700"/>
                  </a:lnTo>
                  <a:lnTo>
                    <a:pt x="6748716" y="1790700"/>
                  </a:lnTo>
                  <a:lnTo>
                    <a:pt x="6748716" y="1206500"/>
                  </a:lnTo>
                  <a:lnTo>
                    <a:pt x="7331596" y="1206500"/>
                  </a:lnTo>
                  <a:lnTo>
                    <a:pt x="7331596" y="1790700"/>
                  </a:lnTo>
                  <a:lnTo>
                    <a:pt x="7349998" y="1790700"/>
                  </a:lnTo>
                  <a:lnTo>
                    <a:pt x="7349998" y="1206500"/>
                  </a:lnTo>
                  <a:lnTo>
                    <a:pt x="7932877" y="1206500"/>
                  </a:lnTo>
                  <a:lnTo>
                    <a:pt x="7932877" y="1790700"/>
                  </a:lnTo>
                  <a:lnTo>
                    <a:pt x="7951279" y="1790700"/>
                  </a:lnTo>
                  <a:lnTo>
                    <a:pt x="7951279" y="1206500"/>
                  </a:lnTo>
                  <a:lnTo>
                    <a:pt x="8534159" y="1206500"/>
                  </a:lnTo>
                  <a:lnTo>
                    <a:pt x="8534159" y="1790700"/>
                  </a:lnTo>
                  <a:lnTo>
                    <a:pt x="8552561" y="1790700"/>
                  </a:lnTo>
                  <a:lnTo>
                    <a:pt x="8552561" y="1206500"/>
                  </a:lnTo>
                  <a:lnTo>
                    <a:pt x="9135440" y="1206500"/>
                  </a:lnTo>
                  <a:lnTo>
                    <a:pt x="9135440" y="1790700"/>
                  </a:lnTo>
                  <a:lnTo>
                    <a:pt x="9153842" y="1790700"/>
                  </a:lnTo>
                  <a:lnTo>
                    <a:pt x="9153842" y="1206500"/>
                  </a:lnTo>
                  <a:lnTo>
                    <a:pt x="9736722" y="1206500"/>
                  </a:lnTo>
                  <a:lnTo>
                    <a:pt x="9736722" y="1790700"/>
                  </a:lnTo>
                  <a:lnTo>
                    <a:pt x="9755124" y="1790700"/>
                  </a:lnTo>
                  <a:lnTo>
                    <a:pt x="9755124" y="1206500"/>
                  </a:lnTo>
                  <a:lnTo>
                    <a:pt x="10338016" y="1206500"/>
                  </a:lnTo>
                  <a:lnTo>
                    <a:pt x="10338016" y="1790700"/>
                  </a:lnTo>
                  <a:lnTo>
                    <a:pt x="10356418" y="1790700"/>
                  </a:lnTo>
                  <a:lnTo>
                    <a:pt x="10356418" y="1206500"/>
                  </a:lnTo>
                  <a:lnTo>
                    <a:pt x="10939310" y="1206500"/>
                  </a:lnTo>
                  <a:lnTo>
                    <a:pt x="10939310" y="1790700"/>
                  </a:lnTo>
                  <a:lnTo>
                    <a:pt x="10957700" y="1790700"/>
                  </a:lnTo>
                  <a:lnTo>
                    <a:pt x="10957700" y="1206500"/>
                  </a:lnTo>
                  <a:lnTo>
                    <a:pt x="11540592" y="1206500"/>
                  </a:lnTo>
                  <a:lnTo>
                    <a:pt x="11540592" y="1790700"/>
                  </a:lnTo>
                  <a:lnTo>
                    <a:pt x="11558981" y="1790700"/>
                  </a:lnTo>
                  <a:lnTo>
                    <a:pt x="11558981" y="1206500"/>
                  </a:lnTo>
                  <a:lnTo>
                    <a:pt x="12141873" y="1206500"/>
                  </a:lnTo>
                  <a:lnTo>
                    <a:pt x="12141873" y="1790700"/>
                  </a:lnTo>
                  <a:lnTo>
                    <a:pt x="12160263" y="1790700"/>
                  </a:lnTo>
                  <a:lnTo>
                    <a:pt x="12160263" y="1206500"/>
                  </a:lnTo>
                  <a:lnTo>
                    <a:pt x="12743155" y="1206500"/>
                  </a:lnTo>
                  <a:lnTo>
                    <a:pt x="12743155" y="1790700"/>
                  </a:lnTo>
                  <a:lnTo>
                    <a:pt x="12761544" y="1790700"/>
                  </a:lnTo>
                  <a:lnTo>
                    <a:pt x="12761544" y="1206500"/>
                  </a:lnTo>
                  <a:lnTo>
                    <a:pt x="13344449" y="1206500"/>
                  </a:lnTo>
                  <a:lnTo>
                    <a:pt x="13344449" y="1790700"/>
                  </a:lnTo>
                  <a:lnTo>
                    <a:pt x="13362851" y="1790700"/>
                  </a:lnTo>
                  <a:lnTo>
                    <a:pt x="13362851" y="1206500"/>
                  </a:lnTo>
                  <a:lnTo>
                    <a:pt x="13945730" y="1206500"/>
                  </a:lnTo>
                  <a:lnTo>
                    <a:pt x="13945730" y="1790700"/>
                  </a:lnTo>
                  <a:lnTo>
                    <a:pt x="13964133" y="1790700"/>
                  </a:lnTo>
                  <a:lnTo>
                    <a:pt x="13964133" y="1206500"/>
                  </a:lnTo>
                  <a:lnTo>
                    <a:pt x="14547012" y="1206500"/>
                  </a:lnTo>
                  <a:lnTo>
                    <a:pt x="14547012" y="1790700"/>
                  </a:lnTo>
                  <a:lnTo>
                    <a:pt x="14565414" y="1790700"/>
                  </a:lnTo>
                  <a:lnTo>
                    <a:pt x="14565414" y="1206500"/>
                  </a:lnTo>
                  <a:lnTo>
                    <a:pt x="15148294" y="1206500"/>
                  </a:lnTo>
                  <a:lnTo>
                    <a:pt x="15148294" y="1790700"/>
                  </a:lnTo>
                  <a:lnTo>
                    <a:pt x="15166696" y="1790700"/>
                  </a:lnTo>
                  <a:lnTo>
                    <a:pt x="15166696" y="1206500"/>
                  </a:lnTo>
                  <a:lnTo>
                    <a:pt x="15749575" y="1206500"/>
                  </a:lnTo>
                  <a:lnTo>
                    <a:pt x="15749575" y="1790700"/>
                  </a:lnTo>
                  <a:lnTo>
                    <a:pt x="15767977" y="1790700"/>
                  </a:lnTo>
                  <a:lnTo>
                    <a:pt x="15767977" y="1206500"/>
                  </a:lnTo>
                  <a:lnTo>
                    <a:pt x="16350882" y="1206500"/>
                  </a:lnTo>
                  <a:lnTo>
                    <a:pt x="16350882" y="1790700"/>
                  </a:lnTo>
                  <a:lnTo>
                    <a:pt x="16369272" y="1790700"/>
                  </a:lnTo>
                  <a:lnTo>
                    <a:pt x="16369272" y="1206500"/>
                  </a:lnTo>
                  <a:lnTo>
                    <a:pt x="16952164" y="1206500"/>
                  </a:lnTo>
                  <a:lnTo>
                    <a:pt x="16952164" y="1790700"/>
                  </a:lnTo>
                  <a:lnTo>
                    <a:pt x="16970553" y="1790700"/>
                  </a:lnTo>
                  <a:lnTo>
                    <a:pt x="16970553" y="1206500"/>
                  </a:lnTo>
                  <a:lnTo>
                    <a:pt x="18287988" y="1206500"/>
                  </a:lnTo>
                  <a:lnTo>
                    <a:pt x="18287988" y="1193800"/>
                  </a:lnTo>
                  <a:lnTo>
                    <a:pt x="18173218" y="1193800"/>
                  </a:lnTo>
                  <a:lnTo>
                    <a:pt x="18173218" y="609600"/>
                  </a:lnTo>
                  <a:lnTo>
                    <a:pt x="18287988" y="6096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1"/>
            <p:cNvSpPr/>
            <p:nvPr/>
          </p:nvSpPr>
          <p:spPr>
            <a:xfrm>
              <a:off x="0" y="6350012"/>
              <a:ext cx="18288000" cy="2387600"/>
            </a:xfrm>
            <a:custGeom>
              <a:rect b="b" l="l" r="r" t="t"/>
              <a:pathLst>
                <a:path extrusionOk="0" h="23876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1790700"/>
                  </a:lnTo>
                  <a:lnTo>
                    <a:pt x="17571835" y="1790700"/>
                  </a:lnTo>
                  <a:lnTo>
                    <a:pt x="17571835" y="1206500"/>
                  </a:lnTo>
                  <a:lnTo>
                    <a:pt x="18154727" y="12065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1790700"/>
                  </a:lnTo>
                  <a:lnTo>
                    <a:pt x="16970553" y="1790700"/>
                  </a:lnTo>
                  <a:lnTo>
                    <a:pt x="16970553" y="1206500"/>
                  </a:lnTo>
                  <a:lnTo>
                    <a:pt x="17553445" y="12065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1790700"/>
                  </a:lnTo>
                  <a:lnTo>
                    <a:pt x="16369272" y="1790700"/>
                  </a:lnTo>
                  <a:lnTo>
                    <a:pt x="16369272" y="1206500"/>
                  </a:lnTo>
                  <a:lnTo>
                    <a:pt x="16952164" y="12065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6350882" y="1206500"/>
                  </a:lnTo>
                  <a:lnTo>
                    <a:pt x="16350882" y="1790700"/>
                  </a:lnTo>
                  <a:lnTo>
                    <a:pt x="15767977" y="1790700"/>
                  </a:lnTo>
                  <a:lnTo>
                    <a:pt x="15767977" y="1206500"/>
                  </a:lnTo>
                  <a:lnTo>
                    <a:pt x="16350882" y="12065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749575" y="1206500"/>
                  </a:lnTo>
                  <a:lnTo>
                    <a:pt x="15749575" y="1790700"/>
                  </a:lnTo>
                  <a:lnTo>
                    <a:pt x="15166696" y="1790700"/>
                  </a:lnTo>
                  <a:lnTo>
                    <a:pt x="15166696" y="1206500"/>
                  </a:lnTo>
                  <a:lnTo>
                    <a:pt x="15749575" y="12065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5148294" y="1206500"/>
                  </a:lnTo>
                  <a:lnTo>
                    <a:pt x="15148294" y="1790700"/>
                  </a:lnTo>
                  <a:lnTo>
                    <a:pt x="14565414" y="1790700"/>
                  </a:lnTo>
                  <a:lnTo>
                    <a:pt x="14565414" y="1206500"/>
                  </a:lnTo>
                  <a:lnTo>
                    <a:pt x="15148294" y="12065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4547012" y="1206500"/>
                  </a:lnTo>
                  <a:lnTo>
                    <a:pt x="14547012" y="1790700"/>
                  </a:lnTo>
                  <a:lnTo>
                    <a:pt x="13964133" y="1790700"/>
                  </a:lnTo>
                  <a:lnTo>
                    <a:pt x="13964133" y="1206500"/>
                  </a:lnTo>
                  <a:lnTo>
                    <a:pt x="14547012" y="12065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945730" y="1206500"/>
                  </a:lnTo>
                  <a:lnTo>
                    <a:pt x="13945730" y="1790700"/>
                  </a:lnTo>
                  <a:lnTo>
                    <a:pt x="13362851" y="1790700"/>
                  </a:lnTo>
                  <a:lnTo>
                    <a:pt x="13362851" y="1206500"/>
                  </a:lnTo>
                  <a:lnTo>
                    <a:pt x="13945730" y="12065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3344449" y="1206500"/>
                  </a:lnTo>
                  <a:lnTo>
                    <a:pt x="13344449" y="1790700"/>
                  </a:lnTo>
                  <a:lnTo>
                    <a:pt x="12761544" y="1790700"/>
                  </a:lnTo>
                  <a:lnTo>
                    <a:pt x="12761544" y="1206500"/>
                  </a:lnTo>
                  <a:lnTo>
                    <a:pt x="13344449" y="12065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743155" y="1206500"/>
                  </a:lnTo>
                  <a:lnTo>
                    <a:pt x="12743155" y="1790700"/>
                  </a:lnTo>
                  <a:lnTo>
                    <a:pt x="12160263" y="1790700"/>
                  </a:lnTo>
                  <a:lnTo>
                    <a:pt x="12160263" y="1206500"/>
                  </a:lnTo>
                  <a:lnTo>
                    <a:pt x="12743155" y="12065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2141873" y="1206500"/>
                  </a:lnTo>
                  <a:lnTo>
                    <a:pt x="12141873" y="1790700"/>
                  </a:lnTo>
                  <a:lnTo>
                    <a:pt x="11558981" y="1790700"/>
                  </a:lnTo>
                  <a:lnTo>
                    <a:pt x="11558981" y="1206500"/>
                  </a:lnTo>
                  <a:lnTo>
                    <a:pt x="12141873" y="12065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1540592" y="1206500"/>
                  </a:lnTo>
                  <a:lnTo>
                    <a:pt x="11540592" y="1790700"/>
                  </a:lnTo>
                  <a:lnTo>
                    <a:pt x="10957700" y="1790700"/>
                  </a:lnTo>
                  <a:lnTo>
                    <a:pt x="10957700" y="1206500"/>
                  </a:lnTo>
                  <a:lnTo>
                    <a:pt x="11540592" y="12065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939310" y="1206500"/>
                  </a:lnTo>
                  <a:lnTo>
                    <a:pt x="10939310" y="1790700"/>
                  </a:lnTo>
                  <a:lnTo>
                    <a:pt x="10356418" y="1790700"/>
                  </a:lnTo>
                  <a:lnTo>
                    <a:pt x="10356418" y="1206500"/>
                  </a:lnTo>
                  <a:lnTo>
                    <a:pt x="10939310" y="12065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10338016" y="1206500"/>
                  </a:lnTo>
                  <a:lnTo>
                    <a:pt x="10338016" y="1790700"/>
                  </a:lnTo>
                  <a:lnTo>
                    <a:pt x="9755124" y="1790700"/>
                  </a:lnTo>
                  <a:lnTo>
                    <a:pt x="9755124" y="1206500"/>
                  </a:lnTo>
                  <a:lnTo>
                    <a:pt x="10338016" y="12065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736722" y="1206500"/>
                  </a:lnTo>
                  <a:lnTo>
                    <a:pt x="9736722" y="1790700"/>
                  </a:lnTo>
                  <a:lnTo>
                    <a:pt x="9153842" y="1790700"/>
                  </a:lnTo>
                  <a:lnTo>
                    <a:pt x="9153842" y="1206500"/>
                  </a:lnTo>
                  <a:lnTo>
                    <a:pt x="9736722" y="12065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9135440" y="1206500"/>
                  </a:lnTo>
                  <a:lnTo>
                    <a:pt x="9135440" y="1790700"/>
                  </a:lnTo>
                  <a:lnTo>
                    <a:pt x="8552561" y="1790700"/>
                  </a:lnTo>
                  <a:lnTo>
                    <a:pt x="8552561" y="1206500"/>
                  </a:lnTo>
                  <a:lnTo>
                    <a:pt x="9135440" y="12065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8534159" y="1206500"/>
                  </a:lnTo>
                  <a:lnTo>
                    <a:pt x="8534159" y="1790700"/>
                  </a:lnTo>
                  <a:lnTo>
                    <a:pt x="7951279" y="1790700"/>
                  </a:lnTo>
                  <a:lnTo>
                    <a:pt x="7951279" y="1206500"/>
                  </a:lnTo>
                  <a:lnTo>
                    <a:pt x="8534159" y="12065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932877" y="1206500"/>
                  </a:lnTo>
                  <a:lnTo>
                    <a:pt x="7932877" y="1790700"/>
                  </a:lnTo>
                  <a:lnTo>
                    <a:pt x="7349998" y="1790700"/>
                  </a:lnTo>
                  <a:lnTo>
                    <a:pt x="7349998" y="1206500"/>
                  </a:lnTo>
                  <a:lnTo>
                    <a:pt x="7932877" y="12065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7331596" y="1206500"/>
                  </a:lnTo>
                  <a:lnTo>
                    <a:pt x="7331596" y="1790700"/>
                  </a:lnTo>
                  <a:lnTo>
                    <a:pt x="6748716" y="1790700"/>
                  </a:lnTo>
                  <a:lnTo>
                    <a:pt x="6748716" y="1206500"/>
                  </a:lnTo>
                  <a:lnTo>
                    <a:pt x="7331596" y="12065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730314" y="1206500"/>
                  </a:lnTo>
                  <a:lnTo>
                    <a:pt x="6730314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6730314" y="12065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0" y="1790700"/>
                  </a:lnTo>
                  <a:lnTo>
                    <a:pt x="0" y="1803400"/>
                  </a:lnTo>
                  <a:lnTo>
                    <a:pt x="116281" y="1803400"/>
                  </a:lnTo>
                  <a:lnTo>
                    <a:pt x="116281" y="2387600"/>
                  </a:lnTo>
                  <a:lnTo>
                    <a:pt x="134569" y="2387600"/>
                  </a:lnTo>
                  <a:lnTo>
                    <a:pt x="134569" y="1803400"/>
                  </a:lnTo>
                  <a:lnTo>
                    <a:pt x="717461" y="1803400"/>
                  </a:lnTo>
                  <a:lnTo>
                    <a:pt x="717461" y="2387600"/>
                  </a:lnTo>
                  <a:lnTo>
                    <a:pt x="735863" y="2387600"/>
                  </a:lnTo>
                  <a:lnTo>
                    <a:pt x="735863" y="1803400"/>
                  </a:lnTo>
                  <a:lnTo>
                    <a:pt x="1318742" y="1803400"/>
                  </a:lnTo>
                  <a:lnTo>
                    <a:pt x="1318742" y="2387600"/>
                  </a:lnTo>
                  <a:lnTo>
                    <a:pt x="1337144" y="2387600"/>
                  </a:lnTo>
                  <a:lnTo>
                    <a:pt x="1337144" y="1803400"/>
                  </a:lnTo>
                  <a:lnTo>
                    <a:pt x="18287988" y="1803400"/>
                  </a:lnTo>
                  <a:lnTo>
                    <a:pt x="18287988" y="1790700"/>
                  </a:lnTo>
                  <a:lnTo>
                    <a:pt x="18173218" y="1790700"/>
                  </a:lnTo>
                  <a:lnTo>
                    <a:pt x="18173218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0" y="81534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5969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5969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5969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46128" y="584200"/>
                  </a:lnTo>
                  <a:lnTo>
                    <a:pt x="5546128" y="0"/>
                  </a:lnTo>
                  <a:lnTo>
                    <a:pt x="5527738" y="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44846" y="584200"/>
                  </a:lnTo>
                  <a:lnTo>
                    <a:pt x="4944846" y="0"/>
                  </a:lnTo>
                  <a:lnTo>
                    <a:pt x="4926457" y="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43565" y="584200"/>
                  </a:lnTo>
                  <a:lnTo>
                    <a:pt x="4343565" y="0"/>
                  </a:lnTo>
                  <a:lnTo>
                    <a:pt x="4325175" y="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42283" y="584200"/>
                  </a:lnTo>
                  <a:lnTo>
                    <a:pt x="3742283" y="0"/>
                  </a:lnTo>
                  <a:lnTo>
                    <a:pt x="3723894" y="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40989" y="584200"/>
                  </a:lnTo>
                  <a:lnTo>
                    <a:pt x="3140989" y="0"/>
                  </a:lnTo>
                  <a:lnTo>
                    <a:pt x="3122587" y="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39708" y="584200"/>
                  </a:lnTo>
                  <a:lnTo>
                    <a:pt x="2539708" y="0"/>
                  </a:lnTo>
                  <a:lnTo>
                    <a:pt x="2521305" y="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38426" y="584200"/>
                  </a:lnTo>
                  <a:lnTo>
                    <a:pt x="1938426" y="0"/>
                  </a:lnTo>
                  <a:lnTo>
                    <a:pt x="1920024" y="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37144" y="584200"/>
                  </a:lnTo>
                  <a:lnTo>
                    <a:pt x="1337144" y="0"/>
                  </a:lnTo>
                  <a:lnTo>
                    <a:pt x="1318742" y="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0" y="9359912"/>
              <a:ext cx="18288000" cy="914400"/>
            </a:xfrm>
            <a:custGeom>
              <a:rect b="b" l="l" r="r" t="t"/>
              <a:pathLst>
                <a:path extrusionOk="0" h="9144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5546128" y="584200"/>
                  </a:lnTo>
                  <a:lnTo>
                    <a:pt x="5546128" y="0"/>
                  </a:lnTo>
                  <a:lnTo>
                    <a:pt x="5527738" y="0"/>
                  </a:lnTo>
                  <a:lnTo>
                    <a:pt x="5527738" y="584200"/>
                  </a:lnTo>
                  <a:lnTo>
                    <a:pt x="4944846" y="584200"/>
                  </a:lnTo>
                  <a:lnTo>
                    <a:pt x="4944846" y="0"/>
                  </a:lnTo>
                  <a:lnTo>
                    <a:pt x="4926457" y="0"/>
                  </a:lnTo>
                  <a:lnTo>
                    <a:pt x="4926457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914400"/>
                  </a:lnTo>
                  <a:lnTo>
                    <a:pt x="134569" y="9144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914400"/>
                  </a:lnTo>
                  <a:lnTo>
                    <a:pt x="735863" y="9144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914400"/>
                  </a:lnTo>
                  <a:lnTo>
                    <a:pt x="1337144" y="9144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914400"/>
                  </a:lnTo>
                  <a:lnTo>
                    <a:pt x="1938426" y="9144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914400"/>
                  </a:lnTo>
                  <a:lnTo>
                    <a:pt x="2539708" y="9144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914400"/>
                  </a:lnTo>
                  <a:lnTo>
                    <a:pt x="3140989" y="9144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914400"/>
                  </a:lnTo>
                  <a:lnTo>
                    <a:pt x="3742283" y="9144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914400"/>
                  </a:lnTo>
                  <a:lnTo>
                    <a:pt x="4343565" y="9144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914400"/>
                  </a:lnTo>
                  <a:lnTo>
                    <a:pt x="4944846" y="9144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914400"/>
                  </a:lnTo>
                  <a:lnTo>
                    <a:pt x="5546128" y="9144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914400"/>
                  </a:lnTo>
                  <a:lnTo>
                    <a:pt x="6147409" y="9144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914400"/>
                  </a:lnTo>
                  <a:lnTo>
                    <a:pt x="6748716" y="9144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914400"/>
                  </a:lnTo>
                  <a:lnTo>
                    <a:pt x="7349998" y="9144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914400"/>
                  </a:lnTo>
                  <a:lnTo>
                    <a:pt x="7951279" y="9144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914400"/>
                  </a:lnTo>
                  <a:lnTo>
                    <a:pt x="8552561" y="9144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914400"/>
                  </a:lnTo>
                  <a:lnTo>
                    <a:pt x="9153842" y="9144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914400"/>
                  </a:lnTo>
                  <a:lnTo>
                    <a:pt x="9755124" y="9144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914400"/>
                  </a:lnTo>
                  <a:lnTo>
                    <a:pt x="10356418" y="9144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914400"/>
                  </a:lnTo>
                  <a:lnTo>
                    <a:pt x="10957700" y="9144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914400"/>
                  </a:lnTo>
                  <a:lnTo>
                    <a:pt x="11558981" y="9144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914400"/>
                  </a:lnTo>
                  <a:lnTo>
                    <a:pt x="12160263" y="9144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914400"/>
                  </a:lnTo>
                  <a:lnTo>
                    <a:pt x="12761544" y="9144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914400"/>
                  </a:lnTo>
                  <a:lnTo>
                    <a:pt x="13362851" y="9144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914400"/>
                  </a:lnTo>
                  <a:lnTo>
                    <a:pt x="13964133" y="9144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914400"/>
                  </a:lnTo>
                  <a:lnTo>
                    <a:pt x="14565414" y="9144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914400"/>
                  </a:lnTo>
                  <a:lnTo>
                    <a:pt x="15166696" y="9144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914400"/>
                  </a:lnTo>
                  <a:lnTo>
                    <a:pt x="15767977" y="9144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914400"/>
                  </a:lnTo>
                  <a:lnTo>
                    <a:pt x="16369272" y="9144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914400"/>
                  </a:lnTo>
                  <a:lnTo>
                    <a:pt x="16970553" y="9144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914400"/>
                  </a:lnTo>
                  <a:lnTo>
                    <a:pt x="17571835" y="9144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914400"/>
                  </a:lnTo>
                  <a:lnTo>
                    <a:pt x="18173218" y="9144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9" name="Google Shape;559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840694" y="2083451"/>
              <a:ext cx="4132929" cy="61213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0" name="Google Shape;560;p11"/>
          <p:cNvSpPr txBox="1"/>
          <p:nvPr>
            <p:ph type="title"/>
          </p:nvPr>
        </p:nvSpPr>
        <p:spPr>
          <a:xfrm>
            <a:off x="2539713" y="2186738"/>
            <a:ext cx="49437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MODELO</a:t>
            </a:r>
            <a:endParaRPr sz="60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61" name="Google Shape;561;p11"/>
          <p:cNvSpPr txBox="1"/>
          <p:nvPr/>
        </p:nvSpPr>
        <p:spPr>
          <a:xfrm>
            <a:off x="2539713" y="3253538"/>
            <a:ext cx="57936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LÓGICO</a:t>
            </a:r>
            <a:endParaRPr sz="60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62" name="Google Shape;562;p11"/>
          <p:cNvSpPr txBox="1"/>
          <p:nvPr/>
        </p:nvSpPr>
        <p:spPr>
          <a:xfrm>
            <a:off x="2263750" y="5117703"/>
            <a:ext cx="10497900" cy="27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  <a:t>Establece la estructura de las entidades y las relaciones entre ellos.</a:t>
            </a:r>
            <a:endParaRPr sz="23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141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  <a:t>Contiene	representaciones	que	definen	completamente	las	relaciones, agregando los detalles y la estructura de las entidades esenciales</a:t>
            </a:r>
            <a:endParaRPr sz="23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14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  <a:t>Incluye	los	atributos	específicos	de	cada	entidad,	las	relaciones	entre entidades y la cardinalidad de esas relaciones.</a:t>
            </a:r>
            <a:endParaRPr sz="23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63" name="Google Shape;563;p11"/>
          <p:cNvSpPr txBox="1"/>
          <p:nvPr/>
        </p:nvSpPr>
        <p:spPr>
          <a:xfrm>
            <a:off x="1016000" y="652312"/>
            <a:ext cx="387794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SISTEMAS DE BASES DE DATOS 1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5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2"/>
          <p:cNvSpPr/>
          <p:nvPr/>
        </p:nvSpPr>
        <p:spPr>
          <a:xfrm>
            <a:off x="116283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286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286" y="0"/>
                </a:lnTo>
                <a:lnTo>
                  <a:pt x="18286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2"/>
          <p:cNvSpPr/>
          <p:nvPr/>
        </p:nvSpPr>
        <p:spPr>
          <a:xfrm>
            <a:off x="71747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2"/>
          <p:cNvSpPr/>
          <p:nvPr/>
        </p:nvSpPr>
        <p:spPr>
          <a:xfrm>
            <a:off x="131875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2"/>
          <p:cNvSpPr/>
          <p:nvPr/>
        </p:nvSpPr>
        <p:spPr>
          <a:xfrm>
            <a:off x="1920034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2"/>
          <p:cNvSpPr/>
          <p:nvPr/>
        </p:nvSpPr>
        <p:spPr>
          <a:xfrm>
            <a:off x="2521315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2"/>
          <p:cNvSpPr/>
          <p:nvPr/>
        </p:nvSpPr>
        <p:spPr>
          <a:xfrm>
            <a:off x="3122596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2"/>
          <p:cNvSpPr/>
          <p:nvPr/>
        </p:nvSpPr>
        <p:spPr>
          <a:xfrm>
            <a:off x="3723896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2"/>
          <p:cNvSpPr/>
          <p:nvPr/>
        </p:nvSpPr>
        <p:spPr>
          <a:xfrm>
            <a:off x="4325177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2"/>
          <p:cNvSpPr/>
          <p:nvPr/>
        </p:nvSpPr>
        <p:spPr>
          <a:xfrm>
            <a:off x="4926459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2"/>
          <p:cNvSpPr/>
          <p:nvPr/>
        </p:nvSpPr>
        <p:spPr>
          <a:xfrm>
            <a:off x="5527740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2"/>
          <p:cNvSpPr/>
          <p:nvPr/>
        </p:nvSpPr>
        <p:spPr>
          <a:xfrm>
            <a:off x="6129021" y="0"/>
            <a:ext cx="18415" cy="317500"/>
          </a:xfrm>
          <a:custGeom>
            <a:rect b="b" l="l" r="r" t="t"/>
            <a:pathLst>
              <a:path extrusionOk="0" h="317500" w="18414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2"/>
          <p:cNvSpPr/>
          <p:nvPr/>
        </p:nvSpPr>
        <p:spPr>
          <a:xfrm>
            <a:off x="673032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2"/>
          <p:cNvSpPr/>
          <p:nvPr/>
        </p:nvSpPr>
        <p:spPr>
          <a:xfrm>
            <a:off x="733160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2"/>
          <p:cNvSpPr/>
          <p:nvPr/>
        </p:nvSpPr>
        <p:spPr>
          <a:xfrm>
            <a:off x="7932884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2"/>
          <p:cNvSpPr/>
          <p:nvPr/>
        </p:nvSpPr>
        <p:spPr>
          <a:xfrm>
            <a:off x="853416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2"/>
          <p:cNvSpPr/>
          <p:nvPr/>
        </p:nvSpPr>
        <p:spPr>
          <a:xfrm>
            <a:off x="9135447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2"/>
          <p:cNvSpPr/>
          <p:nvPr/>
        </p:nvSpPr>
        <p:spPr>
          <a:xfrm>
            <a:off x="9736728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2"/>
          <p:cNvSpPr/>
          <p:nvPr/>
        </p:nvSpPr>
        <p:spPr>
          <a:xfrm>
            <a:off x="10338028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2"/>
          <p:cNvSpPr/>
          <p:nvPr/>
        </p:nvSpPr>
        <p:spPr>
          <a:xfrm>
            <a:off x="10939310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2"/>
          <p:cNvSpPr/>
          <p:nvPr/>
        </p:nvSpPr>
        <p:spPr>
          <a:xfrm>
            <a:off x="1154059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2"/>
          <p:cNvSpPr/>
          <p:nvPr/>
        </p:nvSpPr>
        <p:spPr>
          <a:xfrm>
            <a:off x="12141873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2"/>
          <p:cNvSpPr/>
          <p:nvPr/>
        </p:nvSpPr>
        <p:spPr>
          <a:xfrm>
            <a:off x="1274315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2"/>
          <p:cNvSpPr/>
          <p:nvPr/>
        </p:nvSpPr>
        <p:spPr>
          <a:xfrm>
            <a:off x="1334445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2"/>
          <p:cNvSpPr/>
          <p:nvPr/>
        </p:nvSpPr>
        <p:spPr>
          <a:xfrm>
            <a:off x="13945737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2"/>
          <p:cNvSpPr/>
          <p:nvPr/>
        </p:nvSpPr>
        <p:spPr>
          <a:xfrm>
            <a:off x="14547019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2"/>
          <p:cNvSpPr/>
          <p:nvPr/>
        </p:nvSpPr>
        <p:spPr>
          <a:xfrm>
            <a:off x="15148301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2"/>
          <p:cNvSpPr/>
          <p:nvPr/>
        </p:nvSpPr>
        <p:spPr>
          <a:xfrm>
            <a:off x="1574958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2"/>
          <p:cNvSpPr/>
          <p:nvPr/>
        </p:nvSpPr>
        <p:spPr>
          <a:xfrm>
            <a:off x="16350882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2"/>
          <p:cNvSpPr/>
          <p:nvPr/>
        </p:nvSpPr>
        <p:spPr>
          <a:xfrm>
            <a:off x="16952165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2"/>
          <p:cNvSpPr/>
          <p:nvPr/>
        </p:nvSpPr>
        <p:spPr>
          <a:xfrm>
            <a:off x="17553446" y="0"/>
            <a:ext cx="18415" cy="317500"/>
          </a:xfrm>
          <a:custGeom>
            <a:rect b="b" l="l" r="r" t="t"/>
            <a:pathLst>
              <a:path extrusionOk="0" h="317500" w="18415">
                <a:moveTo>
                  <a:pt x="18398" y="317499"/>
                </a:moveTo>
                <a:lnTo>
                  <a:pt x="0" y="317499"/>
                </a:lnTo>
                <a:lnTo>
                  <a:pt x="0" y="0"/>
                </a:lnTo>
                <a:lnTo>
                  <a:pt x="18398" y="0"/>
                </a:lnTo>
                <a:lnTo>
                  <a:pt x="18398" y="317499"/>
                </a:lnTo>
                <a:close/>
              </a:path>
            </a:pathLst>
          </a:cu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9" name="Google Shape;599;p12"/>
          <p:cNvGrpSpPr/>
          <p:nvPr/>
        </p:nvGrpSpPr>
        <p:grpSpPr>
          <a:xfrm>
            <a:off x="0" y="11"/>
            <a:ext cx="18288000" cy="10286988"/>
            <a:chOff x="0" y="11"/>
            <a:chExt cx="18288000" cy="10286988"/>
          </a:xfrm>
        </p:grpSpPr>
        <p:sp>
          <p:nvSpPr>
            <p:cNvPr id="600" name="Google Shape;600;p12"/>
            <p:cNvSpPr/>
            <p:nvPr/>
          </p:nvSpPr>
          <p:spPr>
            <a:xfrm>
              <a:off x="0" y="11"/>
              <a:ext cx="18288000" cy="2120900"/>
            </a:xfrm>
            <a:custGeom>
              <a:rect b="b" l="l" r="r" t="t"/>
              <a:pathLst>
                <a:path extrusionOk="0" h="2120900" w="18288000">
                  <a:moveTo>
                    <a:pt x="18287988" y="317500"/>
                  </a:moveTo>
                  <a:lnTo>
                    <a:pt x="18173218" y="3175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1524000"/>
                  </a:lnTo>
                  <a:lnTo>
                    <a:pt x="17571835" y="1524000"/>
                  </a:lnTo>
                  <a:lnTo>
                    <a:pt x="17571835" y="939800"/>
                  </a:lnTo>
                  <a:lnTo>
                    <a:pt x="18154727" y="939800"/>
                  </a:lnTo>
                  <a:lnTo>
                    <a:pt x="18154727" y="914400"/>
                  </a:lnTo>
                  <a:lnTo>
                    <a:pt x="17571835" y="914400"/>
                  </a:lnTo>
                  <a:lnTo>
                    <a:pt x="17571835" y="342900"/>
                  </a:lnTo>
                  <a:lnTo>
                    <a:pt x="18154727" y="342900"/>
                  </a:lnTo>
                  <a:lnTo>
                    <a:pt x="18154727" y="317500"/>
                  </a:lnTo>
                  <a:lnTo>
                    <a:pt x="17553445" y="317500"/>
                  </a:lnTo>
                  <a:lnTo>
                    <a:pt x="17553445" y="342900"/>
                  </a:lnTo>
                  <a:lnTo>
                    <a:pt x="17553445" y="914400"/>
                  </a:lnTo>
                  <a:lnTo>
                    <a:pt x="17553445" y="939800"/>
                  </a:lnTo>
                  <a:lnTo>
                    <a:pt x="17553445" y="1524000"/>
                  </a:lnTo>
                  <a:lnTo>
                    <a:pt x="16970553" y="1524000"/>
                  </a:lnTo>
                  <a:lnTo>
                    <a:pt x="16970553" y="939800"/>
                  </a:lnTo>
                  <a:lnTo>
                    <a:pt x="17553445" y="939800"/>
                  </a:lnTo>
                  <a:lnTo>
                    <a:pt x="17553445" y="914400"/>
                  </a:lnTo>
                  <a:lnTo>
                    <a:pt x="16970553" y="914400"/>
                  </a:lnTo>
                  <a:lnTo>
                    <a:pt x="16970553" y="342900"/>
                  </a:lnTo>
                  <a:lnTo>
                    <a:pt x="17553445" y="342900"/>
                  </a:lnTo>
                  <a:lnTo>
                    <a:pt x="17553445" y="317500"/>
                  </a:lnTo>
                  <a:lnTo>
                    <a:pt x="16952164" y="317500"/>
                  </a:lnTo>
                  <a:lnTo>
                    <a:pt x="16952164" y="342900"/>
                  </a:lnTo>
                  <a:lnTo>
                    <a:pt x="16952164" y="914400"/>
                  </a:lnTo>
                  <a:lnTo>
                    <a:pt x="16952164" y="939800"/>
                  </a:lnTo>
                  <a:lnTo>
                    <a:pt x="16952164" y="1524000"/>
                  </a:lnTo>
                  <a:lnTo>
                    <a:pt x="16369272" y="1524000"/>
                  </a:lnTo>
                  <a:lnTo>
                    <a:pt x="16369272" y="939800"/>
                  </a:lnTo>
                  <a:lnTo>
                    <a:pt x="16952164" y="939800"/>
                  </a:lnTo>
                  <a:lnTo>
                    <a:pt x="16952164" y="914400"/>
                  </a:lnTo>
                  <a:lnTo>
                    <a:pt x="16369272" y="914400"/>
                  </a:lnTo>
                  <a:lnTo>
                    <a:pt x="16369272" y="342900"/>
                  </a:lnTo>
                  <a:lnTo>
                    <a:pt x="16952164" y="342900"/>
                  </a:lnTo>
                  <a:lnTo>
                    <a:pt x="16952164" y="317500"/>
                  </a:lnTo>
                  <a:lnTo>
                    <a:pt x="16350882" y="317500"/>
                  </a:lnTo>
                  <a:lnTo>
                    <a:pt x="16350882" y="342900"/>
                  </a:lnTo>
                  <a:lnTo>
                    <a:pt x="16350882" y="914400"/>
                  </a:lnTo>
                  <a:lnTo>
                    <a:pt x="16350882" y="939800"/>
                  </a:lnTo>
                  <a:lnTo>
                    <a:pt x="16350882" y="1524000"/>
                  </a:lnTo>
                  <a:lnTo>
                    <a:pt x="15767977" y="1524000"/>
                  </a:lnTo>
                  <a:lnTo>
                    <a:pt x="15767977" y="939800"/>
                  </a:lnTo>
                  <a:lnTo>
                    <a:pt x="16350882" y="939800"/>
                  </a:lnTo>
                  <a:lnTo>
                    <a:pt x="16350882" y="914400"/>
                  </a:lnTo>
                  <a:lnTo>
                    <a:pt x="15767977" y="914400"/>
                  </a:lnTo>
                  <a:lnTo>
                    <a:pt x="15767977" y="342900"/>
                  </a:lnTo>
                  <a:lnTo>
                    <a:pt x="16350882" y="342900"/>
                  </a:lnTo>
                  <a:lnTo>
                    <a:pt x="16350882" y="317500"/>
                  </a:lnTo>
                  <a:lnTo>
                    <a:pt x="15749575" y="317500"/>
                  </a:lnTo>
                  <a:lnTo>
                    <a:pt x="15749575" y="342900"/>
                  </a:lnTo>
                  <a:lnTo>
                    <a:pt x="15749575" y="914400"/>
                  </a:lnTo>
                  <a:lnTo>
                    <a:pt x="15749575" y="939800"/>
                  </a:lnTo>
                  <a:lnTo>
                    <a:pt x="15749575" y="1524000"/>
                  </a:lnTo>
                  <a:lnTo>
                    <a:pt x="15166696" y="1524000"/>
                  </a:lnTo>
                  <a:lnTo>
                    <a:pt x="15166696" y="939800"/>
                  </a:lnTo>
                  <a:lnTo>
                    <a:pt x="15749575" y="939800"/>
                  </a:lnTo>
                  <a:lnTo>
                    <a:pt x="15749575" y="914400"/>
                  </a:lnTo>
                  <a:lnTo>
                    <a:pt x="15166696" y="914400"/>
                  </a:lnTo>
                  <a:lnTo>
                    <a:pt x="15166696" y="342900"/>
                  </a:lnTo>
                  <a:lnTo>
                    <a:pt x="15749575" y="342900"/>
                  </a:lnTo>
                  <a:lnTo>
                    <a:pt x="15749575" y="317500"/>
                  </a:lnTo>
                  <a:lnTo>
                    <a:pt x="15148294" y="317500"/>
                  </a:lnTo>
                  <a:lnTo>
                    <a:pt x="15148294" y="342900"/>
                  </a:lnTo>
                  <a:lnTo>
                    <a:pt x="15148294" y="914400"/>
                  </a:lnTo>
                  <a:lnTo>
                    <a:pt x="15148294" y="939800"/>
                  </a:lnTo>
                  <a:lnTo>
                    <a:pt x="15148294" y="1524000"/>
                  </a:lnTo>
                  <a:lnTo>
                    <a:pt x="14565414" y="1524000"/>
                  </a:lnTo>
                  <a:lnTo>
                    <a:pt x="14565414" y="939800"/>
                  </a:lnTo>
                  <a:lnTo>
                    <a:pt x="15148294" y="939800"/>
                  </a:lnTo>
                  <a:lnTo>
                    <a:pt x="15148294" y="914400"/>
                  </a:lnTo>
                  <a:lnTo>
                    <a:pt x="14565414" y="914400"/>
                  </a:lnTo>
                  <a:lnTo>
                    <a:pt x="14565414" y="342900"/>
                  </a:lnTo>
                  <a:lnTo>
                    <a:pt x="15148294" y="342900"/>
                  </a:lnTo>
                  <a:lnTo>
                    <a:pt x="15148294" y="317500"/>
                  </a:lnTo>
                  <a:lnTo>
                    <a:pt x="14547012" y="317500"/>
                  </a:lnTo>
                  <a:lnTo>
                    <a:pt x="14547012" y="342900"/>
                  </a:lnTo>
                  <a:lnTo>
                    <a:pt x="14547012" y="914400"/>
                  </a:lnTo>
                  <a:lnTo>
                    <a:pt x="14547012" y="939800"/>
                  </a:lnTo>
                  <a:lnTo>
                    <a:pt x="14547012" y="1524000"/>
                  </a:lnTo>
                  <a:lnTo>
                    <a:pt x="13964133" y="1524000"/>
                  </a:lnTo>
                  <a:lnTo>
                    <a:pt x="13964133" y="939800"/>
                  </a:lnTo>
                  <a:lnTo>
                    <a:pt x="14547012" y="939800"/>
                  </a:lnTo>
                  <a:lnTo>
                    <a:pt x="14547012" y="914400"/>
                  </a:lnTo>
                  <a:lnTo>
                    <a:pt x="13964133" y="914400"/>
                  </a:lnTo>
                  <a:lnTo>
                    <a:pt x="13964133" y="342900"/>
                  </a:lnTo>
                  <a:lnTo>
                    <a:pt x="14547012" y="342900"/>
                  </a:lnTo>
                  <a:lnTo>
                    <a:pt x="14547012" y="317500"/>
                  </a:lnTo>
                  <a:lnTo>
                    <a:pt x="13945730" y="317500"/>
                  </a:lnTo>
                  <a:lnTo>
                    <a:pt x="13945730" y="342900"/>
                  </a:lnTo>
                  <a:lnTo>
                    <a:pt x="13945730" y="914400"/>
                  </a:lnTo>
                  <a:lnTo>
                    <a:pt x="13945730" y="939800"/>
                  </a:lnTo>
                  <a:lnTo>
                    <a:pt x="13945730" y="1524000"/>
                  </a:lnTo>
                  <a:lnTo>
                    <a:pt x="13362851" y="1524000"/>
                  </a:lnTo>
                  <a:lnTo>
                    <a:pt x="13362851" y="939800"/>
                  </a:lnTo>
                  <a:lnTo>
                    <a:pt x="13945730" y="939800"/>
                  </a:lnTo>
                  <a:lnTo>
                    <a:pt x="13945730" y="914400"/>
                  </a:lnTo>
                  <a:lnTo>
                    <a:pt x="13362851" y="914400"/>
                  </a:lnTo>
                  <a:lnTo>
                    <a:pt x="13362851" y="342900"/>
                  </a:lnTo>
                  <a:lnTo>
                    <a:pt x="13945730" y="342900"/>
                  </a:lnTo>
                  <a:lnTo>
                    <a:pt x="13945730" y="317500"/>
                  </a:lnTo>
                  <a:lnTo>
                    <a:pt x="13344449" y="317500"/>
                  </a:lnTo>
                  <a:lnTo>
                    <a:pt x="13344449" y="342900"/>
                  </a:lnTo>
                  <a:lnTo>
                    <a:pt x="13344449" y="914400"/>
                  </a:lnTo>
                  <a:lnTo>
                    <a:pt x="13344449" y="939800"/>
                  </a:lnTo>
                  <a:lnTo>
                    <a:pt x="13344449" y="1524000"/>
                  </a:lnTo>
                  <a:lnTo>
                    <a:pt x="12761544" y="1524000"/>
                  </a:lnTo>
                  <a:lnTo>
                    <a:pt x="12761544" y="939800"/>
                  </a:lnTo>
                  <a:lnTo>
                    <a:pt x="13344449" y="939800"/>
                  </a:lnTo>
                  <a:lnTo>
                    <a:pt x="13344449" y="914400"/>
                  </a:lnTo>
                  <a:lnTo>
                    <a:pt x="12761544" y="914400"/>
                  </a:lnTo>
                  <a:lnTo>
                    <a:pt x="12761544" y="342900"/>
                  </a:lnTo>
                  <a:lnTo>
                    <a:pt x="13344449" y="342900"/>
                  </a:lnTo>
                  <a:lnTo>
                    <a:pt x="13344449" y="317500"/>
                  </a:lnTo>
                  <a:lnTo>
                    <a:pt x="12743155" y="317500"/>
                  </a:lnTo>
                  <a:lnTo>
                    <a:pt x="12743155" y="342900"/>
                  </a:lnTo>
                  <a:lnTo>
                    <a:pt x="12743155" y="914400"/>
                  </a:lnTo>
                  <a:lnTo>
                    <a:pt x="12743155" y="939800"/>
                  </a:lnTo>
                  <a:lnTo>
                    <a:pt x="12743155" y="1524000"/>
                  </a:lnTo>
                  <a:lnTo>
                    <a:pt x="12160263" y="1524000"/>
                  </a:lnTo>
                  <a:lnTo>
                    <a:pt x="12160263" y="939800"/>
                  </a:lnTo>
                  <a:lnTo>
                    <a:pt x="12743155" y="939800"/>
                  </a:lnTo>
                  <a:lnTo>
                    <a:pt x="12743155" y="914400"/>
                  </a:lnTo>
                  <a:lnTo>
                    <a:pt x="12160263" y="914400"/>
                  </a:lnTo>
                  <a:lnTo>
                    <a:pt x="12160263" y="342900"/>
                  </a:lnTo>
                  <a:lnTo>
                    <a:pt x="12743155" y="342900"/>
                  </a:lnTo>
                  <a:lnTo>
                    <a:pt x="12743155" y="317500"/>
                  </a:lnTo>
                  <a:lnTo>
                    <a:pt x="12141873" y="317500"/>
                  </a:lnTo>
                  <a:lnTo>
                    <a:pt x="12141873" y="342900"/>
                  </a:lnTo>
                  <a:lnTo>
                    <a:pt x="12141873" y="914400"/>
                  </a:lnTo>
                  <a:lnTo>
                    <a:pt x="12141873" y="939800"/>
                  </a:lnTo>
                  <a:lnTo>
                    <a:pt x="12141873" y="1524000"/>
                  </a:lnTo>
                  <a:lnTo>
                    <a:pt x="11558981" y="1524000"/>
                  </a:lnTo>
                  <a:lnTo>
                    <a:pt x="11558981" y="939800"/>
                  </a:lnTo>
                  <a:lnTo>
                    <a:pt x="12141873" y="939800"/>
                  </a:lnTo>
                  <a:lnTo>
                    <a:pt x="12141873" y="914400"/>
                  </a:lnTo>
                  <a:lnTo>
                    <a:pt x="11558981" y="914400"/>
                  </a:lnTo>
                  <a:lnTo>
                    <a:pt x="11558981" y="342900"/>
                  </a:lnTo>
                  <a:lnTo>
                    <a:pt x="12141873" y="342900"/>
                  </a:lnTo>
                  <a:lnTo>
                    <a:pt x="12141873" y="317500"/>
                  </a:lnTo>
                  <a:lnTo>
                    <a:pt x="11540592" y="317500"/>
                  </a:lnTo>
                  <a:lnTo>
                    <a:pt x="11540592" y="342900"/>
                  </a:lnTo>
                  <a:lnTo>
                    <a:pt x="11540592" y="914400"/>
                  </a:lnTo>
                  <a:lnTo>
                    <a:pt x="11540592" y="939800"/>
                  </a:lnTo>
                  <a:lnTo>
                    <a:pt x="11540592" y="1524000"/>
                  </a:lnTo>
                  <a:lnTo>
                    <a:pt x="10957700" y="1524000"/>
                  </a:lnTo>
                  <a:lnTo>
                    <a:pt x="10957700" y="939800"/>
                  </a:lnTo>
                  <a:lnTo>
                    <a:pt x="11540592" y="939800"/>
                  </a:lnTo>
                  <a:lnTo>
                    <a:pt x="11540592" y="914400"/>
                  </a:lnTo>
                  <a:lnTo>
                    <a:pt x="10957700" y="914400"/>
                  </a:lnTo>
                  <a:lnTo>
                    <a:pt x="10957700" y="342900"/>
                  </a:lnTo>
                  <a:lnTo>
                    <a:pt x="11540592" y="342900"/>
                  </a:lnTo>
                  <a:lnTo>
                    <a:pt x="11540592" y="317500"/>
                  </a:lnTo>
                  <a:lnTo>
                    <a:pt x="10939310" y="317500"/>
                  </a:lnTo>
                  <a:lnTo>
                    <a:pt x="10939310" y="342900"/>
                  </a:lnTo>
                  <a:lnTo>
                    <a:pt x="10939310" y="914400"/>
                  </a:lnTo>
                  <a:lnTo>
                    <a:pt x="10939310" y="939800"/>
                  </a:lnTo>
                  <a:lnTo>
                    <a:pt x="10939310" y="1524000"/>
                  </a:lnTo>
                  <a:lnTo>
                    <a:pt x="10356418" y="1524000"/>
                  </a:lnTo>
                  <a:lnTo>
                    <a:pt x="10356418" y="939800"/>
                  </a:lnTo>
                  <a:lnTo>
                    <a:pt x="10939310" y="939800"/>
                  </a:lnTo>
                  <a:lnTo>
                    <a:pt x="10939310" y="914400"/>
                  </a:lnTo>
                  <a:lnTo>
                    <a:pt x="10356418" y="914400"/>
                  </a:lnTo>
                  <a:lnTo>
                    <a:pt x="10356418" y="342900"/>
                  </a:lnTo>
                  <a:lnTo>
                    <a:pt x="10939310" y="342900"/>
                  </a:lnTo>
                  <a:lnTo>
                    <a:pt x="10939310" y="317500"/>
                  </a:lnTo>
                  <a:lnTo>
                    <a:pt x="10338016" y="317500"/>
                  </a:lnTo>
                  <a:lnTo>
                    <a:pt x="10338016" y="342900"/>
                  </a:lnTo>
                  <a:lnTo>
                    <a:pt x="10338016" y="914400"/>
                  </a:lnTo>
                  <a:lnTo>
                    <a:pt x="10338016" y="939800"/>
                  </a:lnTo>
                  <a:lnTo>
                    <a:pt x="10338016" y="1524000"/>
                  </a:lnTo>
                  <a:lnTo>
                    <a:pt x="9755124" y="1524000"/>
                  </a:lnTo>
                  <a:lnTo>
                    <a:pt x="9755124" y="939800"/>
                  </a:lnTo>
                  <a:lnTo>
                    <a:pt x="10338016" y="939800"/>
                  </a:lnTo>
                  <a:lnTo>
                    <a:pt x="10338016" y="914400"/>
                  </a:lnTo>
                  <a:lnTo>
                    <a:pt x="9755124" y="914400"/>
                  </a:lnTo>
                  <a:lnTo>
                    <a:pt x="9755124" y="342900"/>
                  </a:lnTo>
                  <a:lnTo>
                    <a:pt x="10338016" y="342900"/>
                  </a:lnTo>
                  <a:lnTo>
                    <a:pt x="10338016" y="317500"/>
                  </a:lnTo>
                  <a:lnTo>
                    <a:pt x="9736722" y="317500"/>
                  </a:lnTo>
                  <a:lnTo>
                    <a:pt x="9736722" y="342900"/>
                  </a:lnTo>
                  <a:lnTo>
                    <a:pt x="9736722" y="914400"/>
                  </a:lnTo>
                  <a:lnTo>
                    <a:pt x="9736722" y="939800"/>
                  </a:lnTo>
                  <a:lnTo>
                    <a:pt x="9736722" y="1524000"/>
                  </a:lnTo>
                  <a:lnTo>
                    <a:pt x="9153842" y="1524000"/>
                  </a:lnTo>
                  <a:lnTo>
                    <a:pt x="9153842" y="939800"/>
                  </a:lnTo>
                  <a:lnTo>
                    <a:pt x="9736722" y="939800"/>
                  </a:lnTo>
                  <a:lnTo>
                    <a:pt x="9736722" y="914400"/>
                  </a:lnTo>
                  <a:lnTo>
                    <a:pt x="9153842" y="914400"/>
                  </a:lnTo>
                  <a:lnTo>
                    <a:pt x="9153842" y="342900"/>
                  </a:lnTo>
                  <a:lnTo>
                    <a:pt x="9736722" y="342900"/>
                  </a:lnTo>
                  <a:lnTo>
                    <a:pt x="9736722" y="317500"/>
                  </a:lnTo>
                  <a:lnTo>
                    <a:pt x="9135440" y="317500"/>
                  </a:lnTo>
                  <a:lnTo>
                    <a:pt x="9135440" y="342900"/>
                  </a:lnTo>
                  <a:lnTo>
                    <a:pt x="9135440" y="914400"/>
                  </a:lnTo>
                  <a:lnTo>
                    <a:pt x="9135440" y="939800"/>
                  </a:lnTo>
                  <a:lnTo>
                    <a:pt x="9135440" y="1524000"/>
                  </a:lnTo>
                  <a:lnTo>
                    <a:pt x="8552561" y="1524000"/>
                  </a:lnTo>
                  <a:lnTo>
                    <a:pt x="8552561" y="939800"/>
                  </a:lnTo>
                  <a:lnTo>
                    <a:pt x="9135440" y="939800"/>
                  </a:lnTo>
                  <a:lnTo>
                    <a:pt x="9135440" y="914400"/>
                  </a:lnTo>
                  <a:lnTo>
                    <a:pt x="8552561" y="914400"/>
                  </a:lnTo>
                  <a:lnTo>
                    <a:pt x="8552561" y="342900"/>
                  </a:lnTo>
                  <a:lnTo>
                    <a:pt x="9135440" y="342900"/>
                  </a:lnTo>
                  <a:lnTo>
                    <a:pt x="9135440" y="317500"/>
                  </a:lnTo>
                  <a:lnTo>
                    <a:pt x="8534159" y="317500"/>
                  </a:lnTo>
                  <a:lnTo>
                    <a:pt x="8534159" y="342900"/>
                  </a:lnTo>
                  <a:lnTo>
                    <a:pt x="8534159" y="914400"/>
                  </a:lnTo>
                  <a:lnTo>
                    <a:pt x="8534159" y="939800"/>
                  </a:lnTo>
                  <a:lnTo>
                    <a:pt x="8534159" y="1524000"/>
                  </a:lnTo>
                  <a:lnTo>
                    <a:pt x="7951279" y="1524000"/>
                  </a:lnTo>
                  <a:lnTo>
                    <a:pt x="7951279" y="939800"/>
                  </a:lnTo>
                  <a:lnTo>
                    <a:pt x="8534159" y="939800"/>
                  </a:lnTo>
                  <a:lnTo>
                    <a:pt x="8534159" y="914400"/>
                  </a:lnTo>
                  <a:lnTo>
                    <a:pt x="7951279" y="914400"/>
                  </a:lnTo>
                  <a:lnTo>
                    <a:pt x="7951279" y="342900"/>
                  </a:lnTo>
                  <a:lnTo>
                    <a:pt x="8534159" y="342900"/>
                  </a:lnTo>
                  <a:lnTo>
                    <a:pt x="8534159" y="317500"/>
                  </a:lnTo>
                  <a:lnTo>
                    <a:pt x="7932877" y="317500"/>
                  </a:lnTo>
                  <a:lnTo>
                    <a:pt x="7932877" y="342900"/>
                  </a:lnTo>
                  <a:lnTo>
                    <a:pt x="7932877" y="914400"/>
                  </a:lnTo>
                  <a:lnTo>
                    <a:pt x="7932877" y="939800"/>
                  </a:lnTo>
                  <a:lnTo>
                    <a:pt x="7932877" y="1524000"/>
                  </a:lnTo>
                  <a:lnTo>
                    <a:pt x="7349998" y="1524000"/>
                  </a:lnTo>
                  <a:lnTo>
                    <a:pt x="7349998" y="939800"/>
                  </a:lnTo>
                  <a:lnTo>
                    <a:pt x="7932877" y="939800"/>
                  </a:lnTo>
                  <a:lnTo>
                    <a:pt x="7932877" y="914400"/>
                  </a:lnTo>
                  <a:lnTo>
                    <a:pt x="7349998" y="914400"/>
                  </a:lnTo>
                  <a:lnTo>
                    <a:pt x="7349998" y="342900"/>
                  </a:lnTo>
                  <a:lnTo>
                    <a:pt x="7932877" y="342900"/>
                  </a:lnTo>
                  <a:lnTo>
                    <a:pt x="7932877" y="317500"/>
                  </a:lnTo>
                  <a:lnTo>
                    <a:pt x="7331596" y="317500"/>
                  </a:lnTo>
                  <a:lnTo>
                    <a:pt x="7331596" y="342900"/>
                  </a:lnTo>
                  <a:lnTo>
                    <a:pt x="7331596" y="914400"/>
                  </a:lnTo>
                  <a:lnTo>
                    <a:pt x="7331596" y="939800"/>
                  </a:lnTo>
                  <a:lnTo>
                    <a:pt x="7331596" y="1524000"/>
                  </a:lnTo>
                  <a:lnTo>
                    <a:pt x="6748716" y="1524000"/>
                  </a:lnTo>
                  <a:lnTo>
                    <a:pt x="6748716" y="939800"/>
                  </a:lnTo>
                  <a:lnTo>
                    <a:pt x="7331596" y="939800"/>
                  </a:lnTo>
                  <a:lnTo>
                    <a:pt x="7331596" y="914400"/>
                  </a:lnTo>
                  <a:lnTo>
                    <a:pt x="6748716" y="914400"/>
                  </a:lnTo>
                  <a:lnTo>
                    <a:pt x="6748716" y="342900"/>
                  </a:lnTo>
                  <a:lnTo>
                    <a:pt x="7331596" y="342900"/>
                  </a:lnTo>
                  <a:lnTo>
                    <a:pt x="7331596" y="317500"/>
                  </a:lnTo>
                  <a:lnTo>
                    <a:pt x="6730314" y="317500"/>
                  </a:lnTo>
                  <a:lnTo>
                    <a:pt x="6730314" y="342900"/>
                  </a:lnTo>
                  <a:lnTo>
                    <a:pt x="6730314" y="914400"/>
                  </a:lnTo>
                  <a:lnTo>
                    <a:pt x="6730314" y="939800"/>
                  </a:lnTo>
                  <a:lnTo>
                    <a:pt x="6730314" y="1524000"/>
                  </a:lnTo>
                  <a:lnTo>
                    <a:pt x="6147409" y="1524000"/>
                  </a:lnTo>
                  <a:lnTo>
                    <a:pt x="6147409" y="939800"/>
                  </a:lnTo>
                  <a:lnTo>
                    <a:pt x="6730314" y="939800"/>
                  </a:lnTo>
                  <a:lnTo>
                    <a:pt x="6730314" y="914400"/>
                  </a:lnTo>
                  <a:lnTo>
                    <a:pt x="6147409" y="914400"/>
                  </a:lnTo>
                  <a:lnTo>
                    <a:pt x="6147409" y="342900"/>
                  </a:lnTo>
                  <a:lnTo>
                    <a:pt x="6730314" y="342900"/>
                  </a:lnTo>
                  <a:lnTo>
                    <a:pt x="6730314" y="317500"/>
                  </a:lnTo>
                  <a:lnTo>
                    <a:pt x="6129020" y="317500"/>
                  </a:lnTo>
                  <a:lnTo>
                    <a:pt x="6129020" y="342900"/>
                  </a:lnTo>
                  <a:lnTo>
                    <a:pt x="6129020" y="914400"/>
                  </a:lnTo>
                  <a:lnTo>
                    <a:pt x="6129020" y="939800"/>
                  </a:lnTo>
                  <a:lnTo>
                    <a:pt x="6129020" y="1524000"/>
                  </a:lnTo>
                  <a:lnTo>
                    <a:pt x="5546128" y="1524000"/>
                  </a:lnTo>
                  <a:lnTo>
                    <a:pt x="5546128" y="939800"/>
                  </a:lnTo>
                  <a:lnTo>
                    <a:pt x="6129020" y="939800"/>
                  </a:lnTo>
                  <a:lnTo>
                    <a:pt x="6129020" y="914400"/>
                  </a:lnTo>
                  <a:lnTo>
                    <a:pt x="5546128" y="914400"/>
                  </a:lnTo>
                  <a:lnTo>
                    <a:pt x="5546128" y="342900"/>
                  </a:lnTo>
                  <a:lnTo>
                    <a:pt x="6129020" y="342900"/>
                  </a:lnTo>
                  <a:lnTo>
                    <a:pt x="6129020" y="317500"/>
                  </a:lnTo>
                  <a:lnTo>
                    <a:pt x="5527738" y="317500"/>
                  </a:lnTo>
                  <a:lnTo>
                    <a:pt x="5527738" y="342900"/>
                  </a:lnTo>
                  <a:lnTo>
                    <a:pt x="5527738" y="914400"/>
                  </a:lnTo>
                  <a:lnTo>
                    <a:pt x="5527738" y="939800"/>
                  </a:lnTo>
                  <a:lnTo>
                    <a:pt x="5527738" y="1524000"/>
                  </a:lnTo>
                  <a:lnTo>
                    <a:pt x="4944846" y="1524000"/>
                  </a:lnTo>
                  <a:lnTo>
                    <a:pt x="4944846" y="939800"/>
                  </a:lnTo>
                  <a:lnTo>
                    <a:pt x="5527738" y="939800"/>
                  </a:lnTo>
                  <a:lnTo>
                    <a:pt x="5527738" y="914400"/>
                  </a:lnTo>
                  <a:lnTo>
                    <a:pt x="4944846" y="914400"/>
                  </a:lnTo>
                  <a:lnTo>
                    <a:pt x="4944846" y="342900"/>
                  </a:lnTo>
                  <a:lnTo>
                    <a:pt x="5527738" y="342900"/>
                  </a:lnTo>
                  <a:lnTo>
                    <a:pt x="5527738" y="317500"/>
                  </a:lnTo>
                  <a:lnTo>
                    <a:pt x="4926457" y="317500"/>
                  </a:lnTo>
                  <a:lnTo>
                    <a:pt x="4926457" y="342900"/>
                  </a:lnTo>
                  <a:lnTo>
                    <a:pt x="4926457" y="914400"/>
                  </a:lnTo>
                  <a:lnTo>
                    <a:pt x="4926457" y="939800"/>
                  </a:lnTo>
                  <a:lnTo>
                    <a:pt x="4926457" y="1524000"/>
                  </a:lnTo>
                  <a:lnTo>
                    <a:pt x="4343565" y="1524000"/>
                  </a:lnTo>
                  <a:lnTo>
                    <a:pt x="4343565" y="939800"/>
                  </a:lnTo>
                  <a:lnTo>
                    <a:pt x="4926457" y="939800"/>
                  </a:lnTo>
                  <a:lnTo>
                    <a:pt x="4926457" y="914400"/>
                  </a:lnTo>
                  <a:lnTo>
                    <a:pt x="4343565" y="914400"/>
                  </a:lnTo>
                  <a:lnTo>
                    <a:pt x="4343565" y="342900"/>
                  </a:lnTo>
                  <a:lnTo>
                    <a:pt x="4926457" y="342900"/>
                  </a:lnTo>
                  <a:lnTo>
                    <a:pt x="4926457" y="317500"/>
                  </a:lnTo>
                  <a:lnTo>
                    <a:pt x="4325175" y="317500"/>
                  </a:lnTo>
                  <a:lnTo>
                    <a:pt x="4325175" y="342900"/>
                  </a:lnTo>
                  <a:lnTo>
                    <a:pt x="4325175" y="914400"/>
                  </a:lnTo>
                  <a:lnTo>
                    <a:pt x="4325175" y="939800"/>
                  </a:lnTo>
                  <a:lnTo>
                    <a:pt x="4325175" y="1524000"/>
                  </a:lnTo>
                  <a:lnTo>
                    <a:pt x="3742283" y="1524000"/>
                  </a:lnTo>
                  <a:lnTo>
                    <a:pt x="3742283" y="939800"/>
                  </a:lnTo>
                  <a:lnTo>
                    <a:pt x="4325175" y="939800"/>
                  </a:lnTo>
                  <a:lnTo>
                    <a:pt x="4325175" y="914400"/>
                  </a:lnTo>
                  <a:lnTo>
                    <a:pt x="3742283" y="914400"/>
                  </a:lnTo>
                  <a:lnTo>
                    <a:pt x="3742283" y="342900"/>
                  </a:lnTo>
                  <a:lnTo>
                    <a:pt x="4325175" y="342900"/>
                  </a:lnTo>
                  <a:lnTo>
                    <a:pt x="4325175" y="317500"/>
                  </a:lnTo>
                  <a:lnTo>
                    <a:pt x="3723894" y="317500"/>
                  </a:lnTo>
                  <a:lnTo>
                    <a:pt x="3723894" y="342900"/>
                  </a:lnTo>
                  <a:lnTo>
                    <a:pt x="3723894" y="914400"/>
                  </a:lnTo>
                  <a:lnTo>
                    <a:pt x="3723894" y="939800"/>
                  </a:lnTo>
                  <a:lnTo>
                    <a:pt x="3723894" y="1524000"/>
                  </a:lnTo>
                  <a:lnTo>
                    <a:pt x="3140989" y="1524000"/>
                  </a:lnTo>
                  <a:lnTo>
                    <a:pt x="3140989" y="939800"/>
                  </a:lnTo>
                  <a:lnTo>
                    <a:pt x="3723894" y="939800"/>
                  </a:lnTo>
                  <a:lnTo>
                    <a:pt x="3723894" y="914400"/>
                  </a:lnTo>
                  <a:lnTo>
                    <a:pt x="3140989" y="914400"/>
                  </a:lnTo>
                  <a:lnTo>
                    <a:pt x="3140989" y="342900"/>
                  </a:lnTo>
                  <a:lnTo>
                    <a:pt x="3723894" y="342900"/>
                  </a:lnTo>
                  <a:lnTo>
                    <a:pt x="3723894" y="317500"/>
                  </a:lnTo>
                  <a:lnTo>
                    <a:pt x="3122587" y="317500"/>
                  </a:lnTo>
                  <a:lnTo>
                    <a:pt x="3122587" y="342900"/>
                  </a:lnTo>
                  <a:lnTo>
                    <a:pt x="3122587" y="914400"/>
                  </a:lnTo>
                  <a:lnTo>
                    <a:pt x="3122587" y="939800"/>
                  </a:lnTo>
                  <a:lnTo>
                    <a:pt x="3122587" y="1524000"/>
                  </a:lnTo>
                  <a:lnTo>
                    <a:pt x="2539708" y="1524000"/>
                  </a:lnTo>
                  <a:lnTo>
                    <a:pt x="2539708" y="939800"/>
                  </a:lnTo>
                  <a:lnTo>
                    <a:pt x="3122587" y="939800"/>
                  </a:lnTo>
                  <a:lnTo>
                    <a:pt x="3122587" y="914400"/>
                  </a:lnTo>
                  <a:lnTo>
                    <a:pt x="2539708" y="914400"/>
                  </a:lnTo>
                  <a:lnTo>
                    <a:pt x="2539708" y="342900"/>
                  </a:lnTo>
                  <a:lnTo>
                    <a:pt x="3122587" y="342900"/>
                  </a:lnTo>
                  <a:lnTo>
                    <a:pt x="3122587" y="317500"/>
                  </a:lnTo>
                  <a:lnTo>
                    <a:pt x="2521305" y="317500"/>
                  </a:lnTo>
                  <a:lnTo>
                    <a:pt x="2521305" y="342900"/>
                  </a:lnTo>
                  <a:lnTo>
                    <a:pt x="2521305" y="914400"/>
                  </a:lnTo>
                  <a:lnTo>
                    <a:pt x="2521305" y="939800"/>
                  </a:lnTo>
                  <a:lnTo>
                    <a:pt x="2521305" y="1524000"/>
                  </a:lnTo>
                  <a:lnTo>
                    <a:pt x="1938426" y="1524000"/>
                  </a:lnTo>
                  <a:lnTo>
                    <a:pt x="1938426" y="939800"/>
                  </a:lnTo>
                  <a:lnTo>
                    <a:pt x="2521305" y="939800"/>
                  </a:lnTo>
                  <a:lnTo>
                    <a:pt x="2521305" y="914400"/>
                  </a:lnTo>
                  <a:lnTo>
                    <a:pt x="1938426" y="914400"/>
                  </a:lnTo>
                  <a:lnTo>
                    <a:pt x="1938426" y="342900"/>
                  </a:lnTo>
                  <a:lnTo>
                    <a:pt x="2521305" y="342900"/>
                  </a:lnTo>
                  <a:lnTo>
                    <a:pt x="2521305" y="317500"/>
                  </a:lnTo>
                  <a:lnTo>
                    <a:pt x="1920024" y="317500"/>
                  </a:lnTo>
                  <a:lnTo>
                    <a:pt x="1920024" y="342900"/>
                  </a:lnTo>
                  <a:lnTo>
                    <a:pt x="1920024" y="914400"/>
                  </a:lnTo>
                  <a:lnTo>
                    <a:pt x="1920024" y="939800"/>
                  </a:lnTo>
                  <a:lnTo>
                    <a:pt x="1920024" y="1524000"/>
                  </a:lnTo>
                  <a:lnTo>
                    <a:pt x="1337144" y="1524000"/>
                  </a:lnTo>
                  <a:lnTo>
                    <a:pt x="1337144" y="939800"/>
                  </a:lnTo>
                  <a:lnTo>
                    <a:pt x="1920024" y="939800"/>
                  </a:lnTo>
                  <a:lnTo>
                    <a:pt x="1920024" y="914400"/>
                  </a:lnTo>
                  <a:lnTo>
                    <a:pt x="1337144" y="914400"/>
                  </a:lnTo>
                  <a:lnTo>
                    <a:pt x="1337144" y="342900"/>
                  </a:lnTo>
                  <a:lnTo>
                    <a:pt x="1920024" y="342900"/>
                  </a:lnTo>
                  <a:lnTo>
                    <a:pt x="1920024" y="317500"/>
                  </a:lnTo>
                  <a:lnTo>
                    <a:pt x="1318742" y="317500"/>
                  </a:lnTo>
                  <a:lnTo>
                    <a:pt x="1318742" y="342900"/>
                  </a:lnTo>
                  <a:lnTo>
                    <a:pt x="1318742" y="914400"/>
                  </a:lnTo>
                  <a:lnTo>
                    <a:pt x="1318742" y="939800"/>
                  </a:lnTo>
                  <a:lnTo>
                    <a:pt x="1318742" y="1524000"/>
                  </a:lnTo>
                  <a:lnTo>
                    <a:pt x="735863" y="1524000"/>
                  </a:lnTo>
                  <a:lnTo>
                    <a:pt x="735863" y="939800"/>
                  </a:lnTo>
                  <a:lnTo>
                    <a:pt x="1318742" y="939800"/>
                  </a:lnTo>
                  <a:lnTo>
                    <a:pt x="1318742" y="914400"/>
                  </a:lnTo>
                  <a:lnTo>
                    <a:pt x="735863" y="914400"/>
                  </a:lnTo>
                  <a:lnTo>
                    <a:pt x="735863" y="342900"/>
                  </a:lnTo>
                  <a:lnTo>
                    <a:pt x="1318742" y="342900"/>
                  </a:lnTo>
                  <a:lnTo>
                    <a:pt x="1318742" y="317500"/>
                  </a:lnTo>
                  <a:lnTo>
                    <a:pt x="717461" y="317500"/>
                  </a:lnTo>
                  <a:lnTo>
                    <a:pt x="717461" y="342900"/>
                  </a:lnTo>
                  <a:lnTo>
                    <a:pt x="717461" y="914400"/>
                  </a:lnTo>
                  <a:lnTo>
                    <a:pt x="717461" y="939800"/>
                  </a:lnTo>
                  <a:lnTo>
                    <a:pt x="717461" y="1524000"/>
                  </a:lnTo>
                  <a:lnTo>
                    <a:pt x="134569" y="1524000"/>
                  </a:lnTo>
                  <a:lnTo>
                    <a:pt x="134569" y="939800"/>
                  </a:lnTo>
                  <a:lnTo>
                    <a:pt x="717461" y="939800"/>
                  </a:lnTo>
                  <a:lnTo>
                    <a:pt x="717461" y="914400"/>
                  </a:lnTo>
                  <a:lnTo>
                    <a:pt x="134569" y="914400"/>
                  </a:lnTo>
                  <a:lnTo>
                    <a:pt x="134569" y="342900"/>
                  </a:lnTo>
                  <a:lnTo>
                    <a:pt x="717461" y="342900"/>
                  </a:lnTo>
                  <a:lnTo>
                    <a:pt x="717461" y="317500"/>
                  </a:lnTo>
                  <a:lnTo>
                    <a:pt x="0" y="317500"/>
                  </a:lnTo>
                  <a:lnTo>
                    <a:pt x="0" y="342900"/>
                  </a:lnTo>
                  <a:lnTo>
                    <a:pt x="116281" y="342900"/>
                  </a:lnTo>
                  <a:lnTo>
                    <a:pt x="116281" y="914400"/>
                  </a:lnTo>
                  <a:lnTo>
                    <a:pt x="0" y="914400"/>
                  </a:lnTo>
                  <a:lnTo>
                    <a:pt x="0" y="939800"/>
                  </a:lnTo>
                  <a:lnTo>
                    <a:pt x="116281" y="939800"/>
                  </a:lnTo>
                  <a:lnTo>
                    <a:pt x="116281" y="1524000"/>
                  </a:lnTo>
                  <a:lnTo>
                    <a:pt x="0" y="1524000"/>
                  </a:lnTo>
                  <a:lnTo>
                    <a:pt x="0" y="1536700"/>
                  </a:lnTo>
                  <a:lnTo>
                    <a:pt x="116281" y="1536700"/>
                  </a:lnTo>
                  <a:lnTo>
                    <a:pt x="116281" y="2120900"/>
                  </a:lnTo>
                  <a:lnTo>
                    <a:pt x="134569" y="2120900"/>
                  </a:lnTo>
                  <a:lnTo>
                    <a:pt x="134569" y="1536700"/>
                  </a:lnTo>
                  <a:lnTo>
                    <a:pt x="717461" y="1536700"/>
                  </a:lnTo>
                  <a:lnTo>
                    <a:pt x="717461" y="2120900"/>
                  </a:lnTo>
                  <a:lnTo>
                    <a:pt x="735863" y="2120900"/>
                  </a:lnTo>
                  <a:lnTo>
                    <a:pt x="735863" y="1536700"/>
                  </a:lnTo>
                  <a:lnTo>
                    <a:pt x="1318742" y="1536700"/>
                  </a:lnTo>
                  <a:lnTo>
                    <a:pt x="1318742" y="2120900"/>
                  </a:lnTo>
                  <a:lnTo>
                    <a:pt x="1337144" y="2120900"/>
                  </a:lnTo>
                  <a:lnTo>
                    <a:pt x="1337144" y="1536700"/>
                  </a:lnTo>
                  <a:lnTo>
                    <a:pt x="1920024" y="1536700"/>
                  </a:lnTo>
                  <a:lnTo>
                    <a:pt x="1920024" y="2120900"/>
                  </a:lnTo>
                  <a:lnTo>
                    <a:pt x="1938426" y="2120900"/>
                  </a:lnTo>
                  <a:lnTo>
                    <a:pt x="1938426" y="1536700"/>
                  </a:lnTo>
                  <a:lnTo>
                    <a:pt x="2521305" y="1536700"/>
                  </a:lnTo>
                  <a:lnTo>
                    <a:pt x="2521305" y="2120900"/>
                  </a:lnTo>
                  <a:lnTo>
                    <a:pt x="2539708" y="2120900"/>
                  </a:lnTo>
                  <a:lnTo>
                    <a:pt x="2539708" y="1536700"/>
                  </a:lnTo>
                  <a:lnTo>
                    <a:pt x="18287988" y="1536700"/>
                  </a:lnTo>
                  <a:lnTo>
                    <a:pt x="18287988" y="1524000"/>
                  </a:lnTo>
                  <a:lnTo>
                    <a:pt x="18173218" y="1524000"/>
                  </a:lnTo>
                  <a:lnTo>
                    <a:pt x="18173218" y="939800"/>
                  </a:lnTo>
                  <a:lnTo>
                    <a:pt x="18287988" y="939800"/>
                  </a:lnTo>
                  <a:lnTo>
                    <a:pt x="18287988" y="914400"/>
                  </a:lnTo>
                  <a:lnTo>
                    <a:pt x="18173218" y="914400"/>
                  </a:lnTo>
                  <a:lnTo>
                    <a:pt x="18173218" y="342900"/>
                  </a:lnTo>
                  <a:lnTo>
                    <a:pt x="18287988" y="342900"/>
                  </a:lnTo>
                  <a:lnTo>
                    <a:pt x="18287988" y="3175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2"/>
            <p:cNvSpPr/>
            <p:nvPr/>
          </p:nvSpPr>
          <p:spPr>
            <a:xfrm>
              <a:off x="0" y="15367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6096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609600"/>
                  </a:lnTo>
                  <a:lnTo>
                    <a:pt x="18154727" y="6096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6096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609600"/>
                  </a:lnTo>
                  <a:lnTo>
                    <a:pt x="17553445" y="6096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6096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609600"/>
                  </a:lnTo>
                  <a:lnTo>
                    <a:pt x="16952164" y="6096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6096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609600"/>
                  </a:lnTo>
                  <a:lnTo>
                    <a:pt x="16350882" y="6096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6096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609600"/>
                  </a:lnTo>
                  <a:lnTo>
                    <a:pt x="15749575" y="6096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6096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609600"/>
                  </a:lnTo>
                  <a:lnTo>
                    <a:pt x="15148294" y="6096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6096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609600"/>
                  </a:lnTo>
                  <a:lnTo>
                    <a:pt x="14547012" y="6096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6096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609600"/>
                  </a:lnTo>
                  <a:lnTo>
                    <a:pt x="13945730" y="6096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6096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609600"/>
                  </a:lnTo>
                  <a:lnTo>
                    <a:pt x="13344449" y="6096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6096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609600"/>
                  </a:lnTo>
                  <a:lnTo>
                    <a:pt x="12743155" y="6096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6096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609600"/>
                  </a:lnTo>
                  <a:lnTo>
                    <a:pt x="12141873" y="6096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6096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609600"/>
                  </a:lnTo>
                  <a:lnTo>
                    <a:pt x="11540592" y="6096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6096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609600"/>
                  </a:lnTo>
                  <a:lnTo>
                    <a:pt x="10939310" y="6096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6096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609600"/>
                  </a:lnTo>
                  <a:lnTo>
                    <a:pt x="10338016" y="6096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6096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609600"/>
                  </a:lnTo>
                  <a:lnTo>
                    <a:pt x="9736722" y="60960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9135440" y="6096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609600"/>
                  </a:lnTo>
                  <a:lnTo>
                    <a:pt x="9135440" y="60960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8534159" y="6096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609600"/>
                  </a:lnTo>
                  <a:lnTo>
                    <a:pt x="8534159" y="60960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932877" y="6096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609600"/>
                  </a:lnTo>
                  <a:lnTo>
                    <a:pt x="7932877" y="60960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7331596" y="6096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609600"/>
                  </a:lnTo>
                  <a:lnTo>
                    <a:pt x="7331596" y="60960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730314" y="6096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609600"/>
                  </a:lnTo>
                  <a:lnTo>
                    <a:pt x="6730314" y="60960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6129020" y="6096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609600"/>
                  </a:lnTo>
                  <a:lnTo>
                    <a:pt x="6129020" y="609600"/>
                  </a:lnTo>
                  <a:lnTo>
                    <a:pt x="6129020" y="584200"/>
                  </a:lnTo>
                  <a:lnTo>
                    <a:pt x="5546128" y="584200"/>
                  </a:lnTo>
                  <a:lnTo>
                    <a:pt x="5546128" y="0"/>
                  </a:lnTo>
                  <a:lnTo>
                    <a:pt x="5527738" y="0"/>
                  </a:lnTo>
                  <a:lnTo>
                    <a:pt x="5527738" y="584200"/>
                  </a:lnTo>
                  <a:lnTo>
                    <a:pt x="5527738" y="6096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609600"/>
                  </a:lnTo>
                  <a:lnTo>
                    <a:pt x="5527738" y="609600"/>
                  </a:lnTo>
                  <a:lnTo>
                    <a:pt x="5527738" y="584200"/>
                  </a:lnTo>
                  <a:lnTo>
                    <a:pt x="4944846" y="584200"/>
                  </a:lnTo>
                  <a:lnTo>
                    <a:pt x="4944846" y="0"/>
                  </a:lnTo>
                  <a:lnTo>
                    <a:pt x="4926457" y="0"/>
                  </a:lnTo>
                  <a:lnTo>
                    <a:pt x="4926457" y="584200"/>
                  </a:lnTo>
                  <a:lnTo>
                    <a:pt x="4926457" y="6096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609600"/>
                  </a:lnTo>
                  <a:lnTo>
                    <a:pt x="4926457" y="609600"/>
                  </a:lnTo>
                  <a:lnTo>
                    <a:pt x="4926457" y="584200"/>
                  </a:lnTo>
                  <a:lnTo>
                    <a:pt x="4343565" y="584200"/>
                  </a:lnTo>
                  <a:lnTo>
                    <a:pt x="4343565" y="0"/>
                  </a:lnTo>
                  <a:lnTo>
                    <a:pt x="4325175" y="0"/>
                  </a:lnTo>
                  <a:lnTo>
                    <a:pt x="4325175" y="584200"/>
                  </a:lnTo>
                  <a:lnTo>
                    <a:pt x="4325175" y="6096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609600"/>
                  </a:lnTo>
                  <a:lnTo>
                    <a:pt x="4325175" y="609600"/>
                  </a:lnTo>
                  <a:lnTo>
                    <a:pt x="4325175" y="584200"/>
                  </a:lnTo>
                  <a:lnTo>
                    <a:pt x="3742283" y="584200"/>
                  </a:lnTo>
                  <a:lnTo>
                    <a:pt x="3742283" y="0"/>
                  </a:lnTo>
                  <a:lnTo>
                    <a:pt x="3723894" y="0"/>
                  </a:lnTo>
                  <a:lnTo>
                    <a:pt x="3723894" y="584200"/>
                  </a:lnTo>
                  <a:lnTo>
                    <a:pt x="3723894" y="6096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609600"/>
                  </a:lnTo>
                  <a:lnTo>
                    <a:pt x="3723894" y="609600"/>
                  </a:lnTo>
                  <a:lnTo>
                    <a:pt x="3723894" y="584200"/>
                  </a:lnTo>
                  <a:lnTo>
                    <a:pt x="3140989" y="584200"/>
                  </a:lnTo>
                  <a:lnTo>
                    <a:pt x="3140989" y="0"/>
                  </a:lnTo>
                  <a:lnTo>
                    <a:pt x="3122587" y="0"/>
                  </a:lnTo>
                  <a:lnTo>
                    <a:pt x="3122587" y="584200"/>
                  </a:lnTo>
                  <a:lnTo>
                    <a:pt x="3122587" y="6096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609600"/>
                  </a:lnTo>
                  <a:lnTo>
                    <a:pt x="3122587" y="609600"/>
                  </a:lnTo>
                  <a:lnTo>
                    <a:pt x="3122587" y="584200"/>
                  </a:lnTo>
                  <a:lnTo>
                    <a:pt x="2539708" y="584200"/>
                  </a:lnTo>
                  <a:lnTo>
                    <a:pt x="2539708" y="0"/>
                  </a:lnTo>
                  <a:lnTo>
                    <a:pt x="2521305" y="0"/>
                  </a:lnTo>
                  <a:lnTo>
                    <a:pt x="2521305" y="584200"/>
                  </a:lnTo>
                  <a:lnTo>
                    <a:pt x="2521305" y="6096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609600"/>
                  </a:lnTo>
                  <a:lnTo>
                    <a:pt x="2521305" y="6096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6096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609600"/>
                  </a:lnTo>
                  <a:lnTo>
                    <a:pt x="1920024" y="6096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6096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609600"/>
                  </a:lnTo>
                  <a:lnTo>
                    <a:pt x="1318742" y="6096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6096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609600"/>
                  </a:lnTo>
                  <a:lnTo>
                    <a:pt x="717461" y="6096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609600"/>
                  </a:lnTo>
                  <a:lnTo>
                    <a:pt x="116281" y="6096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609600"/>
                  </a:lnTo>
                  <a:lnTo>
                    <a:pt x="18287988" y="6096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2"/>
            <p:cNvSpPr/>
            <p:nvPr/>
          </p:nvSpPr>
          <p:spPr>
            <a:xfrm>
              <a:off x="0" y="27432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5969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5969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5969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6730314" y="1206500"/>
                  </a:lnTo>
                  <a:lnTo>
                    <a:pt x="6730314" y="1790700"/>
                  </a:lnTo>
                  <a:lnTo>
                    <a:pt x="6748716" y="1790700"/>
                  </a:lnTo>
                  <a:lnTo>
                    <a:pt x="6748716" y="1206500"/>
                  </a:lnTo>
                  <a:lnTo>
                    <a:pt x="7331596" y="1206500"/>
                  </a:lnTo>
                  <a:lnTo>
                    <a:pt x="7331596" y="1790700"/>
                  </a:lnTo>
                  <a:lnTo>
                    <a:pt x="7349998" y="1790700"/>
                  </a:lnTo>
                  <a:lnTo>
                    <a:pt x="7349998" y="1206500"/>
                  </a:lnTo>
                  <a:lnTo>
                    <a:pt x="7932877" y="1206500"/>
                  </a:lnTo>
                  <a:lnTo>
                    <a:pt x="7932877" y="1790700"/>
                  </a:lnTo>
                  <a:lnTo>
                    <a:pt x="7951279" y="1790700"/>
                  </a:lnTo>
                  <a:lnTo>
                    <a:pt x="7951279" y="1206500"/>
                  </a:lnTo>
                  <a:lnTo>
                    <a:pt x="8534159" y="1206500"/>
                  </a:lnTo>
                  <a:lnTo>
                    <a:pt x="8534159" y="1790700"/>
                  </a:lnTo>
                  <a:lnTo>
                    <a:pt x="8552561" y="1790700"/>
                  </a:lnTo>
                  <a:lnTo>
                    <a:pt x="8552561" y="1206500"/>
                  </a:lnTo>
                  <a:lnTo>
                    <a:pt x="9135440" y="1206500"/>
                  </a:lnTo>
                  <a:lnTo>
                    <a:pt x="9135440" y="1790700"/>
                  </a:lnTo>
                  <a:lnTo>
                    <a:pt x="9153842" y="1790700"/>
                  </a:lnTo>
                  <a:lnTo>
                    <a:pt x="9153842" y="1206500"/>
                  </a:lnTo>
                  <a:lnTo>
                    <a:pt x="9736722" y="1206500"/>
                  </a:lnTo>
                  <a:lnTo>
                    <a:pt x="9736722" y="1790700"/>
                  </a:lnTo>
                  <a:lnTo>
                    <a:pt x="9755124" y="1790700"/>
                  </a:lnTo>
                  <a:lnTo>
                    <a:pt x="9755124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2"/>
            <p:cNvSpPr/>
            <p:nvPr/>
          </p:nvSpPr>
          <p:spPr>
            <a:xfrm>
              <a:off x="0" y="3949712"/>
              <a:ext cx="18288000" cy="1778000"/>
            </a:xfrm>
            <a:custGeom>
              <a:rect b="b" l="l" r="r" t="t"/>
              <a:pathLst>
                <a:path extrusionOk="0" h="17780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5969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5969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5969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193800"/>
                  </a:lnTo>
                  <a:lnTo>
                    <a:pt x="116281" y="1193800"/>
                  </a:lnTo>
                  <a:lnTo>
                    <a:pt x="116281" y="1778000"/>
                  </a:lnTo>
                  <a:lnTo>
                    <a:pt x="134569" y="1778000"/>
                  </a:lnTo>
                  <a:lnTo>
                    <a:pt x="134569" y="1193800"/>
                  </a:lnTo>
                  <a:lnTo>
                    <a:pt x="717461" y="1193800"/>
                  </a:lnTo>
                  <a:lnTo>
                    <a:pt x="717461" y="1778000"/>
                  </a:lnTo>
                  <a:lnTo>
                    <a:pt x="735863" y="1778000"/>
                  </a:lnTo>
                  <a:lnTo>
                    <a:pt x="735863" y="1193800"/>
                  </a:lnTo>
                  <a:lnTo>
                    <a:pt x="1318742" y="1193800"/>
                  </a:lnTo>
                  <a:lnTo>
                    <a:pt x="1318742" y="1778000"/>
                  </a:lnTo>
                  <a:lnTo>
                    <a:pt x="1337144" y="1778000"/>
                  </a:lnTo>
                  <a:lnTo>
                    <a:pt x="1337144" y="1193800"/>
                  </a:lnTo>
                  <a:lnTo>
                    <a:pt x="1920024" y="1193800"/>
                  </a:lnTo>
                  <a:lnTo>
                    <a:pt x="1920024" y="1778000"/>
                  </a:lnTo>
                  <a:lnTo>
                    <a:pt x="1938426" y="1778000"/>
                  </a:lnTo>
                  <a:lnTo>
                    <a:pt x="1938426" y="1193800"/>
                  </a:lnTo>
                  <a:lnTo>
                    <a:pt x="2521305" y="1193800"/>
                  </a:lnTo>
                  <a:lnTo>
                    <a:pt x="2521305" y="1778000"/>
                  </a:lnTo>
                  <a:lnTo>
                    <a:pt x="2539708" y="1778000"/>
                  </a:lnTo>
                  <a:lnTo>
                    <a:pt x="2539708" y="1193800"/>
                  </a:lnTo>
                  <a:lnTo>
                    <a:pt x="3122587" y="1193800"/>
                  </a:lnTo>
                  <a:lnTo>
                    <a:pt x="3122587" y="1778000"/>
                  </a:lnTo>
                  <a:lnTo>
                    <a:pt x="3140989" y="1778000"/>
                  </a:lnTo>
                  <a:lnTo>
                    <a:pt x="3140989" y="1193800"/>
                  </a:lnTo>
                  <a:lnTo>
                    <a:pt x="3723894" y="1193800"/>
                  </a:lnTo>
                  <a:lnTo>
                    <a:pt x="3723894" y="1778000"/>
                  </a:lnTo>
                  <a:lnTo>
                    <a:pt x="3742283" y="1778000"/>
                  </a:lnTo>
                  <a:lnTo>
                    <a:pt x="3742283" y="1193800"/>
                  </a:lnTo>
                  <a:lnTo>
                    <a:pt x="4325175" y="1193800"/>
                  </a:lnTo>
                  <a:lnTo>
                    <a:pt x="4325175" y="1778000"/>
                  </a:lnTo>
                  <a:lnTo>
                    <a:pt x="4343565" y="1778000"/>
                  </a:lnTo>
                  <a:lnTo>
                    <a:pt x="4343565" y="1193800"/>
                  </a:lnTo>
                  <a:lnTo>
                    <a:pt x="4926457" y="1193800"/>
                  </a:lnTo>
                  <a:lnTo>
                    <a:pt x="4926457" y="1778000"/>
                  </a:lnTo>
                  <a:lnTo>
                    <a:pt x="4944846" y="1778000"/>
                  </a:lnTo>
                  <a:lnTo>
                    <a:pt x="4944846" y="1193800"/>
                  </a:lnTo>
                  <a:lnTo>
                    <a:pt x="5527738" y="1193800"/>
                  </a:lnTo>
                  <a:lnTo>
                    <a:pt x="5527738" y="1778000"/>
                  </a:lnTo>
                  <a:lnTo>
                    <a:pt x="5546128" y="1778000"/>
                  </a:lnTo>
                  <a:lnTo>
                    <a:pt x="5546128" y="1193800"/>
                  </a:lnTo>
                  <a:lnTo>
                    <a:pt x="6129020" y="1193800"/>
                  </a:lnTo>
                  <a:lnTo>
                    <a:pt x="6129020" y="1778000"/>
                  </a:lnTo>
                  <a:lnTo>
                    <a:pt x="6147409" y="1778000"/>
                  </a:lnTo>
                  <a:lnTo>
                    <a:pt x="6147409" y="1193800"/>
                  </a:lnTo>
                  <a:lnTo>
                    <a:pt x="6730314" y="1193800"/>
                  </a:lnTo>
                  <a:lnTo>
                    <a:pt x="6730314" y="1778000"/>
                  </a:lnTo>
                  <a:lnTo>
                    <a:pt x="6748716" y="1778000"/>
                  </a:lnTo>
                  <a:lnTo>
                    <a:pt x="6748716" y="1193800"/>
                  </a:lnTo>
                  <a:lnTo>
                    <a:pt x="7331596" y="1193800"/>
                  </a:lnTo>
                  <a:lnTo>
                    <a:pt x="7331596" y="1778000"/>
                  </a:lnTo>
                  <a:lnTo>
                    <a:pt x="7349998" y="1778000"/>
                  </a:lnTo>
                  <a:lnTo>
                    <a:pt x="7349998" y="1193800"/>
                  </a:lnTo>
                  <a:lnTo>
                    <a:pt x="7932877" y="1193800"/>
                  </a:lnTo>
                  <a:lnTo>
                    <a:pt x="7932877" y="1778000"/>
                  </a:lnTo>
                  <a:lnTo>
                    <a:pt x="7951279" y="1778000"/>
                  </a:lnTo>
                  <a:lnTo>
                    <a:pt x="7951279" y="1193800"/>
                  </a:lnTo>
                  <a:lnTo>
                    <a:pt x="8534159" y="1193800"/>
                  </a:lnTo>
                  <a:lnTo>
                    <a:pt x="8534159" y="1778000"/>
                  </a:lnTo>
                  <a:lnTo>
                    <a:pt x="8552561" y="1778000"/>
                  </a:lnTo>
                  <a:lnTo>
                    <a:pt x="8552561" y="1193800"/>
                  </a:lnTo>
                  <a:lnTo>
                    <a:pt x="9135440" y="1193800"/>
                  </a:lnTo>
                  <a:lnTo>
                    <a:pt x="9135440" y="1778000"/>
                  </a:lnTo>
                  <a:lnTo>
                    <a:pt x="9153842" y="1778000"/>
                  </a:lnTo>
                  <a:lnTo>
                    <a:pt x="9153842" y="1193800"/>
                  </a:lnTo>
                  <a:lnTo>
                    <a:pt x="9736722" y="1193800"/>
                  </a:lnTo>
                  <a:lnTo>
                    <a:pt x="9736722" y="1778000"/>
                  </a:lnTo>
                  <a:lnTo>
                    <a:pt x="9755124" y="1778000"/>
                  </a:lnTo>
                  <a:lnTo>
                    <a:pt x="9755124" y="1193800"/>
                  </a:lnTo>
                  <a:lnTo>
                    <a:pt x="10338016" y="1193800"/>
                  </a:lnTo>
                  <a:lnTo>
                    <a:pt x="10338016" y="1778000"/>
                  </a:lnTo>
                  <a:lnTo>
                    <a:pt x="10356418" y="1778000"/>
                  </a:lnTo>
                  <a:lnTo>
                    <a:pt x="10356418" y="1193800"/>
                  </a:lnTo>
                  <a:lnTo>
                    <a:pt x="10939310" y="1193800"/>
                  </a:lnTo>
                  <a:lnTo>
                    <a:pt x="10939310" y="1778000"/>
                  </a:lnTo>
                  <a:lnTo>
                    <a:pt x="10957700" y="1778000"/>
                  </a:lnTo>
                  <a:lnTo>
                    <a:pt x="10957700" y="1193800"/>
                  </a:lnTo>
                  <a:lnTo>
                    <a:pt x="11540592" y="1193800"/>
                  </a:lnTo>
                  <a:lnTo>
                    <a:pt x="11540592" y="1778000"/>
                  </a:lnTo>
                  <a:lnTo>
                    <a:pt x="11558981" y="1778000"/>
                  </a:lnTo>
                  <a:lnTo>
                    <a:pt x="11558981" y="1193800"/>
                  </a:lnTo>
                  <a:lnTo>
                    <a:pt x="12141873" y="1193800"/>
                  </a:lnTo>
                  <a:lnTo>
                    <a:pt x="12141873" y="1778000"/>
                  </a:lnTo>
                  <a:lnTo>
                    <a:pt x="12160263" y="1778000"/>
                  </a:lnTo>
                  <a:lnTo>
                    <a:pt x="12160263" y="1193800"/>
                  </a:lnTo>
                  <a:lnTo>
                    <a:pt x="12743155" y="1193800"/>
                  </a:lnTo>
                  <a:lnTo>
                    <a:pt x="12743155" y="1778000"/>
                  </a:lnTo>
                  <a:lnTo>
                    <a:pt x="12761544" y="1778000"/>
                  </a:lnTo>
                  <a:lnTo>
                    <a:pt x="12761544" y="1193800"/>
                  </a:lnTo>
                  <a:lnTo>
                    <a:pt x="13344449" y="1193800"/>
                  </a:lnTo>
                  <a:lnTo>
                    <a:pt x="13344449" y="1778000"/>
                  </a:lnTo>
                  <a:lnTo>
                    <a:pt x="13362851" y="1778000"/>
                  </a:lnTo>
                  <a:lnTo>
                    <a:pt x="13362851" y="1193800"/>
                  </a:lnTo>
                  <a:lnTo>
                    <a:pt x="18287988" y="11938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2"/>
            <p:cNvSpPr/>
            <p:nvPr/>
          </p:nvSpPr>
          <p:spPr>
            <a:xfrm>
              <a:off x="0" y="51435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609600"/>
                  </a:lnTo>
                  <a:lnTo>
                    <a:pt x="18154727" y="1193800"/>
                  </a:lnTo>
                  <a:lnTo>
                    <a:pt x="17571835" y="1193800"/>
                  </a:lnTo>
                  <a:lnTo>
                    <a:pt x="17571835" y="609600"/>
                  </a:lnTo>
                  <a:lnTo>
                    <a:pt x="18154727" y="6096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609600"/>
                  </a:lnTo>
                  <a:lnTo>
                    <a:pt x="17553445" y="1193800"/>
                  </a:lnTo>
                  <a:lnTo>
                    <a:pt x="16970553" y="1193800"/>
                  </a:lnTo>
                  <a:lnTo>
                    <a:pt x="16970553" y="609600"/>
                  </a:lnTo>
                  <a:lnTo>
                    <a:pt x="17553445" y="6096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609600"/>
                  </a:lnTo>
                  <a:lnTo>
                    <a:pt x="16952164" y="1193800"/>
                  </a:lnTo>
                  <a:lnTo>
                    <a:pt x="16369272" y="1193800"/>
                  </a:lnTo>
                  <a:lnTo>
                    <a:pt x="16369272" y="609600"/>
                  </a:lnTo>
                  <a:lnTo>
                    <a:pt x="16952164" y="6096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609600"/>
                  </a:lnTo>
                  <a:lnTo>
                    <a:pt x="16350882" y="1193800"/>
                  </a:lnTo>
                  <a:lnTo>
                    <a:pt x="15767977" y="1193800"/>
                  </a:lnTo>
                  <a:lnTo>
                    <a:pt x="15767977" y="609600"/>
                  </a:lnTo>
                  <a:lnTo>
                    <a:pt x="16350882" y="6096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609600"/>
                  </a:lnTo>
                  <a:lnTo>
                    <a:pt x="15749575" y="1193800"/>
                  </a:lnTo>
                  <a:lnTo>
                    <a:pt x="15166696" y="1193800"/>
                  </a:lnTo>
                  <a:lnTo>
                    <a:pt x="15166696" y="609600"/>
                  </a:lnTo>
                  <a:lnTo>
                    <a:pt x="15749575" y="6096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609600"/>
                  </a:lnTo>
                  <a:lnTo>
                    <a:pt x="15148294" y="1193800"/>
                  </a:lnTo>
                  <a:lnTo>
                    <a:pt x="14565414" y="1193800"/>
                  </a:lnTo>
                  <a:lnTo>
                    <a:pt x="14565414" y="609600"/>
                  </a:lnTo>
                  <a:lnTo>
                    <a:pt x="15148294" y="6096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609600"/>
                  </a:lnTo>
                  <a:lnTo>
                    <a:pt x="14547012" y="1193800"/>
                  </a:lnTo>
                  <a:lnTo>
                    <a:pt x="13964133" y="1193800"/>
                  </a:lnTo>
                  <a:lnTo>
                    <a:pt x="13964133" y="609600"/>
                  </a:lnTo>
                  <a:lnTo>
                    <a:pt x="14547012" y="6096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609600"/>
                  </a:lnTo>
                  <a:lnTo>
                    <a:pt x="13945730" y="1193800"/>
                  </a:lnTo>
                  <a:lnTo>
                    <a:pt x="13362851" y="1193800"/>
                  </a:lnTo>
                  <a:lnTo>
                    <a:pt x="13362851" y="609600"/>
                  </a:lnTo>
                  <a:lnTo>
                    <a:pt x="13945730" y="6096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609600"/>
                  </a:lnTo>
                  <a:lnTo>
                    <a:pt x="13344449" y="1193800"/>
                  </a:lnTo>
                  <a:lnTo>
                    <a:pt x="12761544" y="1193800"/>
                  </a:lnTo>
                  <a:lnTo>
                    <a:pt x="12761544" y="609600"/>
                  </a:lnTo>
                  <a:lnTo>
                    <a:pt x="13344449" y="609600"/>
                  </a:lnTo>
                  <a:lnTo>
                    <a:pt x="13344449" y="584200"/>
                  </a:lnTo>
                  <a:lnTo>
                    <a:pt x="12743155" y="584200"/>
                  </a:lnTo>
                  <a:lnTo>
                    <a:pt x="12743155" y="609600"/>
                  </a:lnTo>
                  <a:lnTo>
                    <a:pt x="12743155" y="1193800"/>
                  </a:lnTo>
                  <a:lnTo>
                    <a:pt x="12160263" y="1193800"/>
                  </a:lnTo>
                  <a:lnTo>
                    <a:pt x="12160263" y="609600"/>
                  </a:lnTo>
                  <a:lnTo>
                    <a:pt x="12743155" y="609600"/>
                  </a:lnTo>
                  <a:lnTo>
                    <a:pt x="12743155" y="584200"/>
                  </a:lnTo>
                  <a:lnTo>
                    <a:pt x="12141873" y="584200"/>
                  </a:lnTo>
                  <a:lnTo>
                    <a:pt x="12141873" y="609600"/>
                  </a:lnTo>
                  <a:lnTo>
                    <a:pt x="12141873" y="1193800"/>
                  </a:lnTo>
                  <a:lnTo>
                    <a:pt x="11558981" y="1193800"/>
                  </a:lnTo>
                  <a:lnTo>
                    <a:pt x="11558981" y="609600"/>
                  </a:lnTo>
                  <a:lnTo>
                    <a:pt x="12141873" y="609600"/>
                  </a:lnTo>
                  <a:lnTo>
                    <a:pt x="12141873" y="584200"/>
                  </a:lnTo>
                  <a:lnTo>
                    <a:pt x="11540592" y="584200"/>
                  </a:lnTo>
                  <a:lnTo>
                    <a:pt x="11540592" y="609600"/>
                  </a:lnTo>
                  <a:lnTo>
                    <a:pt x="11540592" y="1193800"/>
                  </a:lnTo>
                  <a:lnTo>
                    <a:pt x="10957700" y="1193800"/>
                  </a:lnTo>
                  <a:lnTo>
                    <a:pt x="10957700" y="609600"/>
                  </a:lnTo>
                  <a:lnTo>
                    <a:pt x="11540592" y="609600"/>
                  </a:lnTo>
                  <a:lnTo>
                    <a:pt x="11540592" y="584200"/>
                  </a:lnTo>
                  <a:lnTo>
                    <a:pt x="10939310" y="584200"/>
                  </a:lnTo>
                  <a:lnTo>
                    <a:pt x="10939310" y="609600"/>
                  </a:lnTo>
                  <a:lnTo>
                    <a:pt x="10939310" y="1193800"/>
                  </a:lnTo>
                  <a:lnTo>
                    <a:pt x="10356418" y="1193800"/>
                  </a:lnTo>
                  <a:lnTo>
                    <a:pt x="10356418" y="609600"/>
                  </a:lnTo>
                  <a:lnTo>
                    <a:pt x="10939310" y="609600"/>
                  </a:lnTo>
                  <a:lnTo>
                    <a:pt x="10939310" y="584200"/>
                  </a:lnTo>
                  <a:lnTo>
                    <a:pt x="10338016" y="584200"/>
                  </a:lnTo>
                  <a:lnTo>
                    <a:pt x="10338016" y="609600"/>
                  </a:lnTo>
                  <a:lnTo>
                    <a:pt x="10338016" y="1193800"/>
                  </a:lnTo>
                  <a:lnTo>
                    <a:pt x="9755124" y="1193800"/>
                  </a:lnTo>
                  <a:lnTo>
                    <a:pt x="9755124" y="609600"/>
                  </a:lnTo>
                  <a:lnTo>
                    <a:pt x="10338016" y="609600"/>
                  </a:lnTo>
                  <a:lnTo>
                    <a:pt x="10338016" y="584200"/>
                  </a:lnTo>
                  <a:lnTo>
                    <a:pt x="9736722" y="584200"/>
                  </a:lnTo>
                  <a:lnTo>
                    <a:pt x="9736722" y="609600"/>
                  </a:lnTo>
                  <a:lnTo>
                    <a:pt x="9736722" y="1193800"/>
                  </a:lnTo>
                  <a:lnTo>
                    <a:pt x="9153842" y="1193800"/>
                  </a:lnTo>
                  <a:lnTo>
                    <a:pt x="9153842" y="609600"/>
                  </a:lnTo>
                  <a:lnTo>
                    <a:pt x="9736722" y="609600"/>
                  </a:lnTo>
                  <a:lnTo>
                    <a:pt x="9736722" y="584200"/>
                  </a:lnTo>
                  <a:lnTo>
                    <a:pt x="9135440" y="584200"/>
                  </a:lnTo>
                  <a:lnTo>
                    <a:pt x="9135440" y="609600"/>
                  </a:lnTo>
                  <a:lnTo>
                    <a:pt x="9135440" y="1193800"/>
                  </a:lnTo>
                  <a:lnTo>
                    <a:pt x="8552561" y="1193800"/>
                  </a:lnTo>
                  <a:lnTo>
                    <a:pt x="8552561" y="609600"/>
                  </a:lnTo>
                  <a:lnTo>
                    <a:pt x="9135440" y="609600"/>
                  </a:lnTo>
                  <a:lnTo>
                    <a:pt x="9135440" y="584200"/>
                  </a:lnTo>
                  <a:lnTo>
                    <a:pt x="8534159" y="584200"/>
                  </a:lnTo>
                  <a:lnTo>
                    <a:pt x="8534159" y="609600"/>
                  </a:lnTo>
                  <a:lnTo>
                    <a:pt x="8534159" y="1193800"/>
                  </a:lnTo>
                  <a:lnTo>
                    <a:pt x="7951279" y="1193800"/>
                  </a:lnTo>
                  <a:lnTo>
                    <a:pt x="7951279" y="609600"/>
                  </a:lnTo>
                  <a:lnTo>
                    <a:pt x="8534159" y="609600"/>
                  </a:lnTo>
                  <a:lnTo>
                    <a:pt x="8534159" y="584200"/>
                  </a:lnTo>
                  <a:lnTo>
                    <a:pt x="7932877" y="584200"/>
                  </a:lnTo>
                  <a:lnTo>
                    <a:pt x="7932877" y="609600"/>
                  </a:lnTo>
                  <a:lnTo>
                    <a:pt x="7932877" y="1193800"/>
                  </a:lnTo>
                  <a:lnTo>
                    <a:pt x="7349998" y="1193800"/>
                  </a:lnTo>
                  <a:lnTo>
                    <a:pt x="7349998" y="609600"/>
                  </a:lnTo>
                  <a:lnTo>
                    <a:pt x="7932877" y="609600"/>
                  </a:lnTo>
                  <a:lnTo>
                    <a:pt x="7932877" y="584200"/>
                  </a:lnTo>
                  <a:lnTo>
                    <a:pt x="7331596" y="584200"/>
                  </a:lnTo>
                  <a:lnTo>
                    <a:pt x="7331596" y="609600"/>
                  </a:lnTo>
                  <a:lnTo>
                    <a:pt x="7331596" y="1193800"/>
                  </a:lnTo>
                  <a:lnTo>
                    <a:pt x="6748716" y="1193800"/>
                  </a:lnTo>
                  <a:lnTo>
                    <a:pt x="6748716" y="609600"/>
                  </a:lnTo>
                  <a:lnTo>
                    <a:pt x="7331596" y="609600"/>
                  </a:lnTo>
                  <a:lnTo>
                    <a:pt x="7331596" y="584200"/>
                  </a:lnTo>
                  <a:lnTo>
                    <a:pt x="6730314" y="584200"/>
                  </a:lnTo>
                  <a:lnTo>
                    <a:pt x="6730314" y="609600"/>
                  </a:lnTo>
                  <a:lnTo>
                    <a:pt x="6730314" y="1193800"/>
                  </a:lnTo>
                  <a:lnTo>
                    <a:pt x="6147409" y="1193800"/>
                  </a:lnTo>
                  <a:lnTo>
                    <a:pt x="6147409" y="609600"/>
                  </a:lnTo>
                  <a:lnTo>
                    <a:pt x="6730314" y="609600"/>
                  </a:lnTo>
                  <a:lnTo>
                    <a:pt x="6730314" y="584200"/>
                  </a:lnTo>
                  <a:lnTo>
                    <a:pt x="6129020" y="584200"/>
                  </a:lnTo>
                  <a:lnTo>
                    <a:pt x="6129020" y="609600"/>
                  </a:lnTo>
                  <a:lnTo>
                    <a:pt x="6129020" y="1193800"/>
                  </a:lnTo>
                  <a:lnTo>
                    <a:pt x="5546128" y="1193800"/>
                  </a:lnTo>
                  <a:lnTo>
                    <a:pt x="5546128" y="609600"/>
                  </a:lnTo>
                  <a:lnTo>
                    <a:pt x="6129020" y="6096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609600"/>
                  </a:lnTo>
                  <a:lnTo>
                    <a:pt x="5527738" y="1193800"/>
                  </a:lnTo>
                  <a:lnTo>
                    <a:pt x="4944846" y="1193800"/>
                  </a:lnTo>
                  <a:lnTo>
                    <a:pt x="4944846" y="609600"/>
                  </a:lnTo>
                  <a:lnTo>
                    <a:pt x="5527738" y="6096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609600"/>
                  </a:lnTo>
                  <a:lnTo>
                    <a:pt x="4926457" y="1193800"/>
                  </a:lnTo>
                  <a:lnTo>
                    <a:pt x="4343565" y="1193800"/>
                  </a:lnTo>
                  <a:lnTo>
                    <a:pt x="4343565" y="609600"/>
                  </a:lnTo>
                  <a:lnTo>
                    <a:pt x="4926457" y="6096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609600"/>
                  </a:lnTo>
                  <a:lnTo>
                    <a:pt x="4325175" y="1193800"/>
                  </a:lnTo>
                  <a:lnTo>
                    <a:pt x="3742283" y="1193800"/>
                  </a:lnTo>
                  <a:lnTo>
                    <a:pt x="3742283" y="609600"/>
                  </a:lnTo>
                  <a:lnTo>
                    <a:pt x="4325175" y="6096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609600"/>
                  </a:lnTo>
                  <a:lnTo>
                    <a:pt x="3723894" y="1193800"/>
                  </a:lnTo>
                  <a:lnTo>
                    <a:pt x="3140989" y="1193800"/>
                  </a:lnTo>
                  <a:lnTo>
                    <a:pt x="3140989" y="609600"/>
                  </a:lnTo>
                  <a:lnTo>
                    <a:pt x="3723894" y="6096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609600"/>
                  </a:lnTo>
                  <a:lnTo>
                    <a:pt x="3122587" y="1193800"/>
                  </a:lnTo>
                  <a:lnTo>
                    <a:pt x="2539708" y="1193800"/>
                  </a:lnTo>
                  <a:lnTo>
                    <a:pt x="2539708" y="609600"/>
                  </a:lnTo>
                  <a:lnTo>
                    <a:pt x="3122587" y="6096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609600"/>
                  </a:lnTo>
                  <a:lnTo>
                    <a:pt x="2521305" y="1193800"/>
                  </a:lnTo>
                  <a:lnTo>
                    <a:pt x="1938426" y="1193800"/>
                  </a:lnTo>
                  <a:lnTo>
                    <a:pt x="1938426" y="609600"/>
                  </a:lnTo>
                  <a:lnTo>
                    <a:pt x="2521305" y="6096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609600"/>
                  </a:lnTo>
                  <a:lnTo>
                    <a:pt x="1920024" y="1193800"/>
                  </a:lnTo>
                  <a:lnTo>
                    <a:pt x="1337144" y="1193800"/>
                  </a:lnTo>
                  <a:lnTo>
                    <a:pt x="1337144" y="609600"/>
                  </a:lnTo>
                  <a:lnTo>
                    <a:pt x="1920024" y="6096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609600"/>
                  </a:lnTo>
                  <a:lnTo>
                    <a:pt x="1318742" y="1193800"/>
                  </a:lnTo>
                  <a:lnTo>
                    <a:pt x="735863" y="1193800"/>
                  </a:lnTo>
                  <a:lnTo>
                    <a:pt x="735863" y="609600"/>
                  </a:lnTo>
                  <a:lnTo>
                    <a:pt x="1318742" y="6096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609600"/>
                  </a:lnTo>
                  <a:lnTo>
                    <a:pt x="717461" y="1193800"/>
                  </a:lnTo>
                  <a:lnTo>
                    <a:pt x="134569" y="1193800"/>
                  </a:lnTo>
                  <a:lnTo>
                    <a:pt x="134569" y="609600"/>
                  </a:lnTo>
                  <a:lnTo>
                    <a:pt x="717461" y="6096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609600"/>
                  </a:lnTo>
                  <a:lnTo>
                    <a:pt x="116281" y="609600"/>
                  </a:lnTo>
                  <a:lnTo>
                    <a:pt x="116281" y="1193800"/>
                  </a:lnTo>
                  <a:lnTo>
                    <a:pt x="0" y="11938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6730314" y="1206500"/>
                  </a:lnTo>
                  <a:lnTo>
                    <a:pt x="6730314" y="1790700"/>
                  </a:lnTo>
                  <a:lnTo>
                    <a:pt x="6748716" y="1790700"/>
                  </a:lnTo>
                  <a:lnTo>
                    <a:pt x="6748716" y="1206500"/>
                  </a:lnTo>
                  <a:lnTo>
                    <a:pt x="7331596" y="1206500"/>
                  </a:lnTo>
                  <a:lnTo>
                    <a:pt x="7331596" y="1790700"/>
                  </a:lnTo>
                  <a:lnTo>
                    <a:pt x="7349998" y="1790700"/>
                  </a:lnTo>
                  <a:lnTo>
                    <a:pt x="7349998" y="1206500"/>
                  </a:lnTo>
                  <a:lnTo>
                    <a:pt x="7932877" y="1206500"/>
                  </a:lnTo>
                  <a:lnTo>
                    <a:pt x="7932877" y="1790700"/>
                  </a:lnTo>
                  <a:lnTo>
                    <a:pt x="7951279" y="1790700"/>
                  </a:lnTo>
                  <a:lnTo>
                    <a:pt x="7951279" y="1206500"/>
                  </a:lnTo>
                  <a:lnTo>
                    <a:pt x="8534159" y="1206500"/>
                  </a:lnTo>
                  <a:lnTo>
                    <a:pt x="8534159" y="1790700"/>
                  </a:lnTo>
                  <a:lnTo>
                    <a:pt x="8552561" y="1790700"/>
                  </a:lnTo>
                  <a:lnTo>
                    <a:pt x="8552561" y="1206500"/>
                  </a:lnTo>
                  <a:lnTo>
                    <a:pt x="9135440" y="1206500"/>
                  </a:lnTo>
                  <a:lnTo>
                    <a:pt x="9135440" y="1790700"/>
                  </a:lnTo>
                  <a:lnTo>
                    <a:pt x="9153842" y="1790700"/>
                  </a:lnTo>
                  <a:lnTo>
                    <a:pt x="9153842" y="1206500"/>
                  </a:lnTo>
                  <a:lnTo>
                    <a:pt x="9736722" y="1206500"/>
                  </a:lnTo>
                  <a:lnTo>
                    <a:pt x="9736722" y="1790700"/>
                  </a:lnTo>
                  <a:lnTo>
                    <a:pt x="9755124" y="1790700"/>
                  </a:lnTo>
                  <a:lnTo>
                    <a:pt x="9755124" y="1206500"/>
                  </a:lnTo>
                  <a:lnTo>
                    <a:pt x="10338016" y="1206500"/>
                  </a:lnTo>
                  <a:lnTo>
                    <a:pt x="10338016" y="1790700"/>
                  </a:lnTo>
                  <a:lnTo>
                    <a:pt x="10356418" y="1790700"/>
                  </a:lnTo>
                  <a:lnTo>
                    <a:pt x="10356418" y="1206500"/>
                  </a:lnTo>
                  <a:lnTo>
                    <a:pt x="10939310" y="1206500"/>
                  </a:lnTo>
                  <a:lnTo>
                    <a:pt x="10939310" y="1790700"/>
                  </a:lnTo>
                  <a:lnTo>
                    <a:pt x="10957700" y="1790700"/>
                  </a:lnTo>
                  <a:lnTo>
                    <a:pt x="10957700" y="1206500"/>
                  </a:lnTo>
                  <a:lnTo>
                    <a:pt x="11540592" y="1206500"/>
                  </a:lnTo>
                  <a:lnTo>
                    <a:pt x="11540592" y="1790700"/>
                  </a:lnTo>
                  <a:lnTo>
                    <a:pt x="11558981" y="1790700"/>
                  </a:lnTo>
                  <a:lnTo>
                    <a:pt x="11558981" y="1206500"/>
                  </a:lnTo>
                  <a:lnTo>
                    <a:pt x="12141873" y="1206500"/>
                  </a:lnTo>
                  <a:lnTo>
                    <a:pt x="12141873" y="1790700"/>
                  </a:lnTo>
                  <a:lnTo>
                    <a:pt x="12160263" y="1790700"/>
                  </a:lnTo>
                  <a:lnTo>
                    <a:pt x="12160263" y="1206500"/>
                  </a:lnTo>
                  <a:lnTo>
                    <a:pt x="12743155" y="1206500"/>
                  </a:lnTo>
                  <a:lnTo>
                    <a:pt x="12743155" y="1790700"/>
                  </a:lnTo>
                  <a:lnTo>
                    <a:pt x="12761544" y="1790700"/>
                  </a:lnTo>
                  <a:lnTo>
                    <a:pt x="12761544" y="1206500"/>
                  </a:lnTo>
                  <a:lnTo>
                    <a:pt x="13344449" y="1206500"/>
                  </a:lnTo>
                  <a:lnTo>
                    <a:pt x="13344449" y="1790700"/>
                  </a:lnTo>
                  <a:lnTo>
                    <a:pt x="13362851" y="1790700"/>
                  </a:lnTo>
                  <a:lnTo>
                    <a:pt x="13362851" y="1206500"/>
                  </a:lnTo>
                  <a:lnTo>
                    <a:pt x="13945730" y="1206500"/>
                  </a:lnTo>
                  <a:lnTo>
                    <a:pt x="13945730" y="1790700"/>
                  </a:lnTo>
                  <a:lnTo>
                    <a:pt x="13964133" y="1790700"/>
                  </a:lnTo>
                  <a:lnTo>
                    <a:pt x="13964133" y="1206500"/>
                  </a:lnTo>
                  <a:lnTo>
                    <a:pt x="14547012" y="1206500"/>
                  </a:lnTo>
                  <a:lnTo>
                    <a:pt x="14547012" y="1790700"/>
                  </a:lnTo>
                  <a:lnTo>
                    <a:pt x="14565414" y="1790700"/>
                  </a:lnTo>
                  <a:lnTo>
                    <a:pt x="14565414" y="1206500"/>
                  </a:lnTo>
                  <a:lnTo>
                    <a:pt x="15148294" y="1206500"/>
                  </a:lnTo>
                  <a:lnTo>
                    <a:pt x="15148294" y="1790700"/>
                  </a:lnTo>
                  <a:lnTo>
                    <a:pt x="15166696" y="1790700"/>
                  </a:lnTo>
                  <a:lnTo>
                    <a:pt x="15166696" y="1206500"/>
                  </a:lnTo>
                  <a:lnTo>
                    <a:pt x="15749575" y="1206500"/>
                  </a:lnTo>
                  <a:lnTo>
                    <a:pt x="15749575" y="1790700"/>
                  </a:lnTo>
                  <a:lnTo>
                    <a:pt x="15767977" y="1790700"/>
                  </a:lnTo>
                  <a:lnTo>
                    <a:pt x="15767977" y="1206500"/>
                  </a:lnTo>
                  <a:lnTo>
                    <a:pt x="16350882" y="1206500"/>
                  </a:lnTo>
                  <a:lnTo>
                    <a:pt x="16350882" y="1790700"/>
                  </a:lnTo>
                  <a:lnTo>
                    <a:pt x="16369272" y="1790700"/>
                  </a:lnTo>
                  <a:lnTo>
                    <a:pt x="16369272" y="1206500"/>
                  </a:lnTo>
                  <a:lnTo>
                    <a:pt x="16952164" y="1206500"/>
                  </a:lnTo>
                  <a:lnTo>
                    <a:pt x="16952164" y="1790700"/>
                  </a:lnTo>
                  <a:lnTo>
                    <a:pt x="16970553" y="1790700"/>
                  </a:lnTo>
                  <a:lnTo>
                    <a:pt x="16970553" y="1206500"/>
                  </a:lnTo>
                  <a:lnTo>
                    <a:pt x="18287988" y="1206500"/>
                  </a:lnTo>
                  <a:lnTo>
                    <a:pt x="18287988" y="1193800"/>
                  </a:lnTo>
                  <a:lnTo>
                    <a:pt x="18173218" y="1193800"/>
                  </a:lnTo>
                  <a:lnTo>
                    <a:pt x="18173218" y="609600"/>
                  </a:lnTo>
                  <a:lnTo>
                    <a:pt x="18287988" y="6096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2"/>
            <p:cNvSpPr/>
            <p:nvPr/>
          </p:nvSpPr>
          <p:spPr>
            <a:xfrm>
              <a:off x="0" y="6350012"/>
              <a:ext cx="18288000" cy="2387600"/>
            </a:xfrm>
            <a:custGeom>
              <a:rect b="b" l="l" r="r" t="t"/>
              <a:pathLst>
                <a:path extrusionOk="0" h="23876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1790700"/>
                  </a:lnTo>
                  <a:lnTo>
                    <a:pt x="17571835" y="1790700"/>
                  </a:lnTo>
                  <a:lnTo>
                    <a:pt x="17571835" y="1206500"/>
                  </a:lnTo>
                  <a:lnTo>
                    <a:pt x="18154727" y="12065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1790700"/>
                  </a:lnTo>
                  <a:lnTo>
                    <a:pt x="16970553" y="1790700"/>
                  </a:lnTo>
                  <a:lnTo>
                    <a:pt x="16970553" y="1206500"/>
                  </a:lnTo>
                  <a:lnTo>
                    <a:pt x="17553445" y="12065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1790700"/>
                  </a:lnTo>
                  <a:lnTo>
                    <a:pt x="16369272" y="1790700"/>
                  </a:lnTo>
                  <a:lnTo>
                    <a:pt x="16369272" y="1206500"/>
                  </a:lnTo>
                  <a:lnTo>
                    <a:pt x="16952164" y="12065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6350882" y="1206500"/>
                  </a:lnTo>
                  <a:lnTo>
                    <a:pt x="16350882" y="1790700"/>
                  </a:lnTo>
                  <a:lnTo>
                    <a:pt x="15767977" y="1790700"/>
                  </a:lnTo>
                  <a:lnTo>
                    <a:pt x="15767977" y="1206500"/>
                  </a:lnTo>
                  <a:lnTo>
                    <a:pt x="16350882" y="12065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749575" y="1206500"/>
                  </a:lnTo>
                  <a:lnTo>
                    <a:pt x="15749575" y="1790700"/>
                  </a:lnTo>
                  <a:lnTo>
                    <a:pt x="15166696" y="1790700"/>
                  </a:lnTo>
                  <a:lnTo>
                    <a:pt x="15166696" y="1206500"/>
                  </a:lnTo>
                  <a:lnTo>
                    <a:pt x="15749575" y="12065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5148294" y="1206500"/>
                  </a:lnTo>
                  <a:lnTo>
                    <a:pt x="15148294" y="1790700"/>
                  </a:lnTo>
                  <a:lnTo>
                    <a:pt x="14565414" y="1790700"/>
                  </a:lnTo>
                  <a:lnTo>
                    <a:pt x="14565414" y="1206500"/>
                  </a:lnTo>
                  <a:lnTo>
                    <a:pt x="15148294" y="12065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4547012" y="1206500"/>
                  </a:lnTo>
                  <a:lnTo>
                    <a:pt x="14547012" y="1790700"/>
                  </a:lnTo>
                  <a:lnTo>
                    <a:pt x="13964133" y="1790700"/>
                  </a:lnTo>
                  <a:lnTo>
                    <a:pt x="13964133" y="1206500"/>
                  </a:lnTo>
                  <a:lnTo>
                    <a:pt x="14547012" y="12065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945730" y="1206500"/>
                  </a:lnTo>
                  <a:lnTo>
                    <a:pt x="13945730" y="1790700"/>
                  </a:lnTo>
                  <a:lnTo>
                    <a:pt x="13362851" y="1790700"/>
                  </a:lnTo>
                  <a:lnTo>
                    <a:pt x="13362851" y="1206500"/>
                  </a:lnTo>
                  <a:lnTo>
                    <a:pt x="13945730" y="12065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3344449" y="1206500"/>
                  </a:lnTo>
                  <a:lnTo>
                    <a:pt x="13344449" y="1790700"/>
                  </a:lnTo>
                  <a:lnTo>
                    <a:pt x="12761544" y="1790700"/>
                  </a:lnTo>
                  <a:lnTo>
                    <a:pt x="12761544" y="1206500"/>
                  </a:lnTo>
                  <a:lnTo>
                    <a:pt x="13344449" y="12065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743155" y="1206500"/>
                  </a:lnTo>
                  <a:lnTo>
                    <a:pt x="12743155" y="1790700"/>
                  </a:lnTo>
                  <a:lnTo>
                    <a:pt x="12160263" y="1790700"/>
                  </a:lnTo>
                  <a:lnTo>
                    <a:pt x="12160263" y="1206500"/>
                  </a:lnTo>
                  <a:lnTo>
                    <a:pt x="12743155" y="12065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2141873" y="1206500"/>
                  </a:lnTo>
                  <a:lnTo>
                    <a:pt x="12141873" y="1790700"/>
                  </a:lnTo>
                  <a:lnTo>
                    <a:pt x="11558981" y="1790700"/>
                  </a:lnTo>
                  <a:lnTo>
                    <a:pt x="11558981" y="1206500"/>
                  </a:lnTo>
                  <a:lnTo>
                    <a:pt x="12141873" y="12065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1540592" y="1206500"/>
                  </a:lnTo>
                  <a:lnTo>
                    <a:pt x="11540592" y="1790700"/>
                  </a:lnTo>
                  <a:lnTo>
                    <a:pt x="10957700" y="1790700"/>
                  </a:lnTo>
                  <a:lnTo>
                    <a:pt x="10957700" y="1206500"/>
                  </a:lnTo>
                  <a:lnTo>
                    <a:pt x="11540592" y="12065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939310" y="1206500"/>
                  </a:lnTo>
                  <a:lnTo>
                    <a:pt x="10939310" y="1790700"/>
                  </a:lnTo>
                  <a:lnTo>
                    <a:pt x="10356418" y="1790700"/>
                  </a:lnTo>
                  <a:lnTo>
                    <a:pt x="10356418" y="1206500"/>
                  </a:lnTo>
                  <a:lnTo>
                    <a:pt x="10939310" y="12065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10338016" y="1206500"/>
                  </a:lnTo>
                  <a:lnTo>
                    <a:pt x="10338016" y="1790700"/>
                  </a:lnTo>
                  <a:lnTo>
                    <a:pt x="9755124" y="1790700"/>
                  </a:lnTo>
                  <a:lnTo>
                    <a:pt x="9755124" y="1206500"/>
                  </a:lnTo>
                  <a:lnTo>
                    <a:pt x="10338016" y="12065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736722" y="1206500"/>
                  </a:lnTo>
                  <a:lnTo>
                    <a:pt x="9736722" y="1790700"/>
                  </a:lnTo>
                  <a:lnTo>
                    <a:pt x="9153842" y="1790700"/>
                  </a:lnTo>
                  <a:lnTo>
                    <a:pt x="9153842" y="1206500"/>
                  </a:lnTo>
                  <a:lnTo>
                    <a:pt x="9736722" y="12065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9135440" y="1206500"/>
                  </a:lnTo>
                  <a:lnTo>
                    <a:pt x="9135440" y="1790700"/>
                  </a:lnTo>
                  <a:lnTo>
                    <a:pt x="8552561" y="1790700"/>
                  </a:lnTo>
                  <a:lnTo>
                    <a:pt x="8552561" y="1206500"/>
                  </a:lnTo>
                  <a:lnTo>
                    <a:pt x="9135440" y="12065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8534159" y="1206500"/>
                  </a:lnTo>
                  <a:lnTo>
                    <a:pt x="8534159" y="1790700"/>
                  </a:lnTo>
                  <a:lnTo>
                    <a:pt x="7951279" y="1790700"/>
                  </a:lnTo>
                  <a:lnTo>
                    <a:pt x="7951279" y="1206500"/>
                  </a:lnTo>
                  <a:lnTo>
                    <a:pt x="8534159" y="12065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932877" y="1206500"/>
                  </a:lnTo>
                  <a:lnTo>
                    <a:pt x="7932877" y="1790700"/>
                  </a:lnTo>
                  <a:lnTo>
                    <a:pt x="7349998" y="1790700"/>
                  </a:lnTo>
                  <a:lnTo>
                    <a:pt x="7349998" y="1206500"/>
                  </a:lnTo>
                  <a:lnTo>
                    <a:pt x="7932877" y="12065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7331596" y="1206500"/>
                  </a:lnTo>
                  <a:lnTo>
                    <a:pt x="7331596" y="1790700"/>
                  </a:lnTo>
                  <a:lnTo>
                    <a:pt x="6748716" y="1790700"/>
                  </a:lnTo>
                  <a:lnTo>
                    <a:pt x="6748716" y="1206500"/>
                  </a:lnTo>
                  <a:lnTo>
                    <a:pt x="7331596" y="12065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730314" y="1206500"/>
                  </a:lnTo>
                  <a:lnTo>
                    <a:pt x="6730314" y="1790700"/>
                  </a:lnTo>
                  <a:lnTo>
                    <a:pt x="6147409" y="1790700"/>
                  </a:lnTo>
                  <a:lnTo>
                    <a:pt x="6147409" y="1206500"/>
                  </a:lnTo>
                  <a:lnTo>
                    <a:pt x="6730314" y="12065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6129020" y="1206500"/>
                  </a:lnTo>
                  <a:lnTo>
                    <a:pt x="6129020" y="1790700"/>
                  </a:lnTo>
                  <a:lnTo>
                    <a:pt x="5546128" y="1790700"/>
                  </a:lnTo>
                  <a:lnTo>
                    <a:pt x="5546128" y="1206500"/>
                  </a:lnTo>
                  <a:lnTo>
                    <a:pt x="6129020" y="12065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5527738" y="1206500"/>
                  </a:lnTo>
                  <a:lnTo>
                    <a:pt x="5527738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5527738" y="12065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0" y="1790700"/>
                  </a:lnTo>
                  <a:lnTo>
                    <a:pt x="0" y="1803400"/>
                  </a:lnTo>
                  <a:lnTo>
                    <a:pt x="116281" y="1803400"/>
                  </a:lnTo>
                  <a:lnTo>
                    <a:pt x="116281" y="2387600"/>
                  </a:lnTo>
                  <a:lnTo>
                    <a:pt x="134569" y="2387600"/>
                  </a:lnTo>
                  <a:lnTo>
                    <a:pt x="134569" y="1803400"/>
                  </a:lnTo>
                  <a:lnTo>
                    <a:pt x="717461" y="1803400"/>
                  </a:lnTo>
                  <a:lnTo>
                    <a:pt x="717461" y="2387600"/>
                  </a:lnTo>
                  <a:lnTo>
                    <a:pt x="735863" y="2387600"/>
                  </a:lnTo>
                  <a:lnTo>
                    <a:pt x="735863" y="1803400"/>
                  </a:lnTo>
                  <a:lnTo>
                    <a:pt x="1318742" y="1803400"/>
                  </a:lnTo>
                  <a:lnTo>
                    <a:pt x="1318742" y="2387600"/>
                  </a:lnTo>
                  <a:lnTo>
                    <a:pt x="1337144" y="2387600"/>
                  </a:lnTo>
                  <a:lnTo>
                    <a:pt x="1337144" y="1803400"/>
                  </a:lnTo>
                  <a:lnTo>
                    <a:pt x="18287988" y="1803400"/>
                  </a:lnTo>
                  <a:lnTo>
                    <a:pt x="18287988" y="1790700"/>
                  </a:lnTo>
                  <a:lnTo>
                    <a:pt x="18173218" y="1790700"/>
                  </a:lnTo>
                  <a:lnTo>
                    <a:pt x="18173218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2"/>
            <p:cNvSpPr/>
            <p:nvPr/>
          </p:nvSpPr>
          <p:spPr>
            <a:xfrm>
              <a:off x="0" y="8153412"/>
              <a:ext cx="18288000" cy="1790700"/>
            </a:xfrm>
            <a:custGeom>
              <a:rect b="b" l="l" r="r" t="t"/>
              <a:pathLst>
                <a:path extrusionOk="0" h="17907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8154727" y="596900"/>
                  </a:lnTo>
                  <a:lnTo>
                    <a:pt x="18154727" y="1181100"/>
                  </a:lnTo>
                  <a:lnTo>
                    <a:pt x="17571835" y="11811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7553445" y="596900"/>
                  </a:lnTo>
                  <a:lnTo>
                    <a:pt x="17553445" y="1181100"/>
                  </a:lnTo>
                  <a:lnTo>
                    <a:pt x="16970553" y="11811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952164" y="596900"/>
                  </a:lnTo>
                  <a:lnTo>
                    <a:pt x="16952164" y="1181100"/>
                  </a:lnTo>
                  <a:lnTo>
                    <a:pt x="16369272" y="11811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6350882" y="596900"/>
                  </a:lnTo>
                  <a:lnTo>
                    <a:pt x="16350882" y="1181100"/>
                  </a:lnTo>
                  <a:lnTo>
                    <a:pt x="15767977" y="11811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749575" y="596900"/>
                  </a:lnTo>
                  <a:lnTo>
                    <a:pt x="15749575" y="1181100"/>
                  </a:lnTo>
                  <a:lnTo>
                    <a:pt x="15166696" y="11811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5148294" y="596900"/>
                  </a:lnTo>
                  <a:lnTo>
                    <a:pt x="15148294" y="1181100"/>
                  </a:lnTo>
                  <a:lnTo>
                    <a:pt x="14565414" y="11811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4547012" y="596900"/>
                  </a:lnTo>
                  <a:lnTo>
                    <a:pt x="14547012" y="1181100"/>
                  </a:lnTo>
                  <a:lnTo>
                    <a:pt x="13964133" y="11811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945730" y="596900"/>
                  </a:lnTo>
                  <a:lnTo>
                    <a:pt x="13945730" y="1181100"/>
                  </a:lnTo>
                  <a:lnTo>
                    <a:pt x="13362851" y="11811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3344449" y="596900"/>
                  </a:lnTo>
                  <a:lnTo>
                    <a:pt x="13344449" y="1181100"/>
                  </a:lnTo>
                  <a:lnTo>
                    <a:pt x="12761544" y="11811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743155" y="596900"/>
                  </a:lnTo>
                  <a:lnTo>
                    <a:pt x="12743155" y="1181100"/>
                  </a:lnTo>
                  <a:lnTo>
                    <a:pt x="12160263" y="11811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2141873" y="596900"/>
                  </a:lnTo>
                  <a:lnTo>
                    <a:pt x="12141873" y="1181100"/>
                  </a:lnTo>
                  <a:lnTo>
                    <a:pt x="11558981" y="11811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1540592" y="596900"/>
                  </a:lnTo>
                  <a:lnTo>
                    <a:pt x="11540592" y="1181100"/>
                  </a:lnTo>
                  <a:lnTo>
                    <a:pt x="10957700" y="11811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939310" y="596900"/>
                  </a:lnTo>
                  <a:lnTo>
                    <a:pt x="10939310" y="1181100"/>
                  </a:lnTo>
                  <a:lnTo>
                    <a:pt x="10356418" y="11811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10338016" y="596900"/>
                  </a:lnTo>
                  <a:lnTo>
                    <a:pt x="10338016" y="1181100"/>
                  </a:lnTo>
                  <a:lnTo>
                    <a:pt x="9755124" y="11811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736722" y="596900"/>
                  </a:lnTo>
                  <a:lnTo>
                    <a:pt x="9736722" y="1181100"/>
                  </a:lnTo>
                  <a:lnTo>
                    <a:pt x="9153842" y="11811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9135440" y="596900"/>
                  </a:lnTo>
                  <a:lnTo>
                    <a:pt x="9135440" y="1181100"/>
                  </a:lnTo>
                  <a:lnTo>
                    <a:pt x="8552561" y="11811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8534159" y="596900"/>
                  </a:lnTo>
                  <a:lnTo>
                    <a:pt x="8534159" y="1181100"/>
                  </a:lnTo>
                  <a:lnTo>
                    <a:pt x="7951279" y="11811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932877" y="596900"/>
                  </a:lnTo>
                  <a:lnTo>
                    <a:pt x="7932877" y="1181100"/>
                  </a:lnTo>
                  <a:lnTo>
                    <a:pt x="7349998" y="11811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7331596" y="596900"/>
                  </a:lnTo>
                  <a:lnTo>
                    <a:pt x="7331596" y="1181100"/>
                  </a:lnTo>
                  <a:lnTo>
                    <a:pt x="6748716" y="11811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730314" y="596900"/>
                  </a:lnTo>
                  <a:lnTo>
                    <a:pt x="6730314" y="1181100"/>
                  </a:lnTo>
                  <a:lnTo>
                    <a:pt x="6147409" y="11811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6129020" y="596900"/>
                  </a:lnTo>
                  <a:lnTo>
                    <a:pt x="6129020" y="1181100"/>
                  </a:lnTo>
                  <a:lnTo>
                    <a:pt x="5546128" y="11811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584200"/>
                  </a:lnTo>
                  <a:lnTo>
                    <a:pt x="5546128" y="584200"/>
                  </a:lnTo>
                  <a:lnTo>
                    <a:pt x="5546128" y="0"/>
                  </a:lnTo>
                  <a:lnTo>
                    <a:pt x="5527738" y="0"/>
                  </a:lnTo>
                  <a:lnTo>
                    <a:pt x="5527738" y="584200"/>
                  </a:lnTo>
                  <a:lnTo>
                    <a:pt x="5527738" y="596900"/>
                  </a:lnTo>
                  <a:lnTo>
                    <a:pt x="5527738" y="1181100"/>
                  </a:lnTo>
                  <a:lnTo>
                    <a:pt x="4944846" y="11811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584200"/>
                  </a:lnTo>
                  <a:lnTo>
                    <a:pt x="4944846" y="584200"/>
                  </a:lnTo>
                  <a:lnTo>
                    <a:pt x="4944846" y="0"/>
                  </a:lnTo>
                  <a:lnTo>
                    <a:pt x="4926457" y="0"/>
                  </a:lnTo>
                  <a:lnTo>
                    <a:pt x="4926457" y="584200"/>
                  </a:lnTo>
                  <a:lnTo>
                    <a:pt x="4926457" y="596900"/>
                  </a:lnTo>
                  <a:lnTo>
                    <a:pt x="4926457" y="1181100"/>
                  </a:lnTo>
                  <a:lnTo>
                    <a:pt x="4343565" y="1181100"/>
                  </a:lnTo>
                  <a:lnTo>
                    <a:pt x="4343565" y="596900"/>
                  </a:lnTo>
                  <a:lnTo>
                    <a:pt x="4926457" y="596900"/>
                  </a:lnTo>
                  <a:lnTo>
                    <a:pt x="4926457" y="584200"/>
                  </a:lnTo>
                  <a:lnTo>
                    <a:pt x="4343565" y="584200"/>
                  </a:lnTo>
                  <a:lnTo>
                    <a:pt x="4343565" y="0"/>
                  </a:lnTo>
                  <a:lnTo>
                    <a:pt x="4325175" y="0"/>
                  </a:lnTo>
                  <a:lnTo>
                    <a:pt x="4325175" y="584200"/>
                  </a:lnTo>
                  <a:lnTo>
                    <a:pt x="4325175" y="596900"/>
                  </a:lnTo>
                  <a:lnTo>
                    <a:pt x="4325175" y="1181100"/>
                  </a:lnTo>
                  <a:lnTo>
                    <a:pt x="3742283" y="1181100"/>
                  </a:lnTo>
                  <a:lnTo>
                    <a:pt x="3742283" y="596900"/>
                  </a:lnTo>
                  <a:lnTo>
                    <a:pt x="4325175" y="596900"/>
                  </a:lnTo>
                  <a:lnTo>
                    <a:pt x="4325175" y="584200"/>
                  </a:lnTo>
                  <a:lnTo>
                    <a:pt x="3742283" y="584200"/>
                  </a:lnTo>
                  <a:lnTo>
                    <a:pt x="3742283" y="0"/>
                  </a:lnTo>
                  <a:lnTo>
                    <a:pt x="3723894" y="0"/>
                  </a:lnTo>
                  <a:lnTo>
                    <a:pt x="3723894" y="584200"/>
                  </a:lnTo>
                  <a:lnTo>
                    <a:pt x="3723894" y="596900"/>
                  </a:lnTo>
                  <a:lnTo>
                    <a:pt x="3723894" y="1181100"/>
                  </a:lnTo>
                  <a:lnTo>
                    <a:pt x="3140989" y="1181100"/>
                  </a:lnTo>
                  <a:lnTo>
                    <a:pt x="3140989" y="596900"/>
                  </a:lnTo>
                  <a:lnTo>
                    <a:pt x="3723894" y="596900"/>
                  </a:lnTo>
                  <a:lnTo>
                    <a:pt x="3723894" y="584200"/>
                  </a:lnTo>
                  <a:lnTo>
                    <a:pt x="3140989" y="584200"/>
                  </a:lnTo>
                  <a:lnTo>
                    <a:pt x="3140989" y="0"/>
                  </a:lnTo>
                  <a:lnTo>
                    <a:pt x="3122587" y="0"/>
                  </a:lnTo>
                  <a:lnTo>
                    <a:pt x="3122587" y="584200"/>
                  </a:lnTo>
                  <a:lnTo>
                    <a:pt x="3122587" y="596900"/>
                  </a:lnTo>
                  <a:lnTo>
                    <a:pt x="3122587" y="1181100"/>
                  </a:lnTo>
                  <a:lnTo>
                    <a:pt x="2539708" y="1181100"/>
                  </a:lnTo>
                  <a:lnTo>
                    <a:pt x="2539708" y="596900"/>
                  </a:lnTo>
                  <a:lnTo>
                    <a:pt x="3122587" y="596900"/>
                  </a:lnTo>
                  <a:lnTo>
                    <a:pt x="3122587" y="584200"/>
                  </a:lnTo>
                  <a:lnTo>
                    <a:pt x="2539708" y="584200"/>
                  </a:lnTo>
                  <a:lnTo>
                    <a:pt x="2539708" y="0"/>
                  </a:lnTo>
                  <a:lnTo>
                    <a:pt x="2521305" y="0"/>
                  </a:lnTo>
                  <a:lnTo>
                    <a:pt x="2521305" y="584200"/>
                  </a:lnTo>
                  <a:lnTo>
                    <a:pt x="2521305" y="596900"/>
                  </a:lnTo>
                  <a:lnTo>
                    <a:pt x="2521305" y="1181100"/>
                  </a:lnTo>
                  <a:lnTo>
                    <a:pt x="1938426" y="1181100"/>
                  </a:lnTo>
                  <a:lnTo>
                    <a:pt x="1938426" y="596900"/>
                  </a:lnTo>
                  <a:lnTo>
                    <a:pt x="2521305" y="596900"/>
                  </a:lnTo>
                  <a:lnTo>
                    <a:pt x="2521305" y="584200"/>
                  </a:lnTo>
                  <a:lnTo>
                    <a:pt x="1938426" y="584200"/>
                  </a:lnTo>
                  <a:lnTo>
                    <a:pt x="1938426" y="0"/>
                  </a:lnTo>
                  <a:lnTo>
                    <a:pt x="1920024" y="0"/>
                  </a:lnTo>
                  <a:lnTo>
                    <a:pt x="1920024" y="584200"/>
                  </a:lnTo>
                  <a:lnTo>
                    <a:pt x="1920024" y="596900"/>
                  </a:lnTo>
                  <a:lnTo>
                    <a:pt x="1920024" y="1181100"/>
                  </a:lnTo>
                  <a:lnTo>
                    <a:pt x="1337144" y="1181100"/>
                  </a:lnTo>
                  <a:lnTo>
                    <a:pt x="1337144" y="596900"/>
                  </a:lnTo>
                  <a:lnTo>
                    <a:pt x="1920024" y="596900"/>
                  </a:lnTo>
                  <a:lnTo>
                    <a:pt x="1920024" y="584200"/>
                  </a:lnTo>
                  <a:lnTo>
                    <a:pt x="1337144" y="584200"/>
                  </a:lnTo>
                  <a:lnTo>
                    <a:pt x="1337144" y="0"/>
                  </a:lnTo>
                  <a:lnTo>
                    <a:pt x="1318742" y="0"/>
                  </a:lnTo>
                  <a:lnTo>
                    <a:pt x="1318742" y="584200"/>
                  </a:lnTo>
                  <a:lnTo>
                    <a:pt x="1318742" y="596900"/>
                  </a:lnTo>
                  <a:lnTo>
                    <a:pt x="1318742" y="1181100"/>
                  </a:lnTo>
                  <a:lnTo>
                    <a:pt x="735863" y="1181100"/>
                  </a:lnTo>
                  <a:lnTo>
                    <a:pt x="735863" y="596900"/>
                  </a:lnTo>
                  <a:lnTo>
                    <a:pt x="1318742" y="596900"/>
                  </a:lnTo>
                  <a:lnTo>
                    <a:pt x="1318742" y="584200"/>
                  </a:lnTo>
                  <a:lnTo>
                    <a:pt x="717461" y="584200"/>
                  </a:lnTo>
                  <a:lnTo>
                    <a:pt x="717461" y="596900"/>
                  </a:lnTo>
                  <a:lnTo>
                    <a:pt x="717461" y="1181100"/>
                  </a:lnTo>
                  <a:lnTo>
                    <a:pt x="134569" y="1181100"/>
                  </a:lnTo>
                  <a:lnTo>
                    <a:pt x="134569" y="596900"/>
                  </a:lnTo>
                  <a:lnTo>
                    <a:pt x="717461" y="596900"/>
                  </a:lnTo>
                  <a:lnTo>
                    <a:pt x="717461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116281" y="596900"/>
                  </a:lnTo>
                  <a:lnTo>
                    <a:pt x="116281" y="1181100"/>
                  </a:lnTo>
                  <a:lnTo>
                    <a:pt x="0" y="1181100"/>
                  </a:lnTo>
                  <a:lnTo>
                    <a:pt x="0" y="1206500"/>
                  </a:lnTo>
                  <a:lnTo>
                    <a:pt x="116281" y="1206500"/>
                  </a:lnTo>
                  <a:lnTo>
                    <a:pt x="116281" y="1790700"/>
                  </a:lnTo>
                  <a:lnTo>
                    <a:pt x="134569" y="1790700"/>
                  </a:lnTo>
                  <a:lnTo>
                    <a:pt x="134569" y="1206500"/>
                  </a:lnTo>
                  <a:lnTo>
                    <a:pt x="717461" y="1206500"/>
                  </a:lnTo>
                  <a:lnTo>
                    <a:pt x="717461" y="1790700"/>
                  </a:lnTo>
                  <a:lnTo>
                    <a:pt x="735863" y="1790700"/>
                  </a:lnTo>
                  <a:lnTo>
                    <a:pt x="735863" y="1206500"/>
                  </a:lnTo>
                  <a:lnTo>
                    <a:pt x="1318742" y="1206500"/>
                  </a:lnTo>
                  <a:lnTo>
                    <a:pt x="1318742" y="1790700"/>
                  </a:lnTo>
                  <a:lnTo>
                    <a:pt x="1337144" y="1790700"/>
                  </a:lnTo>
                  <a:lnTo>
                    <a:pt x="1337144" y="1206500"/>
                  </a:lnTo>
                  <a:lnTo>
                    <a:pt x="1920024" y="1206500"/>
                  </a:lnTo>
                  <a:lnTo>
                    <a:pt x="1920024" y="1790700"/>
                  </a:lnTo>
                  <a:lnTo>
                    <a:pt x="1938426" y="1790700"/>
                  </a:lnTo>
                  <a:lnTo>
                    <a:pt x="1938426" y="1206500"/>
                  </a:lnTo>
                  <a:lnTo>
                    <a:pt x="2521305" y="1206500"/>
                  </a:lnTo>
                  <a:lnTo>
                    <a:pt x="2521305" y="1790700"/>
                  </a:lnTo>
                  <a:lnTo>
                    <a:pt x="2539708" y="1790700"/>
                  </a:lnTo>
                  <a:lnTo>
                    <a:pt x="2539708" y="1206500"/>
                  </a:lnTo>
                  <a:lnTo>
                    <a:pt x="3122587" y="1206500"/>
                  </a:lnTo>
                  <a:lnTo>
                    <a:pt x="3122587" y="1790700"/>
                  </a:lnTo>
                  <a:lnTo>
                    <a:pt x="3140989" y="1790700"/>
                  </a:lnTo>
                  <a:lnTo>
                    <a:pt x="3140989" y="1206500"/>
                  </a:lnTo>
                  <a:lnTo>
                    <a:pt x="3723894" y="1206500"/>
                  </a:lnTo>
                  <a:lnTo>
                    <a:pt x="3723894" y="1790700"/>
                  </a:lnTo>
                  <a:lnTo>
                    <a:pt x="3742283" y="1790700"/>
                  </a:lnTo>
                  <a:lnTo>
                    <a:pt x="3742283" y="1206500"/>
                  </a:lnTo>
                  <a:lnTo>
                    <a:pt x="4325175" y="1206500"/>
                  </a:lnTo>
                  <a:lnTo>
                    <a:pt x="4325175" y="1790700"/>
                  </a:lnTo>
                  <a:lnTo>
                    <a:pt x="4343565" y="1790700"/>
                  </a:lnTo>
                  <a:lnTo>
                    <a:pt x="4343565" y="1206500"/>
                  </a:lnTo>
                  <a:lnTo>
                    <a:pt x="4926457" y="1206500"/>
                  </a:lnTo>
                  <a:lnTo>
                    <a:pt x="4926457" y="1790700"/>
                  </a:lnTo>
                  <a:lnTo>
                    <a:pt x="4944846" y="1790700"/>
                  </a:lnTo>
                  <a:lnTo>
                    <a:pt x="4944846" y="1206500"/>
                  </a:lnTo>
                  <a:lnTo>
                    <a:pt x="18287988" y="1206500"/>
                  </a:lnTo>
                  <a:lnTo>
                    <a:pt x="18287988" y="1181100"/>
                  </a:lnTo>
                  <a:lnTo>
                    <a:pt x="18173218" y="11811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2"/>
            <p:cNvSpPr/>
            <p:nvPr/>
          </p:nvSpPr>
          <p:spPr>
            <a:xfrm>
              <a:off x="0" y="9359912"/>
              <a:ext cx="18288000" cy="914400"/>
            </a:xfrm>
            <a:custGeom>
              <a:rect b="b" l="l" r="r" t="t"/>
              <a:pathLst>
                <a:path extrusionOk="0" h="914400" w="18288000">
                  <a:moveTo>
                    <a:pt x="18287988" y="584200"/>
                  </a:moveTo>
                  <a:lnTo>
                    <a:pt x="18173218" y="584200"/>
                  </a:lnTo>
                  <a:lnTo>
                    <a:pt x="18173218" y="0"/>
                  </a:lnTo>
                  <a:lnTo>
                    <a:pt x="18154727" y="0"/>
                  </a:lnTo>
                  <a:lnTo>
                    <a:pt x="18154727" y="584200"/>
                  </a:lnTo>
                  <a:lnTo>
                    <a:pt x="17571835" y="584200"/>
                  </a:lnTo>
                  <a:lnTo>
                    <a:pt x="17571835" y="0"/>
                  </a:lnTo>
                  <a:lnTo>
                    <a:pt x="17553445" y="0"/>
                  </a:lnTo>
                  <a:lnTo>
                    <a:pt x="17553445" y="584200"/>
                  </a:lnTo>
                  <a:lnTo>
                    <a:pt x="16970553" y="584200"/>
                  </a:lnTo>
                  <a:lnTo>
                    <a:pt x="16970553" y="0"/>
                  </a:lnTo>
                  <a:lnTo>
                    <a:pt x="16952164" y="0"/>
                  </a:lnTo>
                  <a:lnTo>
                    <a:pt x="16952164" y="584200"/>
                  </a:lnTo>
                  <a:lnTo>
                    <a:pt x="16369272" y="584200"/>
                  </a:lnTo>
                  <a:lnTo>
                    <a:pt x="16369272" y="0"/>
                  </a:lnTo>
                  <a:lnTo>
                    <a:pt x="16350882" y="0"/>
                  </a:lnTo>
                  <a:lnTo>
                    <a:pt x="16350882" y="584200"/>
                  </a:lnTo>
                  <a:lnTo>
                    <a:pt x="15767977" y="584200"/>
                  </a:lnTo>
                  <a:lnTo>
                    <a:pt x="15767977" y="0"/>
                  </a:lnTo>
                  <a:lnTo>
                    <a:pt x="15749575" y="0"/>
                  </a:lnTo>
                  <a:lnTo>
                    <a:pt x="15749575" y="584200"/>
                  </a:lnTo>
                  <a:lnTo>
                    <a:pt x="15166696" y="584200"/>
                  </a:lnTo>
                  <a:lnTo>
                    <a:pt x="15166696" y="0"/>
                  </a:lnTo>
                  <a:lnTo>
                    <a:pt x="15148294" y="0"/>
                  </a:lnTo>
                  <a:lnTo>
                    <a:pt x="15148294" y="584200"/>
                  </a:lnTo>
                  <a:lnTo>
                    <a:pt x="14565414" y="584200"/>
                  </a:lnTo>
                  <a:lnTo>
                    <a:pt x="14565414" y="0"/>
                  </a:lnTo>
                  <a:lnTo>
                    <a:pt x="14547012" y="0"/>
                  </a:lnTo>
                  <a:lnTo>
                    <a:pt x="14547012" y="584200"/>
                  </a:lnTo>
                  <a:lnTo>
                    <a:pt x="13964133" y="584200"/>
                  </a:lnTo>
                  <a:lnTo>
                    <a:pt x="13964133" y="0"/>
                  </a:lnTo>
                  <a:lnTo>
                    <a:pt x="13945730" y="0"/>
                  </a:lnTo>
                  <a:lnTo>
                    <a:pt x="13945730" y="584200"/>
                  </a:lnTo>
                  <a:lnTo>
                    <a:pt x="13362851" y="584200"/>
                  </a:lnTo>
                  <a:lnTo>
                    <a:pt x="13362851" y="0"/>
                  </a:lnTo>
                  <a:lnTo>
                    <a:pt x="13344449" y="0"/>
                  </a:lnTo>
                  <a:lnTo>
                    <a:pt x="13344449" y="584200"/>
                  </a:lnTo>
                  <a:lnTo>
                    <a:pt x="12761544" y="584200"/>
                  </a:lnTo>
                  <a:lnTo>
                    <a:pt x="12761544" y="0"/>
                  </a:lnTo>
                  <a:lnTo>
                    <a:pt x="12743155" y="0"/>
                  </a:lnTo>
                  <a:lnTo>
                    <a:pt x="12743155" y="584200"/>
                  </a:lnTo>
                  <a:lnTo>
                    <a:pt x="12160263" y="584200"/>
                  </a:lnTo>
                  <a:lnTo>
                    <a:pt x="12160263" y="0"/>
                  </a:lnTo>
                  <a:lnTo>
                    <a:pt x="12141873" y="0"/>
                  </a:lnTo>
                  <a:lnTo>
                    <a:pt x="12141873" y="584200"/>
                  </a:lnTo>
                  <a:lnTo>
                    <a:pt x="11558981" y="584200"/>
                  </a:lnTo>
                  <a:lnTo>
                    <a:pt x="11558981" y="0"/>
                  </a:lnTo>
                  <a:lnTo>
                    <a:pt x="11540592" y="0"/>
                  </a:lnTo>
                  <a:lnTo>
                    <a:pt x="11540592" y="584200"/>
                  </a:lnTo>
                  <a:lnTo>
                    <a:pt x="10957700" y="584200"/>
                  </a:lnTo>
                  <a:lnTo>
                    <a:pt x="10957700" y="0"/>
                  </a:lnTo>
                  <a:lnTo>
                    <a:pt x="10939310" y="0"/>
                  </a:lnTo>
                  <a:lnTo>
                    <a:pt x="10939310" y="584200"/>
                  </a:lnTo>
                  <a:lnTo>
                    <a:pt x="10356418" y="584200"/>
                  </a:lnTo>
                  <a:lnTo>
                    <a:pt x="10356418" y="0"/>
                  </a:lnTo>
                  <a:lnTo>
                    <a:pt x="10338016" y="0"/>
                  </a:lnTo>
                  <a:lnTo>
                    <a:pt x="10338016" y="584200"/>
                  </a:lnTo>
                  <a:lnTo>
                    <a:pt x="9755124" y="584200"/>
                  </a:lnTo>
                  <a:lnTo>
                    <a:pt x="9755124" y="0"/>
                  </a:lnTo>
                  <a:lnTo>
                    <a:pt x="9736722" y="0"/>
                  </a:lnTo>
                  <a:lnTo>
                    <a:pt x="9736722" y="584200"/>
                  </a:lnTo>
                  <a:lnTo>
                    <a:pt x="9153842" y="584200"/>
                  </a:lnTo>
                  <a:lnTo>
                    <a:pt x="9153842" y="0"/>
                  </a:lnTo>
                  <a:lnTo>
                    <a:pt x="9135440" y="0"/>
                  </a:lnTo>
                  <a:lnTo>
                    <a:pt x="9135440" y="584200"/>
                  </a:lnTo>
                  <a:lnTo>
                    <a:pt x="8552561" y="584200"/>
                  </a:lnTo>
                  <a:lnTo>
                    <a:pt x="8552561" y="0"/>
                  </a:lnTo>
                  <a:lnTo>
                    <a:pt x="8534159" y="0"/>
                  </a:lnTo>
                  <a:lnTo>
                    <a:pt x="8534159" y="584200"/>
                  </a:lnTo>
                  <a:lnTo>
                    <a:pt x="7951279" y="584200"/>
                  </a:lnTo>
                  <a:lnTo>
                    <a:pt x="7951279" y="0"/>
                  </a:lnTo>
                  <a:lnTo>
                    <a:pt x="7932877" y="0"/>
                  </a:lnTo>
                  <a:lnTo>
                    <a:pt x="7932877" y="584200"/>
                  </a:lnTo>
                  <a:lnTo>
                    <a:pt x="7349998" y="584200"/>
                  </a:lnTo>
                  <a:lnTo>
                    <a:pt x="7349998" y="0"/>
                  </a:lnTo>
                  <a:lnTo>
                    <a:pt x="7331596" y="0"/>
                  </a:lnTo>
                  <a:lnTo>
                    <a:pt x="7331596" y="584200"/>
                  </a:lnTo>
                  <a:lnTo>
                    <a:pt x="6748716" y="584200"/>
                  </a:lnTo>
                  <a:lnTo>
                    <a:pt x="6748716" y="0"/>
                  </a:lnTo>
                  <a:lnTo>
                    <a:pt x="6730314" y="0"/>
                  </a:lnTo>
                  <a:lnTo>
                    <a:pt x="6730314" y="584200"/>
                  </a:lnTo>
                  <a:lnTo>
                    <a:pt x="6147409" y="584200"/>
                  </a:lnTo>
                  <a:lnTo>
                    <a:pt x="6147409" y="0"/>
                  </a:lnTo>
                  <a:lnTo>
                    <a:pt x="6129020" y="0"/>
                  </a:lnTo>
                  <a:lnTo>
                    <a:pt x="6129020" y="584200"/>
                  </a:lnTo>
                  <a:lnTo>
                    <a:pt x="5546128" y="584200"/>
                  </a:lnTo>
                  <a:lnTo>
                    <a:pt x="5546128" y="0"/>
                  </a:lnTo>
                  <a:lnTo>
                    <a:pt x="5527738" y="0"/>
                  </a:lnTo>
                  <a:lnTo>
                    <a:pt x="5527738" y="584200"/>
                  </a:lnTo>
                  <a:lnTo>
                    <a:pt x="4944846" y="584200"/>
                  </a:lnTo>
                  <a:lnTo>
                    <a:pt x="4944846" y="0"/>
                  </a:lnTo>
                  <a:lnTo>
                    <a:pt x="4926457" y="0"/>
                  </a:lnTo>
                  <a:lnTo>
                    <a:pt x="4926457" y="584200"/>
                  </a:lnTo>
                  <a:lnTo>
                    <a:pt x="0" y="584200"/>
                  </a:lnTo>
                  <a:lnTo>
                    <a:pt x="0" y="596900"/>
                  </a:lnTo>
                  <a:lnTo>
                    <a:pt x="4926457" y="596900"/>
                  </a:lnTo>
                  <a:lnTo>
                    <a:pt x="4926457" y="914400"/>
                  </a:lnTo>
                  <a:lnTo>
                    <a:pt x="4944846" y="914400"/>
                  </a:lnTo>
                  <a:lnTo>
                    <a:pt x="4944846" y="596900"/>
                  </a:lnTo>
                  <a:lnTo>
                    <a:pt x="5527738" y="596900"/>
                  </a:lnTo>
                  <a:lnTo>
                    <a:pt x="5527738" y="914400"/>
                  </a:lnTo>
                  <a:lnTo>
                    <a:pt x="5546128" y="914400"/>
                  </a:lnTo>
                  <a:lnTo>
                    <a:pt x="5546128" y="596900"/>
                  </a:lnTo>
                  <a:lnTo>
                    <a:pt x="6129020" y="596900"/>
                  </a:lnTo>
                  <a:lnTo>
                    <a:pt x="6129020" y="914400"/>
                  </a:lnTo>
                  <a:lnTo>
                    <a:pt x="6147409" y="914400"/>
                  </a:lnTo>
                  <a:lnTo>
                    <a:pt x="6147409" y="596900"/>
                  </a:lnTo>
                  <a:lnTo>
                    <a:pt x="6730314" y="596900"/>
                  </a:lnTo>
                  <a:lnTo>
                    <a:pt x="6730314" y="914400"/>
                  </a:lnTo>
                  <a:lnTo>
                    <a:pt x="6748716" y="914400"/>
                  </a:lnTo>
                  <a:lnTo>
                    <a:pt x="6748716" y="596900"/>
                  </a:lnTo>
                  <a:lnTo>
                    <a:pt x="7331596" y="596900"/>
                  </a:lnTo>
                  <a:lnTo>
                    <a:pt x="7331596" y="914400"/>
                  </a:lnTo>
                  <a:lnTo>
                    <a:pt x="7349998" y="914400"/>
                  </a:lnTo>
                  <a:lnTo>
                    <a:pt x="7349998" y="596900"/>
                  </a:lnTo>
                  <a:lnTo>
                    <a:pt x="7932877" y="596900"/>
                  </a:lnTo>
                  <a:lnTo>
                    <a:pt x="7932877" y="914400"/>
                  </a:lnTo>
                  <a:lnTo>
                    <a:pt x="7951279" y="914400"/>
                  </a:lnTo>
                  <a:lnTo>
                    <a:pt x="7951279" y="596900"/>
                  </a:lnTo>
                  <a:lnTo>
                    <a:pt x="8534159" y="596900"/>
                  </a:lnTo>
                  <a:lnTo>
                    <a:pt x="8534159" y="914400"/>
                  </a:lnTo>
                  <a:lnTo>
                    <a:pt x="8552561" y="914400"/>
                  </a:lnTo>
                  <a:lnTo>
                    <a:pt x="8552561" y="596900"/>
                  </a:lnTo>
                  <a:lnTo>
                    <a:pt x="9135440" y="596900"/>
                  </a:lnTo>
                  <a:lnTo>
                    <a:pt x="9135440" y="914400"/>
                  </a:lnTo>
                  <a:lnTo>
                    <a:pt x="9153842" y="914400"/>
                  </a:lnTo>
                  <a:lnTo>
                    <a:pt x="9153842" y="596900"/>
                  </a:lnTo>
                  <a:lnTo>
                    <a:pt x="9736722" y="596900"/>
                  </a:lnTo>
                  <a:lnTo>
                    <a:pt x="9736722" y="914400"/>
                  </a:lnTo>
                  <a:lnTo>
                    <a:pt x="9755124" y="914400"/>
                  </a:lnTo>
                  <a:lnTo>
                    <a:pt x="9755124" y="596900"/>
                  </a:lnTo>
                  <a:lnTo>
                    <a:pt x="10338016" y="596900"/>
                  </a:lnTo>
                  <a:lnTo>
                    <a:pt x="10338016" y="914400"/>
                  </a:lnTo>
                  <a:lnTo>
                    <a:pt x="10356418" y="914400"/>
                  </a:lnTo>
                  <a:lnTo>
                    <a:pt x="10356418" y="596900"/>
                  </a:lnTo>
                  <a:lnTo>
                    <a:pt x="10939310" y="596900"/>
                  </a:lnTo>
                  <a:lnTo>
                    <a:pt x="10939310" y="914400"/>
                  </a:lnTo>
                  <a:lnTo>
                    <a:pt x="10957700" y="914400"/>
                  </a:lnTo>
                  <a:lnTo>
                    <a:pt x="10957700" y="596900"/>
                  </a:lnTo>
                  <a:lnTo>
                    <a:pt x="11540592" y="596900"/>
                  </a:lnTo>
                  <a:lnTo>
                    <a:pt x="11540592" y="914400"/>
                  </a:lnTo>
                  <a:lnTo>
                    <a:pt x="11558981" y="914400"/>
                  </a:lnTo>
                  <a:lnTo>
                    <a:pt x="11558981" y="596900"/>
                  </a:lnTo>
                  <a:lnTo>
                    <a:pt x="12141873" y="596900"/>
                  </a:lnTo>
                  <a:lnTo>
                    <a:pt x="12141873" y="914400"/>
                  </a:lnTo>
                  <a:lnTo>
                    <a:pt x="12160263" y="914400"/>
                  </a:lnTo>
                  <a:lnTo>
                    <a:pt x="12160263" y="596900"/>
                  </a:lnTo>
                  <a:lnTo>
                    <a:pt x="12743155" y="596900"/>
                  </a:lnTo>
                  <a:lnTo>
                    <a:pt x="12743155" y="914400"/>
                  </a:lnTo>
                  <a:lnTo>
                    <a:pt x="12761544" y="914400"/>
                  </a:lnTo>
                  <a:lnTo>
                    <a:pt x="12761544" y="596900"/>
                  </a:lnTo>
                  <a:lnTo>
                    <a:pt x="13344449" y="596900"/>
                  </a:lnTo>
                  <a:lnTo>
                    <a:pt x="13344449" y="914400"/>
                  </a:lnTo>
                  <a:lnTo>
                    <a:pt x="13362851" y="914400"/>
                  </a:lnTo>
                  <a:lnTo>
                    <a:pt x="13362851" y="596900"/>
                  </a:lnTo>
                  <a:lnTo>
                    <a:pt x="13945730" y="596900"/>
                  </a:lnTo>
                  <a:lnTo>
                    <a:pt x="13945730" y="914400"/>
                  </a:lnTo>
                  <a:lnTo>
                    <a:pt x="13964133" y="914400"/>
                  </a:lnTo>
                  <a:lnTo>
                    <a:pt x="13964133" y="596900"/>
                  </a:lnTo>
                  <a:lnTo>
                    <a:pt x="14547012" y="596900"/>
                  </a:lnTo>
                  <a:lnTo>
                    <a:pt x="14547012" y="914400"/>
                  </a:lnTo>
                  <a:lnTo>
                    <a:pt x="14565414" y="914400"/>
                  </a:lnTo>
                  <a:lnTo>
                    <a:pt x="14565414" y="596900"/>
                  </a:lnTo>
                  <a:lnTo>
                    <a:pt x="15148294" y="596900"/>
                  </a:lnTo>
                  <a:lnTo>
                    <a:pt x="15148294" y="914400"/>
                  </a:lnTo>
                  <a:lnTo>
                    <a:pt x="15166696" y="914400"/>
                  </a:lnTo>
                  <a:lnTo>
                    <a:pt x="15166696" y="596900"/>
                  </a:lnTo>
                  <a:lnTo>
                    <a:pt x="15749575" y="596900"/>
                  </a:lnTo>
                  <a:lnTo>
                    <a:pt x="15749575" y="914400"/>
                  </a:lnTo>
                  <a:lnTo>
                    <a:pt x="15767977" y="914400"/>
                  </a:lnTo>
                  <a:lnTo>
                    <a:pt x="15767977" y="596900"/>
                  </a:lnTo>
                  <a:lnTo>
                    <a:pt x="16350882" y="596900"/>
                  </a:lnTo>
                  <a:lnTo>
                    <a:pt x="16350882" y="914400"/>
                  </a:lnTo>
                  <a:lnTo>
                    <a:pt x="16369272" y="914400"/>
                  </a:lnTo>
                  <a:lnTo>
                    <a:pt x="16369272" y="596900"/>
                  </a:lnTo>
                  <a:lnTo>
                    <a:pt x="16952164" y="596900"/>
                  </a:lnTo>
                  <a:lnTo>
                    <a:pt x="16952164" y="914400"/>
                  </a:lnTo>
                  <a:lnTo>
                    <a:pt x="16970553" y="914400"/>
                  </a:lnTo>
                  <a:lnTo>
                    <a:pt x="16970553" y="596900"/>
                  </a:lnTo>
                  <a:lnTo>
                    <a:pt x="17553445" y="596900"/>
                  </a:lnTo>
                  <a:lnTo>
                    <a:pt x="17553445" y="914400"/>
                  </a:lnTo>
                  <a:lnTo>
                    <a:pt x="17571835" y="914400"/>
                  </a:lnTo>
                  <a:lnTo>
                    <a:pt x="17571835" y="596900"/>
                  </a:lnTo>
                  <a:lnTo>
                    <a:pt x="18154727" y="596900"/>
                  </a:lnTo>
                  <a:lnTo>
                    <a:pt x="18154727" y="914400"/>
                  </a:lnTo>
                  <a:lnTo>
                    <a:pt x="18173218" y="914400"/>
                  </a:lnTo>
                  <a:lnTo>
                    <a:pt x="18173218" y="596900"/>
                  </a:lnTo>
                  <a:lnTo>
                    <a:pt x="18287988" y="596900"/>
                  </a:lnTo>
                  <a:lnTo>
                    <a:pt x="18287988" y="58420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08" name="Google Shape;608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738843"/>
              <a:ext cx="4575570" cy="15481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9" name="Google Shape;60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14072" y="4859241"/>
              <a:ext cx="95250" cy="95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0" name="Google Shape;61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14072" y="6059391"/>
              <a:ext cx="95250" cy="952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1" name="Google Shape;611;p12"/>
          <p:cNvSpPr txBox="1"/>
          <p:nvPr/>
        </p:nvSpPr>
        <p:spPr>
          <a:xfrm>
            <a:off x="4059737" y="4647773"/>
            <a:ext cx="7686675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just">
              <a:lnSpc>
                <a:spcPct val="114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  <a:t>Información  como  propiedades,  hechos  que  necesita para  describir  cada  tabla:  los  atributos  son  las descripciones de las entidades.</a:t>
            </a:r>
            <a:endParaRPr sz="23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just">
              <a:lnSpc>
                <a:spcPct val="114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  <a:t>A menudo se escriben como sustantivos y se convierten en las columnas de la tabla.</a:t>
            </a:r>
            <a:endParaRPr sz="23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12" name="Google Shape;612;p12"/>
          <p:cNvSpPr txBox="1"/>
          <p:nvPr/>
        </p:nvSpPr>
        <p:spPr>
          <a:xfrm>
            <a:off x="2282535" y="3151790"/>
            <a:ext cx="3402329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Atributos</a:t>
            </a:r>
            <a:endParaRPr sz="6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2"/>
          <p:cNvSpPr txBox="1"/>
          <p:nvPr/>
        </p:nvSpPr>
        <p:spPr>
          <a:xfrm>
            <a:off x="1016000" y="817022"/>
            <a:ext cx="387794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SISTEMAS DE BASES DE DATOS 1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2"/>
          <p:cNvSpPr txBox="1"/>
          <p:nvPr>
            <p:ph type="title"/>
          </p:nvPr>
        </p:nvSpPr>
        <p:spPr>
          <a:xfrm>
            <a:off x="11168109" y="444500"/>
            <a:ext cx="5850890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MODELO LÓGICO</a:t>
            </a:r>
            <a:endParaRPr sz="60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3"/>
          <p:cNvSpPr txBox="1"/>
          <p:nvPr/>
        </p:nvSpPr>
        <p:spPr>
          <a:xfrm>
            <a:off x="8570097" y="2046318"/>
            <a:ext cx="3018790" cy="2767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Modelo Conceptual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1355725" marR="1348105" rtl="0" algn="ctr">
              <a:lnSpc>
                <a:spcPct val="232500"/>
              </a:lnSpc>
              <a:spcBef>
                <a:spcPts val="635"/>
              </a:spcBef>
              <a:spcAft>
                <a:spcPts val="0"/>
              </a:spcAft>
              <a:buNone/>
            </a:pPr>
            <a:r>
              <a:rPr lang="en-US" sz="4000">
                <a:latin typeface="Trebuchet MS"/>
                <a:ea typeface="Trebuchet MS"/>
                <a:cs typeface="Trebuchet MS"/>
                <a:sym typeface="Trebuchet MS"/>
              </a:rPr>
              <a:t>X X</a:t>
            </a:r>
            <a:endParaRPr sz="4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0" name="Google Shape;620;p13"/>
          <p:cNvSpPr txBox="1"/>
          <p:nvPr/>
        </p:nvSpPr>
        <p:spPr>
          <a:xfrm>
            <a:off x="4493398" y="2046318"/>
            <a:ext cx="3657600" cy="676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Elemento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372000"/>
              </a:lnSpc>
              <a:spcBef>
                <a:spcPts val="235"/>
              </a:spcBef>
              <a:spcAft>
                <a:spcPts val="0"/>
              </a:spcAft>
              <a:buNone/>
            </a:pPr>
            <a:r>
              <a:rPr lang="en-US" sz="2500">
                <a:latin typeface="Trebuchet MS"/>
                <a:ea typeface="Trebuchet MS"/>
                <a:cs typeface="Trebuchet MS"/>
                <a:sym typeface="Trebuchet MS"/>
              </a:rPr>
              <a:t>Nombre de Entidades Relacion entre entidades Atributos</a:t>
            </a:r>
            <a:endParaRPr sz="2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500">
                <a:latin typeface="Trebuchet MS"/>
                <a:ea typeface="Trebuchet MS"/>
                <a:cs typeface="Trebuchet MS"/>
                <a:sym typeface="Trebuchet MS"/>
              </a:rPr>
              <a:t>Llaves Primarias</a:t>
            </a:r>
            <a:endParaRPr sz="2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Trebuchet MS"/>
                <a:ea typeface="Trebuchet MS"/>
                <a:cs typeface="Trebuchet MS"/>
                <a:sym typeface="Trebuchet MS"/>
              </a:rPr>
              <a:t>Llaves Foraneas</a:t>
            </a:r>
            <a:endParaRPr sz="2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1" name="Google Shape;621;p13"/>
          <p:cNvSpPr txBox="1"/>
          <p:nvPr/>
        </p:nvSpPr>
        <p:spPr>
          <a:xfrm>
            <a:off x="12007975" y="1604225"/>
            <a:ext cx="2235300" cy="81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Modelo Lógico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964564" marR="956944" rtl="0" algn="just">
              <a:lnSpc>
                <a:spcPct val="232500"/>
              </a:lnSpc>
              <a:spcBef>
                <a:spcPts val="835"/>
              </a:spcBef>
              <a:spcAft>
                <a:spcPts val="0"/>
              </a:spcAft>
              <a:buNone/>
            </a:pPr>
            <a:r>
              <a:rPr lang="en-US" sz="4000">
                <a:latin typeface="Trebuchet MS"/>
                <a:ea typeface="Trebuchet MS"/>
                <a:cs typeface="Trebuchet MS"/>
                <a:sym typeface="Trebuchet MS"/>
              </a:rPr>
              <a:t>X X X</a:t>
            </a:r>
            <a:endParaRPr sz="4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00000"/>
              </a:lnSpc>
              <a:spcBef>
                <a:spcPts val="4415"/>
              </a:spcBef>
              <a:spcAft>
                <a:spcPts val="0"/>
              </a:spcAft>
              <a:buNone/>
            </a:pPr>
            <a:r>
              <a:rPr lang="en-US" sz="4000"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endParaRPr sz="4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3545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endParaRPr sz="4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2" name="Google Shape;622;p13"/>
          <p:cNvSpPr txBox="1"/>
          <p:nvPr/>
        </p:nvSpPr>
        <p:spPr>
          <a:xfrm>
            <a:off x="1016000" y="652312"/>
            <a:ext cx="387794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SISTEMAS DE BASES DE DATOS 1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F5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8" name="Google Shape;628;p14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629" name="Google Shape;629;p14"/>
            <p:cNvSpPr/>
            <p:nvPr/>
          </p:nvSpPr>
          <p:spPr>
            <a:xfrm>
              <a:off x="0" y="0"/>
              <a:ext cx="18288000" cy="10287000"/>
            </a:xfrm>
            <a:custGeom>
              <a:rect b="b" l="l" r="r" t="t"/>
              <a:pathLst>
                <a:path extrusionOk="0" h="10287000" w="18288000">
                  <a:moveTo>
                    <a:pt x="18288000" y="230543"/>
                  </a:moveTo>
                  <a:lnTo>
                    <a:pt x="17552010" y="230543"/>
                  </a:lnTo>
                  <a:lnTo>
                    <a:pt x="17552010" y="0"/>
                  </a:lnTo>
                  <a:lnTo>
                    <a:pt x="17530610" y="0"/>
                  </a:lnTo>
                  <a:lnTo>
                    <a:pt x="17530610" y="10036429"/>
                  </a:lnTo>
                  <a:lnTo>
                    <a:pt x="16151213" y="10036429"/>
                  </a:lnTo>
                  <a:lnTo>
                    <a:pt x="16151213" y="8656891"/>
                  </a:lnTo>
                  <a:lnTo>
                    <a:pt x="17530610" y="8656891"/>
                  </a:lnTo>
                  <a:lnTo>
                    <a:pt x="17530610" y="8635492"/>
                  </a:lnTo>
                  <a:lnTo>
                    <a:pt x="16151213" y="8635492"/>
                  </a:lnTo>
                  <a:lnTo>
                    <a:pt x="16151213" y="7256094"/>
                  </a:lnTo>
                  <a:lnTo>
                    <a:pt x="17530610" y="7256094"/>
                  </a:lnTo>
                  <a:lnTo>
                    <a:pt x="17530610" y="7234695"/>
                  </a:lnTo>
                  <a:lnTo>
                    <a:pt x="16151213" y="7234695"/>
                  </a:lnTo>
                  <a:lnTo>
                    <a:pt x="16151213" y="5855284"/>
                  </a:lnTo>
                  <a:lnTo>
                    <a:pt x="17530610" y="5855284"/>
                  </a:lnTo>
                  <a:lnTo>
                    <a:pt x="17530610" y="5833884"/>
                  </a:lnTo>
                  <a:lnTo>
                    <a:pt x="16151213" y="5833884"/>
                  </a:lnTo>
                  <a:lnTo>
                    <a:pt x="16151213" y="4454487"/>
                  </a:lnTo>
                  <a:lnTo>
                    <a:pt x="17530610" y="4454487"/>
                  </a:lnTo>
                  <a:lnTo>
                    <a:pt x="17530610" y="4433087"/>
                  </a:lnTo>
                  <a:lnTo>
                    <a:pt x="16151213" y="4433087"/>
                  </a:lnTo>
                  <a:lnTo>
                    <a:pt x="16151213" y="3053689"/>
                  </a:lnTo>
                  <a:lnTo>
                    <a:pt x="17530610" y="3053689"/>
                  </a:lnTo>
                  <a:lnTo>
                    <a:pt x="17530610" y="3032290"/>
                  </a:lnTo>
                  <a:lnTo>
                    <a:pt x="16151213" y="3032290"/>
                  </a:lnTo>
                  <a:lnTo>
                    <a:pt x="16151213" y="1652879"/>
                  </a:lnTo>
                  <a:lnTo>
                    <a:pt x="17530610" y="1652879"/>
                  </a:lnTo>
                  <a:lnTo>
                    <a:pt x="17530610" y="1631480"/>
                  </a:lnTo>
                  <a:lnTo>
                    <a:pt x="16151213" y="1631480"/>
                  </a:lnTo>
                  <a:lnTo>
                    <a:pt x="16151213" y="251942"/>
                  </a:lnTo>
                  <a:lnTo>
                    <a:pt x="17530610" y="251942"/>
                  </a:lnTo>
                  <a:lnTo>
                    <a:pt x="17530610" y="230543"/>
                  </a:lnTo>
                  <a:lnTo>
                    <a:pt x="16151213" y="230543"/>
                  </a:lnTo>
                  <a:lnTo>
                    <a:pt x="16151213" y="0"/>
                  </a:lnTo>
                  <a:lnTo>
                    <a:pt x="16129800" y="0"/>
                  </a:lnTo>
                  <a:lnTo>
                    <a:pt x="16129800" y="10036429"/>
                  </a:lnTo>
                  <a:lnTo>
                    <a:pt x="14750403" y="10036429"/>
                  </a:lnTo>
                  <a:lnTo>
                    <a:pt x="14750403" y="8656891"/>
                  </a:lnTo>
                  <a:lnTo>
                    <a:pt x="16129800" y="8656891"/>
                  </a:lnTo>
                  <a:lnTo>
                    <a:pt x="16129800" y="8635492"/>
                  </a:lnTo>
                  <a:lnTo>
                    <a:pt x="14750403" y="8635492"/>
                  </a:lnTo>
                  <a:lnTo>
                    <a:pt x="14750403" y="7256094"/>
                  </a:lnTo>
                  <a:lnTo>
                    <a:pt x="16129800" y="7256094"/>
                  </a:lnTo>
                  <a:lnTo>
                    <a:pt x="16129800" y="7234695"/>
                  </a:lnTo>
                  <a:lnTo>
                    <a:pt x="14750403" y="7234695"/>
                  </a:lnTo>
                  <a:lnTo>
                    <a:pt x="14750403" y="5855284"/>
                  </a:lnTo>
                  <a:lnTo>
                    <a:pt x="16129800" y="5855284"/>
                  </a:lnTo>
                  <a:lnTo>
                    <a:pt x="16129800" y="5833884"/>
                  </a:lnTo>
                  <a:lnTo>
                    <a:pt x="14750403" y="5833884"/>
                  </a:lnTo>
                  <a:lnTo>
                    <a:pt x="14750403" y="4454487"/>
                  </a:lnTo>
                  <a:lnTo>
                    <a:pt x="16129800" y="4454487"/>
                  </a:lnTo>
                  <a:lnTo>
                    <a:pt x="16129800" y="4433087"/>
                  </a:lnTo>
                  <a:lnTo>
                    <a:pt x="14750403" y="4433087"/>
                  </a:lnTo>
                  <a:lnTo>
                    <a:pt x="14750403" y="3053689"/>
                  </a:lnTo>
                  <a:lnTo>
                    <a:pt x="16129800" y="3053689"/>
                  </a:lnTo>
                  <a:lnTo>
                    <a:pt x="16129800" y="3032290"/>
                  </a:lnTo>
                  <a:lnTo>
                    <a:pt x="14750403" y="3032290"/>
                  </a:lnTo>
                  <a:lnTo>
                    <a:pt x="14750403" y="1652879"/>
                  </a:lnTo>
                  <a:lnTo>
                    <a:pt x="16129800" y="1652879"/>
                  </a:lnTo>
                  <a:lnTo>
                    <a:pt x="16129800" y="1631480"/>
                  </a:lnTo>
                  <a:lnTo>
                    <a:pt x="14750403" y="1631480"/>
                  </a:lnTo>
                  <a:lnTo>
                    <a:pt x="14750403" y="251942"/>
                  </a:lnTo>
                  <a:lnTo>
                    <a:pt x="16129800" y="251942"/>
                  </a:lnTo>
                  <a:lnTo>
                    <a:pt x="16129800" y="230543"/>
                  </a:lnTo>
                  <a:lnTo>
                    <a:pt x="14750403" y="230543"/>
                  </a:lnTo>
                  <a:lnTo>
                    <a:pt x="14750403" y="0"/>
                  </a:lnTo>
                  <a:lnTo>
                    <a:pt x="14729003" y="0"/>
                  </a:lnTo>
                  <a:lnTo>
                    <a:pt x="14729003" y="10036429"/>
                  </a:lnTo>
                  <a:lnTo>
                    <a:pt x="13349605" y="10036429"/>
                  </a:lnTo>
                  <a:lnTo>
                    <a:pt x="13349605" y="8656891"/>
                  </a:lnTo>
                  <a:lnTo>
                    <a:pt x="14729003" y="8656891"/>
                  </a:lnTo>
                  <a:lnTo>
                    <a:pt x="14729003" y="8635492"/>
                  </a:lnTo>
                  <a:lnTo>
                    <a:pt x="13349605" y="8635492"/>
                  </a:lnTo>
                  <a:lnTo>
                    <a:pt x="13349605" y="7256094"/>
                  </a:lnTo>
                  <a:lnTo>
                    <a:pt x="14729003" y="7256094"/>
                  </a:lnTo>
                  <a:lnTo>
                    <a:pt x="14729003" y="7234695"/>
                  </a:lnTo>
                  <a:lnTo>
                    <a:pt x="13349605" y="7234695"/>
                  </a:lnTo>
                  <a:lnTo>
                    <a:pt x="13349605" y="5855284"/>
                  </a:lnTo>
                  <a:lnTo>
                    <a:pt x="14729003" y="5855284"/>
                  </a:lnTo>
                  <a:lnTo>
                    <a:pt x="14729003" y="5833884"/>
                  </a:lnTo>
                  <a:lnTo>
                    <a:pt x="13349605" y="5833884"/>
                  </a:lnTo>
                  <a:lnTo>
                    <a:pt x="13349605" y="4454487"/>
                  </a:lnTo>
                  <a:lnTo>
                    <a:pt x="14729003" y="4454487"/>
                  </a:lnTo>
                  <a:lnTo>
                    <a:pt x="14729003" y="4433087"/>
                  </a:lnTo>
                  <a:lnTo>
                    <a:pt x="13349605" y="4433087"/>
                  </a:lnTo>
                  <a:lnTo>
                    <a:pt x="13349605" y="3053689"/>
                  </a:lnTo>
                  <a:lnTo>
                    <a:pt x="14729003" y="3053689"/>
                  </a:lnTo>
                  <a:lnTo>
                    <a:pt x="14729003" y="3032290"/>
                  </a:lnTo>
                  <a:lnTo>
                    <a:pt x="13349605" y="3032290"/>
                  </a:lnTo>
                  <a:lnTo>
                    <a:pt x="13349605" y="1652879"/>
                  </a:lnTo>
                  <a:lnTo>
                    <a:pt x="14729003" y="1652879"/>
                  </a:lnTo>
                  <a:lnTo>
                    <a:pt x="14729003" y="1631480"/>
                  </a:lnTo>
                  <a:lnTo>
                    <a:pt x="13349605" y="1631480"/>
                  </a:lnTo>
                  <a:lnTo>
                    <a:pt x="13349605" y="251942"/>
                  </a:lnTo>
                  <a:lnTo>
                    <a:pt x="14729003" y="251942"/>
                  </a:lnTo>
                  <a:lnTo>
                    <a:pt x="14729003" y="230543"/>
                  </a:lnTo>
                  <a:lnTo>
                    <a:pt x="13349605" y="230543"/>
                  </a:lnTo>
                  <a:lnTo>
                    <a:pt x="13349605" y="0"/>
                  </a:lnTo>
                  <a:lnTo>
                    <a:pt x="13328206" y="0"/>
                  </a:lnTo>
                  <a:lnTo>
                    <a:pt x="13328206" y="10036429"/>
                  </a:lnTo>
                  <a:lnTo>
                    <a:pt x="11948655" y="10036429"/>
                  </a:lnTo>
                  <a:lnTo>
                    <a:pt x="11948655" y="8656891"/>
                  </a:lnTo>
                  <a:lnTo>
                    <a:pt x="13328206" y="8656891"/>
                  </a:lnTo>
                  <a:lnTo>
                    <a:pt x="13328206" y="8635492"/>
                  </a:lnTo>
                  <a:lnTo>
                    <a:pt x="11948655" y="8635492"/>
                  </a:lnTo>
                  <a:lnTo>
                    <a:pt x="11948655" y="7256094"/>
                  </a:lnTo>
                  <a:lnTo>
                    <a:pt x="13328206" y="7256094"/>
                  </a:lnTo>
                  <a:lnTo>
                    <a:pt x="13328206" y="7234695"/>
                  </a:lnTo>
                  <a:lnTo>
                    <a:pt x="11948655" y="7234695"/>
                  </a:lnTo>
                  <a:lnTo>
                    <a:pt x="11948655" y="5855284"/>
                  </a:lnTo>
                  <a:lnTo>
                    <a:pt x="13328206" y="5855284"/>
                  </a:lnTo>
                  <a:lnTo>
                    <a:pt x="13328206" y="5833884"/>
                  </a:lnTo>
                  <a:lnTo>
                    <a:pt x="11948655" y="5833884"/>
                  </a:lnTo>
                  <a:lnTo>
                    <a:pt x="11948655" y="4454487"/>
                  </a:lnTo>
                  <a:lnTo>
                    <a:pt x="13328206" y="4454487"/>
                  </a:lnTo>
                  <a:lnTo>
                    <a:pt x="13328206" y="4433087"/>
                  </a:lnTo>
                  <a:lnTo>
                    <a:pt x="11948655" y="4433087"/>
                  </a:lnTo>
                  <a:lnTo>
                    <a:pt x="11948655" y="3053689"/>
                  </a:lnTo>
                  <a:lnTo>
                    <a:pt x="13328206" y="3053689"/>
                  </a:lnTo>
                  <a:lnTo>
                    <a:pt x="13328206" y="3032290"/>
                  </a:lnTo>
                  <a:lnTo>
                    <a:pt x="11948655" y="3032290"/>
                  </a:lnTo>
                  <a:lnTo>
                    <a:pt x="11948655" y="1652879"/>
                  </a:lnTo>
                  <a:lnTo>
                    <a:pt x="13328206" y="1652879"/>
                  </a:lnTo>
                  <a:lnTo>
                    <a:pt x="13328206" y="1631480"/>
                  </a:lnTo>
                  <a:lnTo>
                    <a:pt x="11948655" y="1631480"/>
                  </a:lnTo>
                  <a:lnTo>
                    <a:pt x="11948655" y="251942"/>
                  </a:lnTo>
                  <a:lnTo>
                    <a:pt x="13328206" y="251942"/>
                  </a:lnTo>
                  <a:lnTo>
                    <a:pt x="13328206" y="230543"/>
                  </a:lnTo>
                  <a:lnTo>
                    <a:pt x="11948655" y="230543"/>
                  </a:lnTo>
                  <a:lnTo>
                    <a:pt x="11948655" y="0"/>
                  </a:lnTo>
                  <a:lnTo>
                    <a:pt x="11927256" y="0"/>
                  </a:lnTo>
                  <a:lnTo>
                    <a:pt x="11927256" y="10036429"/>
                  </a:lnTo>
                  <a:lnTo>
                    <a:pt x="10547858" y="10036429"/>
                  </a:lnTo>
                  <a:lnTo>
                    <a:pt x="10547858" y="8656891"/>
                  </a:lnTo>
                  <a:lnTo>
                    <a:pt x="11927256" y="8656891"/>
                  </a:lnTo>
                  <a:lnTo>
                    <a:pt x="11927256" y="8635492"/>
                  </a:lnTo>
                  <a:lnTo>
                    <a:pt x="10547858" y="8635492"/>
                  </a:lnTo>
                  <a:lnTo>
                    <a:pt x="10547858" y="7256094"/>
                  </a:lnTo>
                  <a:lnTo>
                    <a:pt x="11927256" y="7256094"/>
                  </a:lnTo>
                  <a:lnTo>
                    <a:pt x="11927256" y="7234695"/>
                  </a:lnTo>
                  <a:lnTo>
                    <a:pt x="10547858" y="7234695"/>
                  </a:lnTo>
                  <a:lnTo>
                    <a:pt x="10547858" y="5855284"/>
                  </a:lnTo>
                  <a:lnTo>
                    <a:pt x="11927256" y="5855284"/>
                  </a:lnTo>
                  <a:lnTo>
                    <a:pt x="11927256" y="5833884"/>
                  </a:lnTo>
                  <a:lnTo>
                    <a:pt x="10547858" y="5833884"/>
                  </a:lnTo>
                  <a:lnTo>
                    <a:pt x="10547858" y="4454487"/>
                  </a:lnTo>
                  <a:lnTo>
                    <a:pt x="11927256" y="4454487"/>
                  </a:lnTo>
                  <a:lnTo>
                    <a:pt x="11927256" y="4433087"/>
                  </a:lnTo>
                  <a:lnTo>
                    <a:pt x="10547858" y="4433087"/>
                  </a:lnTo>
                  <a:lnTo>
                    <a:pt x="10547858" y="3053689"/>
                  </a:lnTo>
                  <a:lnTo>
                    <a:pt x="11927256" y="3053689"/>
                  </a:lnTo>
                  <a:lnTo>
                    <a:pt x="11927256" y="3032290"/>
                  </a:lnTo>
                  <a:lnTo>
                    <a:pt x="10547858" y="3032290"/>
                  </a:lnTo>
                  <a:lnTo>
                    <a:pt x="10547858" y="1652879"/>
                  </a:lnTo>
                  <a:lnTo>
                    <a:pt x="11927256" y="1652879"/>
                  </a:lnTo>
                  <a:lnTo>
                    <a:pt x="11927256" y="1631480"/>
                  </a:lnTo>
                  <a:lnTo>
                    <a:pt x="10547858" y="1631480"/>
                  </a:lnTo>
                  <a:lnTo>
                    <a:pt x="10547858" y="251942"/>
                  </a:lnTo>
                  <a:lnTo>
                    <a:pt x="11927256" y="251942"/>
                  </a:lnTo>
                  <a:lnTo>
                    <a:pt x="11927256" y="230543"/>
                  </a:lnTo>
                  <a:lnTo>
                    <a:pt x="10547858" y="230543"/>
                  </a:lnTo>
                  <a:lnTo>
                    <a:pt x="10547858" y="0"/>
                  </a:lnTo>
                  <a:lnTo>
                    <a:pt x="10526458" y="0"/>
                  </a:lnTo>
                  <a:lnTo>
                    <a:pt x="10526458" y="10036429"/>
                  </a:lnTo>
                  <a:lnTo>
                    <a:pt x="9147061" y="10036429"/>
                  </a:lnTo>
                  <a:lnTo>
                    <a:pt x="9147061" y="8656891"/>
                  </a:lnTo>
                  <a:lnTo>
                    <a:pt x="10526458" y="8656891"/>
                  </a:lnTo>
                  <a:lnTo>
                    <a:pt x="10526458" y="8635492"/>
                  </a:lnTo>
                  <a:lnTo>
                    <a:pt x="9147061" y="8635492"/>
                  </a:lnTo>
                  <a:lnTo>
                    <a:pt x="9147061" y="7256094"/>
                  </a:lnTo>
                  <a:lnTo>
                    <a:pt x="10526458" y="7256094"/>
                  </a:lnTo>
                  <a:lnTo>
                    <a:pt x="10526458" y="7234695"/>
                  </a:lnTo>
                  <a:lnTo>
                    <a:pt x="9147061" y="7234695"/>
                  </a:lnTo>
                  <a:lnTo>
                    <a:pt x="9147061" y="5855284"/>
                  </a:lnTo>
                  <a:lnTo>
                    <a:pt x="10526458" y="5855284"/>
                  </a:lnTo>
                  <a:lnTo>
                    <a:pt x="10526458" y="5833884"/>
                  </a:lnTo>
                  <a:lnTo>
                    <a:pt x="9147061" y="5833884"/>
                  </a:lnTo>
                  <a:lnTo>
                    <a:pt x="9147061" y="4454487"/>
                  </a:lnTo>
                  <a:lnTo>
                    <a:pt x="10526458" y="4454487"/>
                  </a:lnTo>
                  <a:lnTo>
                    <a:pt x="10526458" y="4433087"/>
                  </a:lnTo>
                  <a:lnTo>
                    <a:pt x="9147061" y="4433087"/>
                  </a:lnTo>
                  <a:lnTo>
                    <a:pt x="9147061" y="3053689"/>
                  </a:lnTo>
                  <a:lnTo>
                    <a:pt x="10526458" y="3053689"/>
                  </a:lnTo>
                  <a:lnTo>
                    <a:pt x="10526458" y="3032290"/>
                  </a:lnTo>
                  <a:lnTo>
                    <a:pt x="9147061" y="3032290"/>
                  </a:lnTo>
                  <a:lnTo>
                    <a:pt x="9147061" y="1652879"/>
                  </a:lnTo>
                  <a:lnTo>
                    <a:pt x="10526458" y="1652879"/>
                  </a:lnTo>
                  <a:lnTo>
                    <a:pt x="10526458" y="1631480"/>
                  </a:lnTo>
                  <a:lnTo>
                    <a:pt x="9147061" y="1631480"/>
                  </a:lnTo>
                  <a:lnTo>
                    <a:pt x="9147061" y="251942"/>
                  </a:lnTo>
                  <a:lnTo>
                    <a:pt x="10526458" y="251942"/>
                  </a:lnTo>
                  <a:lnTo>
                    <a:pt x="10526458" y="230543"/>
                  </a:lnTo>
                  <a:lnTo>
                    <a:pt x="9147061" y="230543"/>
                  </a:lnTo>
                  <a:lnTo>
                    <a:pt x="9147061" y="0"/>
                  </a:lnTo>
                  <a:lnTo>
                    <a:pt x="9143924" y="0"/>
                  </a:lnTo>
                  <a:lnTo>
                    <a:pt x="9125661" y="0"/>
                  </a:lnTo>
                  <a:lnTo>
                    <a:pt x="9123235" y="0"/>
                  </a:lnTo>
                  <a:lnTo>
                    <a:pt x="9123235" y="230543"/>
                  </a:lnTo>
                  <a:lnTo>
                    <a:pt x="0" y="230543"/>
                  </a:lnTo>
                  <a:lnTo>
                    <a:pt x="0" y="251942"/>
                  </a:lnTo>
                  <a:lnTo>
                    <a:pt x="9123235" y="251942"/>
                  </a:lnTo>
                  <a:lnTo>
                    <a:pt x="9123235" y="1631480"/>
                  </a:lnTo>
                  <a:lnTo>
                    <a:pt x="0" y="1631480"/>
                  </a:lnTo>
                  <a:lnTo>
                    <a:pt x="0" y="1652879"/>
                  </a:lnTo>
                  <a:lnTo>
                    <a:pt x="9123235" y="1652879"/>
                  </a:lnTo>
                  <a:lnTo>
                    <a:pt x="9123235" y="3032290"/>
                  </a:lnTo>
                  <a:lnTo>
                    <a:pt x="0" y="3032290"/>
                  </a:lnTo>
                  <a:lnTo>
                    <a:pt x="0" y="3053689"/>
                  </a:lnTo>
                  <a:lnTo>
                    <a:pt x="9123235" y="3053689"/>
                  </a:lnTo>
                  <a:lnTo>
                    <a:pt x="9123235" y="4433087"/>
                  </a:lnTo>
                  <a:lnTo>
                    <a:pt x="0" y="4433087"/>
                  </a:lnTo>
                  <a:lnTo>
                    <a:pt x="0" y="4454487"/>
                  </a:lnTo>
                  <a:lnTo>
                    <a:pt x="9123235" y="4454487"/>
                  </a:lnTo>
                  <a:lnTo>
                    <a:pt x="9123235" y="5833884"/>
                  </a:lnTo>
                  <a:lnTo>
                    <a:pt x="0" y="5833884"/>
                  </a:lnTo>
                  <a:lnTo>
                    <a:pt x="0" y="5855284"/>
                  </a:lnTo>
                  <a:lnTo>
                    <a:pt x="9123235" y="5855284"/>
                  </a:lnTo>
                  <a:lnTo>
                    <a:pt x="9123235" y="7234695"/>
                  </a:lnTo>
                  <a:lnTo>
                    <a:pt x="0" y="7234695"/>
                  </a:lnTo>
                  <a:lnTo>
                    <a:pt x="0" y="7256094"/>
                  </a:lnTo>
                  <a:lnTo>
                    <a:pt x="9123235" y="7256094"/>
                  </a:lnTo>
                  <a:lnTo>
                    <a:pt x="9123235" y="8635492"/>
                  </a:lnTo>
                  <a:lnTo>
                    <a:pt x="0" y="8635492"/>
                  </a:lnTo>
                  <a:lnTo>
                    <a:pt x="0" y="8656891"/>
                  </a:lnTo>
                  <a:lnTo>
                    <a:pt x="9123235" y="8656891"/>
                  </a:lnTo>
                  <a:lnTo>
                    <a:pt x="9123235" y="10036429"/>
                  </a:lnTo>
                  <a:lnTo>
                    <a:pt x="0" y="10036429"/>
                  </a:lnTo>
                  <a:lnTo>
                    <a:pt x="0" y="10057841"/>
                  </a:lnTo>
                  <a:lnTo>
                    <a:pt x="9123235" y="10057841"/>
                  </a:lnTo>
                  <a:lnTo>
                    <a:pt x="9123235" y="10287000"/>
                  </a:lnTo>
                  <a:lnTo>
                    <a:pt x="9125661" y="10287000"/>
                  </a:lnTo>
                  <a:lnTo>
                    <a:pt x="9143924" y="10287000"/>
                  </a:lnTo>
                  <a:lnTo>
                    <a:pt x="9147061" y="10287000"/>
                  </a:lnTo>
                  <a:lnTo>
                    <a:pt x="9147061" y="10057841"/>
                  </a:lnTo>
                  <a:lnTo>
                    <a:pt x="10526458" y="10057841"/>
                  </a:lnTo>
                  <a:lnTo>
                    <a:pt x="10526458" y="10287000"/>
                  </a:lnTo>
                  <a:lnTo>
                    <a:pt x="10547858" y="10287000"/>
                  </a:lnTo>
                  <a:lnTo>
                    <a:pt x="10547858" y="10057841"/>
                  </a:lnTo>
                  <a:lnTo>
                    <a:pt x="11927256" y="10057841"/>
                  </a:lnTo>
                  <a:lnTo>
                    <a:pt x="11927256" y="10287000"/>
                  </a:lnTo>
                  <a:lnTo>
                    <a:pt x="11948655" y="10287000"/>
                  </a:lnTo>
                  <a:lnTo>
                    <a:pt x="11948655" y="10057841"/>
                  </a:lnTo>
                  <a:lnTo>
                    <a:pt x="13328206" y="10057841"/>
                  </a:lnTo>
                  <a:lnTo>
                    <a:pt x="13328206" y="10287000"/>
                  </a:lnTo>
                  <a:lnTo>
                    <a:pt x="13349605" y="10287000"/>
                  </a:lnTo>
                  <a:lnTo>
                    <a:pt x="13349605" y="10057841"/>
                  </a:lnTo>
                  <a:lnTo>
                    <a:pt x="14729003" y="10057841"/>
                  </a:lnTo>
                  <a:lnTo>
                    <a:pt x="14729003" y="10287000"/>
                  </a:lnTo>
                  <a:lnTo>
                    <a:pt x="14750403" y="10287000"/>
                  </a:lnTo>
                  <a:lnTo>
                    <a:pt x="14750403" y="10057841"/>
                  </a:lnTo>
                  <a:lnTo>
                    <a:pt x="16129800" y="10057841"/>
                  </a:lnTo>
                  <a:lnTo>
                    <a:pt x="16129800" y="10287000"/>
                  </a:lnTo>
                  <a:lnTo>
                    <a:pt x="16151213" y="10287000"/>
                  </a:lnTo>
                  <a:lnTo>
                    <a:pt x="16151213" y="10057841"/>
                  </a:lnTo>
                  <a:lnTo>
                    <a:pt x="17530610" y="10057841"/>
                  </a:lnTo>
                  <a:lnTo>
                    <a:pt x="17530610" y="10287000"/>
                  </a:lnTo>
                  <a:lnTo>
                    <a:pt x="17552010" y="10287000"/>
                  </a:lnTo>
                  <a:lnTo>
                    <a:pt x="17552010" y="10057841"/>
                  </a:lnTo>
                  <a:lnTo>
                    <a:pt x="18288000" y="10057841"/>
                  </a:lnTo>
                  <a:lnTo>
                    <a:pt x="18288000" y="10036429"/>
                  </a:lnTo>
                  <a:lnTo>
                    <a:pt x="17552010" y="10036429"/>
                  </a:lnTo>
                  <a:lnTo>
                    <a:pt x="17552010" y="8656891"/>
                  </a:lnTo>
                  <a:lnTo>
                    <a:pt x="18288000" y="8656891"/>
                  </a:lnTo>
                  <a:lnTo>
                    <a:pt x="18288000" y="8635492"/>
                  </a:lnTo>
                  <a:lnTo>
                    <a:pt x="17552010" y="8635492"/>
                  </a:lnTo>
                  <a:lnTo>
                    <a:pt x="17552010" y="7256094"/>
                  </a:lnTo>
                  <a:lnTo>
                    <a:pt x="18288000" y="7256094"/>
                  </a:lnTo>
                  <a:lnTo>
                    <a:pt x="18288000" y="7234695"/>
                  </a:lnTo>
                  <a:lnTo>
                    <a:pt x="17552010" y="7234695"/>
                  </a:lnTo>
                  <a:lnTo>
                    <a:pt x="17552010" y="5855284"/>
                  </a:lnTo>
                  <a:lnTo>
                    <a:pt x="18288000" y="5855284"/>
                  </a:lnTo>
                  <a:lnTo>
                    <a:pt x="18288000" y="5833884"/>
                  </a:lnTo>
                  <a:lnTo>
                    <a:pt x="17552010" y="5833884"/>
                  </a:lnTo>
                  <a:lnTo>
                    <a:pt x="17552010" y="4454487"/>
                  </a:lnTo>
                  <a:lnTo>
                    <a:pt x="18288000" y="4454487"/>
                  </a:lnTo>
                  <a:lnTo>
                    <a:pt x="18288000" y="4433087"/>
                  </a:lnTo>
                  <a:lnTo>
                    <a:pt x="17552010" y="4433087"/>
                  </a:lnTo>
                  <a:lnTo>
                    <a:pt x="17552010" y="3053689"/>
                  </a:lnTo>
                  <a:lnTo>
                    <a:pt x="18288000" y="3053689"/>
                  </a:lnTo>
                  <a:lnTo>
                    <a:pt x="18288000" y="3032290"/>
                  </a:lnTo>
                  <a:lnTo>
                    <a:pt x="17552010" y="3032290"/>
                  </a:lnTo>
                  <a:lnTo>
                    <a:pt x="17552010" y="1652879"/>
                  </a:lnTo>
                  <a:lnTo>
                    <a:pt x="18288000" y="1652879"/>
                  </a:lnTo>
                  <a:lnTo>
                    <a:pt x="18288000" y="1631480"/>
                  </a:lnTo>
                  <a:lnTo>
                    <a:pt x="17552010" y="1631480"/>
                  </a:lnTo>
                  <a:lnTo>
                    <a:pt x="17552010" y="251942"/>
                  </a:lnTo>
                  <a:lnTo>
                    <a:pt x="18288000" y="251942"/>
                  </a:lnTo>
                  <a:lnTo>
                    <a:pt x="18288000" y="230543"/>
                  </a:lnTo>
                  <a:close/>
                </a:path>
              </a:pathLst>
            </a:custGeom>
            <a:solidFill>
              <a:srgbClr val="E1E1C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30" name="Google Shape;630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7743845" cy="1028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1" name="Google Shape;631;p14"/>
            <p:cNvSpPr/>
            <p:nvPr/>
          </p:nvSpPr>
          <p:spPr>
            <a:xfrm>
              <a:off x="15936493" y="9116491"/>
              <a:ext cx="1048385" cy="283845"/>
            </a:xfrm>
            <a:custGeom>
              <a:rect b="b" l="l" r="r" t="t"/>
              <a:pathLst>
                <a:path extrusionOk="0" h="283845" w="1048384">
                  <a:moveTo>
                    <a:pt x="262089" y="120942"/>
                  </a:moveTo>
                  <a:lnTo>
                    <a:pt x="76339" y="120942"/>
                  </a:lnTo>
                  <a:lnTo>
                    <a:pt x="169075" y="28206"/>
                  </a:lnTo>
                  <a:lnTo>
                    <a:pt x="140881" y="0"/>
                  </a:lnTo>
                  <a:lnTo>
                    <a:pt x="0" y="140881"/>
                  </a:lnTo>
                  <a:lnTo>
                    <a:pt x="140881" y="281762"/>
                  </a:lnTo>
                  <a:lnTo>
                    <a:pt x="169075" y="253555"/>
                  </a:lnTo>
                  <a:lnTo>
                    <a:pt x="76339" y="160820"/>
                  </a:lnTo>
                  <a:lnTo>
                    <a:pt x="262089" y="160820"/>
                  </a:lnTo>
                  <a:lnTo>
                    <a:pt x="262089" y="120942"/>
                  </a:lnTo>
                  <a:close/>
                </a:path>
                <a:path extrusionOk="0" h="283845" w="1048384">
                  <a:moveTo>
                    <a:pt x="1047826" y="142621"/>
                  </a:moveTo>
                  <a:lnTo>
                    <a:pt x="906945" y="1739"/>
                  </a:lnTo>
                  <a:lnTo>
                    <a:pt x="878751" y="29933"/>
                  </a:lnTo>
                  <a:lnTo>
                    <a:pt x="971499" y="122682"/>
                  </a:lnTo>
                  <a:lnTo>
                    <a:pt x="785736" y="122682"/>
                  </a:lnTo>
                  <a:lnTo>
                    <a:pt x="785736" y="162547"/>
                  </a:lnTo>
                  <a:lnTo>
                    <a:pt x="971499" y="162547"/>
                  </a:lnTo>
                  <a:lnTo>
                    <a:pt x="878751" y="255295"/>
                  </a:lnTo>
                  <a:lnTo>
                    <a:pt x="906945" y="283489"/>
                  </a:lnTo>
                  <a:lnTo>
                    <a:pt x="1047826" y="142621"/>
                  </a:lnTo>
                  <a:close/>
                </a:path>
              </a:pathLst>
            </a:custGeom>
            <a:solidFill>
              <a:srgbClr val="F5F5E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2" name="Google Shape;632;p14"/>
          <p:cNvSpPr txBox="1"/>
          <p:nvPr/>
        </p:nvSpPr>
        <p:spPr>
          <a:xfrm>
            <a:off x="1166401" y="760649"/>
            <a:ext cx="4603750" cy="43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7B38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Sistemas de Base de Datos 1</a:t>
            </a:r>
            <a:endParaRPr sz="2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633" name="Google Shape;633;p14"/>
          <p:cNvGrpSpPr/>
          <p:nvPr/>
        </p:nvGrpSpPr>
        <p:grpSpPr>
          <a:xfrm>
            <a:off x="8686008" y="3501336"/>
            <a:ext cx="95250" cy="4724399"/>
            <a:chOff x="8686008" y="3501336"/>
            <a:chExt cx="95250" cy="4724399"/>
          </a:xfrm>
        </p:grpSpPr>
        <p:pic>
          <p:nvPicPr>
            <p:cNvPr id="634" name="Google Shape;634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86008" y="3501336"/>
              <a:ext cx="95250" cy="95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5" name="Google Shape;635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86008" y="4530036"/>
              <a:ext cx="95250" cy="95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6" name="Google Shape;636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86008" y="5558736"/>
              <a:ext cx="95250" cy="95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7" name="Google Shape;637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86008" y="6587436"/>
              <a:ext cx="95250" cy="95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8" name="Google Shape;63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86008" y="7101786"/>
              <a:ext cx="95250" cy="95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9" name="Google Shape;639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86008" y="7616136"/>
              <a:ext cx="95250" cy="95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0" name="Google Shape;640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86008" y="8130486"/>
              <a:ext cx="95250" cy="952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1" name="Google Shape;641;p14"/>
          <p:cNvSpPr txBox="1"/>
          <p:nvPr/>
        </p:nvSpPr>
        <p:spPr>
          <a:xfrm>
            <a:off x="8918279" y="3181283"/>
            <a:ext cx="8426450" cy="5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41910" rtl="0" algn="l">
              <a:lnSpc>
                <a:spcPct val="116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7B38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Representan algo significativo o importante para el negocio</a:t>
            </a:r>
            <a:endParaRPr sz="2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15875" rtl="0" algn="l">
              <a:lnSpc>
                <a:spcPct val="116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7B38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Muestran cómo las entidades están relacionadas entre sí</a:t>
            </a:r>
            <a:endParaRPr sz="2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6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7B38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Solo existen entre entidades (o una entidad y ella misma)</a:t>
            </a:r>
            <a:endParaRPr sz="2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7B38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Son bidireccionales</a:t>
            </a:r>
            <a:endParaRPr sz="2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3016885" rtl="0" algn="l">
              <a:lnSpc>
                <a:spcPct val="116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7B38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 asignan en ambos extremos Tienen opcionalidad</a:t>
            </a:r>
            <a:endParaRPr sz="2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7B38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Tienen cardinalidad</a:t>
            </a:r>
            <a:endParaRPr sz="2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2" name="Google Shape;642;p14"/>
          <p:cNvSpPr txBox="1"/>
          <p:nvPr>
            <p:ph type="title"/>
          </p:nvPr>
        </p:nvSpPr>
        <p:spPr>
          <a:xfrm>
            <a:off x="8556623" y="1647275"/>
            <a:ext cx="6544200" cy="11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RELACIONES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B661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5"/>
          <p:cNvSpPr txBox="1"/>
          <p:nvPr/>
        </p:nvSpPr>
        <p:spPr>
          <a:xfrm>
            <a:off x="1016000" y="622574"/>
            <a:ext cx="4603750" cy="43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Sistemas de Base de Datos 1</a:t>
            </a:r>
            <a:endParaRPr sz="2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9" name="Google Shape;649;p15"/>
          <p:cNvSpPr txBox="1"/>
          <p:nvPr>
            <p:ph type="title"/>
          </p:nvPr>
        </p:nvSpPr>
        <p:spPr>
          <a:xfrm>
            <a:off x="1193302" y="2440075"/>
            <a:ext cx="6649200" cy="11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5F5E8"/>
                </a:solidFill>
              </a:rPr>
              <a:t>CARDINALIDAD</a:t>
            </a:r>
            <a:endParaRPr/>
          </a:p>
        </p:txBody>
      </p:sp>
      <p:sp>
        <p:nvSpPr>
          <p:cNvPr id="650" name="Google Shape;650;p15"/>
          <p:cNvSpPr txBox="1"/>
          <p:nvPr/>
        </p:nvSpPr>
        <p:spPr>
          <a:xfrm>
            <a:off x="973403" y="4182007"/>
            <a:ext cx="7192009" cy="243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cardinalidad mide la cantidad de algo</a:t>
            </a:r>
            <a:endParaRPr sz="2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61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 una relación, determina el grado hasta el que una entidad esta relacionada con otra respondiendo a la pregunta: ¿cuántos?</a:t>
            </a:r>
            <a:endParaRPr sz="2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1" name="Google Shape;651;p15"/>
          <p:cNvSpPr txBox="1"/>
          <p:nvPr/>
        </p:nvSpPr>
        <p:spPr>
          <a:xfrm>
            <a:off x="9709308" y="2440076"/>
            <a:ext cx="7272655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28956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50">
                <a:solidFill>
                  <a:srgbClr val="F5F5E8"/>
                </a:solidFill>
                <a:latin typeface="Tahoma"/>
                <a:ea typeface="Tahoma"/>
                <a:cs typeface="Tahoma"/>
                <a:sym typeface="Tahoma"/>
              </a:rPr>
              <a:t>OPCIONALIDAD</a:t>
            </a:r>
            <a:endParaRPr sz="71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11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relaciones son obligatorias u opcionales</a:t>
            </a:r>
            <a:endParaRPr sz="2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52" name="Google Shape;65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3958" y="7884024"/>
            <a:ext cx="85725" cy="8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3958" y="8874624"/>
            <a:ext cx="85725" cy="85724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15"/>
          <p:cNvSpPr txBox="1"/>
          <p:nvPr/>
        </p:nvSpPr>
        <p:spPr>
          <a:xfrm>
            <a:off x="9709308" y="5103988"/>
            <a:ext cx="7432675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64135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 función de lo que se sabe sobre las instancias de las entidades, se puede determinar la opcionalidad respondiendo las preguntas:</a:t>
            </a:r>
            <a:endParaRPr sz="2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1265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61658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Debe cada *</a:t>
            </a:r>
            <a:r>
              <a:rPr b="1" lang="en-US" sz="2800">
                <a:solidFill>
                  <a:srgbClr val="F5F5E8"/>
                </a:solidFill>
                <a:latin typeface="Arial"/>
                <a:ea typeface="Arial"/>
                <a:cs typeface="Arial"/>
                <a:sym typeface="Arial"/>
              </a:rPr>
              <a:t>ENTIDAD 1</a:t>
            </a: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 </a:t>
            </a:r>
            <a:r>
              <a:rPr b="1" lang="en-US" sz="2800">
                <a:solidFill>
                  <a:srgbClr val="F5F5E8"/>
                </a:solidFill>
                <a:latin typeface="Arial"/>
                <a:ea typeface="Arial"/>
                <a:cs typeface="Arial"/>
                <a:sym typeface="Arial"/>
              </a:rPr>
              <a:t>_verbo_ </a:t>
            </a: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</a:t>
            </a:r>
            <a:endParaRPr sz="2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616585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*ENTIDAD 2*?</a:t>
            </a:r>
            <a:endParaRPr sz="2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616585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Debe cada *</a:t>
            </a:r>
            <a:r>
              <a:rPr b="1" lang="en-US" sz="2800">
                <a:solidFill>
                  <a:srgbClr val="F5F5E8"/>
                </a:solidFill>
                <a:latin typeface="Arial"/>
                <a:ea typeface="Arial"/>
                <a:cs typeface="Arial"/>
                <a:sym typeface="Arial"/>
              </a:rPr>
              <a:t>ENTIDAD 2</a:t>
            </a: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 estar </a:t>
            </a:r>
            <a:r>
              <a:rPr b="1" lang="en-US" sz="2800">
                <a:solidFill>
                  <a:srgbClr val="F5F5E8"/>
                </a:solidFill>
                <a:latin typeface="Arial"/>
                <a:ea typeface="Arial"/>
                <a:cs typeface="Arial"/>
                <a:sym typeface="Arial"/>
              </a:rPr>
              <a:t>_verbo_ </a:t>
            </a: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un *</a:t>
            </a:r>
            <a:r>
              <a:rPr b="1" lang="en-US" sz="2800">
                <a:solidFill>
                  <a:srgbClr val="F5F5E8"/>
                </a:solidFill>
                <a:latin typeface="Arial"/>
                <a:ea typeface="Arial"/>
                <a:cs typeface="Arial"/>
                <a:sym typeface="Arial"/>
              </a:rPr>
              <a:t>ENTIDAD 1</a:t>
            </a: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</a:t>
            </a:r>
            <a:endParaRPr sz="2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B661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6"/>
          <p:cNvSpPr txBox="1"/>
          <p:nvPr/>
        </p:nvSpPr>
        <p:spPr>
          <a:xfrm>
            <a:off x="1016000" y="622574"/>
            <a:ext cx="4603750" cy="43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Sistemas de Base de Datos 1</a:t>
            </a:r>
            <a:endParaRPr sz="2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1" name="Google Shape;661;p16"/>
          <p:cNvSpPr txBox="1"/>
          <p:nvPr>
            <p:ph type="title"/>
          </p:nvPr>
        </p:nvSpPr>
        <p:spPr>
          <a:xfrm>
            <a:off x="1016000" y="1034516"/>
            <a:ext cx="10164445" cy="200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4800">
            <a:spAutoFit/>
          </a:bodyPr>
          <a:lstStyle/>
          <a:p>
            <a:pPr indent="0" lvl="0" marL="0" marR="508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5F5E8"/>
                </a:solidFill>
              </a:rPr>
              <a:t>EJEMPLO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 tienen las entidades EMPLEADO Y CARGO</a:t>
            </a:r>
            <a:endParaRPr sz="2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2" name="Google Shape;662;p16"/>
          <p:cNvSpPr txBox="1"/>
          <p:nvPr/>
        </p:nvSpPr>
        <p:spPr>
          <a:xfrm>
            <a:off x="1016000" y="3507270"/>
            <a:ext cx="13681710" cy="5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F5E8"/>
                </a:solidFill>
                <a:latin typeface="Arial"/>
                <a:ea typeface="Arial"/>
                <a:cs typeface="Arial"/>
                <a:sym typeface="Arial"/>
              </a:rPr>
              <a:t>CARDINALIDAD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¿Cuántos CARGOs puede tener un EMPLEADO?</a:t>
            </a:r>
            <a:endParaRPr sz="2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¿Cuántos EMPLEADO pueden tener un CARGO específico?</a:t>
            </a:r>
            <a:endParaRPr sz="2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F5E8"/>
                </a:solidFill>
                <a:latin typeface="Arial"/>
                <a:ea typeface="Arial"/>
                <a:cs typeface="Arial"/>
                <a:sym typeface="Arial"/>
              </a:rPr>
              <a:t>OPCIONALIDAD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¿Debe cada EMPLEADO tener un CARGO?</a:t>
            </a:r>
            <a:endParaRPr sz="2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2394585" rtl="0" algn="ctr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F5E8"/>
                </a:solidFill>
                <a:latin typeface="Arial"/>
                <a:ea typeface="Arial"/>
                <a:cs typeface="Arial"/>
                <a:sym typeface="Arial"/>
              </a:rPr>
              <a:t>Cada EMPLEADO debe tener solo un CARGO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¿Debe cada CARGO estar asignado a un EMPLEADO?</a:t>
            </a:r>
            <a:endParaRPr sz="2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2395220" rtl="0" algn="ctr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F5E8"/>
                </a:solidFill>
                <a:latin typeface="Arial"/>
                <a:ea typeface="Arial"/>
                <a:cs typeface="Arial"/>
                <a:sym typeface="Arial"/>
              </a:rPr>
              <a:t>Cada CARGO puede estar ocupado por cero o más EMPLEADOS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B661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7"/>
          <p:cNvSpPr txBox="1"/>
          <p:nvPr/>
        </p:nvSpPr>
        <p:spPr>
          <a:xfrm>
            <a:off x="626103" y="362644"/>
            <a:ext cx="4603750" cy="43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Sistemas de Base de Datos 1</a:t>
            </a:r>
            <a:endParaRPr sz="2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9" name="Google Shape;669;p17"/>
          <p:cNvSpPr txBox="1"/>
          <p:nvPr>
            <p:ph type="title"/>
          </p:nvPr>
        </p:nvSpPr>
        <p:spPr>
          <a:xfrm>
            <a:off x="5967420" y="362650"/>
            <a:ext cx="10845900" cy="11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5F5E8"/>
                </a:solidFill>
              </a:rPr>
              <a:t>CASO DE NEGOCIO 1</a:t>
            </a:r>
            <a:endParaRPr/>
          </a:p>
        </p:txBody>
      </p:sp>
      <p:sp>
        <p:nvSpPr>
          <p:cNvPr id="670" name="Google Shape;670;p17"/>
          <p:cNvSpPr txBox="1"/>
          <p:nvPr/>
        </p:nvSpPr>
        <p:spPr>
          <a:xfrm>
            <a:off x="626103" y="1795451"/>
            <a:ext cx="15876269" cy="79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 tiene el siguiente enunciado:</a:t>
            </a:r>
            <a:endParaRPr sz="2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 un restaurante, un </a:t>
            </a:r>
            <a:r>
              <a:rPr b="1" lang="en-US" sz="2800">
                <a:solidFill>
                  <a:srgbClr val="F5F5E8"/>
                </a:solidFill>
                <a:latin typeface="Arial"/>
                <a:ea typeface="Arial"/>
                <a:cs typeface="Arial"/>
                <a:sym typeface="Arial"/>
              </a:rPr>
              <a:t>cliente </a:t>
            </a: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camina hasta el mostrador y realiza su </a:t>
            </a:r>
            <a:r>
              <a:rPr b="1" lang="en-US" sz="2800">
                <a:solidFill>
                  <a:srgbClr val="F5F5E8"/>
                </a:solidFill>
                <a:latin typeface="Arial"/>
                <a:ea typeface="Arial"/>
                <a:cs typeface="Arial"/>
                <a:sym typeface="Arial"/>
              </a:rPr>
              <a:t>pedido</a:t>
            </a: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Un cliente puede solicitar para sí mismo solo o para sí mismo y otras personas. A lo largo de un período de tiempo, un cliente puede realizar tantos pedidos como desee.</a:t>
            </a:r>
            <a:endParaRPr sz="2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F5E8"/>
                </a:solidFill>
                <a:latin typeface="Arial"/>
                <a:ea typeface="Arial"/>
                <a:cs typeface="Arial"/>
                <a:sym typeface="Arial"/>
              </a:rPr>
              <a:t>OPCIONALIDAD </a:t>
            </a: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(DEBE o PUEDE)</a:t>
            </a:r>
            <a:endParaRPr sz="2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Cada </a:t>
            </a:r>
            <a:r>
              <a:rPr b="1" lang="en-US" sz="2800">
                <a:solidFill>
                  <a:srgbClr val="F5F5E8"/>
                </a:solidFill>
                <a:latin typeface="Arial"/>
                <a:ea typeface="Arial"/>
                <a:cs typeface="Arial"/>
                <a:sym typeface="Arial"/>
              </a:rPr>
              <a:t>PEDIDO </a:t>
            </a: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 </a:t>
            </a: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DEBE </a:t>
            </a: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realiza un </a:t>
            </a:r>
            <a:r>
              <a:rPr b="1" lang="en-US" sz="2800">
                <a:solidFill>
                  <a:srgbClr val="F5F5E8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Cada </a:t>
            </a:r>
            <a:r>
              <a:rPr b="1" lang="en-US" sz="2800">
                <a:solidFill>
                  <a:srgbClr val="F5F5E8"/>
                </a:solidFill>
                <a:latin typeface="Arial"/>
                <a:ea typeface="Arial"/>
                <a:cs typeface="Arial"/>
                <a:sym typeface="Arial"/>
              </a:rPr>
              <a:t>CLIENTE </a:t>
            </a: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DEBE </a:t>
            </a: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realiza un </a:t>
            </a:r>
            <a:r>
              <a:rPr b="1" lang="en-US" sz="2800">
                <a:solidFill>
                  <a:srgbClr val="F5F5E8"/>
                </a:solidFill>
                <a:latin typeface="Arial"/>
                <a:ea typeface="Arial"/>
                <a:cs typeface="Arial"/>
                <a:sym typeface="Arial"/>
              </a:rPr>
              <a:t>PEDIDO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F5E8"/>
                </a:solidFill>
                <a:latin typeface="Arial"/>
                <a:ea typeface="Arial"/>
                <a:cs typeface="Arial"/>
                <a:sym typeface="Arial"/>
              </a:rPr>
              <a:t>CARDINALIDAD </a:t>
            </a: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(¿Cuántos?)</a:t>
            </a:r>
            <a:endParaRPr sz="2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Cada </a:t>
            </a:r>
            <a:r>
              <a:rPr b="1" lang="en-US" sz="2800">
                <a:solidFill>
                  <a:srgbClr val="F5F5E8"/>
                </a:solidFill>
                <a:latin typeface="Arial"/>
                <a:ea typeface="Arial"/>
                <a:cs typeface="Arial"/>
                <a:sym typeface="Arial"/>
              </a:rPr>
              <a:t>PEDIDO </a:t>
            </a: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 debe realizar </a:t>
            </a: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SOLO </a:t>
            </a: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 </a:t>
            </a:r>
            <a:r>
              <a:rPr b="1" lang="en-US" sz="2800">
                <a:solidFill>
                  <a:srgbClr val="F5F5E8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Cada </a:t>
            </a:r>
            <a:r>
              <a:rPr b="1" lang="en-US" sz="2800">
                <a:solidFill>
                  <a:srgbClr val="F5F5E8"/>
                </a:solidFill>
                <a:latin typeface="Arial"/>
                <a:ea typeface="Arial"/>
                <a:cs typeface="Arial"/>
                <a:sym typeface="Arial"/>
              </a:rPr>
              <a:t>CLIENTE </a:t>
            </a: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 debe realizar </a:t>
            </a: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UNO o MÁS </a:t>
            </a: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 </a:t>
            </a:r>
            <a:r>
              <a:rPr b="1" lang="en-US" sz="2800">
                <a:solidFill>
                  <a:srgbClr val="F5F5E8"/>
                </a:solidFill>
                <a:latin typeface="Arial"/>
                <a:ea typeface="Arial"/>
                <a:cs typeface="Arial"/>
                <a:sym typeface="Arial"/>
              </a:rPr>
              <a:t>PEDIDO</a:t>
            </a: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 sz="2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RESUMEN</a:t>
            </a:r>
            <a:endParaRPr sz="2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594985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5F5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CADA PEDIDO LO DEBE REALIZAR UN (Y SOLO UN) CLIENTE CADA CLIENTE DEBE REALIZAR UNO O MÁS PEDIDOS</a:t>
            </a:r>
            <a:endParaRPr sz="2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8"/>
          <p:cNvSpPr/>
          <p:nvPr/>
        </p:nvSpPr>
        <p:spPr>
          <a:xfrm>
            <a:off x="-64375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F5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8"/>
          <p:cNvSpPr/>
          <p:nvPr/>
        </p:nvSpPr>
        <p:spPr>
          <a:xfrm>
            <a:off x="15757311" y="0"/>
            <a:ext cx="2531110" cy="2380615"/>
          </a:xfrm>
          <a:custGeom>
            <a:rect b="b" l="l" r="r" t="t"/>
            <a:pathLst>
              <a:path extrusionOk="0" h="2380615" w="2531109">
                <a:moveTo>
                  <a:pt x="2530688" y="2380247"/>
                </a:moveTo>
                <a:lnTo>
                  <a:pt x="2139844" y="2380247"/>
                </a:lnTo>
                <a:lnTo>
                  <a:pt x="2092548" y="2367547"/>
                </a:lnTo>
                <a:lnTo>
                  <a:pt x="2045535" y="2367547"/>
                </a:lnTo>
                <a:lnTo>
                  <a:pt x="1952394" y="2342147"/>
                </a:lnTo>
                <a:lnTo>
                  <a:pt x="1906285" y="2342147"/>
                </a:lnTo>
                <a:lnTo>
                  <a:pt x="1549701" y="2240547"/>
                </a:lnTo>
                <a:lnTo>
                  <a:pt x="1506803" y="2215147"/>
                </a:lnTo>
                <a:lnTo>
                  <a:pt x="1422223" y="2189747"/>
                </a:lnTo>
                <a:lnTo>
                  <a:pt x="1380561" y="2164347"/>
                </a:lnTo>
                <a:lnTo>
                  <a:pt x="1339329" y="2151647"/>
                </a:lnTo>
                <a:lnTo>
                  <a:pt x="1258193" y="2100847"/>
                </a:lnTo>
                <a:lnTo>
                  <a:pt x="1218308" y="2088147"/>
                </a:lnTo>
                <a:lnTo>
                  <a:pt x="1139949" y="2037347"/>
                </a:lnTo>
                <a:lnTo>
                  <a:pt x="1063534" y="1986547"/>
                </a:lnTo>
                <a:lnTo>
                  <a:pt x="989135" y="1935747"/>
                </a:lnTo>
                <a:lnTo>
                  <a:pt x="952715" y="1910347"/>
                </a:lnTo>
                <a:lnTo>
                  <a:pt x="916827" y="1884947"/>
                </a:lnTo>
                <a:lnTo>
                  <a:pt x="881480" y="1859547"/>
                </a:lnTo>
                <a:lnTo>
                  <a:pt x="846684" y="1821447"/>
                </a:lnTo>
                <a:lnTo>
                  <a:pt x="812447" y="1796047"/>
                </a:lnTo>
                <a:lnTo>
                  <a:pt x="778779" y="1770647"/>
                </a:lnTo>
                <a:lnTo>
                  <a:pt x="745689" y="1732547"/>
                </a:lnTo>
                <a:lnTo>
                  <a:pt x="713186" y="1707147"/>
                </a:lnTo>
                <a:lnTo>
                  <a:pt x="681280" y="1669047"/>
                </a:lnTo>
                <a:lnTo>
                  <a:pt x="649979" y="1643647"/>
                </a:lnTo>
                <a:lnTo>
                  <a:pt x="619294" y="1605547"/>
                </a:lnTo>
                <a:lnTo>
                  <a:pt x="589232" y="1580147"/>
                </a:lnTo>
                <a:lnTo>
                  <a:pt x="559804" y="1542047"/>
                </a:lnTo>
                <a:lnTo>
                  <a:pt x="531018" y="1503947"/>
                </a:lnTo>
                <a:lnTo>
                  <a:pt x="502885" y="1465847"/>
                </a:lnTo>
                <a:lnTo>
                  <a:pt x="475412" y="1427747"/>
                </a:lnTo>
                <a:lnTo>
                  <a:pt x="448609" y="1402347"/>
                </a:lnTo>
                <a:lnTo>
                  <a:pt x="422486" y="1364247"/>
                </a:lnTo>
                <a:lnTo>
                  <a:pt x="397052" y="1326147"/>
                </a:lnTo>
                <a:lnTo>
                  <a:pt x="372315" y="1288047"/>
                </a:lnTo>
                <a:lnTo>
                  <a:pt x="348286" y="1249947"/>
                </a:lnTo>
                <a:lnTo>
                  <a:pt x="324973" y="1211847"/>
                </a:lnTo>
                <a:lnTo>
                  <a:pt x="302386" y="1173747"/>
                </a:lnTo>
                <a:lnTo>
                  <a:pt x="280533" y="1122947"/>
                </a:lnTo>
                <a:lnTo>
                  <a:pt x="259425" y="1084847"/>
                </a:lnTo>
                <a:lnTo>
                  <a:pt x="239069" y="1046747"/>
                </a:lnTo>
                <a:lnTo>
                  <a:pt x="219476" y="1008647"/>
                </a:lnTo>
                <a:lnTo>
                  <a:pt x="200655" y="970547"/>
                </a:lnTo>
                <a:lnTo>
                  <a:pt x="182615" y="919747"/>
                </a:lnTo>
                <a:lnTo>
                  <a:pt x="165365" y="881647"/>
                </a:lnTo>
                <a:lnTo>
                  <a:pt x="148914" y="830847"/>
                </a:lnTo>
                <a:lnTo>
                  <a:pt x="133272" y="792747"/>
                </a:lnTo>
                <a:lnTo>
                  <a:pt x="118447" y="754647"/>
                </a:lnTo>
                <a:lnTo>
                  <a:pt x="104450" y="703847"/>
                </a:lnTo>
                <a:lnTo>
                  <a:pt x="91288" y="665747"/>
                </a:lnTo>
                <a:lnTo>
                  <a:pt x="78973" y="614947"/>
                </a:lnTo>
                <a:lnTo>
                  <a:pt x="67512" y="576847"/>
                </a:lnTo>
                <a:lnTo>
                  <a:pt x="56914" y="526047"/>
                </a:lnTo>
                <a:lnTo>
                  <a:pt x="47190" y="475247"/>
                </a:lnTo>
                <a:lnTo>
                  <a:pt x="38348" y="437147"/>
                </a:lnTo>
                <a:lnTo>
                  <a:pt x="30398" y="386347"/>
                </a:lnTo>
                <a:lnTo>
                  <a:pt x="23349" y="335547"/>
                </a:lnTo>
                <a:lnTo>
                  <a:pt x="17209" y="297447"/>
                </a:lnTo>
                <a:lnTo>
                  <a:pt x="11989" y="246647"/>
                </a:lnTo>
                <a:lnTo>
                  <a:pt x="7698" y="195847"/>
                </a:lnTo>
                <a:lnTo>
                  <a:pt x="4343" y="145047"/>
                </a:lnTo>
                <a:lnTo>
                  <a:pt x="1936" y="106947"/>
                </a:lnTo>
                <a:lnTo>
                  <a:pt x="485" y="56147"/>
                </a:lnTo>
                <a:lnTo>
                  <a:pt x="0" y="5347"/>
                </a:lnTo>
                <a:lnTo>
                  <a:pt x="51" y="0"/>
                </a:lnTo>
                <a:lnTo>
                  <a:pt x="2530688" y="0"/>
                </a:lnTo>
                <a:lnTo>
                  <a:pt x="2530688" y="2380247"/>
                </a:lnTo>
                <a:close/>
              </a:path>
            </a:pathLst>
          </a:custGeom>
          <a:solidFill>
            <a:srgbClr val="DB661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8"/>
          <p:cNvSpPr/>
          <p:nvPr/>
        </p:nvSpPr>
        <p:spPr>
          <a:xfrm>
            <a:off x="0" y="8774035"/>
            <a:ext cx="1551940" cy="1513205"/>
          </a:xfrm>
          <a:custGeom>
            <a:rect b="b" l="l" r="r" t="t"/>
            <a:pathLst>
              <a:path extrusionOk="0" h="1513204" w="1551940">
                <a:moveTo>
                  <a:pt x="1531255" y="1512963"/>
                </a:moveTo>
                <a:lnTo>
                  <a:pt x="0" y="1512963"/>
                </a:lnTo>
                <a:lnTo>
                  <a:pt x="0" y="27920"/>
                </a:lnTo>
                <a:lnTo>
                  <a:pt x="76898" y="13930"/>
                </a:lnTo>
                <a:lnTo>
                  <a:pt x="123630" y="7882"/>
                </a:lnTo>
                <a:lnTo>
                  <a:pt x="170871" y="3524"/>
                </a:lnTo>
                <a:lnTo>
                  <a:pt x="218591" y="886"/>
                </a:lnTo>
                <a:lnTo>
                  <a:pt x="266759" y="0"/>
                </a:lnTo>
                <a:lnTo>
                  <a:pt x="314926" y="886"/>
                </a:lnTo>
                <a:lnTo>
                  <a:pt x="362646" y="3524"/>
                </a:lnTo>
                <a:lnTo>
                  <a:pt x="409887" y="7882"/>
                </a:lnTo>
                <a:lnTo>
                  <a:pt x="456619" y="13930"/>
                </a:lnTo>
                <a:lnTo>
                  <a:pt x="502810" y="21637"/>
                </a:lnTo>
                <a:lnTo>
                  <a:pt x="548430" y="30971"/>
                </a:lnTo>
                <a:lnTo>
                  <a:pt x="593447" y="41901"/>
                </a:lnTo>
                <a:lnTo>
                  <a:pt x="637830" y="54397"/>
                </a:lnTo>
                <a:lnTo>
                  <a:pt x="681549" y="68428"/>
                </a:lnTo>
                <a:lnTo>
                  <a:pt x="724571" y="83961"/>
                </a:lnTo>
                <a:lnTo>
                  <a:pt x="766867" y="100967"/>
                </a:lnTo>
                <a:lnTo>
                  <a:pt x="808404" y="119413"/>
                </a:lnTo>
                <a:lnTo>
                  <a:pt x="849153" y="139270"/>
                </a:lnTo>
                <a:lnTo>
                  <a:pt x="889081" y="160506"/>
                </a:lnTo>
                <a:lnTo>
                  <a:pt x="928159" y="183090"/>
                </a:lnTo>
                <a:lnTo>
                  <a:pt x="966354" y="206991"/>
                </a:lnTo>
                <a:lnTo>
                  <a:pt x="1003636" y="232178"/>
                </a:lnTo>
                <a:lnTo>
                  <a:pt x="1039973" y="258620"/>
                </a:lnTo>
                <a:lnTo>
                  <a:pt x="1075336" y="286285"/>
                </a:lnTo>
                <a:lnTo>
                  <a:pt x="1109692" y="315143"/>
                </a:lnTo>
                <a:lnTo>
                  <a:pt x="1143010" y="345163"/>
                </a:lnTo>
                <a:lnTo>
                  <a:pt x="1175260" y="376313"/>
                </a:lnTo>
                <a:lnTo>
                  <a:pt x="1206410" y="408563"/>
                </a:lnTo>
                <a:lnTo>
                  <a:pt x="1236430" y="441882"/>
                </a:lnTo>
                <a:lnTo>
                  <a:pt x="1265288" y="476238"/>
                </a:lnTo>
                <a:lnTo>
                  <a:pt x="1292954" y="511600"/>
                </a:lnTo>
                <a:lnTo>
                  <a:pt x="1319395" y="547937"/>
                </a:lnTo>
                <a:lnTo>
                  <a:pt x="1344582" y="585219"/>
                </a:lnTo>
                <a:lnTo>
                  <a:pt x="1368483" y="623415"/>
                </a:lnTo>
                <a:lnTo>
                  <a:pt x="1391067" y="662492"/>
                </a:lnTo>
                <a:lnTo>
                  <a:pt x="1412303" y="702421"/>
                </a:lnTo>
                <a:lnTo>
                  <a:pt x="1432160" y="743169"/>
                </a:lnTo>
                <a:lnTo>
                  <a:pt x="1450607" y="784707"/>
                </a:lnTo>
                <a:lnTo>
                  <a:pt x="1467612" y="827002"/>
                </a:lnTo>
                <a:lnTo>
                  <a:pt x="1483146" y="870025"/>
                </a:lnTo>
                <a:lnTo>
                  <a:pt x="1497176" y="913743"/>
                </a:lnTo>
                <a:lnTo>
                  <a:pt x="1509672" y="958126"/>
                </a:lnTo>
                <a:lnTo>
                  <a:pt x="1520602" y="1003143"/>
                </a:lnTo>
                <a:lnTo>
                  <a:pt x="1529936" y="1048763"/>
                </a:lnTo>
                <a:lnTo>
                  <a:pt x="1537643" y="1094954"/>
                </a:lnTo>
                <a:lnTo>
                  <a:pt x="1543691" y="1141686"/>
                </a:lnTo>
                <a:lnTo>
                  <a:pt x="1548050" y="1188928"/>
                </a:lnTo>
                <a:lnTo>
                  <a:pt x="1550688" y="1236648"/>
                </a:lnTo>
                <a:lnTo>
                  <a:pt x="1551574" y="1284815"/>
                </a:lnTo>
                <a:lnTo>
                  <a:pt x="1550688" y="1332982"/>
                </a:lnTo>
                <a:lnTo>
                  <a:pt x="1548050" y="1380702"/>
                </a:lnTo>
                <a:lnTo>
                  <a:pt x="1543691" y="1427944"/>
                </a:lnTo>
                <a:lnTo>
                  <a:pt x="1537643" y="1474675"/>
                </a:lnTo>
                <a:lnTo>
                  <a:pt x="1531255" y="1512963"/>
                </a:lnTo>
                <a:close/>
              </a:path>
            </a:pathLst>
          </a:custGeom>
          <a:solidFill>
            <a:srgbClr val="DB661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8"/>
          <p:cNvSpPr txBox="1"/>
          <p:nvPr/>
        </p:nvSpPr>
        <p:spPr>
          <a:xfrm>
            <a:off x="1016000" y="959392"/>
            <a:ext cx="4603750" cy="43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7B38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Sistemas de Base de Datos 1</a:t>
            </a:r>
            <a:endParaRPr sz="2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9" name="Google Shape;679;p18"/>
          <p:cNvSpPr txBox="1"/>
          <p:nvPr/>
        </p:nvSpPr>
        <p:spPr>
          <a:xfrm>
            <a:off x="2409013" y="6270621"/>
            <a:ext cx="2903220" cy="619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Uno a Varios</a:t>
            </a:r>
            <a:endParaRPr sz="3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0" name="Google Shape;680;p18"/>
          <p:cNvSpPr txBox="1"/>
          <p:nvPr/>
        </p:nvSpPr>
        <p:spPr>
          <a:xfrm>
            <a:off x="8324200" y="6179150"/>
            <a:ext cx="1639500" cy="12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Uno a Uno</a:t>
            </a:r>
            <a:endParaRPr sz="3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1" name="Google Shape;681;p18"/>
          <p:cNvSpPr txBox="1"/>
          <p:nvPr/>
        </p:nvSpPr>
        <p:spPr>
          <a:xfrm>
            <a:off x="13886581" y="6087412"/>
            <a:ext cx="1870800" cy="13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91770" lvl="0" marL="203834" marR="5080" rtl="0" algn="l">
              <a:lnSpc>
                <a:spcPct val="115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Varios a Varios</a:t>
            </a:r>
            <a:endParaRPr sz="3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2" name="Google Shape;682;p18"/>
          <p:cNvSpPr txBox="1"/>
          <p:nvPr>
            <p:ph type="title"/>
          </p:nvPr>
        </p:nvSpPr>
        <p:spPr>
          <a:xfrm>
            <a:off x="6225850" y="2116800"/>
            <a:ext cx="5836200" cy="24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050">
            <a:spAutoFit/>
          </a:bodyPr>
          <a:lstStyle/>
          <a:p>
            <a:pPr indent="639445" lvl="0" marL="12700" marR="5080" rtl="0" algn="l">
              <a:lnSpc>
                <a:spcPct val="1183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TIPOS DE RELACIONES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7" name="Google Shape;6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" y="4062379"/>
            <a:ext cx="3571874" cy="3905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8970" y="4890048"/>
            <a:ext cx="11296649" cy="2247899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19"/>
          <p:cNvSpPr txBox="1"/>
          <p:nvPr>
            <p:ph type="ctrTitle"/>
          </p:nvPr>
        </p:nvSpPr>
        <p:spPr>
          <a:xfrm>
            <a:off x="1016000" y="959392"/>
            <a:ext cx="4603750" cy="436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Helvetica Neue"/>
                <a:ea typeface="Helvetica Neue"/>
                <a:cs typeface="Helvetica Neue"/>
                <a:sym typeface="Helvetica Neue"/>
              </a:rPr>
              <a:t>Sistemas de Base de Datos 1</a:t>
            </a:r>
            <a:endParaRPr sz="2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0" name="Google Shape;690;p19"/>
          <p:cNvSpPr txBox="1"/>
          <p:nvPr/>
        </p:nvSpPr>
        <p:spPr>
          <a:xfrm>
            <a:off x="6629844" y="2350946"/>
            <a:ext cx="5028565" cy="1119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50">
                <a:solidFill>
                  <a:srgbClr val="7B3811"/>
                </a:solidFill>
                <a:latin typeface="Tahoma"/>
                <a:ea typeface="Tahoma"/>
                <a:cs typeface="Tahoma"/>
                <a:sym typeface="Tahoma"/>
              </a:rPr>
              <a:t>UNO A VARIOS</a:t>
            </a:r>
            <a:endParaRPr sz="715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5" name="Google Shape;6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6570" y="4897111"/>
            <a:ext cx="11296650" cy="2228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700" y="4203605"/>
            <a:ext cx="4114799" cy="3619499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20"/>
          <p:cNvSpPr txBox="1"/>
          <p:nvPr>
            <p:ph type="ctrTitle"/>
          </p:nvPr>
        </p:nvSpPr>
        <p:spPr>
          <a:xfrm>
            <a:off x="1016000" y="959392"/>
            <a:ext cx="4603750" cy="436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Helvetica Neue"/>
                <a:ea typeface="Helvetica Neue"/>
                <a:cs typeface="Helvetica Neue"/>
                <a:sym typeface="Helvetica Neue"/>
              </a:rPr>
              <a:t>Sistemas de Base de Datos 1</a:t>
            </a:r>
            <a:endParaRPr sz="2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8" name="Google Shape;698;p20"/>
          <p:cNvSpPr txBox="1"/>
          <p:nvPr/>
        </p:nvSpPr>
        <p:spPr>
          <a:xfrm>
            <a:off x="6015034" y="2350946"/>
            <a:ext cx="6257925" cy="1119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50">
                <a:solidFill>
                  <a:srgbClr val="7B3811"/>
                </a:solidFill>
                <a:latin typeface="Tahoma"/>
                <a:ea typeface="Tahoma"/>
                <a:cs typeface="Tahoma"/>
                <a:sym typeface="Tahoma"/>
              </a:rPr>
              <a:t>VARIOS A VARIOS</a:t>
            </a:r>
            <a:endParaRPr sz="715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3" name="Google Shape;70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6059" y="4107329"/>
            <a:ext cx="11296649" cy="3714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0888" y="4107329"/>
            <a:ext cx="4448174" cy="3552824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21"/>
          <p:cNvSpPr txBox="1"/>
          <p:nvPr>
            <p:ph type="ctrTitle"/>
          </p:nvPr>
        </p:nvSpPr>
        <p:spPr>
          <a:xfrm>
            <a:off x="1016000" y="959392"/>
            <a:ext cx="4603750" cy="436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Helvetica Neue"/>
                <a:ea typeface="Helvetica Neue"/>
                <a:cs typeface="Helvetica Neue"/>
                <a:sym typeface="Helvetica Neue"/>
              </a:rPr>
              <a:t>Sistemas de Base de Datos 1</a:t>
            </a:r>
            <a:endParaRPr sz="2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6" name="Google Shape;706;p21"/>
          <p:cNvSpPr txBox="1"/>
          <p:nvPr/>
        </p:nvSpPr>
        <p:spPr>
          <a:xfrm>
            <a:off x="7244404" y="1655721"/>
            <a:ext cx="3799200" cy="22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50">
                <a:solidFill>
                  <a:srgbClr val="7B3811"/>
                </a:solidFill>
                <a:latin typeface="Tahoma"/>
                <a:ea typeface="Tahoma"/>
                <a:cs typeface="Tahoma"/>
                <a:sym typeface="Tahoma"/>
              </a:rPr>
              <a:t>UNO A UNO</a:t>
            </a:r>
            <a:endParaRPr sz="715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B90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22"/>
          <p:cNvSpPr txBox="1"/>
          <p:nvPr/>
        </p:nvSpPr>
        <p:spPr>
          <a:xfrm>
            <a:off x="6001572" y="1664700"/>
            <a:ext cx="8494200" cy="11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50">
                <a:solidFill>
                  <a:srgbClr val="7B3811"/>
                </a:solidFill>
                <a:latin typeface="Tahoma"/>
                <a:ea typeface="Tahoma"/>
                <a:cs typeface="Tahoma"/>
                <a:sym typeface="Tahoma"/>
              </a:rPr>
              <a:t>DIAGRAMA ER</a:t>
            </a:r>
            <a:endParaRPr sz="71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13" name="Google Shape;713;p22"/>
          <p:cNvSpPr/>
          <p:nvPr/>
        </p:nvSpPr>
        <p:spPr>
          <a:xfrm>
            <a:off x="14552618" y="0"/>
            <a:ext cx="3735704" cy="2089785"/>
          </a:xfrm>
          <a:custGeom>
            <a:rect b="b" l="l" r="r" t="t"/>
            <a:pathLst>
              <a:path extrusionOk="0" h="2089785" w="3735705">
                <a:moveTo>
                  <a:pt x="3735381" y="2089671"/>
                </a:moveTo>
                <a:lnTo>
                  <a:pt x="707542" y="2089671"/>
                </a:lnTo>
                <a:lnTo>
                  <a:pt x="0" y="0"/>
                </a:lnTo>
                <a:lnTo>
                  <a:pt x="3735381" y="0"/>
                </a:lnTo>
                <a:lnTo>
                  <a:pt x="3735381" y="2089671"/>
                </a:lnTo>
                <a:close/>
              </a:path>
            </a:pathLst>
          </a:custGeom>
          <a:solidFill>
            <a:srgbClr val="D08B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22"/>
          <p:cNvSpPr/>
          <p:nvPr/>
        </p:nvSpPr>
        <p:spPr>
          <a:xfrm>
            <a:off x="0" y="9311819"/>
            <a:ext cx="7341870" cy="975360"/>
          </a:xfrm>
          <a:custGeom>
            <a:rect b="b" l="l" r="r" t="t"/>
            <a:pathLst>
              <a:path extrusionOk="0" h="975359" w="7341870">
                <a:moveTo>
                  <a:pt x="7341469" y="975179"/>
                </a:moveTo>
                <a:lnTo>
                  <a:pt x="0" y="975179"/>
                </a:lnTo>
                <a:lnTo>
                  <a:pt x="0" y="0"/>
                </a:lnTo>
                <a:lnTo>
                  <a:pt x="7011282" y="0"/>
                </a:lnTo>
                <a:lnTo>
                  <a:pt x="7341469" y="975179"/>
                </a:lnTo>
                <a:close/>
              </a:path>
            </a:pathLst>
          </a:custGeom>
          <a:solidFill>
            <a:srgbClr val="D08B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8825" y="6956388"/>
            <a:ext cx="3238499" cy="204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98298" y="6378575"/>
            <a:ext cx="4200524" cy="3771899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22"/>
          <p:cNvSpPr txBox="1"/>
          <p:nvPr>
            <p:ph type="title"/>
          </p:nvPr>
        </p:nvSpPr>
        <p:spPr>
          <a:xfrm>
            <a:off x="1016000" y="959392"/>
            <a:ext cx="4780280" cy="43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Helvetica Neue"/>
                <a:ea typeface="Helvetica Neue"/>
                <a:cs typeface="Helvetica Neue"/>
                <a:sym typeface="Helvetica Neue"/>
              </a:rPr>
              <a:t>Sistemas de Bases de Datos 1</a:t>
            </a:r>
            <a:endParaRPr sz="2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18" name="Google Shape;71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3385" y="3581400"/>
            <a:ext cx="76200" cy="7619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22"/>
          <p:cNvSpPr txBox="1"/>
          <p:nvPr/>
        </p:nvSpPr>
        <p:spPr>
          <a:xfrm>
            <a:off x="1106457" y="3308350"/>
            <a:ext cx="85743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7B38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entidades están </a:t>
            </a:r>
            <a:r>
              <a:rPr lang="en-US" sz="2500">
                <a:solidFill>
                  <a:srgbClr val="7B38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representadas por los cuadros	</a:t>
            </a:r>
            <a:r>
              <a:rPr lang="en-US" sz="2500">
                <a:solidFill>
                  <a:srgbClr val="7B38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editables</a:t>
            </a:r>
            <a:endParaRPr sz="25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20" name="Google Shape;72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3385" y="4457700"/>
            <a:ext cx="76200" cy="7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3385" y="5333999"/>
            <a:ext cx="76200" cy="7619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22"/>
          <p:cNvSpPr txBox="1"/>
          <p:nvPr/>
        </p:nvSpPr>
        <p:spPr>
          <a:xfrm>
            <a:off x="1106486" y="4184643"/>
            <a:ext cx="7874100" cy="17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7B38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 nombres de entidades van en los cuadros editables</a:t>
            </a:r>
            <a:endParaRPr sz="2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7B38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 nombres de entidades están siempre en singular y escritos con todas las letras mayúsculas</a:t>
            </a:r>
            <a:endParaRPr sz="25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23" name="Google Shape;72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52903" y="3581400"/>
            <a:ext cx="76200" cy="76199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22"/>
          <p:cNvSpPr txBox="1"/>
          <p:nvPr/>
        </p:nvSpPr>
        <p:spPr>
          <a:xfrm>
            <a:off x="11014188" y="3472250"/>
            <a:ext cx="70005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7B38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 </a:t>
            </a:r>
            <a:r>
              <a:rPr lang="en-US" sz="2500">
                <a:solidFill>
                  <a:srgbClr val="7B38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atributos	obligatorios	están	marcados</a:t>
            </a:r>
            <a:endParaRPr sz="25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25" name="Google Shape;72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52903" y="4457700"/>
            <a:ext cx="76200" cy="7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52903" y="5333999"/>
            <a:ext cx="76200" cy="76199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22"/>
          <p:cNvSpPr txBox="1"/>
          <p:nvPr/>
        </p:nvSpPr>
        <p:spPr>
          <a:xfrm>
            <a:off x="10956004" y="3746493"/>
            <a:ext cx="6770370" cy="2216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8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7B38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 un asterisco: "*"</a:t>
            </a:r>
            <a:endParaRPr sz="2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7B38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 atributos opcionales están marcados con un círculo: "o"</a:t>
            </a:r>
            <a:endParaRPr sz="2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7B38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	identificadores	únicos	están	marcados con un símbolo de numeral: "#"</a:t>
            </a:r>
            <a:endParaRPr sz="25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B90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3"/>
          <p:cNvSpPr txBox="1"/>
          <p:nvPr/>
        </p:nvSpPr>
        <p:spPr>
          <a:xfrm>
            <a:off x="6413599" y="1604100"/>
            <a:ext cx="6125400" cy="11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50">
                <a:solidFill>
                  <a:srgbClr val="7B3811"/>
                </a:solidFill>
                <a:latin typeface="Tahoma"/>
                <a:ea typeface="Tahoma"/>
                <a:cs typeface="Tahoma"/>
                <a:sym typeface="Tahoma"/>
              </a:rPr>
              <a:t>DIAGRAMA ER</a:t>
            </a:r>
            <a:endParaRPr sz="71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4" name="Google Shape;734;p23"/>
          <p:cNvSpPr/>
          <p:nvPr/>
        </p:nvSpPr>
        <p:spPr>
          <a:xfrm>
            <a:off x="14552618" y="0"/>
            <a:ext cx="3735704" cy="2089785"/>
          </a:xfrm>
          <a:custGeom>
            <a:rect b="b" l="l" r="r" t="t"/>
            <a:pathLst>
              <a:path extrusionOk="0" h="2089785" w="3735705">
                <a:moveTo>
                  <a:pt x="3735381" y="2089671"/>
                </a:moveTo>
                <a:lnTo>
                  <a:pt x="707542" y="2089671"/>
                </a:lnTo>
                <a:lnTo>
                  <a:pt x="0" y="0"/>
                </a:lnTo>
                <a:lnTo>
                  <a:pt x="3735381" y="0"/>
                </a:lnTo>
                <a:lnTo>
                  <a:pt x="3735381" y="2089671"/>
                </a:lnTo>
                <a:close/>
              </a:path>
            </a:pathLst>
          </a:custGeom>
          <a:solidFill>
            <a:srgbClr val="D08B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3"/>
          <p:cNvSpPr/>
          <p:nvPr/>
        </p:nvSpPr>
        <p:spPr>
          <a:xfrm>
            <a:off x="0" y="9311819"/>
            <a:ext cx="7341870" cy="975360"/>
          </a:xfrm>
          <a:custGeom>
            <a:rect b="b" l="l" r="r" t="t"/>
            <a:pathLst>
              <a:path extrusionOk="0" h="975359" w="7341870">
                <a:moveTo>
                  <a:pt x="7341469" y="975179"/>
                </a:moveTo>
                <a:lnTo>
                  <a:pt x="0" y="975179"/>
                </a:lnTo>
                <a:lnTo>
                  <a:pt x="0" y="0"/>
                </a:lnTo>
                <a:lnTo>
                  <a:pt x="7011282" y="0"/>
                </a:lnTo>
                <a:lnTo>
                  <a:pt x="7341469" y="975179"/>
                </a:lnTo>
                <a:close/>
              </a:path>
            </a:pathLst>
          </a:custGeom>
          <a:solidFill>
            <a:srgbClr val="D08B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6" name="Google Shape;7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1383" y="3232152"/>
            <a:ext cx="7448549" cy="6076949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23"/>
          <p:cNvSpPr txBox="1"/>
          <p:nvPr>
            <p:ph type="title"/>
          </p:nvPr>
        </p:nvSpPr>
        <p:spPr>
          <a:xfrm>
            <a:off x="1016000" y="959392"/>
            <a:ext cx="4780280" cy="43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Helvetica Neue"/>
                <a:ea typeface="Helvetica Neue"/>
                <a:cs typeface="Helvetica Neue"/>
                <a:sym typeface="Helvetica Neue"/>
              </a:rPr>
              <a:t>Sistemas de Bases de Datos 1</a:t>
            </a:r>
            <a:endParaRPr sz="2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38" name="Google Shape;73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9815" y="4195533"/>
            <a:ext cx="76200" cy="7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9815" y="5071833"/>
            <a:ext cx="76200" cy="76199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23"/>
          <p:cNvSpPr txBox="1"/>
          <p:nvPr/>
        </p:nvSpPr>
        <p:spPr>
          <a:xfrm>
            <a:off x="1282915" y="3922476"/>
            <a:ext cx="7874100" cy="17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7B38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relaciones son líneas que conectan entidades Estas líneas son continuas o discontinuas</a:t>
            </a:r>
            <a:endParaRPr sz="2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7B38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Estas líneas terminan en un "dedo" o "pata de gallo" al final de cada entidad</a:t>
            </a:r>
            <a:endParaRPr sz="25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41" name="Google Shape;74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9815" y="4533908"/>
            <a:ext cx="76200" cy="7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2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B90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24"/>
          <p:cNvSpPr/>
          <p:nvPr/>
        </p:nvSpPr>
        <p:spPr>
          <a:xfrm>
            <a:off x="14552618" y="0"/>
            <a:ext cx="3735704" cy="2089785"/>
          </a:xfrm>
          <a:custGeom>
            <a:rect b="b" l="l" r="r" t="t"/>
            <a:pathLst>
              <a:path extrusionOk="0" h="2089785" w="3735705">
                <a:moveTo>
                  <a:pt x="3735381" y="2089671"/>
                </a:moveTo>
                <a:lnTo>
                  <a:pt x="707542" y="2089671"/>
                </a:lnTo>
                <a:lnTo>
                  <a:pt x="0" y="0"/>
                </a:lnTo>
                <a:lnTo>
                  <a:pt x="3735381" y="0"/>
                </a:lnTo>
                <a:lnTo>
                  <a:pt x="3735381" y="2089671"/>
                </a:lnTo>
                <a:close/>
              </a:path>
            </a:pathLst>
          </a:custGeom>
          <a:solidFill>
            <a:srgbClr val="D08B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4"/>
          <p:cNvSpPr/>
          <p:nvPr/>
        </p:nvSpPr>
        <p:spPr>
          <a:xfrm>
            <a:off x="0" y="9311819"/>
            <a:ext cx="7341870" cy="975360"/>
          </a:xfrm>
          <a:custGeom>
            <a:rect b="b" l="l" r="r" t="t"/>
            <a:pathLst>
              <a:path extrusionOk="0" h="975359" w="7341870">
                <a:moveTo>
                  <a:pt x="7341469" y="975179"/>
                </a:moveTo>
                <a:lnTo>
                  <a:pt x="0" y="975179"/>
                </a:lnTo>
                <a:lnTo>
                  <a:pt x="0" y="0"/>
                </a:lnTo>
                <a:lnTo>
                  <a:pt x="7011282" y="0"/>
                </a:lnTo>
                <a:lnTo>
                  <a:pt x="7341469" y="975179"/>
                </a:lnTo>
                <a:close/>
              </a:path>
            </a:pathLst>
          </a:custGeom>
          <a:solidFill>
            <a:srgbClr val="D08B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4"/>
          <p:cNvSpPr txBox="1"/>
          <p:nvPr/>
        </p:nvSpPr>
        <p:spPr>
          <a:xfrm>
            <a:off x="1016000" y="959392"/>
            <a:ext cx="4780280" cy="43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7B38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Sistemas de Bases de Datos 1</a:t>
            </a:r>
            <a:endParaRPr sz="2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0" name="Google Shape;750;p24"/>
          <p:cNvSpPr txBox="1"/>
          <p:nvPr>
            <p:ph type="title"/>
          </p:nvPr>
        </p:nvSpPr>
        <p:spPr>
          <a:xfrm>
            <a:off x="743265" y="1424130"/>
            <a:ext cx="13155294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4825">
            <a:spAutoFit/>
          </a:bodyPr>
          <a:lstStyle/>
          <a:p>
            <a:pPr indent="0" lvl="0" marL="591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DIAGRAMA ER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None/>
            </a:pPr>
            <a:r>
              <a:rPr lang="en-US" sz="2900">
                <a:latin typeface="Helvetica Neue"/>
                <a:ea typeface="Helvetica Neue"/>
                <a:cs typeface="Helvetica Neue"/>
                <a:sym typeface="Helvetica Neue"/>
              </a:rPr>
              <a:t>Un diagrama ER se lee de la siguiente forma:</a:t>
            </a:r>
            <a:endParaRPr sz="2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1" name="Google Shape;751;p24"/>
          <p:cNvSpPr txBox="1"/>
          <p:nvPr/>
        </p:nvSpPr>
        <p:spPr>
          <a:xfrm>
            <a:off x="3545650" y="4028773"/>
            <a:ext cx="8954100" cy="42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60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7B3811"/>
                </a:solidFill>
                <a:latin typeface="Arial"/>
                <a:ea typeface="Arial"/>
                <a:cs typeface="Arial"/>
                <a:sym typeface="Arial"/>
              </a:rPr>
              <a:t>CADA</a:t>
            </a:r>
            <a:endParaRPr sz="37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7B3811"/>
                </a:solidFill>
                <a:latin typeface="Arial"/>
                <a:ea typeface="Arial"/>
                <a:cs typeface="Arial"/>
                <a:sym typeface="Arial"/>
              </a:rPr>
              <a:t>Entidad A</a:t>
            </a:r>
            <a:endParaRPr sz="37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40000"/>
              </a:lnSpc>
              <a:spcBef>
                <a:spcPts val="29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7B3811"/>
                </a:solidFill>
                <a:latin typeface="Arial"/>
                <a:ea typeface="Arial"/>
                <a:cs typeface="Arial"/>
                <a:sym typeface="Arial"/>
              </a:rPr>
              <a:t>OPCIONALIDAD (debe ser/puede ser) NOMBRE DE RELACIÓN</a:t>
            </a:r>
            <a:endParaRPr sz="37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7B3811"/>
                </a:solidFill>
                <a:latin typeface="Arial"/>
                <a:ea typeface="Arial"/>
                <a:cs typeface="Arial"/>
                <a:sym typeface="Arial"/>
              </a:rPr>
              <a:t>CARDINALIDAD (solo uno/uno o más)</a:t>
            </a:r>
            <a:endParaRPr sz="37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7B3811"/>
                </a:solidFill>
                <a:latin typeface="Arial"/>
                <a:ea typeface="Arial"/>
                <a:cs typeface="Arial"/>
                <a:sym typeface="Arial"/>
              </a:rPr>
              <a:t>Entidad B</a:t>
            </a:r>
            <a:endParaRPr sz="3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6" name="Google Shape;75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5390" y="4224819"/>
            <a:ext cx="11296649" cy="3924299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25"/>
          <p:cNvSpPr txBox="1"/>
          <p:nvPr/>
        </p:nvSpPr>
        <p:spPr>
          <a:xfrm>
            <a:off x="1016000" y="959392"/>
            <a:ext cx="4780280" cy="43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7B38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Sistemas de Bases de Datos 1</a:t>
            </a:r>
            <a:endParaRPr sz="2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8" name="Google Shape;758;p25"/>
          <p:cNvSpPr txBox="1"/>
          <p:nvPr>
            <p:ph type="title"/>
          </p:nvPr>
        </p:nvSpPr>
        <p:spPr>
          <a:xfrm>
            <a:off x="743265" y="1424130"/>
            <a:ext cx="13155294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4825">
            <a:spAutoFit/>
          </a:bodyPr>
          <a:lstStyle/>
          <a:p>
            <a:pPr indent="0" lvl="0" marL="591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DIAGRAMA ER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None/>
            </a:pPr>
            <a:r>
              <a:rPr lang="en-US" sz="2900">
                <a:latin typeface="Helvetica Neue"/>
                <a:ea typeface="Helvetica Neue"/>
                <a:cs typeface="Helvetica Neue"/>
                <a:sym typeface="Helvetica Neue"/>
              </a:rPr>
              <a:t>Primero se lee la primera relación de izquierda a derecha (o de arriba a abajo)</a:t>
            </a:r>
            <a:endParaRPr sz="2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3370" y="4074310"/>
            <a:ext cx="11296648" cy="487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26"/>
          <p:cNvSpPr txBox="1"/>
          <p:nvPr/>
        </p:nvSpPr>
        <p:spPr>
          <a:xfrm>
            <a:off x="1016000" y="959392"/>
            <a:ext cx="4780280" cy="43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7B38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Sistemas de Bases de Datos 1</a:t>
            </a:r>
            <a:endParaRPr sz="2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5" name="Google Shape;765;p26"/>
          <p:cNvSpPr txBox="1"/>
          <p:nvPr>
            <p:ph type="title"/>
          </p:nvPr>
        </p:nvSpPr>
        <p:spPr>
          <a:xfrm>
            <a:off x="743265" y="1424130"/>
            <a:ext cx="13155294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4825">
            <a:spAutoFit/>
          </a:bodyPr>
          <a:lstStyle/>
          <a:p>
            <a:pPr indent="0" lvl="0" marL="5914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DIAGRAMA ER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None/>
            </a:pPr>
            <a:r>
              <a:rPr lang="en-US" sz="2900">
                <a:latin typeface="Helvetica Neue"/>
                <a:ea typeface="Helvetica Neue"/>
                <a:cs typeface="Helvetica Neue"/>
                <a:sym typeface="Helvetica Neue"/>
              </a:rPr>
              <a:t>Ahora se lee la relación de derecha a izquierda</a:t>
            </a:r>
            <a:endParaRPr sz="2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F5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27"/>
          <p:cNvSpPr/>
          <p:nvPr/>
        </p:nvSpPr>
        <p:spPr>
          <a:xfrm>
            <a:off x="7018576" y="8964259"/>
            <a:ext cx="11269980" cy="1323340"/>
          </a:xfrm>
          <a:custGeom>
            <a:rect b="b" l="l" r="r" t="t"/>
            <a:pathLst>
              <a:path extrusionOk="0" h="1323340" w="11269980">
                <a:moveTo>
                  <a:pt x="10296144" y="12699"/>
                </a:moveTo>
                <a:lnTo>
                  <a:pt x="2675643" y="12699"/>
                </a:lnTo>
                <a:lnTo>
                  <a:pt x="2723845" y="0"/>
                </a:lnTo>
                <a:lnTo>
                  <a:pt x="10247943" y="0"/>
                </a:lnTo>
                <a:lnTo>
                  <a:pt x="10296144" y="12699"/>
                </a:lnTo>
                <a:close/>
              </a:path>
              <a:path extrusionOk="0" h="1323340" w="11269980">
                <a:moveTo>
                  <a:pt x="10487323" y="25399"/>
                </a:moveTo>
                <a:lnTo>
                  <a:pt x="2484465" y="25399"/>
                </a:lnTo>
                <a:lnTo>
                  <a:pt x="2532008" y="12699"/>
                </a:lnTo>
                <a:lnTo>
                  <a:pt x="10439779" y="12699"/>
                </a:lnTo>
                <a:lnTo>
                  <a:pt x="10487323" y="25399"/>
                </a:lnTo>
                <a:close/>
              </a:path>
              <a:path extrusionOk="0" h="1323340" w="11269980">
                <a:moveTo>
                  <a:pt x="10628891" y="38099"/>
                </a:moveTo>
                <a:lnTo>
                  <a:pt x="2342896" y="38099"/>
                </a:lnTo>
                <a:lnTo>
                  <a:pt x="2389905" y="25399"/>
                </a:lnTo>
                <a:lnTo>
                  <a:pt x="10581882" y="25399"/>
                </a:lnTo>
                <a:lnTo>
                  <a:pt x="10628891" y="38099"/>
                </a:lnTo>
                <a:close/>
              </a:path>
              <a:path extrusionOk="0" h="1323340" w="11269980">
                <a:moveTo>
                  <a:pt x="10722347" y="50799"/>
                </a:moveTo>
                <a:lnTo>
                  <a:pt x="2249440" y="50799"/>
                </a:lnTo>
                <a:lnTo>
                  <a:pt x="2296073" y="38099"/>
                </a:lnTo>
                <a:lnTo>
                  <a:pt x="10675714" y="38099"/>
                </a:lnTo>
                <a:lnTo>
                  <a:pt x="10722347" y="50799"/>
                </a:lnTo>
                <a:close/>
              </a:path>
              <a:path extrusionOk="0" h="1323340" w="11269980">
                <a:moveTo>
                  <a:pt x="10861070" y="76199"/>
                </a:moveTo>
                <a:lnTo>
                  <a:pt x="2110717" y="76199"/>
                </a:lnTo>
                <a:lnTo>
                  <a:pt x="2203000" y="50799"/>
                </a:lnTo>
                <a:lnTo>
                  <a:pt x="10768787" y="50799"/>
                </a:lnTo>
                <a:lnTo>
                  <a:pt x="10861070" y="76199"/>
                </a:lnTo>
                <a:close/>
              </a:path>
              <a:path extrusionOk="0" h="1323340" w="11269980">
                <a:moveTo>
                  <a:pt x="11269423" y="1322740"/>
                </a:moveTo>
                <a:lnTo>
                  <a:pt x="0" y="1322740"/>
                </a:lnTo>
                <a:lnTo>
                  <a:pt x="1456" y="1320799"/>
                </a:lnTo>
                <a:lnTo>
                  <a:pt x="30478" y="1295399"/>
                </a:lnTo>
                <a:lnTo>
                  <a:pt x="59913" y="1257299"/>
                </a:lnTo>
                <a:lnTo>
                  <a:pt x="89758" y="1219199"/>
                </a:lnTo>
                <a:lnTo>
                  <a:pt x="120009" y="1193799"/>
                </a:lnTo>
                <a:lnTo>
                  <a:pt x="150663" y="1155699"/>
                </a:lnTo>
                <a:lnTo>
                  <a:pt x="181714" y="1130299"/>
                </a:lnTo>
                <a:lnTo>
                  <a:pt x="213160" y="1092199"/>
                </a:lnTo>
                <a:lnTo>
                  <a:pt x="244997" y="1066799"/>
                </a:lnTo>
                <a:lnTo>
                  <a:pt x="277221" y="1028699"/>
                </a:lnTo>
                <a:lnTo>
                  <a:pt x="309827" y="1003299"/>
                </a:lnTo>
                <a:lnTo>
                  <a:pt x="342812" y="965199"/>
                </a:lnTo>
                <a:lnTo>
                  <a:pt x="409904" y="914399"/>
                </a:lnTo>
                <a:lnTo>
                  <a:pt x="444003" y="876299"/>
                </a:lnTo>
                <a:lnTo>
                  <a:pt x="513288" y="825499"/>
                </a:lnTo>
                <a:lnTo>
                  <a:pt x="548466" y="787399"/>
                </a:lnTo>
                <a:lnTo>
                  <a:pt x="619874" y="736599"/>
                </a:lnTo>
                <a:lnTo>
                  <a:pt x="729559" y="660399"/>
                </a:lnTo>
                <a:lnTo>
                  <a:pt x="842237" y="584199"/>
                </a:lnTo>
                <a:lnTo>
                  <a:pt x="957804" y="507999"/>
                </a:lnTo>
                <a:lnTo>
                  <a:pt x="996950" y="495299"/>
                </a:lnTo>
                <a:lnTo>
                  <a:pt x="1116208" y="419099"/>
                </a:lnTo>
                <a:lnTo>
                  <a:pt x="1156553" y="406399"/>
                </a:lnTo>
                <a:lnTo>
                  <a:pt x="1197189" y="380999"/>
                </a:lnTo>
                <a:lnTo>
                  <a:pt x="1238111" y="368299"/>
                </a:lnTo>
                <a:lnTo>
                  <a:pt x="1320798" y="317499"/>
                </a:lnTo>
                <a:lnTo>
                  <a:pt x="1404585" y="292099"/>
                </a:lnTo>
                <a:lnTo>
                  <a:pt x="1446880" y="266699"/>
                </a:lnTo>
                <a:lnTo>
                  <a:pt x="1532256" y="241299"/>
                </a:lnTo>
                <a:lnTo>
                  <a:pt x="1575329" y="215899"/>
                </a:lnTo>
                <a:lnTo>
                  <a:pt x="2064881" y="76199"/>
                </a:lnTo>
                <a:lnTo>
                  <a:pt x="10906906" y="76199"/>
                </a:lnTo>
                <a:lnTo>
                  <a:pt x="11269423" y="179648"/>
                </a:lnTo>
                <a:lnTo>
                  <a:pt x="11269423" y="1322740"/>
                </a:lnTo>
                <a:close/>
              </a:path>
            </a:pathLst>
          </a:custGeom>
          <a:solidFill>
            <a:srgbClr val="DB661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7"/>
          <p:cNvSpPr/>
          <p:nvPr/>
        </p:nvSpPr>
        <p:spPr>
          <a:xfrm>
            <a:off x="11588020" y="0"/>
            <a:ext cx="6700520" cy="1498600"/>
          </a:xfrm>
          <a:custGeom>
            <a:rect b="b" l="l" r="r" t="t"/>
            <a:pathLst>
              <a:path extrusionOk="0" h="1498600" w="6700519">
                <a:moveTo>
                  <a:pt x="6699979" y="1498480"/>
                </a:moveTo>
                <a:lnTo>
                  <a:pt x="2669317" y="1498480"/>
                </a:lnTo>
                <a:lnTo>
                  <a:pt x="2621774" y="1485780"/>
                </a:lnTo>
                <a:lnTo>
                  <a:pt x="2527214" y="1485780"/>
                </a:lnTo>
                <a:lnTo>
                  <a:pt x="2480205" y="1473080"/>
                </a:lnTo>
                <a:lnTo>
                  <a:pt x="2433382" y="1473080"/>
                </a:lnTo>
                <a:lnTo>
                  <a:pt x="2340309" y="1447680"/>
                </a:lnTo>
                <a:lnTo>
                  <a:pt x="2294067" y="1447680"/>
                </a:lnTo>
                <a:lnTo>
                  <a:pt x="2202190" y="1422280"/>
                </a:lnTo>
                <a:lnTo>
                  <a:pt x="2156563" y="1422280"/>
                </a:lnTo>
                <a:lnTo>
                  <a:pt x="1755963" y="1307980"/>
                </a:lnTo>
                <a:lnTo>
                  <a:pt x="1712638" y="1282580"/>
                </a:lnTo>
                <a:lnTo>
                  <a:pt x="1584189" y="1244480"/>
                </a:lnTo>
                <a:lnTo>
                  <a:pt x="1541894" y="1219080"/>
                </a:lnTo>
                <a:lnTo>
                  <a:pt x="1499865" y="1206380"/>
                </a:lnTo>
                <a:lnTo>
                  <a:pt x="1458108" y="1180980"/>
                </a:lnTo>
                <a:lnTo>
                  <a:pt x="1416625" y="1168280"/>
                </a:lnTo>
                <a:lnTo>
                  <a:pt x="1375420" y="1142880"/>
                </a:lnTo>
                <a:lnTo>
                  <a:pt x="1334498" y="1130180"/>
                </a:lnTo>
                <a:lnTo>
                  <a:pt x="1253517" y="1079380"/>
                </a:lnTo>
                <a:lnTo>
                  <a:pt x="1213465" y="1066680"/>
                </a:lnTo>
                <a:lnTo>
                  <a:pt x="1095113" y="990480"/>
                </a:lnTo>
                <a:lnTo>
                  <a:pt x="1056276" y="977780"/>
                </a:lnTo>
                <a:lnTo>
                  <a:pt x="941660" y="901580"/>
                </a:lnTo>
                <a:lnTo>
                  <a:pt x="829969" y="825380"/>
                </a:lnTo>
                <a:lnTo>
                  <a:pt x="757184" y="774580"/>
                </a:lnTo>
                <a:lnTo>
                  <a:pt x="721305" y="749180"/>
                </a:lnTo>
                <a:lnTo>
                  <a:pt x="685775" y="711080"/>
                </a:lnTo>
                <a:lnTo>
                  <a:pt x="615775" y="660280"/>
                </a:lnTo>
                <a:lnTo>
                  <a:pt x="581312" y="634880"/>
                </a:lnTo>
                <a:lnTo>
                  <a:pt x="547213" y="596780"/>
                </a:lnTo>
                <a:lnTo>
                  <a:pt x="480121" y="545980"/>
                </a:lnTo>
                <a:lnTo>
                  <a:pt x="447136" y="507880"/>
                </a:lnTo>
                <a:lnTo>
                  <a:pt x="414530" y="482480"/>
                </a:lnTo>
                <a:lnTo>
                  <a:pt x="382306" y="444380"/>
                </a:lnTo>
                <a:lnTo>
                  <a:pt x="350470" y="418980"/>
                </a:lnTo>
                <a:lnTo>
                  <a:pt x="319023" y="380880"/>
                </a:lnTo>
                <a:lnTo>
                  <a:pt x="287972" y="355480"/>
                </a:lnTo>
                <a:lnTo>
                  <a:pt x="257318" y="317380"/>
                </a:lnTo>
                <a:lnTo>
                  <a:pt x="227067" y="279280"/>
                </a:lnTo>
                <a:lnTo>
                  <a:pt x="197222" y="253880"/>
                </a:lnTo>
                <a:lnTo>
                  <a:pt x="167787" y="215780"/>
                </a:lnTo>
                <a:lnTo>
                  <a:pt x="138765" y="177680"/>
                </a:lnTo>
                <a:lnTo>
                  <a:pt x="110161" y="152280"/>
                </a:lnTo>
                <a:lnTo>
                  <a:pt x="81979" y="114180"/>
                </a:lnTo>
                <a:lnTo>
                  <a:pt x="54222" y="76080"/>
                </a:lnTo>
                <a:lnTo>
                  <a:pt x="26894" y="37980"/>
                </a:lnTo>
                <a:lnTo>
                  <a:pt x="0" y="0"/>
                </a:lnTo>
                <a:lnTo>
                  <a:pt x="6699979" y="0"/>
                </a:lnTo>
                <a:lnTo>
                  <a:pt x="6699979" y="1498480"/>
                </a:lnTo>
                <a:close/>
              </a:path>
            </a:pathLst>
          </a:custGeom>
          <a:solidFill>
            <a:srgbClr val="DB661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27"/>
          <p:cNvSpPr txBox="1"/>
          <p:nvPr>
            <p:ph type="title"/>
          </p:nvPr>
        </p:nvSpPr>
        <p:spPr>
          <a:xfrm>
            <a:off x="1693523" y="1228249"/>
            <a:ext cx="4780280" cy="43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Helvetica Neue"/>
                <a:ea typeface="Helvetica Neue"/>
                <a:cs typeface="Helvetica Neue"/>
                <a:sym typeface="Helvetica Neue"/>
              </a:rPr>
              <a:t>Sistemas de Bases de Datos 1</a:t>
            </a:r>
            <a:endParaRPr sz="2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74" name="Google Shape;77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5220" y="6120417"/>
            <a:ext cx="66675" cy="6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5220" y="6510942"/>
            <a:ext cx="66675" cy="6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5220" y="6901467"/>
            <a:ext cx="66675" cy="66674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27"/>
          <p:cNvSpPr txBox="1"/>
          <p:nvPr/>
        </p:nvSpPr>
        <p:spPr>
          <a:xfrm>
            <a:off x="2656295" y="1261515"/>
            <a:ext cx="12558395" cy="58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4675">
            <a:spAutoFit/>
          </a:bodyPr>
          <a:lstStyle/>
          <a:p>
            <a:pPr indent="0" lvl="0" marL="0" marR="63817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50">
                <a:solidFill>
                  <a:srgbClr val="7B3811"/>
                </a:solidFill>
                <a:latin typeface="Tahoma"/>
                <a:ea typeface="Tahoma"/>
                <a:cs typeface="Tahoma"/>
                <a:sym typeface="Tahoma"/>
              </a:rPr>
              <a:t>MODELO F</a:t>
            </a:r>
            <a:r>
              <a:rPr lang="en-US" sz="7150">
                <a:solidFill>
                  <a:srgbClr val="7B381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í</a:t>
            </a:r>
            <a:r>
              <a:rPr lang="en-US" sz="7150">
                <a:solidFill>
                  <a:srgbClr val="7B3811"/>
                </a:solidFill>
                <a:latin typeface="Tahoma"/>
                <a:ea typeface="Tahoma"/>
                <a:cs typeface="Tahoma"/>
                <a:sym typeface="Tahoma"/>
              </a:rPr>
              <a:t>sICO</a:t>
            </a:r>
            <a:endParaRPr sz="71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16500"/>
              </a:lnSpc>
              <a:spcBef>
                <a:spcPts val="111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7B38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Introduce el contexto específico de la base de datos que falta en los modelos de datos lógicos y conceptuales.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318770" rtl="0" algn="l">
              <a:lnSpc>
                <a:spcPct val="116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7B38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Representa las tablas, las columnas, los tipos de datos, las vistas, las restricciones, los índices y los procedimientos dentro de la base de datos o la información comunicada durante los procesos informáticos.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8704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7B38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entidades pasarán a ser tablas.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87044" marR="6254115" rtl="0" algn="l">
              <a:lnSpc>
                <a:spcPct val="116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7B38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relaciones pasarán a ser claves externas. Los atributos pasarán a ser columnas.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28"/>
          <p:cNvSpPr txBox="1"/>
          <p:nvPr>
            <p:ph type="title"/>
          </p:nvPr>
        </p:nvSpPr>
        <p:spPr>
          <a:xfrm>
            <a:off x="2802913" y="2309907"/>
            <a:ext cx="129120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-1879600" lvl="0" marL="1891664" marR="5080" rtl="0" algn="l">
              <a:lnSpc>
                <a:spcPct val="112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00">
                <a:solidFill>
                  <a:srgbClr val="121316"/>
                </a:solidFill>
                <a:latin typeface="Arial"/>
                <a:ea typeface="Arial"/>
                <a:cs typeface="Arial"/>
                <a:sym typeface="Arial"/>
              </a:rPr>
              <a:t>CONCEPTOS CLAVE APRENDIDOS</a:t>
            </a:r>
            <a:endParaRPr sz="6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3" name="Google Shape;78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6286" y="5455520"/>
            <a:ext cx="142875" cy="142874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28"/>
          <p:cNvSpPr txBox="1"/>
          <p:nvPr/>
        </p:nvSpPr>
        <p:spPr>
          <a:xfrm>
            <a:off x="6880029" y="5189493"/>
            <a:ext cx="4085700" cy="28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5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121316"/>
                </a:solidFill>
                <a:latin typeface="Verdana"/>
                <a:ea typeface="Verdana"/>
                <a:cs typeface="Verdana"/>
                <a:sym typeface="Verdana"/>
              </a:rPr>
              <a:t>Modelo Conceptual Modelo Logico Modelo Fisico Relaciones</a:t>
            </a:r>
            <a:endParaRPr sz="315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121316"/>
                </a:solidFill>
                <a:latin typeface="Verdana"/>
                <a:ea typeface="Verdana"/>
                <a:cs typeface="Verdana"/>
                <a:sym typeface="Verdana"/>
              </a:rPr>
              <a:t>ERDish</a:t>
            </a:r>
            <a:endParaRPr sz="315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85" name="Google Shape;78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6286" y="6007970"/>
            <a:ext cx="142875" cy="142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6286" y="6560420"/>
            <a:ext cx="142875" cy="142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6286" y="7112869"/>
            <a:ext cx="142875" cy="142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6286" y="7665319"/>
            <a:ext cx="142875" cy="142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29"/>
          <p:cNvSpPr txBox="1"/>
          <p:nvPr>
            <p:ph type="title"/>
          </p:nvPr>
        </p:nvSpPr>
        <p:spPr>
          <a:xfrm>
            <a:off x="4801795" y="2815362"/>
            <a:ext cx="8684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7300">
            <a:spAutoFit/>
          </a:bodyPr>
          <a:lstStyle/>
          <a:p>
            <a:pPr indent="0" lvl="0" marL="12700" marR="5080" rtl="0" algn="ctr">
              <a:lnSpc>
                <a:spcPct val="1032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100">
                <a:solidFill>
                  <a:srgbClr val="121316"/>
                </a:solidFill>
                <a:latin typeface="Arial"/>
                <a:ea typeface="Arial"/>
                <a:cs typeface="Arial"/>
                <a:sym typeface="Arial"/>
              </a:rPr>
              <a:t>¡GRACIAS	POR SU	ATENCIÓN!</a:t>
            </a:r>
            <a:endParaRPr sz="6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29"/>
          <p:cNvSpPr txBox="1"/>
          <p:nvPr/>
        </p:nvSpPr>
        <p:spPr>
          <a:xfrm>
            <a:off x="7283450" y="6155475"/>
            <a:ext cx="39126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121316"/>
                </a:solidFill>
                <a:latin typeface="Verdana"/>
                <a:ea typeface="Verdana"/>
                <a:cs typeface="Verdana"/>
                <a:sym typeface="Verdana"/>
              </a:rPr>
              <a:t>D U D A S</a:t>
            </a:r>
            <a:endParaRPr sz="50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95" name="Google Shape;79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34550" y="405900"/>
            <a:ext cx="2752724" cy="3771899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29"/>
          <p:cNvSpPr txBox="1"/>
          <p:nvPr/>
        </p:nvSpPr>
        <p:spPr>
          <a:xfrm>
            <a:off x="3428997" y="9237211"/>
            <a:ext cx="119997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635635" lvl="0" marL="1104900" marR="5080" rtl="0" algn="l">
              <a:lnSpc>
                <a:spcPct val="12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21316"/>
                </a:solidFill>
                <a:latin typeface="Verdana"/>
                <a:ea typeface="Verdana"/>
                <a:cs typeface="Verdana"/>
                <a:sym typeface="Verdana"/>
              </a:rPr>
              <a:t>RECUERDA QUE TENEMOS NUESTRO FORO SEMANAL DONDE PUEDES CONSULTAR CUALQUIER DUDA QUE TE SURJA EN LA SEMANA.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2025-06-01T17:24:34Z</dcterms:created>
  <dc:creator>Fernando Ibarra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2025-05-25T00:00:00Z</vt:filetime>
  </property>
  <property fmtid="{D5CDD505-2E9C-101B-9397-08002B2CF9AE}" pid="3" name="Creator">
    <vt:lpwstr>Canva</vt:lpwstr>
  </property>
  <property fmtid="{D5CDD505-2E9C-101B-9397-08002B2CF9AE}" pid="4" name="LastSaved">
    <vt:filetime>2025-06-01T00:00:00Z</vt:filetime>
  </property>
  <property fmtid="{D5CDD505-2E9C-101B-9397-08002B2CF9AE}" pid="5" name="Producer">
    <vt:lpwstr>Canva</vt:lpwstr>
  </property>
</Properties>
</file>